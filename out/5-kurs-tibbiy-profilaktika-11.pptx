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 savollari: 1) Nima uchun tirik shaxslar ekspertizasi eng ko‘p uchraydi deb o‘ylaysiz? 2) Tibbiy profilaktika shifokori bu ekspertizalarga qanday duch kelishi mumkin? Doskada: bobning 5 bo‘limini ustun shaklida yozing (12.1–12.5). Tipik xato: talabalar tirik shaxslar ekspertizasini faqat jarohatlar bilan cheklaydi, jinsiy holat va salomatlik masalalarini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 savollari: 1) Qaysi turda jabrlanuvchi, qaysi turda gumondor tekshiriladi? 2) Ekspertiza nega faqat sud-tibbiy muassasada emas, davolash muassasasida ham o‘tishi mumkin? Doskada: jadvalni ko‘chirib, har turga bittadan hayotiy misol yozdiring. Tipik xato: jinsiy holat (masalan, bokiralik) va jinsiy jinoyat (nomusga tegish) turlarini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 savollari: 1) Ekspert xulosasida nima uchun tasniflovchi belgi albatta ko‘rsatilishi kerak? 2) Bemor klinikada og‘ir holatda, ammo sud-tibbiy baho yengil bo‘lishi mumkinmi? Doskada: 5 ta masala (tur, qurol, mexanizm, muddat, og‘irlik) ro‘yxatini chizib, har biriga bitta so‘roq savolini yozing. Tipik xato: klinik ahvol og‘irligini sud-tibbiy og‘irlik darajasi bilan bir xil deb hisoblash. Eslatma: ekspertiza Jinoyat kodeksi talablariga mos “Tan jarohatlarining og‘irlik darajasini sud-tibbiy aniqlash qoidalari” bo‘yicha o‘tkaziladi.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yengil jarohat ikki turga bo‘linadi? 2) Qaysi moddalar qaysi darajani belgilaydi? Doskada: 104, 105, 109-moddalarni og‘irlik zinapoyasi bilan bog‘lab chizing. Tipik xato: 21 kunning o‘zini o‘rtacha og‘ir deb hisoblash; o‘rtacha og‘ir uchun 21 kundan ORTIQ bo‘lishi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Nega klinik og‘irlik va sud-tibbiy og‘irlik farq qiladi? 2) Bir necha mezon bo‘lsa qaysi biri tanlanadi? Doskada: 12.1-jadvalni o‘z so‘zlaringiz bilan qayta chizing. Tipik xato: klinik jihatdan ‘og‘ir bemor’ni avtomatik ‘og‘ir tan jarohati’ deb yozish. Tezkor savol: 15 kunlik buzilish qaysi darajaga kiradi?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tibbiy yordam ko‘rsatilishi bahoga ta’sir qilmaydi? 2) Sabab bog‘liqligini qanday isbotlaymiz? Doskada: ‘jarohat → hayotga tahdid → og‘ir tan jarohati’ zanjirini chizing. Tipik xato: shifokor tahdidni bartaraf etgani uchun jarohatni og‘ir emas deb baholash. Tezkor savol: tasodifiy bog‘liq bo‘lgan holat og‘ir jarohat mezoniga kiradimi?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kasbiy mehnat qobiliyati og‘irlik mezoni emas? 2) Nega 120 kun ‘shartli’ deyiladi? Doskada: umumiy va kasbiy mehnat qobiliyatini ikki ustunda yozing, ostiga foiz shkalasini chizing. Tipik xato: umumiy va kasbiy mehnat qobiliyatini aralashtirish; foizni kun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Davolanish muddati va sog‘liq buzilishi davomiyligi nega bir xil emas? 2) Bemor shifokorga kech murojaat qilsa, davomiylik qanday baholanadi? Doskada: 6, 21 va 120 kunlik vaqt chizig‘ini chizib, har bo‘lakka baho yozing. Tipik xato: 21 kunni ‘o‘rtacha og‘ir’ deb hisoblash; aslida o‘rtacha og‘ir — 21 kundan ortiq.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 bering, talabalar javobini jadvalsiz bering. Muhokama: 21 kun va 120 kun nimasi bilan farq qiladi? Doskada: 6–21–120 kun va 10–33 foiz raqamlarini ketma-ket yozdiring. Tipik xato: chegara raqamlarini (6 va 21) noto‘g‘ri toifaga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bir ko‘z yo‘qolishi og‘ir, bir quloq esa o‘rtacha og‘ir hisoblanadi? 2) Ko‘rmaydigan ko‘z yo‘qolganda nega boshqa mezon ishlatiladi? Doskada: jadvalni o‘zlari chizsin, har qatorga umumiy mehnat qobiliyatining 1/3 qismi bilan bog‘lab izoh yozsin. Tipik xato: bir quloq va ikkala quloq holatini aralashtirish; eshitishni ‘3-5 sm masofada so‘zlashuv nutqini eshita olmaslik’ mezonidan farqlamaslik.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kaft va tovon yo‘qotilishi butun qo‘l yoki oyoq yo‘qotilishiga tenglashtiriladi? 2) Erkak va ayolda nasl qoldirish funksiyalari qanday farqlanadi? Doskada: ikki ustunli ro‘yxat chizing — erkak funksiyalari va ayol funksiyalari. Tipik xato: a’zoning anatomik yo‘qolishi bilan faoliyatning turg‘un yo‘qolishini (falajlik) alohida holat deb o‘ylash; aslida ikkalasi ham ‘yo‘qotilish’ sanaladi.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Erta tug‘ruqda hayotga layoqatli go‘dak tug‘ilsa, og‘irlik qaysi mezon bo‘yicha aniqlanadi? 2) Nega sabab-oqibat bog‘liqligi shart? Eslatma: bunday ekspertiza akusher-ginekologlar ishtirokida o‘tkaziladi, ekspertiza uzilish, jarohat va ular orasidagi to‘g‘ridan-to‘g‘ri sabab-oqibat bog‘lanishini aniqlaydi. Doskada: ‘jarohat → uzilish → go‘dak holati → baho’ zanjirini chizing. Tipik xato: har qanday homila tushishini avtomatik og‘ir jarohat deb baholash; mezon faqat bevosita bog‘liqlik va belgilangan shartlarda qo‘llanadi.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ruhiy buzilishda faqat vaqt emas, sababiy bog‘liqlik hal qiluvchi? 2) Badburushlik masalasini nega sud hal qiladi? Doskada: ruhiy buzilishni baholash uchun to‘rt savolli zanjir chizdiring. Tipik xato: ekspert badburushlik mavjudligini o‘zi hal qiladi deb o‘ylash; aslida u faqat silliqlanish xususiyatini aniqlaydi.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Jabrlanuvchi surunkali kasal bo‘lsa, nimalar hisobga olinadi? 2) Jarohatlar turli kunlarda yetkazilsa-chi? Doskada: to‘rt vaziyat va qoidani juftlab chizdiring. Tipik xato: kech murojaat yoki davolashdagi kamchilik sabab og‘irlashuvni jarohat og‘irligiga qo‘shib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Davomiylik mezoni bo‘yicha bu jarohat qanday baholanardi? 2) Nega ikkala mezon natijasi farq qiladi? Doskada: ikki mezonni ustun ko‘rinishida solishtiring. Tipik xato: kasbiy mehnat qobiliyatini hisobga olish va birinchi topilgan mezonda to‘xtash.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Muhokama: 1) Nega diagnoz aniqlanmaguncha davo tayinlash tavsiya etilmaydi (davo kasallik borligining bilvosita tasdig‘i bo‘ladi)? 2) Nega simulyantni uzoq kuzatish kerak? Doskada chizish: ekspertiza bosqichlari zanjiri (hujjat → so‘rov → kuzatuv → komissiya xulosasi). Manbadagi misollar: tekshiruv oldidan askorbin kislotasi, achchiq choy yoki kofe bilan taxikardiya, boshqa bemorning balg‘ami va rentgensurati. Tipik xato: talaba simulyasiyani faqat ‘yolg‘on shikoyat’ deb tushunadi va ob’ektiv belgilar bilan solishtirishni unutadi.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Nega harbiy bilim yurtiga kiruvchilar yoki uchuvchilar dissimulyasiya qilishi mumkin? 2) Qasddan va patologik simulyasiyaning farqi nimada? Doskada chizish: ikki yo‘nalishli o‘q — simulyasiya (yo‘qni ko‘rsatish) va dissimulyasiya (borni yashirish). Manbadagi qo‘shimcha misol: yo‘l-transport hodisasida aybdor haydovchi mastlikni, jinoyatchi jarohatni, ayrim ayollar homiladorlik yoki abortni yashirishi mumkin. Tipik xato: talabalar aggravatsiyani simulyasiya bilan aralashtiradi, chunki aggravatsiyada kasallik haqiqatan mavjud.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Talabalar javobni qo‘l ko‘tarib yoki kartochkada ko‘rsatadi. Muhokama: 1) Qaysi belgi bo‘yicha aggravatsiyani simulyasiyadan ajratasiz (kasallik haqiqatan bormi)? 2) Dissimulyasiya qaysi kasblarda ko‘proq uchraydi? Doskada chizish: uch tushunchaning qisqa ta’rifini bir qatorga yozing. Tipik xato: ‘dis’ old qo‘shimchasini e’tiborsiz qoldirib, dissimulyasiyani simulyasiyaning sinonimi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Sun’iy kasallik simulyasiyadan nimasi bilan farq qiladi (soxta kasallik ko‘rsatish va shikastlash orqali kasallik chaqirish)? 2) Nega ichki a’zolarda sun’iy kasallik kam uchraydi? Doskada: a’zolar tizimi bo‘yicha (teri, ichki a’zolar, ko‘z, quloq) usullar ustunini chizdiring. Tipik xato: sun’iy kasallikni oddiy simulyasiya bilan aralashtirish va soxta to‘g‘ri ichak tushishini chin tushish deb baholash. Qo‘shimcha: manbada bu holat maqsadi bo‘yicha simulyasiyaga o‘xshash, hayotga jiddiy xavf solmaydigan usullar bilan amalga oshiriladi,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o‘zini shikastlashda yaralar qo‘li yetadigan sohada joylashadi? 2) Barmoq amputatsiyasi sathi nimani ko‘rsatadi? Doskada: kaft va yaqin sohadagi bir necha yuzaki yaraning sxemasini chizdiring. Tipik xato: bitta belgiga qarab xulosa qilish; belgilar majmui baholanadi. Qo‘shimcha: o‘qotar jarohatda tirab yoki yaqin masofadan otishga xos belgilar bo‘ladi, ammo sochiq, choyshab orqali otilsa jarohat uzoq masofadan otishga o‘xshashi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Vaziyat o‘quv maqsadida tuzilgan, manbadagi belgilarga asoslangan. Kutiladigan javob: asosiy jarohat yaqinida bir necha yuzaki yara, barmoqlarning turli sathdagi amputatsiyasi, qo‘l yetadigan soha, chap tomon; tavsiya: tergov eksperimenti. Muhokama: harbiy xizmatdan bosh tortish motivi ekspertiza xulosasiga qanday ta’sir qiladi? Doskada: belgi va uning izohi ro‘yxatini tuzdiring. Tipik xato: tanlangan bir belgini mutlaq isbot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Jinsni aniqlash ekspertizasi qanday hollarda kerak bo‘ladi? 2) Nega tashqi belgilarga qarab xulosa qilish yetarli emas? Doskada jadvalni chizdiring: chin, soxta erkak, soxta ayol — bez va tashqi belgilarni yozing. Tipik xato: Diqqat! Chin germafroditizmda ikkala bez bor, soxtasida bitta jinsning bezi bor. Talabalar buni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bugun yetuklikni aniqlash ilgarigidek ahamiyatga ega emas? 2) Nega tos o‘lchamlari mutlaq mezon emas? Doskada tos o‘lchamlarini (yonbosh o‘siqlari, katta ko‘stlar, tashqi konyugata) sxema ko‘rinishida yozdiring. Tipik xato: 14 yosh chegarasini mutlaq deb olish yoki o‘lchamlarni qat’iy me’yor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9 daqiqa. Muhokama: 1) Defloratsiya har doim jinsiy aloqadan bo‘ladimi? 2) Qanday pardalarda aloqada ham butunlik saqlanishi mumkin? Doskada pardani soat siferblati ko‘rinishida chizib, asos, erkin chet va teshikni belgilang. Tipik xato: Diqqat! Parda butunligi buzilishi (defloratsiya) ≠ jinsiy aloqa; boshqa holatlarda (barmoq, jism, operatsiya) ham buzilishi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uch haftadan keyin jarohat muddatini aytib bo‘lmaydi? 2) Nega laboratoriya namunasi tez olinishi kerak? Doskada: bitish jadvalini hafta bo‘yicha chizdiring. Tipik xato: tabiiy o‘yiqni yangi yoriq deb qabul qilish va ekspertga murojaatni kechiktirish.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Impotensiya bilan urug‘lantirish qobiliyatining farqi nimada? 2) Qaysi hollarda statsionar tekshiruv kerak bo‘ladi? Doskada: erkak va ayol uchun monelik sabablarini ikki ustunda yozdiring. Tipik xato: impotensiyani bepushtlik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Homiladorlikning ishonchli belgilari qaysilar? 2) Jinoiy abort usuliga qarab qanday izlar kutiladi? Doskada: abort turlari daraxtini (o‘z-o‘zidan, tibbiy, jinoiy) chizdiring. Tipik xato: 12 haftalik tibbiy abort bilan 22 haftalik abort chegarasini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talabalarga navbat bilan bering, javobni avval o‘zlari aytsin. Muhokama: nima uchun maniy namunasini tez olish kerak? Doskada: ’bokiralik muddati’ bo‘yicha 3 haftalik vaqt chizig‘ini chizdiring. Tipik xato: 3-5 kunni va 3 haftani aralashtirish (biri maniy, ikkinchisi pardadagi yoriq uchun).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ota-onaga shifokor qanday tushuntirish berishi kerak? Parda butunligi buzilishining boshqa sabablari qaysilar (barmoq, jismlar, jarrohlik)? Doskada: qizlik pardasining soat siferblati va 5-7 oralig‘ini chizdiring. Tipik xato: ’parda butun bo‘lsa, aloqa bo‘lmagan’ degan xulosa.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nima uchun gumondor ham ko‘rikdan o‘tkazilishi kerak? Qo‘rqitish holatida iz bo‘lmasa ekspert nimaga tayanadi? Doskada: ekspert ko‘rigi bosqichlarini ketma-ket chizdiring (hujjat, so‘rov, anamnez, ko‘rik, namuna). Tipik xato: qin va oraliq shikastini faqat zo‘rlikka xos deb hisoblash, holbuki u jinsiy hayot olib borgan ayollarda ham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120-moddada ikkala qatnashchi javobgar, 119-moddada esa faqat aktiv? 2) Passiv qatnashchida qaysi kasalliklar xato talqinga olib keladi va ekspert kimning maslahatini oladi? Doskada: aktiv/passiv jadvalini chizib, 119 va 120-modda farqini strelka bilan ko‘rsating. Tipik xato: 120 va 119-moddalarni aralashtirish; kasallik izlarini muntazam jinsiy aloqa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bu jinoyat jinsiy erkinlikka qarshi emas, hayot va sog‘liqqa xavfli jinoyatlar guruhiga kiritilgan? 2) Tibbiyot xodimi uchun 113-moddaning ahamiyati nimada? Doskada: ekspertiza ishtirokchilari (gumondor, jabrlanuvchi, mutaxassislar) sxemasini chizing. Tipik xato: 113-moddani 118-modda bilan aralashtirish; kasallik bosqichini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Talabalar guruhlarda javob beradi. Muhokama: 1) Namuna qaysi joylardan va qachon olinadi? 2) Qo‘rqitish nega ob’ektiv iz qoldirmasligi mumkin? Doskada: jabrlanuvchi va gumondordan olinadigan namunalar ro‘yxatini ikki ustunda yozing. Tipik xato: faqat jabrlanuvchini ko‘rib, gumondorni ko‘rikdan o‘tkazishni unutish; vaqt omilini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nega ko‘rikdan oldin hujjatlar o‘rganiladi? Qaysi holatda qo‘shimcha mutaxassis kerak bo‘ladi? Doskada: algoritmni strelkalar bilan chizdiring. Eslatma: manbadagi 1-2 bosqich (tafsilot va tibbiy hujjat) diagrammada bitta tugunga birlashtirilgan. Tipik xato: bosqichlar tartibini aralashtirish, ko‘rikni so‘rovdan oldin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ko‘rik vaqtida kimlar ishtirok etishi mumkin va kim chiqib turishi shart? Nega tibbiy hujjat asl nusxada talab qilinadi? Doskada: ishtirokchilar jadvalini (shaxs turi, kim ishtirok etadi) chizdiring. Tipik xato: jinsiy holat ekspertizasida ikkita fotosuratni unutish; ruxsatsiz rasmga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bosqichlardan qaysi birini o‘tkazib yuborish eng katta xatoga olib keladi? Doskada: talabalar xotiradan olti bosqichni yozsin. Tipik xato: ekspert xulosasini ko‘rikdan oldin shakllantirish yoki tibbiy hujjatlarni o‘rganmasdan ko‘rikka o‘tish.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Tirik shaxslar sud-tibbiy ekspertizasi.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Tirik shaxslar ekspertizasi amaliyotda eng ko‘p o‘tkaziladigan ekspertizalardan biri bo‘lib, jinoiy, fuqarolik va ma’muriy ishlarda tayinlanadi.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Reja: 12.1 tan jarohatlari; 12.2 salomatlik holati, simulyasiya, aggravatsiya, dissimulyasiya, sun’iy kasalliklar va a’zobuzarlik.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Davomi: 12.3 jinsiy holatlar; 12.4 jinsiy jinoyatlar (nomusga tegish, besoqolbozlik, fahsh harakatlari, tanosil kasalliklari va OIV — odam immunitet tanqisligi virusi — yuqtirish).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12.5 ekspertizani o‘tkazish tartibi: umumiy algoritm hodisa tafsilotlarini o‘rganishdan boshlanib, ekspert xulosasini tuzish bilan tugaydi (6 bosqich).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275–276, 276–284, 288–299, 299–300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shaxslar ekspertizasi qachon tayinlanadi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jinoiy, fuqarolik va ma’muriy ishlar bo‘yicha belgilangan holatlarda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Joyi: sud-tibbiy ekspertiza muassasalari bo‘limlari; ba’zan zarur shart-sharoiti bor davolash muassasalari.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Jinsiy holatlar ekspertizasiga bokiralik, homiladorlik, sodir bo‘lgan tug‘ruq va abortni aniqlash ham kiradi.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 aniqlanadi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 jarohatlari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Xarakteri va og‘irlik darajasi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holatlar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Jins, bokiralik, homiladorlik, tug‘ruq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Jinsiy jinoyatlar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Zo‘rlash, besoqolbozlik, fahsh harakatlari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Salomatlik va yosh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Simulyasiya, sun’iy kasallik, yosh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275–276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 ekspertizasida hal etiladigan masalalar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jarohatlarning turi, joylashuvi va xususiyatlarini hamda jarohat yetkazgan qurol yoki vosita turini aniqlaydi.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 shikastlanishning vujudga kelish mexanizmi va jarohat yetkazilgan muddat belgilanadi.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Tasniflovchi belgi ko‘rsatilgan holda og‘irlik darajasi aniqlanadi; barcha ma’lumotlar “Ekspert xulosasi”da qayd etilishi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jarohatning sud-tibbiy og‘irligi ≠ klinik og‘irlik. Maqsad va mezonlari boshqa, natijalari mos kelmasligi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276, 278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jarohatlarining yuridik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kodeksiga ko‘ra tan jarohatlari og‘ir, o‘rtacha og‘ir va yengil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104-modda: hayot xavfi, a’zo yo‘qolishi, ruhiy buzilish va badburushlik og‘ir jarohat sanaladi.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105-modda o‘rtacha og‘ir, 109-modda ikki xil yengil jarohat belgilarini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Yengil: 6 kungacha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Qisqa muddatli yengil: 6–21 kun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O‘rtacha og‘ir: 21 kundan ortiq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Og‘ir: hayot xavfi yoki ≥33%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Og‘irlik zinapoyasi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276, 276–277, 277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Og‘irlik darajasini aniqlash mezonlari (jadval 12.1)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Mezonlar: hayot xavfi, buzilish muddati, mehnat qobiliyati, a’zo yo‘qolishi, ruhiy buzilish, badburushlik.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mezonning o‘zi yetarli; bir nechta bo‘lsa, og‘irroq darajaga mos mezon qabul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sud-tibbiy va klinik baho bir xil emas, natijalari mos kelmasligi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530"/>
                <a:gridCol w="335744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Hayot xavfi, ≥33% yo‘qotish va boshqalar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10–33% yo‘qotish yoki 21 kundan ortiq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 (qisqa muddatli)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gacha yoki 6–21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Buzilish 6 kungacha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Daraja va belgi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277, 283, 278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uchun xavf mezoni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Shikastlanish vaqtida inson hayotiga bevosita tahdid soladigan yoki hayot uchun tahdidli holatni yuzaga keltiradigan jarohat hayot uchun xavfli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Ro‘yxatga kalla, ko‘krak, qorin bo‘shlig‘iga o‘tuvchi yaralar, kalla va bo‘yin umurtqalari sinishi, yirik qon tomirlar jarohati va og‘ir kuyishlar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shok, II–III darajali koma, ko‘p qon yo‘qotish, sepsis, peritonit, emboliya kabi holatlar ham hayotga tahdid soluvchi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tahdid jarohat bilan bevosita bog‘liq bo‘lishi kerak, tasodifiy emas; tibbiy yordam tahdidni bartaraf etsa ham, baho o‘zgarmaydi.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278, 278–279, 279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mehnat qobiliyatining turg‘un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qobiliyat — o‘ziga xizmat va oddiy ish; kasbiy — kasb faoliyati. Og‘irlikda faqat umumiy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120 kundan oshgan buzilish shartli turg‘un yo‘qotish hisoblanadi; foizi maxsus jadval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Yelka, son, katta boldir suyaklari sinishi — uchdan biridan ko‘p yo‘qotish, ya’ni og‘ir jarohat.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949"/>
                <a:gridCol w="30670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Yo‘qotilish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Og‘irlik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33% dan kam bo‘lmagan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dan 33%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10%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 (qisqa buzilish bilan)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Foiz va og‘irlik darajasi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279, 280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Sog‘liqning buzilish davomiyligi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qo‘llaniladigan mezon: vaqtincha mehnatga yaroqsizlik bilan bog‘liq a’zo faoliyatining buzilishi.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Davomiylik ob’ektiv tibbiy ma’lumotlar asosida kunlarda belgilanadi; shifokorlar davo muddatini asoslashi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Davolanish muddatiga teng emas: davolanmaslik buzilishni inkor etmaydi, kechikish hisobga olinmaydi.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4830"/>
                <a:gridCol w="278314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Davomiylik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 kungacha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 kundan ortiq, 21 kungacha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Yengil, sog‘liq qisqa buzilgan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21 kundan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 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120 kundan ortiq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Shartli turg‘un yo‘qotish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Kunlar chegarasi va baho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280, 281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tasnif va chegaralar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Buzilish 6 kungacha bo‘lsa, jarohat qanday baholanadi? Javob: yengil tan jarohati.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21 kunlik buzilish qaysi toifa? Javob: sog‘liq qisqa buzilgan yengil; 21 kundan ortig‘i — o‘rtacha og‘ir.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Turg‘un yo‘qotish qaysi foizda og‘ir? Javob: 33 foizdan kam bo‘lmaganda; 10–33 foiz — o‘rtacha, 10 foizgacha — yengil.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kunlar vaqtincha, foizlar turg‘un yo‘qotishni bildiradi; ularni aralashtirmang.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277, 279–280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Ko‘rish, so‘zlash, eshitish qobiliyatining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ko‘zda doimiy to‘liq ko‘rlik yoki ko‘rish o‘tkirligi 0,04 va undan past bo‘lsa, og‘ir tan jarohati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sog‘ ko‘z yo‘qolsa — og‘ir; ko‘rmaydigan ko‘z yo‘qolsa — sog‘liq buzilishi davomiyligi bo‘yicha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ikkala quloqda to‘liq karlik — og‘ir; faqat bir quloqda eshitish yo‘qolsa — o‘rtacha og‘ir.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285828"/>
                <a:gridCol w="166483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Qobiliyat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Ikkala ko‘z qaytmas yo‘qolgan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sog‘ ko‘z yo‘qolgan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 (1/3 dan ortiq)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So‘zlash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Til butunlay yoki yarmi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Eshitish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quloq / ikkala quloq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O‘rtacha / og‘ir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Yo‘qotish va baho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 va nasl qoldirish qobiliyatining yo‘qotilishi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Qo‘l yoki oyoqning yo‘qotilishi — ularning tanadan uzilishi yoki faoliyatining turg‘un yo‘qolishi (falajlik va shu kabi holatlar). Kaft yoki tovon yo‘qotilishi ham qo‘l yoki oyoq yo‘qotilishiga tenglashtiriladi.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Biron-bir a’zo yoki uning funksiyasining yo‘qotilishiga olib kelgan shikastlanish og‘ir tan jarohati hisoblanadi. Bitta urug‘don, tuxumdon yoki buyrak yo‘qotilishi ham shu qatorga kiradi.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Nasl qoldirish qobiliyati erkakda jinsiy aloqa va urug‘lantirishni, ayolda jinsiy aloqa, urug‘lanish, homilani saqlash va bola tug‘ishni o‘z ichiga oladi.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Jarohat natijasida shu funksiyalarni bajarishga monelik qiladigan holat paydo bo‘lsa, nasl qoldirish qobiliyati yo‘qotilgan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Homiladorlikning uzilishi mezoni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Homiladorlikning uzilishi — muddatidan qat’i nazar homila tushishi, ona qornida o‘lishi yoki erta tug‘ruq tufayli homiladorlik to‘xtashi. Bunday shikastlanish og‘ir jarohat sanaladi.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Mezon faqat travmadan keyin uzilish o‘lik yoki tirik, ammo hayotga layoqatsiz go‘dak tug‘ilishi bilan tugagandagina qo‘llanadi.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Uzilish jarohat bilan bevosita bog‘liq bo‘lishi, jarohatdan oldingi kasalliklar yoki ayol va homilaning individual xususiyatlariga aloqador bo‘lmasligi kerak.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Hayotga layoqatli tirik go‘dak tug‘ilsa yoki bachadondan tashqari homiladorlik uzilsa, og‘irlik boshqa mezonlar (hayot uchun xavf, sog‘liq buzilishi davomiyligi, mehnat qobiliyati) bo‘yicha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Ruhiy buzilish va silliqlanmaydigan badburushlik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buzilish bor-yo‘qligi, jarohatdan oldin bo‘lmaganligi va hodisaga aloqasi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Shikastlanish va ruhiy buzilish bevosita sababiy bog‘liq bo‘lsagina, jarohat og‘ir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Silliqlanmaydigan iz o‘z-o‘zidan yoki konservativ davoda yo‘qolmaydi; plastik operatsiya talab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691639"/>
                <a:gridCol w="190469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Ishtirokchi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Aniqlanadigan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Ruhiy buzilish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Sud-psixiatr yoki psixiatr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Buzilish va travma aloqasi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Ruhiy buzilish (shubha)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Nevrolog, neyroxirurg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kasallik sababini istisno 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Badburushlik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Kosmetolog, plastik jarroh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Silliqlanish xususiyati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Badburushlik (xulosa)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Badburushlik mavjudligi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ishtirokchilari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Bir necha mezon va ko‘p jarohatlarda baholash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Og‘irlikni aniqlashda bitta tibbiy mezonning mavjudligi yetarli.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Avvalgi kasallik yoki nuqson bo‘lsa, faqat yangi jarohat bilan sababiy bog‘liq oqibat hisobga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Yosh, kasallik yoki tibbiy yordam nuqsoni sabab bo‘lgan yomonlashuv og‘irlikni baholashda inobatga olinmaydi.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6306"/>
                <a:gridCol w="196166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Qoida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necha mezon qo‘llanadi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Og‘irroq mezon bo‘yicha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hodisadagi o‘zaro og‘irlashtiruvchi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Majmui uchun umumiy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muddatda yetkazilgan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 biri alohida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Mohiyat yoki oqibat mavhum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Og‘irlik aniqlanmaydi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Baholash qoidalari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283, 284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tan jarohati og‘irligini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jabrlanuvchining jarohatgacha sog‘ bo‘lgan bir ko‘zi shikastdan so‘ng ko‘rmay qoldi; sog‘liq buzilishi 6 kundan ortiq, 21 kundan oshmagan.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og‘irlik qaysi mezon bo‘yicha va qaysi darajada aniqlanadi? Nega faqat buzilish davomiyligi tanlanmaydi?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Yo‘nalish: bir ko‘zda ko‘rishning to‘liq yo‘qolishi mehnat qobiliyatining uchdan biridan ortig‘ini yo‘qotadi; og‘irroq mezon tanlanib, jarohat og‘ir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klinik og‘irlik ≠ sud-tibbiy og‘irlik; mezon faqat umumiy mehnat qobiliyatiga tayanadi.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281, 281, 283, 278–279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Salomatlik holatini aniqlash va simulyasiya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Tayinlanish holatlari: kasallik tufayli sudga yoki tergovga kelmaslik, mahbusning ishlashdan bosh tortishi, hukm ijrosini kechiktirish, harbiy xizmatdan bosh tortish.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Ekspertiza komission tartibda, klinik mutaxassislar ishtirokida o‘tadi. Tibbiy hujjatlar o‘rganiladi, kerak bo‘lsa shaxs statsionarda tekshiriladi.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Simulyasiya — sog‘lom shaxsning mavjud bo‘lmagan kasallikni bor deb ko‘rsatishi. Bunda kasallikning sub’ektiv va ob’ektiv belgilari ko‘rsatilishi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Simulyantni aniqlash uchun uni uzoqroq kuzatish kerak. Ayrim tekshiruvlar ogohlantirmasdan, to‘satdan, takroran o‘tkaziladi. Diagnozgacha davo tayinlanmaydi.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284, 285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Aggravatsiya va dissimulyasiya: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Aggravatsiyada ko‘pincha sub’ektiv belgilar og‘irroq ko‘rsatiladi. Ular ob’ektiv topilmalarga mos keladimi, shu tahlil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Dissimulyasiya simulyasiyaga qarama-qarshi, kamroq uchraydi va har doim qasddan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Uchala holatda ham ekspertiza komission tartibda, klinik mutaxassislar ishtirokida o‘tadi; ko‘pincha statsionar kuzatuv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3108959"/>
                <a:gridCol w="25115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Tushuncha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Maqsad/holat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Simulyasiya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Yo‘q kasallikni bor deb ko‘rsatish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Jazodan, harbiy xizmatdan qutulish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Aggravatsiya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Bor kasallik belgisini og‘irroq ko‘rsatish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Sub’ektiv belgilar; davoni rad etish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Dissimulyasiya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Kasallikni yoki jarohatni yashirish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Haydovchi, uchuvchi, g‘avvos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Patologik shakl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Simulyasiya/aggravatsiya maqsadsiz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Nerv yoki ruhiy kasallik alomati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tushunchani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285, 286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simulyasiya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sog‘lom shaxs mavjud bo‘lmagan kasallikni bor deb ko‘rsatsa, bu qaysi holat? (Javob: simulyasiya.)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haqiqiy kasallik belgilari bo‘rttirilsa yoki davo qabul qilinmasa, bu nima? (Javob: aggravatsiya.)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uchuvchi yoki haydovchi kasallikni yashirsa, bu nima? (Javob: dissimulyasiya.)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simulyasiya ≠ dissimulyasiya. Birinchisi kasallikni ko‘rsatadi, ikkinchisi yashiradi.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285, 286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Sun’iy kasalliklar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Teri va teri osti: sun’iy shish, o‘sma, abssess, flegmona, dermatit. Siqib boylash yoki ko‘p marta yengil zarba shishga, teri ostiga parafin, vazelin yuborish o‘smaga olib keladi.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Ichki a’zolarda kam uchraydi: surgi dori yoki sovun eritmasi — o‘tkir gastroenterit, ko‘p osh tuzi — nefrozo-nefrit, efedrin kabi moddalar — gipertonik kasallik alomatlari.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Ko‘z: ishqalash, chang, qum, kislota yoki ishqor kon’yunktivit va keratit chaqiradi. Quloq: yo‘lga yot jism kiritiladi, nog‘ora parda sanchuvchi jism bilan teshiladi.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no‘xatli qopcha bilan chaqirilgan to‘g‘ri ichak tushishida, chin tushishdan farqli, shilliq qavat va orqa teshik sohasida jarohatlar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286, 286-287, 287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A’zobuzarlik va o‘zini shikastlash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A’zobuzarlik — qasddan o‘ziga shikast yetkazish; ko‘pincha harbiy xizmatdan bosh tortish uchun.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Jarohatni ko‘pincha o‘zi yetkazadi; kamdan-kam kelishuvga binoan boshqa shaxs.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Tergov eksperimenti: shaxs bayoni, shaxs va qurol joylashuvi hodisaga yaqin sharoitda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Joylashuv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 yetadigan soha, asosan kaft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O‘tkir, o‘qotar, ba’zan o‘tmas jism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Yaralar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Yaqinida bir necha yuzaki yara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Amputatsiya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Turli sathda (baxtsiz hodisada bir sathda)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O‘zini shikastlash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287, 287-288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a’zobuzarlikka shubha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Taxminiy vaziyat: harbiy xizmatga chaqirilgan yigit kaftidagi jarohatni ish paytidagi baxtsiz hodisa deb tushuntiradi.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Ko‘rikda chap qo‘lda asosiy jarohat yaqinida bir nechta yuzaki sanchma-kesma yara va barmoqlarning turli sathdagi amputatsiyasi topilgan.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belgilarning qaysilari o‘zini shikastlashga xos va ekspert qanday qo‘shimcha tekshiruv o‘tkazishni tavsiya etadi?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287, 287-288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Jinsni aniqlash va germafroditizm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Jinsga shubha tug‘ilsa (hujjat berish, nikoh, aliment, tergov) jinsni aniqlash ekspertizasi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Germafroditizm — bir paytda ikki jinsga xos jinsiy a’zolarning bo‘lishi. Chin va soxta turi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Anamnez, tibbiy hujjatlar, antropometriya, laboratoriya va leykotsitlardagi xromosomalar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432257"/>
                <a:gridCol w="192785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Jinsiy bez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Tashqi alomat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Chin germafroditizm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Erkak va ayol bezi (spermatogenez, ovogenez)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Erkakka yoki ayolga o‘xshash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erkak germafrodit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Yorg‘oq bor (spermatogenez)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Ayolcha: kichik olat, kriptorxizm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Soxta ayol germafrodit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Tuxumdon bor (ovogenez)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Erkakcha: klitor gipertrofiyasi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Germafroditizm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yetuklikni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Jinsiy yetuklik — salomatlikka ziyon yetkazmay jinsiy hayot olib borish imkonini beruvchi rivojlanish darajasi. Ayollarda aloqa, homiladorlik, tug‘ish, emizish qobiliyatini qamraydi.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Odatda 14 yoshgacha jinsiy yetilmagan hisoblanadi. Masala 14 yoshdan nikoh yoshigacha ko‘tariladi. Jinoyat kodeksida javobgarlik yoshi (14, 16, 18) belgilangan.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Qizlarda tana bo‘yi tik holatda kamida 150 sm, o‘tirganda 80 sm bo‘lishi lozim. Tos: yonbosh o‘siqlari 26-27, katta ko‘stlar 29, tashqi konyugata 17-18 sm. Ko‘rsatkichlar nisbiy.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Yetuklikda bachadon tanasi uning uchdan ikki qismini, bo‘yinchasi uchdan bir qismini tashkil etadi. Aks holda bachadon homilani muddatigacha saqlay olmaydi.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289, 290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Bokiralik va qizlik pardasi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Bokiralik asosan qizlik pardasining anatomik butunligi bilan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Parda — qin shilliq qavati burmasi: asos, erkin chet, teshik. Teshik bir nechta yoki yo‘q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aloqada defloratsiya bo‘ladi; elastik, past, o‘yiqli pardada u bo‘lmasligi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422330"/>
                <a:gridCol w="1292114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Shakllar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Uchrashi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Halqasimon, yarim oysimon, naysimon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 uchraydi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G‘ayrioddiy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Bo‘lakchali, spiralsimon, tishsimon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 uchraydi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Juda kam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 oynali, to‘siqli, teshigi yo‘q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Juda kam uchraydi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Qizlik pardasi shakllari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290, 291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Qizlik pardasi jarohatining bitish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haftadan so‘ng yoriq muddatini aniqlash imkoni qolmaydi; muddat faqat dastlabki haftalarda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yoriq ≠ tabiiy o‘yiq. Yoriq ko‘pincha soat 5–7 oralig‘ida, o‘yiq esa asosgacha yetmaydi.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Shubhada tezroq sud-tibbiy ekspertga murojaat qilinadi; maniy qinda 3–5 kun saqlanadi.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7057"/>
                <a:gridCol w="32609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Dastlabki kunlar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Chetlari qonaydi, shish, qon laxtasi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Keyinroq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Shish kamayadi, oqimtir qoplama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1-hafta oxiri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Granulyasion to‘qima qoplay boshlaydi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2-hafta oxiri – 3-hafta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Chandiq hosil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Bitish dinamikasi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291, 292, 291–292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Nasl qoldirish qobiliyatini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Erkakda nasl qoldirish – jinsiy aloqa va urug‘lantirish; ayolda – aloqa, homilador bo‘lish va tug‘ish imkoniyati.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Impotensiya sababi: markaziy nerv tizimi (MNT) kasalligi, tashqi a’zo nuqsoni, endokrin kasallik yoki nevrotik reaksiya.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Eyakulyatda normal harakatchan spermatozoid urug‘lantirishni tasdiqlaydi; azospermiya, nekrospermiya, astenospermiya inkor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Ayolda qin atreziyasi, vaginizm, tor tos, jinsiy a’zo kasalligi yoki operatsiya monelik qiladi; tekshiruv klinitsistlar ishtirokida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292, 292–293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Homiladorlik, tug‘ruq va abortni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Abort tibbiy yoki jinoiy bo‘ladi; jinoiy abort uchun Jinoyat kodeksining 114-moddasida javobgarlik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abort usullari: mexanik, kimyoviy, termik; kamdan-kam hollarda elektr toki.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Oqibati: havo emboliyasi, shok, qon ketish, perforatsiya, zaharlanish, infeksiya; o‘limga olib kelishi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Asosiy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Homiladorlik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Hayz yo‘q, sut bezi kattalashadi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Ishonchli belgi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Homila yurak urishi, ultratovush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Tug‘ruq izi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Bachadon bo‘yin teshigi yoriqsimon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Abort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22 haftagacha homila uzilishi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294, 294–295, 295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jinsiy holatlar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necha yoshgacha shaxs jinsiy jihatdan yetilmagan hisoblanadi? Javob: odatda 14 yoshga to‘lmaganlar yetilmagan deb qaraladi.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maniy qinda qancha saqlanadi? Javob: odatda 3-5 kun, shuning uchun namuna qancha tez olinsa, natija shuncha ishonchli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qizlik pardasi butunligi buzilgan muddatni qachongacha aniqlash mumkin? Javob: dastlabki haftalarda; uch haftadan so‘ng bu masalani hal etib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abort homiladorlikning qaysi muddatigacha uzilishi hisoblanadi? Javob: 22 haftagacha; tibbiy abort ayol xohishiga ko‘ra 12 haftagacha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289, 292, 291, 294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bokiralik va jinsiy yetuklik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balog‘atga yetmagan qiz bolada jinsiy aloqa bo‘lganligiga shubha bor. Ota-ona oddiy shifokorga murojaat qilmoqda va nima qilishni so‘ramoqda.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qaysi mutaxassisga va qachon yuborish kerak? Javob: imkon qadar qisqa muddatda sud-tibbiy ekspertga, akusher-ginekologga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pardadagi yoriq tabiiy o‘yiqdan qanday farqlanadi? Yoriq ko‘pincha pastki segmentda, soat bo‘yicha 5-7 oralig‘ida, asosigacha yetadi.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Parda butunligi buzilishi faqat jinsiy aloqadan bo‘lavermaydi; ba’zan aloqada defloratsiya ham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290-291, 291-292, 292, 291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Jinsiy jinoyatlar: nomusga tegish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118-modda: jabrlanuvchi xohishiga qarshi zo‘rlik, qo‘rqitish yoki ojizligidan foydalanib jinsiy aloqa qilish. Ojizlik ruhiy kasallik, mastlik, yosh yoki nuqson bilan bog‘liq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Ko‘rikdan avval qaror, bayonnoma va tibbiy hujjatlar o‘rganiladi, so‘ng so‘rov va ginekologik anamnez olinadi. Qo‘rqitish ob’ektiv belgi qoldirmaydi.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Zo‘rlik izlari: qontalash va shilinmalar, ko‘pincha sonning ichki yuzasi va jinsiy a’zolarda. Qizlik pardasi yorig‘i, qin va oraliqda qon quyilishi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Qin ichidan surtma, tashqi sohalardan bosma tezroq olinadi, chunki vaqt o‘tishi bilan spermatozoid topilishi kamayadi. Gumondorlar ham ko‘rikdan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295-296, 296, 296-297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Besoqolbozlik va fahsh harakatlari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120-modda: erkakning erkak bilan zo‘rliksiz jinsiy aloqasi besoqolbozlik; ikkala qatnashchi javobgar.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Fahsh harakatlari: 16 yoshga to‘lmaganlarga uyatsiz-buzuq harakatlar (129-modda); iz qolmasligi ham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proktit, bavosil kabi kasalliklar passiv besoqolbozlik belgisi deb xato talqin etilishi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022593"/>
                <a:gridCol w="216429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Passiv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Joyi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Olat, qov sohasi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Orqa teshik, to‘g‘ri ichak, oraliq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Izlar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Qon, soch, axlat, moysimon 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Maniy, soch, moysimon 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Zo‘rlik bo‘lsa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119-modda bo‘yicha javobgar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Jabrlanuvchi hisoblanadi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Aktiv va passiv qatnashchi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297, 298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Tanosil kasalliklari, OIV/OITSni tarqatish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nomusga tegish jinsiy erkinlikka qarshi jinoyat; tanosil kasalligi, OIV (odam immunitet tanqisligi virusi) yuqtirish esa hayot yoki sog‘liq uchun xavfli jinoyat.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113-modda: o‘zida tanosil kasalligi yoki OIV-infeksiyasi/OITS (orttirilgan immun tanqisligi sindromi) borligini bila turib yuqtirish yoki xavf ostida qoldirish jazolanadi.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Xizmat vazifasini lozim bajarmay OIV yuqtirish ham shu moddada nazarda tutilgan; bu holat ko‘proq tibbiyot xodimlari faoliyatiga bog‘liq.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Ekspertizada dermatovenerolog va OITS mutaxassisi qatnashadi; yuqish manbai va kasallik bosqichi o‘rganiladi, kech bosqichdagi shaxs sub’ekt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jinsiy jinoyat ekspertizasi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nomusga tegish gumoni; jabrlanuvchi sonning ichki yuzasi va jinsiy a’zo sohasida qontalash, shilinmalar bilan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Surtma qin ichidan, bosmalar qov, oraliq, son sohalaridan olinadi; maniy qinda odatda 3-5 kun saqlanadi, kechiksa topilish ehtimoli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Gumondor ham ko‘riladi: kurash izlari — qontalash, shilinma, tishlanma, shuningdek jinsiy a’zo va qovda ayolga tegishli qon, soch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nega namuna olishni kechiktirib bo‘lmaydi va gumondor ko‘rigida nimalar laboratoriyaga olinadi?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296, 296; 292, 297, 296-297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o‘tkazish tartibi: umumiy algoritm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Asos: huquqiy kodekslar, “Sud ekspertizasi to‘g‘risida”gi qonun va Yo‘riqnoma talablari.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Tartib va metodika hodisa xususiyati hamda ekspertiza vazifalariga bog‘liq; har turi o‘ziga xos.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xulosa eng oxirida tuziladi; ko‘rikdan oldin hodisa va tibbiy hujjatlar o‘rganiladi.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Hodisa va hujjatlarni o‘rganish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Shaxsning so‘rovi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Shaxsni ko‘rikdan o‘tkazish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Qo‘shimcha tekshiruvlar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 xulosasini tuzish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Olti bosqichli algoritm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299, 299-300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Hujjatlar, so‘rov, ko‘rik va ishtirokchilar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Shaxs pasport, harbiy bilet yoki tug‘ilganlik guvohnomasi bilan tasdiqlanadi. Jinsiy holat va jinoyatlarda ikkita fotosurat ham taqdim etiladi.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Tibbiy hujjatlarning asl nusxasi beriladi; ishonchliligi uchun ekspertiza tayinlagan shaxs javob beradi. So‘rovda jarohat qachon, qayerda, kim, nima bilan, necha marta yetkazilgani so‘raladi.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Jarohatlar faqat shaxsning ruxsati bilan rasmga olinadi. O‘zga jins shaxs yalang‘ochlanib ko‘rilganda tergovchi xonadan chiqib turadi.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Balog‘atga yetmaganlar ota-ona yoki pedagog, layoqatsizlar qonuniy vakil ishtirokida ko‘riladi. Davolanayotganlar ko‘rigi sog‘lig‘i yo‘l qo‘ysagina, davolovchi vrach ishtirokida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300, 301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asosiy tamoyillar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Tartib har tur uchun o‘ziga xos, ammo umumiy algoritm bir: tafsilot, hujjat, so‘rov, ko‘rik, qo‘shimcha tekshiruv, xulosa.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tibbiy hujjatlarning nusxasi emas, asl nusxasi talab qilinadi; rasmga olish esa faqat shaxs ruxsati bilan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Hujjatlarni oldindan o‘rganish so‘rov va ko‘rikda nimaga e’tibor berishni aniqlaydi; ayniqsa jarohat dastlabki holatini baholashda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O‘zingizni tekshiring: algoritm bosqichlarini sanang. Jinsiy holat ekspertizasida nechta fotosurat kerak? Voyaga yetmagan ko‘rigi kim ishtirokida o‘tadi?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299-300, 300-301, 300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sog‘liq buzilishi “zinapoyasi”. 6 kungacha – yengil; 6 dan 21 kungacha – qisqa muddatli buzilishga olib kelgan yengil; 21 kundan ortiq – o‘rtacha og‘ir jarohat.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Fakt: sog‘liq buzilishi 120 kundan ortiq bo‘lsa, bu shartli ravishda mehnat qobiliyatining turg‘un yo‘qotilishi hisoblanadi. To‘rt oydan keyin qobiliyat nisbatan tiklanishi yoki yanada pasayishi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bir ko‘zda ko‘rish to‘liq yo‘qolsa, mehnat qobiliyatining uchdan biridan ortig‘i yo‘qotiladi va jarohat og‘ir sanaladi. Bir quloqda eshitish yo‘qolsa, jarohat o‘rtacha og‘ir baholanadi.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Simulyantlar achchiq choy yoki kofe ichib taxikardiya va hansirash chaqirib, yurak kasalligini taqlid qilishi mumkin. Shu sababli ayrim tekshiruvlar ogohlantirmasdan, to‘satdan va takroran o‘tkaziladi.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Qizlik pardasi yorig‘i bitib, 2-haftaning oxiri – 3-haftada chandiq hosil bo‘ladi. Uch haftadan keyin buzilish muddatini aniqlab bo‘lmaydi, shu sabab sud-tibbiy ekspertga tezroq murojaat qilinadi.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Tirik shaxslar sud-tibbiy ekspertizasi.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12. Tirik shaxslar sud-tibbiy ekspertizasi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