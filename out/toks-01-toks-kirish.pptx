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farmatsevt nima uchun zahar va zaharlanishni bilishi kerak? Doskada: ma’ruzaning 4 bo‘limini (fan, ob’ekt, usul, ekspertiza) chizing. Tipik xato: talabalar fanni faqat «sud» deb tushunadi; aslida u klinik tez tahlilni ham o‘z ichiga 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bir zaharning dinamikasi va kinetikasiga misol keltiring. Doskada: «ta’sir» va «o‘zgarish» ustunlarini chizing. Tipik xato: toksikodinamika va toksikokinetikani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korxonadagi ish o‘rni uchun qaysi yo‘nalish mas’ul? Doskada: uch yo‘nalish jadvali. Tipik xato: profilaktik yo‘nalishni davolash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o‘tkir va surunkali zaharlanishga bittadan misol. Doskada: to‘rt qismni raqamlab yozing. Tipik xato: narkologik toksikologiyani dori toksikologiyasi bilan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turmushdagi zaharlanishlar ko‘p? Doskada: 98% va kasbiy zaharlanishni solishtiring. Tipik xato: kasbiy zaharlanishni o‘tkir deb o‘ylash — kitobga ko‘ra u asosan surunkali.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bir xil doza ikki odamga turlicha ta’sir qilishining sabablari. Doskada: omillarni «zahar — kirish — organizm» zanjirida chizing. Tipik xato: faqat dozaga e’tibor berib, kirish yo‘li va organizm holatini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bir xil dozada turli odamlarda turlicha zaharlanish kuzatiladi? Tipik xato: asosiy va qo‘shimcha sabablarni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spirt va unga mos uglevodorodning zaharliligini solishtiring. Doskada: to‘rt qoidani strelka (↑ ↓) bilan yozing. Tipik xato: gidroksil guruhi zaharlilikni oshiradi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metil spirti etil spirtidan xavfliroq? Doskada: uch juftlikni yozing. Tipik xato: qoidani istisnosiz qo‘llash. Kitobning boshqa betida sirka aldegidi «CH3COH» deb yozilgan (to‘g‘risi CH3CHO); slaydda formula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homiladorlik davrida zaharning ta’siri kuchliroq (kitobga ko‘ra)? Doskada: jins bo‘yicha sezgirlik ro‘yxati. Tipik xato: sezgirlikni faqat yoshga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kimyogar o‘zgarish mahsulotlarini ham aniqlashi kerak? Doskada: «ajratish — aniqlash» juftligini yozing. Tipik xato: fan faqat zahar nomini aniqlaydi deb o‘ylash; miqdor ham aniqlanadi.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ekspress tahlil sud tahlilidan nimasi bilan farq qiladi? Doskada: uch bo‘limni raqamlang. Tipik xato: 1-bo‘limni yagona bo‘lim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o‘simlikdan zaharlanishda farmakognoziya qanday yordam beradi? Doskada: fanlararo aloqa «yulduzi». Tipik xato: modulni faqat analitik kimyoga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ob’ekt tirik odamdan olinadi, qaysi biri murdadan? Doskada: uch guruhni chizing. Tipik xato: kiyimdagi dog‘ni ob’ekt deb hisoblamaslik.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spirtni aniqlash kerak bo‘lsa, spirt bilan konservlab bo‘lmaydi? Doskada: «konservlash mumkin / mumkin emas» ikki ustuni. Tipik xato: spirt namunasini yubormaslik.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muhrsiz banka laboratoriyaga kelsa nima bo‘ladi? Doskada: etiketka namunasini chizing. Tipik xato: akt raqamini etiketkaga yozmaslik.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oddiy kimyoviy tahlildan 6 ta farqni sanang. Doskada: 6 ta farqni raqamlab yozing. Tipik xato: sud kimyogarining javobgarligini hisobga 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avval ajratib, keyin reaksiya qilinadi? Doskada: to‘rt bosqichli zanjir. Tipik xato: tozalash bosqichini o‘tkazib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usullar ajratadi, qaysilari tozalaydi? Doskada: ikki ustunli jadval. Tipik xato: ekstraksiyani ajratish usuli deb, tozalashga kiritmaslik (u ikkala bosqichda ham ishlatiladi).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zanjirni chizing va har bosqichga bitta usul yozing. Tipik xato: tozalashni ajratib olish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miqdorni titrimetriya yoki fotometriya bilan aniqlash farqi. Doskada: sifat va miqdor usullarini ikki ro‘yxatga ajrating. Tipik xato: skriningni yakuniy isbot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dastlabki tekshiruv nimani inkor etishga yordam beradi? Doskada: 5 asosli reja ro‘yxati. Tipik xato: dastlabki tekshiruv natijasi bilan xulosa chiqarish — kitobga ko‘ra bu mumkin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sezgir lekin xususiy bo‘lmagan usulning xavfi nimada? Doskada: «sezgirlik» va «xususiylik» tushunchalarini solishtiring. Tipik xato: musbat taxminiy natijani aniq identifikatsiya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chirigan ob’ektda hidga ishonib bo‘lmaydi? Doskada: hid va rang jadvali. Tipik xato: hid yoki rangni qat’iy isbot deb olish — u faqat yo‘llanma.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pH 2 bo‘lgan ob’ektda qaysi zaharlarni birinchi navbatda qidirasiz? Doskada: pH shkalasi va indikator oraliqlari. Tipik xato: pH ni indikator oralig‘idan tashqarida o‘lchash.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qachon to‘liqmas tahlil yetarli? Doskada: ikki tahlil turi jadvali. Tipik xato: «yo‘llanmagan» tahlilni «bajarilmagan»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uchuvchi zaharlar va metallar alohida guruhlanadi? Doskada: guruh nomlarini yozing. Tipik xato: guruhlar sonini yodlash o‘rniga ajratish usuli bilan bog‘lamaslik. Kitobda: jami 67, sanalgan guruhlar 13+13+28 = 54 va organik erituvchi bilan ajratiladigan 11 nom = 65 (ziddiyat). Slaydda kitobning asosiy soni (67); guruhlar sonini SSV ro‘yxatidan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bu guruh «uchuvchi» deb ataladi? Doskada: guruh-usul-misol jadvali. Tipik xato: guruhni zaharning kimyoviy sinfi deb o‘ylash — u ajratish usuliga ko‘ra bo‘linadi.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bir moddani bir necha usulda ajratish mumkinligi nimani bildiradi? Doskada: xlorofos misolini 3 usul bilan yozing. Tipik xato: har modda faqat bitta guruhga mansub deb o‘ylash. TEQ = tetraetilqo‘rg‘oshin.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Doskada: oltita guruhni jadvalga yozing, har biriga bittadan misol. Tipik xato: bir modda faqat bitta usul bilan ajraladi deb o‘ylash (keyingi slaydga qarang).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usulni tanlashda nimaga qaraladi? (fizik-kimyoviy xossalar va natijalarni taqqoslash). Tipik xato: faqat birinchi mos usulni tanlash.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vakuumda haydash issiqqa chidamsiz moddalar uchun mos? Doskada: to‘rt usulni misollari bilan yozing. Tipik xato: suv bug‘i bilan haydashni barcha moddalar uchun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alkaloidni suvdan organik erituvchiga o‘tkazish uchun pH ni qanday o‘zgartirasiz? Doskada: K formulasi va ikki fazali voronka sxemasi. Tipik xato: K ni C(suv)/C(org) deb teskari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sulfirlash barcha moddalarga yaramaydi? Doskada: usul-qo‘llanish jadvali. Tipik xato: sulfirlashni kislotaga chidamsiz moddalarga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skrining natijasi nimaga yo‘llanma bo‘ladi? Doskada: ikki taxminiy testni yozing. Tipik xato: skriningni yakuniy tasdiq deb hisoblash. Kitobning boshqa betida Radionova bosh harflari turlicha (T.M. / G.M.); slaydda faqat familiya.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metabolit nima uchun zaharsizroq yoki zaharliroq bo‘lishi mumkin? Doskada: modda -&gt; metabolit strelkasi. Tipik xato: metabolizm har doim zaharni kamaytiradi deb o‘ylash. Izoh: sillabusdagi «I va II faza» atamalari toks/dvssm kitoblarida ham, malaka 075 faylida ham uchramaydi; faylda faqat reaksiya turlari berilgan. Fazalarga bo‘lish manba topilguncha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dezalkillanish va gidrolizning farqi. Doskada: to‘rt reaksiyani strelka bilan yozing. Tipik xato: konyugatsiyani gidroliz bilan aralashtirish. Izoh: malaka 075 faylida «perkutan (yo‘g‘on ichak orqali)» deyilgan — noto‘g‘ri, olinmadi.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bitta zaharlanish holatini uch xil asos bo‘yicha tasniflang. Doskada: tasnif jadvali. Tipik xato: kuchli zaharlanishni faqat qasddan sodir bo‘lgan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«topilmadi» degani «zahar bo‘lmagan» degani emas? Tipik xato: sifat reaksiyasi musbat bo‘lsa darhol xulosa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nega spirt saqlovchi ob’ektlar qisqa muddat saqlanadi? Tipik xato: muddatlarni (1 yil / 1 oy)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bunday markazda dorishunos nima ish bilan shug‘ullanadi? Tipik xato: bu markazlarni sud-kimyo ekspertizasi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ma’ruzaning asosiy 3 xulosasini o‘z so‘zingiz bilan ayting. Doskada: butun tahlil zanjirini bir satrda yozing. Tipik xato: tasnifni guruh nomlari bilan yodlab, ajratish usullarini bog‘lamaslik.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Toksikologik kimyo fani, vazifalari va bo‘limlari. Zaharlar va zaharlanish tasnifi, toksikokinetika, metabolizm (I va II faza)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fanning maqsadi, boshqa fanlar bilan aloqasi, tahlil ob’ektlari va usullari, ob’ektni dastlabki tekshirish, sud-kimyo ekspertizasi.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so‘zlar: toksikologiya, toksikokinetika, toksikodinamika, sud-kimyo ekspertizasi, ekspert kimyogarlar, akt.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Farmatsevtika kasbiga oid asosiy modul: zaharli va kuchli ta’sir etuvchi moddalarni ajratib olish, sifat va miqdorini aniqlashni o‘rgatadi.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Toksikologiya va uning ikki yo‘nalishi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Toxikon — zahar, logos — o‘rganaman: fan zaharlarning tirik organizmga ta’sirini o‘rgatadi.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Zaharning ta’siri ikki yo‘nalishda o‘rganiladi: toksikodinamika va toksikokinetika.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Toksikodinamika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Zahar organizmga qanday ta’sir etadi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Toksikokinetika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Zahar organizmda qanday o‘zgarishlarga uchraydi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Toksikologiyaning ikki yo‘nalishi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Toksikologiyaning uch yo‘nalishi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Hozirgi davrda toksikologiyada uch asosiy yo‘nalish mavjud.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Klinik toksikologiya — tibbiyot ilmi: zaharli ta’sirdan kelib chiqadigan kasalliklarni o‘rganadi.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Toksikologiya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Nazariy (eksperimental)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Zahar va organizm o‘zaro ta’siri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Profilaktik (gigienik)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Xavflilik darajalari, ulardan saqlanish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Klinik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Zaharli ta’sirdan kimyoviy kasalliklar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Uch asosiy yo‘nalish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Klinik toksikologiyaning qismlari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Kimyoviy birikmalarning bir yo‘la yuqori miqdorda ta’siridan kelib chiqadigan kuchli zaharlanish holatlarini o‘rganish.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Zaharli birikmalar uzoq vaqt oz-ozdan ta’sir etganda sodir bo‘ladigan uzluksiz zaharlanishni o‘rganish.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Narkologik toksikologiya — insonlarning narkotik (giyohvand) moddalarga berilishi va unga qarshi kurash choralari.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Dori moddalar toksikologiyasi — dorivor moddalarning qo‘shimcha va zaharli ta’sirlarini o‘rgatadi.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Klinik toksikologiya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Kuchli zaharlanish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Bir yo‘la yuqori miqdor ta’siri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Uzluksiz zaharlanish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Oz-ozdan uzoq vaqt ta’sir etish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Narkologik toksikologiya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Giyohvand moddalarga berilish, kurash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Dori toksikologiyasi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Qo‘shimcha va zaharli ta’sirlar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Klinik toksikologiya qismlari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7-8,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 vaziyat va zaharlanishlar ko‘lami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Sintetik zaharli birikmalarning sanoat, qishloq xo‘jaligi, tibbiyot va turmushda qo‘llanilishi «toksik vaziyat» deb ataluvchi ekologik xavfni yuzaga keltiradi.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Eng ko‘p zaharlanishlarga sabab bo‘layotgan zaharli birikmalar soni 500 dan ortiq.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Turmushda bilgan yoki bilmagan holda zaharlanish umumiy zaharlanishning 98% ini tashkil etadi; kasbiy zaharlanishlar asosan surunkali.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Klinik toksikologiyaning asosiy vazifasi: diagnoz qo‘yish, davolash va zaharlanishning oldini olishni tashkil etish.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Zaharlanish sabablari</a:t>
            </a:r>
          </a:p>
          <a:p>
            <a:pPr algn="l">
              <a:spcAft>
                <a:spcPts val="100"/>
              </a:spcAft>
            </a:pPr>
            <a:r>
              <a:rPr sz="2100" b="1">
                <a:solidFill>
                  <a:srgbClr val="0B1F3A"/>
                </a:solidFill>
                <a:latin typeface="Calibri"/>
              </a:rPr>
              <a:t>500 dan ortiq</a:t>
            </a:r>
            <a:r>
              <a:rPr sz="1100" b="0">
                <a:solidFill>
                  <a:srgbClr val="6B7280"/>
                </a:solidFill>
                <a:latin typeface="Calibri"/>
              </a:rPr>
              <a:t>  birikma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Turmushdagi zaharlanish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98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Kasbiy zaharlanish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asosan surunkali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Toksik vaziyat ko‘rsatkichlari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Zaharlanishga ta’sir etuvchi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Asosiy omillar: fizik-kimyoviy holat, doza va konsentratsiya, organizmda tarqalishi, kimyoviy tozaligi.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Qo‘shimcha: kirish tezligi va yo‘llari, kumulyatsiya, boshqa moddalar bilan birgalikdagi ta’sir.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Jabrlanuvchining vazni, ovqatlanishi, jinsi, yoshi va umumiy sog‘lig‘i ham ahamiyatli.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807"/>
                <a:gridCol w="372116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Omillar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Zahar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Fizik-kimyoviy holat, doza, tozalik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Tezlik va yo‘l, kumulyatsiya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Organizm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Vazn, ovqatlanish, jins, yosh, sog‘lik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Moyillik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Allergiya, toksikomaniyaga moyillik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Omillar guruhlari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Zaharlanishga ta’sir etuvchi sabablar: asosiy va qo‘shimcha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Asosiy sabablar zahar va zaharlanuvchi holatiga bog‘liq: fizik-kimyoviy holat, doza va konsentratsiya, organizmda tarqalishi, kimyoviy tozalik.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Qo‘shimcha sabablar: kirish tezligi va yo‘llari, kumulyatsiya yoki zaharga o‘rganish (privikanie), boshqa dori bilan birgalikda ta’sir.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Yana: ko‘rish va ta’m sezgirligi, vazn va ovqatlanish tarzi, jins, yosh, allergiya yoki toksikomaniyaga moyillik, umumiy sog‘liq.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I. Asosiy sabablar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Fizik-kimyoviy holat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Doza va konsentratsiya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Organizmda tarqalishi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Kimyoviy tozalik, yot moddalar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II. Qo‘shimcha sabablar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Kirish tezligi va yo‘llari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Kumulyatsiya, zaharga o‘rganish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Boshqa moddalar bilan birga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Vazn, jins, yosh, sog‘liq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Sabablar guruhlari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Kimyoviy tuzilish va zaharlilik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Uglevodorodlarning normal zanjirli bog‘lari izomerlariga nisbatan zaharliroq.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Siklik birikmalar atsiklik birikmalarga nisbatan kuchliroq ta’sir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Galogen, nitro-, nitrozoamin guruhlari va qo‘sh bog‘ zaharlilikni oshiradi; gidroksil guruhi kamaytiradi.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067"/>
                <a:gridCol w="1455420"/>
                <a:gridCol w="1970487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O‘zgarish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Zaharlilik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Normal zanjir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Kuchliroq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propil, butil &gt; izoshakllar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Siklik tuzilish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Kuchliroq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siklopropan &gt; propan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Gidroksil guruhi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Kamayadi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spirt &lt; uglevodorod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Galogen, nitro, qo‘sh bog‘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Oshadi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amil spirti &gt; propil spirti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Tuzilish va zaharlilik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8,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Richardson qoidasi va uning istisnosi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Richardson qoidasi: gomologik qator va molekulyar massa ortishi bilan zaharlilik ham ortadi.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Istisno: gomologik qatorning birinchi vakillari keyingilariga nisbatan kuchli zahar.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Birinchi vakil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Keyingi vakil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Chumoli kislotasi HCOOH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Sirka kislotasi CH3COOH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Chumoli aldegidi CH2O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Sirka aldegidi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 spirti CH3OH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 spirti C2H5OH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Birinchi vakil kuchliroq zahar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Birgalikda ta’sir, jins, yosh va uzoq ta’sir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Zaharlanish bir necha zahar bilan sodir bo‘lishi mumkin; yuqori harorat kabi muhit o‘zgarishlari ham birgalikda ta’sir etadi.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Erkaklar fosfororganik moddalar, nikotin, insulinga sezgir; ayollar is gazi, morfin, barbituratlarga o‘ta sezgir.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Zaharga sezgirlik yoshga qarab turlicha: bir guruh zaharlar yoshlarga, boshqalari keksalarga kuchli ta’sir etadi.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Uzoq ta’sir idiosinkraziya, allergiya, bog‘liqlik, toksikomaniya, alkogolizm, morfinizm, kokainizm kabi holatlarni keltirib chiqaradi.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Erkaklar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Fosfororganik moddalar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Nikotin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Insulin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Ayollar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 gazi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Morfin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Barbituratlar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Jinsga qarab sezgirlik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Toksikologik kimyo nimani o‘rganadi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Modul zaharli moddalar va ularning o‘zgarish mahsulotlarini to‘qima, a’zo, suyuqlik va atrof-muhitdan kimyoviy usullar bilan olib, sifat va miqdorini aniqlaydi.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Tekshiriladigan muhitlar: biologik ob’ektlar hamda atrof-muhit (suv, yer, havo, oziq-ovqat qoldiqlari, dorilar).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maqsad: biologik ob’ektdan zaharli birikmalar va ularning parchalanish mahsulotlarini ajratib olish va aniqlash usullarini o‘rganish.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Farmatsevt mutaxassisligini egallagan har bir kishi sud-kimyo eksperti va kimyo-toksikolog vazifalarida ishlay oladigan bo‘lishi shart.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9,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O‘qitish maqsadi va uch bo‘lim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Maqsad: zaharli dori moddalar va parchalanish mahsulotlarini biologik suyuqlik, to‘qimalardan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Shuningdek, zaharlanish alomatlarini aniqlash uchun laboratoriya tez tahlil usullarini bajarish.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Toksikologik kimyo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1. Sud kimyosi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Eng asosiy va eng murakkab bo‘lim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2. Xalq xo‘jaligi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Biologik ob’ektlardan aniqlash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3. Ekspress tahlil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Kuchli zaharlanishda tez tahlil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Modulning uch bo‘limi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fanlar bilan bog‘liqlik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Modul farmatsevtika modullari qatoriga kiradi va farmatsevtika fakultetlarida o‘qitiladi.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Metabolitlarni o‘rganishda toksikologik, biologik, analitik va farmatsevtik kimyo bilan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 sababi ko‘pincha o‘simlik bo‘lgani uchun kimyogar farmakognoziyani bilishi kerak.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060"/>
                <a:gridCol w="259591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Fan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Aloqasi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Farmakologiya, toksikologiya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Zaharning a’zolarga ta’siri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Analitik va organik kimyo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Sifat va miqdorni aniqlash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Biologik, farmatsevtik kimyo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Metabolitlarni o‘rganish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Farmakognoziya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O‘simlik zaharlari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Fanlararo aloqa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Tahlil ob’ektlari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Kimyo-toksikologik tahlil ob’ektlari uch guruhga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Tirik qolgan holatda oshqozon yuvindisi, qusuq, qon va peshob olinadi; umumiy nom — «biologik ob’ekt».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Ishlab chiqarish korxonasi va uy havosi ham zaharlanish manbai bo‘lsa, ob’ekt hisoblanadi.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Tahlil ob’ektlari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Murdadan olingan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A’zolar, qon, peshob, qusuq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Mahsulot va muhit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Oziq-ovqat, suv, dori, havo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Buyumlar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Kiyim, dog‘lar, dori idishlari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Ob’ektlar guruhlari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Biologik ob’ektni konservlash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Issiq kunlarda ob’ekt uzoq joyga yuboriladigan bo‘lsa, konservant sifatida etil spirti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etil spirtiga va nitritga tekshirilishi tavsiya etilgan bo‘lsa, etil spirti bilan konservlash man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Konservlangan ob’ekt bilan birga etil spirtining namunasi ham laboratoriyaga yuborilishi shart.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Ob’ektni yuborish va etiketka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Etiketkada: murda ismi-familiyasi, tug‘ilgan yili, a’zo nomi, ekspertiza akti va banka tartib raqami.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Bioob’ekt bilan ekspert yo‘llanmasi yoki tergov organlarining ekspertiza qarori yuboriladi.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Banka yaxshilab berkitiladi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Surg‘uchli muhr bosiladi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Etiketka yoziladi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Yo‘llanma yoki qaror qo‘shiladi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Laboratoriyaga yuboriladi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Yuborish tartibi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Tekshiruvning o‘ziga xos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Zaharlar turli kimyoviy guruhlardan, ob’ektlar xilma-xil; ko‘p bioob’ektdan oz miqdordagi zahar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 modda emas, yot moddali ajralma bilan ishlanadi; ajratilgan zahar nihoyatda oz miqdorda.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 organizmda o‘zgargani uchun metabolitlar ham aniqlanadi; sud kimyogari tergov organlari oldida javobgar.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Zaharlar xilma-xil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Turli kimyoviy birikmalar guruhidan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Ob’ektlar xilma-xil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Ko‘p bioob’ektdan oz miqdor zahar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Yot moddali ajralma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Toza modda bilan ishlanmaydi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Juda oz miqdor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Ajratilgan zahar nihoyatda kam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Metabolitlar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O‘zgargan mahsulotlar ham aniqlanadi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Javobgarlik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Sud-tergov organlari oldida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Tekshiruvning 6 xususiyati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Tahlil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Usullar ikki guruhga bo‘linadi: ajratish-tozalash hamda ajratilgan moddaning sifati va miqdorini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Ajratish natijasi distillyat, mineralizat yoki dializat ko‘rinishidagi suyuqlik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ob’ekt turiga bog‘liq: alkaloidni a’zodan ajratish uni peshobdan ajratishdan farq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Ob’ektdan ajratib olish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Ajralmani tozalash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Sifatini aniqlash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Miqdorini aniqlash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Tahlil zanjiri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Ajratish va tozalash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Ajratishda: suv bug‘i bilan haydash, parchalash, erituvchilar bilan bo‘ktirish, dializ.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Tozalashda: ekstraksiya, xromatografik usullar, quruq haydash, mikrodiffuziya va shu kabilar.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72"/>
                <a:gridCol w="362900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Bosqich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Ajratish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 bug‘i bilan haydash, parchalash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Ajratish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Erituvchi bilan bo‘ktirish, dializ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Tozalash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Ekstraksiya, xromatografiya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Tozalash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Quruq haydash, mikrodiffuziya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Ajratish va tozalash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Ajratish va tozalash bosqichlari: umumiy sxema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Moddalarni biologik ob’ektdan ajratish ikki bosqichda bajariladi: ajratib olish (distillyat, mineralizat yoki dializ ko‘rinishida) va tozalash.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Ajratilgan va tozalangan modda kimyoviy, mikrokimyoviy, mikrokristalloskopik, YuQX, spektral va farmakologik usullar bilan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Ob’ektdan ajratib olish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Tozalash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Sifatini aniqlash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Miqdorini aniqlash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Tahlilning umumiy tartibi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Aniqlash va miqdoriy usullar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Sifat aniqlash: kimyoviy, mikrokimyoviy, mikrokristalloskopik usullar, yupqa qavat xromatografiyasi (YuQX), spektral xarakteristika, farmakologik ta’sir.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Miqdorni aniqlash: atsidometriya, alkalimetriya, trilonometriya, fotometriya, spektrofotometriya, ekstraksion fotometriya yoki gaz-xromatografik usul.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taxminiy tekshirishda asosan mikrodiffuziya, mikrokristalloskopik reaksiyalar va xromatografik «skrining»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11, 12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Dastlabki tekshiruv va tekshiruv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bir zaharga tekshirish ko‘p vaqt olgani uchun sud kimyogari aniq reja tuzadi.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Taxminiy tekshiruv musbat bo‘lsa, taxmin qilingan moddaga asosiy tekshirish o‘tkazish shart.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Ashyoviy dalil ko‘pincha qaytarib bo‘lmaydigan ob’ekt: ehtiyotkorlik va tejamkorlik talab etiladi.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Sud organi yo‘llanmasi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Kasallik tarixi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Sud-tibbiy ekspertiza akti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Ob’ektning pH, hidi, rangi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Dastlabki taxminiy natijalar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Reja tuzish asoslari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Dastlabki tekshiruv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 taxminiy usullar yuqori sezgir, lekin xususiy (spetsifik) emas; ular ko‘pincha ekspress tekshiruvda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Sezgirligi tufayli reaksiya terapevtik dozadagi moddani ham aniqlashi mumkin; shuning uchun qo‘shimcha tahlil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Eski yo‘llanmalarda: oq margimush uchun chinnisimon bo‘lakchalar, Reynsh usuli (Hg va As), Gutseyt usuli, sinil kislota va nitritga sinov.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12, 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Tashqi belgilar bo‘yicha dastlabki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Yot qo‘shimcha (margimush oksidi kristallari, o‘simlik urug‘i) pinset bilan ajratib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Hid chirimagan ob’ektda yaxshi seziladi; chirish mahsulotlari zaharlar hidini o‘zgartiradi.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990"/>
                <a:gridCol w="3304984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Dalolat beradi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Achchiq bodom hidi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Sianidlar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Piridin asoslari hidi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Denaturlangan spirt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Pikrin kislota, strixnin, xromatlar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Qora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Sulfat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Hid va rang bo‘yicha yo‘llanma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pH 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pH 3 yoki undan kichik bo‘lsa, asosan mineral kislotalar yoki ko‘p miqdorda organik kislotalar bor.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Kuchsiz kislotali muhit ko‘pincha chirigan organlarda achish jarayonini ko‘rsatadi.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Ishqoriy muhit ob’ektni ishqor yoki karbonatlarga tekshirishga yo‘llanma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Lakmus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5,0-8,0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Qizil kongo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3,0-5,2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Fenolftalein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8,2-10,0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Mineral kislotalar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pH ≤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Indikatorlar pH oralig‘i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To‘liq va to‘liqmas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Kimyogar-ekspert tahlili yo‘llangan yoki yo‘llanmagan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Yo‘llangan tahlil sud-tibbiyot yoki tergov xodimlari ko‘rsatmasiga ko‘ra bir yoki bir necha modda uchun olib 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Yo‘llanmagan (umumiy) tahlilda vazirlik qaroriga kiritilgan 67 zaharli va kuchli ta’sir etuvchi moddaga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To‘liqmas tahlil — alohida ko‘rsatma bo‘yicha bir yoki bir necha moddaga; to‘liq tahlilda ekspert 67 ta moddaga tekshirishi shart.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Yo‘llangan tahlil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Sud-tibbiyot ko‘rsatmasi asosida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 yoki bir necha modda uchun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Yo‘llanmagan (umumiy)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Vazirlik qaroridagi 67 modda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To‘liq tahlilda hammasiga tekshiriladi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Tahlil turlari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13, 18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67 moddaning guruhlari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13 uchuvchi zahar: sinil kislota, spirtlar, formaldegid, xloroform, xloralgidrat, dixloretan, fenollar.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13 metall tuzi: bariy, marganets, xrom, sink, talliy, qo‘rg‘oshin, mis, simob va boshqalar.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Nordonlashtirilgan suv va spirt usulida: 7 barbiturat, 14 alkaloid va 7 sintetik modda.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763"/>
                <a:gridCol w="260421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Uchuvchi zaharlar (13)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sinil kislota, spirtlar, xloroform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Metall saqlovchi (13)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bariy, qo‘rg‘oshin, simob, margimush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Nordonlashtirilgan (7+14+7)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barbituratlar, alkaloidlar, sintetiklar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Organik erituvchi bilan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karbofos, metafos, xlorofos, sevin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Guruhlar va misollar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Zaharlar tasnifi: 1-3 guruhlar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Zaharlar ob’ektdan ajratish usullariga qarab guruhlarga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Uchuvchi zaharlar: sianid va sirka kislota, galogen birikmalar, spirt, aldegid, fenollar.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6374128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045969"/>
                <a:gridCol w="1927859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Uchuvchi zaharlar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Suv bug‘i bilan haydash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sianid, spirt, aldegid, fenol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Nordonlashtirilgan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Qutbli erituvchi ekstraksiyasi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barbituratlar, alkaloidlar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Metall zaharlar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Mineralizatsiya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og‘ir metallar, margimush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Ajratish usuli bo‘yicha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Zaharlar tasnifi: 4-6 guruhlar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Xloralgidrat va fenol suv bug‘i bilan ham, nordonlashtirilgan suv/spirt bilan ham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Xlorofos suv bug‘i bilan haydash, nordonlashtirilgan suv va spirt hamda efir quyish usulida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Usullar natijasi taqqoslanadi va eng ko‘p modda ajratilgan usul tanlanadi.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842414"/>
                <a:gridCol w="210825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Dializ guruhi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Suv bilan bo‘ktirish, dializ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mineral kislotalar, ishqorlar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Organik erituvchi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Erituvchi quyib qo‘yish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pestitsidlar, yurak glikozidlari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Maxsus usullar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O‘ziga xos usul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TEQ, rux fosfidi, ftoridlar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Ajratish usuli bo‘yicha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Zaharlarning ajratish usuli bo‘yicha 6 guruhi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Zaharlar ob’ektdan ajratish usuliga qarab guruhlarga bo‘linadi; birinchisi — suv bug‘i bilan haydaladigan «uchuvchi zaharlar».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Ikkinchisi nordonlashtirilgan suv/spirt bilan, uchinchisi mineralizatsiya bilan, to‘rtinchisi suv bilan bo‘ktirish yoki dializ yo‘li bilan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Beshinchisi organik erituvchi quyib qo‘yish bilan, oltinchisi o‘ziga xos usullar (TEQ, rux fosfidi, ftoridlar) bilan ajratiladi.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Zaharlar tasnifi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1. Uchuvchi zaharlar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Sianid va sirka kislota, spirt, fenol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2. Nordonlashtirilgan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Barbituratlar, alkaloidlar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3. Mineralizatsiya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Og‘ir metallar, margimush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4. Bo‘ktirish, dializ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Mineral kislotalar, ishqorlar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5. Organik erituvchi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Pestitsidlar, yurak glikozidlari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6. O‘ziga xos usullar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TEQ, rux fosfidi, ftoridlar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Ajratish usullari bo‘yicha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Ba’zi moddalar bir necha usul bilan ajratiladi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Xloralgidrat va fenol suv bug‘i bilan haydashdan tashqari nordonlashtirilgan suv va spirt, organik erituvchi yoki suv bilan bo‘ktirish usulida ham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Suyuq alkaloidlar nordonlashtirilgan suv va spirt hamda haydash usulida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Xlorofos suv bug‘i bilan haydash, nordonlashtirilgan suv va spirt hamda efir quyib qo‘yish usulida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Usullar natijasi taqqoslanadi va eng ko‘p modda ajratilgan usul tanlanadi.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74"/>
                <a:gridCol w="3273501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Qo‘shimcha ajratish usullari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Xloralgidrat, fenol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Nordonlashtirilgan suv/spirt, erituvchi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Suyuq alkaloidlar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Nordonlashtirilgan suv va spirt, haydash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Haydash, nordonlashtirilgan suv, efir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Bir modda — bir necha usul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Ajratib olish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Ekstraksiya: suvda erigan modda suv bilan aralashmaydigan organik erituvchi bilan ajratiladi; biologik suyuqliklar uchun asosiy usul.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Suv bug‘i bilan haydash: sianid kislota, spirtlar, formaldegid, geksaxloran, nikotin kabi zaharlar uchun.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Vakuumda haydash past haroratda bo‘ladi; yuqori issiqlikda parchalanuvchi moddalar (masalan, tetraetilqo‘rg‘oshin) uchun qo‘llaniladi.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Metall zaharlar ho‘l yoki quruq mineralizatsiya (destruksiya) usullari bilan ajratiladi.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Ob’ektdan ajratish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Ekstraksiya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Biologik suyuqliklar uchun asosiy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Suv bug‘i bilan haydash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Sianid kislota, spirtlar, nikotin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Vakuumda haydash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Past harorat, masalan TEQ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Mineralizatsiya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Metall zaharlar: ho‘l yoki quruq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Ajratib olish usullari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18, 19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Ekstraksiya va taqsimlanish koeffitsienti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 = C(organik eritma) / C(suv); organik erituvchida eriydigan modda uchun K birdan katta.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Eruvchanlikka erituvchi tabiati, pH-muhit va elektrolitlar katta ta’sir ko‘rsatadi.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 ekstraksiya (reekstraksiya) suvli eritma pH ini o‘zgartirishga asoslangan.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Kislota xossali moddalar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Ishqoriy muhitda suvda yaxshi eriydi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Alkaloidlar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Ishqoriy: organik erituvchida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Kislotali: suvda yaxshi eriydi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pH va eruvchanlik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Ajralmani tozalash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Sulfirlash: yog‘ga boy ekstraktda sulfat kislotaga chidamli moddalar (barbituratlar) uchun.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Sovunlashda yog‘ gidrolizlanadi, so‘ng asosiy modda ekstraksiya qilinadi (masalan, xlororganik birikmalar).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Yog‘ va mumsimon moddalar atsetonda -70 °C gacha sovitilganda qalqib chiqadi va ajratiladi.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Sovunlash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Gidrolizga chidamli birikmalar uchun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Qayta 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Suvli eritma pH ini o‘zgartirish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Sulfirlash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Sulfat kislotaga chidamli moddalar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Xromatografiya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Yupqa qavatli, gaz-suyuqlik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Yog‘ni cho‘ktirish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Aseton, -70 °C gacha sovitish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Ajralmani tozalash usullari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Taxminiy tekshiruv va skrining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Radionova usuli 49 dori moddani YuQX «skrining» orqali ajratadi; bolalar zaharlanishida ham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Kartoshov 83 ta azot saqlovchi zaharni 5 ta standart modda asosida YuQX skriningida farqlashni taklif etgan.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Kafedra xodimlarining YuQX skriningi fosfororganik birikmalarni aniqlash va farqlash imkonini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8724"/>
                <a:gridCol w="2359250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Nimaga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Kobalt atsetati (NH3 yoki Li ishqor)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Barbituratlar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Temir xlorid + sulfat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Fenotiazinlar: och-qizil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Peshobda taxminiy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Biotransformatsiya va metabolitlar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Metabolizm (yunoncha «metabol» — o‘zgarish) — moddaning bir kimyoviy tuzilishdan boshqasiga o‘zgarishi.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 yoki dori organizmga qaysi yo‘l bilan kirishidan qat’i nazar metabolitik o‘zgaradi; buni «biotransformatsiya» atamasi ifodalaydi.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Moddalarning o‘zgargan mahsulotlari metabolitlar deyiladi; ular ba’zan o‘ta faol, ko‘pincha faolligi pasaygan yoki yo‘qolgan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 uchun yot moddalar ksenobiotiklar deyiladi (xenos — yot, bios — hayot).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№075 (TFI Toksikologik kimyo kafedrasi)., Zaharlar. Zaharlanish. Organizmda tarqalishi, betlar: metabolizm va tasnif bo'limlari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Metabolizm reaksiyalari va letal sintez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Metabolik o‘zgarish himoya vositasi, lekin ba’zan zaharliroq metabolit hosil bo‘ladi — bu «letal sintez».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turlari: oksidlanish, qaytarilish, dezalkillanish, dezaminlanish, gidroliz va konyugatsiya.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Konyugatsiya — endogen birikmalar (glyukuron, sulfat kislota) bilan birikish: fenol -&gt; fenilsulfat.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332"/>
                <a:gridCol w="313964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Oksidlanish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Fenobarbital: fenil -&gt; gidroksifenil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Qaytarilish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Xloralgidrat -&gt; trixloretanol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Dezalkillanish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Prominal -&gt; fenobarbital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Gidroliz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Geroin + 2H2O -&gt; morfin + sirka k-ta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Reaksiya misollari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№075 (TFI Toksikologik kimyo kafedrasi)., Zaharlar. Zaharlanish. Organizmda tarqalishi, betlar: metabolizm va tasnif bo'limlari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Zaharlanishning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 kelib chiqishi, qanday yuzaga kelishi va klinik xususiyatlariga qarab sinflanadi.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Kuchli zaharlanish — bir yo‘la ko‘p miqdor; xronik — kam miqdor, uzoq vaqt bo‘linib kirishi.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Nozologik sinflanish kimyoviy birikma nomi bilan bog‘lanadi (uyqu chaqiruvchi moddalar va b.).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807"/>
                <a:gridCol w="372116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Asos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Turlari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Kelib chiqishi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Tasodifiy; qasddan (suitsid, kriminal)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Yuzaga kelishi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Ishlab chiqarish, turmush, tibbiy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Kirish yo‘li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Peroral, inhalyatsion, inyeksion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Klinik xususiyat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Kuchli (o‘tkir) va xronik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Sinflash asoslari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№075 (TFI Toksikologik kimyo kafedrasi)., Zaharlar. Zaharlanish. Organizmda tarqalishi, betlar: metabolizm va tasnif bo'limlari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baholash: modda nima uchun topilmasligi mumkin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 o‘lim sodir bo‘lguncha organizmdan chiqarilishi, metabolitik o‘zgarishga uchrashi yoki umuman parchalanib ketishi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 boshqa moddalar bilan birikishi yoki aniqlash usuli sezgirligi past bo‘lgani uchun topilmasligi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 topilganda miqdor tahlili shart: ayrim hollarda zararsiz moddaga xos reaksiyalar ham chiqib qolishi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Modda topilmaydi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Organizmdan chiqib ketgan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Metabolitga aylangan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Butunlay parchalangan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Boshqa modda bilan birikkan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Usul sezgirligi past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Zararsiz moddaga xos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Modda dori sifatida iste’mol qilingan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Modda ob’ektda doimo bo‘ladi (metallar)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Chirish mahsulotlari hosil bo‘lgan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Tashqi muhitdan qo‘shilgan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Topilmaslik va yolg‘on musbat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Ashyoviy dalil va hujjatlarni saqlash muddatlari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Agar ob’ekt konservlangan bo‘lsa, u 1 yilgacha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Hujjatlar seyfda saqlanadi va 1 yildan keyin tashlab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 saqlovchi ob’ektlar 1 oydan keyin tashlab yuboriladi.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Konservlangan ob’ekt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1 yilgacha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Hujjatlar (seyfda)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 yil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Spirt saqlovchi ob’ekt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 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Saqlash muddatlari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Kuchli zaharlanishni davolash markazlari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Toksikologik kimyoning ikkinchi qismi — kuchli zaharlanishni davolash markazlarida ob’ektlarni ekspress tahlil qilish.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Birinchi toksikologik brigada 1961 yilda Moskva tez yordam stantsiyasi kasalxonasida tashkil etilgan; unda kimyogar lavozimi bo‘lmagan.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SSV ning 1980 yil 6 maydagi 475-qarori bilan barcha respublika va viloyat markazlarida kuchli zaharlanishni davolash bo‘limlari ish boshladi.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1987 yildan boshlab narkologik laboratoriyalar tashkil qilindi.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069"/>
                <a:gridCol w="3660905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Voqea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1961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Moskvada toksikologik brigada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1963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Sklifosovskiy ilmgohida markaz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1964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Filatov bolalar kasalxonasida markaz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475-qaror: viloyat bo‘limlari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1987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Narkologik laboratoriyalar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Markazlar tarixi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17, 18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Toksikologik kimyo zaharli moddalarni biologik ob’ektdan ajratish, sifat va miqdorini aniqlashni o‘rgatadi.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 tartibi: dastlabki tekshiruv va reja -&gt; ajratish -&gt; tozalash -&gt; sifat va miqdorni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Zaharlar ajratish usuliga ko‘ra 6 guruhga bo‘linadi: uchuvchi, nordonlashtirilgan, mineralizatsiya, dializ, organik erituvchi, maxsus usullar.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ob’ektlar guruhlari, konservlash qoidasi, ajratish va tozalash usullari, pH ning ahamiyati.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7, 11-12, 20, 10-11, 21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Hid va rang yo‘llanma beradi: achchiq bodom hidi — sianidlar, piridin asoslari hidi — denaturlangan spirt; sariq rang — pikrin kislota, strixnin, xromatlar, azot kislota; qora rang — sulfat kislota.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Tarixiy: Sog‘liqni saqlash vazirligining 1980 yil 6 maydagi 475-son qarori asosida barcha respublika, hudud va viloyat markazlarida kuchli zaharlanishni aniqlash va davolash bo‘limlari ish boshladi; 1987 yildan narkologik laboratoriyalar tashkil qilindi.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Richardson istisnosi — «birinchilar kuchli»: chumoli kislotasi, chumoli aldegidi va metil spirti o‘zlaridan keyingi vakillardan kuchliroq zahar.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Muhim farq: taxminiy tekshiruv sezgir bo‘lishi mumkin, lekin xususiy emas — u terapevtik dozadagi moddani ham ko‘rsatishi mumkin, shuning uchun musbat natija qo‘shimcha tahlil bilan tasdiqlanadi.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Toksikologik kimyo fani, vazifalari va bo‘limlari. Zaharlar va zaharlanish tasnifi, toksik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7-13, 16-21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№075 (TFI Toksikologik kimyo kafedrasi). Zaharlar. Zaharlanish. Organizmda tarqalishi, metabolizmi. Detoksikatsiya usullari (2010).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