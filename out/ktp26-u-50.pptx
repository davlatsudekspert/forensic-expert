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yurak-qon tomir kasalliklari nogahon o‘limning asosiy sababi hisoblanadi? Mikroskopiya har doim o‘lim sababini ko‘rsata oladimi? Doskaga ma’ruza rejasini 5-6 punktda yozdiring. Tipik xato: talabalar darslik gistologik usullarni to‘liq bayon qiladi deb o‘ylaydi. Bu qisman mos manba ekanini aytib qo‘ying.</a:t>
            </a:r>
          </a:p>
          <a:p/>
          <a:p>
            <a:r>
              <a:t>Tekshirish kerak (manbada noaniq):</a:t>
            </a:r>
          </a:p>
          <a:p>
            <a:r>
              <a:t>- Ochiq izoh: bu manba gistologik usullarni faqat qisman yoritadi. Infarktning mikroskopik belgilari unda batafsil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kasallikdan o‘lim aniq bo‘lsa ham zo‘rakilikni istisno qilish shart? Ekspertiza natijalaridan profilaktikada qanday foydalaniladi? Doskada: o‘lim holati → zo‘rakilikni istisno qilish → sabab → profilaktika zanjirini chizdiring. Tipik xato: kasallikni topish bilan ekspertiza tugaydi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bu farq shartli hisoblanadi? Tibbiy yordam sifati atamani tanlashga qanday ta’sir qiladi? Doskada jadvalni qayta chizdiring va ikki atamani ingliz nomlari bilan yozdiring. Tipik xato: eski bo‘linishni hozirgi amaliyot deb o‘ylash. Aslida atamalar hozir sinonim sifatida qabul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o‘limdan oldingi sog‘liq holati yaxshi bo‘lishi shubha uyg‘otadi? 2) Beshta belgidan qaysi biri ekspertiza uchun hal qiluvchi? Doskada: 5 belgini raqamlab, ustun shaklida yozdiring. Tipik xato: talabalar ’shubha uyg‘otadi’ degan belgini zo‘rakilik isbotlangan deb tushunadi; murdada kasallik topilishi bilan zo‘rakilik istisno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yurak-qon tomir kasalliklari ’simptomsiz kechgan’ guruhga misol qilib berilgan? 2) Xurujli va o‘tkir kasalliklar o‘rtasida qanday farq bor? Doskada: to‘rt guruhni to‘rt ustunli sxema ko‘rinishida chizdiring va har biriga misol yozdiring. Tipik xato: miya qon aylanishining buzilishini surunkali kasalliklar guruhiga qo‘shib yuborish; manbada u o‘tkir rivojlanadigan kasalliklar qatorida.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ayni joy va vaqt shubha yo‘nalishini belgilaydi? 2) Har bir shubhani istisno qilish uchun murdada nimani qidirasiz? Doskada: jadvalni ko‘chirib, ’vaziyat – shubha – istisno usuli’ degan uchinchi ustun qo‘shishni topshiring. Tipik xato: shubha ro‘yxatini aniq tashxis deb qabul qilish; bu faqat istisno qilinishi kerak bo‘lgan taxminlar.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turtki omil kasallikning o‘zi emas, faqat dekompensatsiyani tezlatadi? 2) Qaysi turtkilarni marhumning yaqinlaridan so‘rab aniqlash mumkin? Doskada: 6 ta turtki omilni ustun qilib yozing va har biriga bittadan misol keltiring. Tipik xato: turtki omilni o‘limning asosiy sababi deb olish; sabab hamisha kasallikning o‘zi.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og‘zaki, tez-tez bering; 2-3 talabadan javob oling. Muhokama: nega ikki atama orasidagi farq ‘shartli’ deyilgan? Doskada: ‘nogahon’ va ‘to‘satdan’ ta’riflarini ikki ustunda yozing. Tipik xato: atamalarni aralashtirish va 24 soatlik muddatni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‘o‘lim joyi va vaqti’ zo‘rakilikni istisno qilish zaruratini tug‘diradi? 2) Qaysi turtki omillar bu holatda ahamiyatli bo‘lishi mumkin? Doskada: ‘shubha → istisno qilish → sabab aniqlash’ ketma-ketligini chizing. Tipik xato: faqat tashqi vaziyatga qarab xulosa chiqarish, murda tekshiruvidagi kasallik topilmasini hisobga olmaslik.</a:t>
            </a:r>
          </a:p>
          <a:p/>
          <a:p>
            <a:r>
              <a:t>Tekshirish kerak (manbada noaniq):</a:t>
            </a:r>
          </a:p>
          <a:p>
            <a:r>
              <a:t>- Talabaga savol: bu holatda issiq urishi va yurak-qon tomir kasalligidan nogahon o‘limni qaysi topilmalar bilan farqlaysiz? Fikringizni asoslang.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Nima uchun katta yoshdagilarda yetakchi sabab yurak-qon tomir kasalliklari? 2) Nogahon o‘lim nima uchun zo‘raki o‘limga shubha tug‘diradi? Doskada: ikki ustunli ro‘yxat chizing: katta yoshdagilar va bolalar, ularning yetakchi sabablari. Tipik xato: talabalar 85-90% ko‘rsatkichini bolalarga ham tatbiq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Nima uchun nogahon o‘limda yaqqol infarkt ko‘rinmaydi? 2) Ateroskleroz bilan ishemik kasallik o‘rtasidagi bog‘liqlik qanday? Doskada: zanjir chizing: ateroskleroz, ishemik kasallik, ikki asorat. Tipik xato: o‘tkir koronar etishmovchilik va infarktni bir xil holat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Nega ishemiya infarktsiz ham o‘ldiradi? 2) Tromboz topilmasa, koronar sababni istisno qila olamizmi? Doskaga chizing: zanjir. Tipik xato: yaqqol infarkt bo‘lmasa, yurak sababini rad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qon aylanishi tiklangach xavf kuchayadi? 2) Nega bunday o‘limda ateroskleroz yaqqol bo‘lmasligi mumkin? Doskada: besh bosqichli zanjirni talabalar bilan birga chizing. Tipik xato: ateroskleroz birlamchi sabab deb o‘ylash, aslida spazm asosiy o‘rin tutadi.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nogahon o‘limda yaqqol infarkt ko‘rinmaydi? 2) Spazm bilan infarktning farqi nimada? Doskada: vaqt o‘qini chizing va 12–24 soat oralig‘ini belgilang. Tipik xato: talaba nogahon o‘lim har doim infarktdan bo‘ladi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dastlabki soatlarda o‘choq ko‘rinmaydi? 2) Rang o‘zgarishi o‘lim muddatini baholashda qanday yordam beradi? Doskada: jadvalni daftarga ko‘chirib, har qatorga rang bilan belgi qo‘yishni topshiring. Tipik xato: sarg‘ish-yashil rangni birinchi sutkaga tegishli deb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Javoblar: 1) kamida 12–24 soat; 2) toj tomirlar spazmi; 3) er rangli, qizg‘ish, atrofida qon quyilish hoshiyasi; 4) keyinroq paydo bo‘ladi. Muhokama: spazm va infarkt qaysi vaqt oralig‘ida farqlanadi? Doskada: 4 savolning javobini bir qatorli zanjir qilib yozdiring. Tipik xato: 12–24 soatni nogahon o‘lim muddati deb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infarkt asoratlari bevosita o‘lim sababi deb ataladi? 2) Qaysi asoratlar yurak ichida, qaysi biri katta qon aylanish doirasida rivojlanadi? Doskada chizish: infarktdan beshta asoratgacha bo‘lgan sxemani chizing. Tipik xato: talaba infarktning o‘zini bevosita o‘lim sababi deb yozadi, aslida o‘limni uning asoratlari keltirib chiqaradi.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Yorilish nega aynan 3 kun–1 haftada xavfli? 2) Yurak og‘irligi qanday baholanadi? Doskaga chizing: yurak og‘irligi shkalasi. Tipik xato: yurak og‘irligini tana vazniga bog‘lamay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Gipertonik kasallik o‘limga qanday yo‘llar bilan olib keladi? 2) Nima uchun uni ishemik kasallik bilan birga baholash kerak? Doskada chizish: gipertonik kasallikdan uchta o‘lim yo‘liga (yurak yetishmovchiligi, infarkt, miya qon aylanishi buzilishi) o‘q chizing. Tipik xato: fon kasallikni (gipertoniya) o‘limning bevosita sababi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Bu kasalliklarning qaysilari yoshlarda ko‘proq uchraydi? 2) Nima uchun bu holatlarda zo‘raki o‘limni istisno qilish kerak? Doskada chizish: katta yoshdagilar va bolalar uchun yurak-qon tomir sabablarining ikki ustunli ro‘yxati. Tipik xato: faqat ateroskleroz va infarktni eslab, miokardit, nuqson, tromboflebitni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Nega kanalopatiyada autopsiya «normal» chiqadi? 2) Miokarditda nega ko‘p namuna kerak? Doskaga chizing: uch shoxli daraxt. Tipik xato: normal yurakni sababsiz o‘lim deb yopish.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Qaysi anevrizma gemoperikardga olib keladi? 2) Qon qayerdan topiladi? Doskaga chizing: aorta va anevrizma joylari. Tipik xato: barcha anevrizmani aterosklerozdan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mikroskopik topilma o‘z-o‘zidan o‘lim sababi bo‘lavermaydi? 2) Manbada yurak gistologiyasi bo‘yicha qanday bo‘shliq bor va uni qaysi qo‘shimcha adabiyot bilan to‘ldirish mumkin? Doskada: ‘murda – gistologik – virusologik – bakteriologik – xulosa’ zanjirini chizdiring. Tipik xato: o‘pkadagi yengil yallig‘lanishni darhol o‘lim sababi deb yozish.</a:t>
            </a:r>
          </a:p>
          <a:p/>
          <a:p>
            <a:r>
              <a:t>Tekshirish kerak (manbada noaniq):</a:t>
            </a:r>
          </a:p>
          <a:p>
            <a:r>
              <a:t>- Manbada yurak uchun gistologik usullar (bo‘yash, infarkt bosqichlari) batafsil berilmagan. Mikroskopiya faqat umumiy tarzda eslatiladi.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tez o‘limda infarktning klassik belgilari ko‘rinmaydi? 2) Spazm qaytgach qon aylanishi tiklansa nima yuz beradi (aritmogen substansiya)? Doskada: ikki ustunli ‘spazm | infarkt’ taqqoslashini chizdiring (vaqt, ateroskleroz darajasi, morfologiya). Tipik xato: har qanday nogahon yurak o‘limini ‘infarktdan’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Savol: Bu holatda qaysi ma’lumotlar o‘lim sababini isbotlaydi, qaysilari faqat taxmin? Muhokama: zo‘raki o‘limni istisno qilish uchun yana qanday ma’lumot kerak? Doskada: ‘zo‘riqish → spazm → ishemiya → fibrillyasiya → o‘lim’ zanjirini chizdiring. Tipik xato: faqat aterosklerozni topib, uni to‘g‘ridan-to‘g‘ri o‘lim sababi deb yozish; manbada ateroskleroz ahamiyati ikkilamchi deyilgan.</a:t>
            </a:r>
          </a:p>
          <a:p/>
          <a:p>
            <a:r>
              <a:t>Tekshirish kerak (manbada noaniq):</a:t>
            </a:r>
          </a:p>
          <a:p>
            <a:r>
              <a:t>- Xulosa: yaqqol infarkt bo‘lmasa, o‘tkir koronar etishmovchilik va fibrillyasiya o‘ylanadi. Avval zo‘raki o‘lim alomatlari istisno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Nima uchun bolalarda nogahon o‘limning asosiy sababi yurak emas, nafas tizimi kasalliklari? 2) Kattaroq yoshdagi bolalarda yurak kasalliklarining o‘rni qanday? Doskada: bolalar nogahon o‘limi sabablarining sodda ro‘yxatini (virusli, bakterial, aralash) chizdiring. Tipik xato: talabalar 90% ni barcha yoshdagi aholiga tegishli deb o‘ylaydi, aslida u bolalar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simptomsiz kechish shifokor va ota-onani chalg‘itadi? 2) Mikroskopiyada spetsifik o‘zgarish bo‘lmasa, o‘lim sababi qanday asoslanadi? Doskada: jadvalni uch ustunli qilib chizdiring va talabalar bilan to‘ldiring. Tipik xato: mikroskopiyada o‘zgarish topilmasa kasallik yo‘q deb xulosa qilish; manbada bunday o‘zgarishlar ko‘pincha aniqlanmasligi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Savollarni og‘zaki bering, javobni slaydda ko‘rsatishdan oldin 2-3 talabadan so‘rang. Muhokama: nogahon o‘limga olib keluvchi va olib kelmaydigan infeksiyani qaysi belgilar bo‘yicha farqlash mumkin? Doskada: ikki ustunli qisqa xulosa (virusli va aralash/bakterial) yozdiring. Tipik xato: 90% va 80% raqamlarini aralashtirish; 80% go‘daklar o‘limining birinchi yil birinchi yarmiga tegishli.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kuchsiz ta’sirot ham bu bolalarda o‘ta kuchli javob beradi? 2) Nima sababdan bu holat ko‘pincha faqat murda tekshiruvida topiladi? Doskada chizish: timus, limfa tugunlari va buyrak usti bezi belgilari bilan bola organlarining sodda sxemasi. Tipik xato: talaba timiko-limfatik holatni bevosita o‘lim sababi deb qabul qiladi; manbada u sezgirlik holati sifatida tavsiflangan.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Yurak kasalliklari (endokardit, miokardit, nuqson) bolalarda qanday sabab bo‘lib qoladi? 2) Giperdiagnostika statistikaga qanday ta’sir qiladi? Doskada chizish: ikki ustun, chapda yurak sabablari, o‘ngda giperdiagnostika sabablari. Tipik xato: giperdiagnostikani gipodiagnostika (kam aniqlash) bilan aralashtirish. Diqqat: giperdiagnostika ≠ gipodiagnostika.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Raqobatchi sabab, asorat va hamroh kasallik bir-biridan qanday farqlanadi? 2) Nima uchun ekspert faqat gistologiyaga tayanmay, katamnez va hujjatlarni ham o‘rganadi? Doskada chizish: o‘lim sababini aniqlash zanjiri (hujjat, ko‘rik, laboratoriya, katamnez, xulosa). Tipik xato: pnevmoniya topilgani zahoti uni o‘lim sababi deb yozish. Diqqat: pnevmoniya topildi ≠ o‘lim sababi aniqlandi.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Pnevmoniya raqobatchi sabab bo‘lsa, asosiy sababni qaysi tekshiruvlar ochib beradi? 2) Nega shifokor hujjatda o‘lim mexanizmini yozishi shart? Doskada: «pnevmoniya → asosiy / raqobatchi / asorat / hamroh» tarmoqlanishini chizdiring. Tipik xato: pnevmoniyani avtomatik o‘lim sababi deb yozish (giperdiagnostika). Katamnestik ma’lumot – marhumning yaqinlaridan olinadigan anamnez ekanini eslatib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Nega GTO‘S «istisno tashxisi» deyiladi? 2) «Krovatdagi o‘lim» (cot death) va «belanchakdagi o‘lim» (crib death) eski atamalari nimani anglatgan? Doskada: ta’rifning 4 shartini (yosh, uyqu, to‘liq tekshiruv, sabab yo‘q) ustun qilib yozdiring. Tipik xato: GTO‘Sni yetarli tekshirmasdan qo‘yish yoki bir yoshdan katta bolaga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mexanik gipoteza mexanik asfiksiya bilan chalkashtirilishi mumkin? 2) Respirator va kardiogen gipotezalar farqi nimada? Doskada: 6 gipotezani ikki guruhga (ilgari surilgan / so‘nggi davrda asosiy) ajratib chizdiring. Tipik xato: bitta gipotezani yagona haqiqiy sabab deb o‘rgatish; darslikda birortasi barcha holatni asoslay olmaydi,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xavf omillarini bilish profilaktika uchun muhim? 2) Nima uchun O‘zbekiston ko‘rsatkichi faqat taxmin qilingan? Doskada: xavf omillarining ikki ustunli ro‘yxatini chizdiring (go‘dak bilan bog‘liq / parvarish va sharoit bilan bog‘liq). Tipik xato: xavf omili bor go‘dakni o‘limga mahkum deb hisoblash. To‘g‘ri parvarish va kuzatuvda go‘dak sog‘lom o‘sadi.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Savollarni talabalarga navbat bilan bering, javobni slayddan ko‘rsatmasdan oldin so‘rang. Muhokama: nega birorta gipoteza barcha holatni tushuntirib bera olmaydi? Doskada: to‘rt eski gipoteza va ikki hozirgi gipotezani ikki ustunda yozdiring. Tipik xato: eski gipotezalardan birini yagona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Bu topilmalar nima uchun o‘limning sababini ko‘rsata olmaydi? 2) Nima uchun diagnoz boshqa sabablar istisno qilingandan keyin qo‘yiladi? Doskada: jadvalni ko‘chirib, har topilma yoniga ‘tez o‘lim belgisi’ deb belgi qo‘ydiring. Diqqat: xato qilish xavfi: bu belgilar mexanik asfiksiyada ham uchraydi, shuning uchun GTO‘S ≠ mexanik asfiksiya, voqea tafsiloti va boshqa tekshiruvlar bilan solishtiring. Tipik xato: o‘pkadagi yengil yallig‘lanishni pnevmoniya deb o‘lim sababi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bronxopnevmoniya tashxisi asossiz bo‘lishi mumkin? 2) Tez o‘lim belgilari nega GTO‘S ni isbotlamaydi? Doskada: ikki ustunli ro‘yxat tuzing, chapda GTO‘S, o‘ngda mexanik asfiksiya, o‘rtada umumiy belgilar. Tipik xato: o‘pkadagi yengil yallig‘lanishni o‘lim sababi deb yozish..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Qaysi ma’lumotlar mexanik asfiksiyani GTO‘S dan ajratishga yordam beradi? 2) Boshqa sabablarni istisno qilish uchun nimalarni tekshirasiz? Doskada: bosqichlar ketma-ketligini chizing (hujjatlar, katamnez, tekshiruv, istisno, xulosa). Tipik xato: tafsilotga qarab nafas teshiklari bekilganini avtomatik sabab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Nogahon o‘limda ekspert birinchi navbatda nimani istisno qiladi? 2) Mikroskopik tekshiruvning chegarasi nimada? Doskada: to‘rt asosiy xulosani yuqoridan pastga strelkalar bilan bog‘lab chizing. Tipik xato: mikroskopik o‘zgarish topilmasa, o‘limni sababsiz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Yurak-qon tomir kasalliklaridan to'satdan o'limni tekshirishning gistopatologik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 va ma’ruza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yurak-qon tomir kasalliklaridan to‘satdan (nogahon) o‘limni tekshirish. Reja: atamalar, belgilar, turtki omillar, kattalar va bolalar o‘limi, GTO‘S.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yoshdagilarda nogahon o‘lim hollarining 85-90% ida sababchi yurak-qon tomir kasalliklari. Yetakchilari: ateroskleroz va gipertonik kasallik.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o‘limida gistologik, virusologik va bakteriologik tekshiruvlar o‘tkaziladi; natijalar boshqa ma’lumot bilan tahlil qilinib, o‘lim sababi aytiladi.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Ochiq izoh: bu manba gistologik usullarni faqat qisman yoritadi. Infarktning mikroskopik belgilari unda batafsil berilmagan.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248-254, 249, 251-252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Nozo‘raki o‘lim ekspertizasining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Nozo‘raki o‘limning sababi turli kasalliklar bo‘lishi mumkin. Shunday holatlarda ham sud-tibbiy ekspertiza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Ekspertizaning asosiy maqsadi — zo‘rakilik alomatlarini istisno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materiallari umumlashtirilib tahlil qilinadi. Shu asosda bunday o‘limning oldini olishga qaratilgan taklif va tavsiyalar ishlab chiqiladi.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o‘lim vaqti va joyi zo‘rakilikka shubha tug‘diradi. Masalan, elektromonterning ish paytidagi o‘limida elektrotravma istisno qilinishi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248, 248-249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Nogahon va to‘satdan o‘lim atamalari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Ilgari nozo‘raki o‘lim ikki ko‘rinishda farqlangan: nogahon va to‘satdan.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Farq shartli: shaxsning munosabati va tibbiy yordam sifati muhim o‘rin tutadi.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eski bo‘linishda nogahon ≠ to‘satdan. Hozir ko‘pchilik tadqiqotchi ularni sinonim deb 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Nogahon (unexpected)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Kasallik avval aniqlanmagan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24 soat ichida o‘lim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Inglizcha: unexpected death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To‘satdan (sudden)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Kasallik aniqlangan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Xavf yo‘q vaziyatda o‘lim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Inglizcha: sudden death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Eski bo‘linish; hozir sinonim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Nogahon o‘limga xos beshta belgi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belgi: o‘limning sababi doim kasallik bo‘ladi. Ko‘pincha o‘limdan oldin simptomlar umuman kuzatilmaydi yoki yaqqol bilinmaydi.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va uchinchi belgi: o‘lim tez, qisqa muddatda sodir bo‘ladi. Undan oldin sog‘liq holati to‘liq yoki nisbatan yaxshi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To‘rtinchi belgi: o‘lim tafsilotlari har doim zo‘raki o‘limga shubha uyg‘otadi.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Beshinchi belgi: murda tekshiruvida o‘limga sabab bo‘lgan hayotiy kasallik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Nogahon o‘limga olib keluvchi holatlar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Simptomsiz kechgan, to‘liq yoki qisman kompensatsiya holatidagi surunkali kasalliklar, masalan yurak-qon tomir kasalliklari.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Davriy ravishda hayot uchun xavfli xurujlar bilan kechadigan kasalliklar: tutqanoq, diabetik koma, bronxial astma.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rivojlanadigan kasalliklar, xususan miya qon aylanishining buzilishi.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to‘satdan ro‘y beradigan funksional buzilishlar: angiospazm (tomir spazmi) va angionevrotik shishish.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Nogahon o‘lim holatlari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Simptomsiz surunkali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Yurak-qon tomir kasalliklari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Xurujli kasalliklar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Tutqanoq, diabetik koma  ·  Bronxial astma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O‘tkir kasalliklar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Miya qon aylanishi buzilishi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Funksional buzilish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Angiospazm  ·  Angionevrotik shishish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Holatlar guruhlari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Zo‘rakilikni istisno qilish zarurati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Nogahon o‘lim sodir bo‘lgan vaqt va joy zo‘rakilikni istisno qilish zaruratini tug‘diradi.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Zavod ishchisining sexdagi o‘limida mexanik travma va elektrotravmaga shubha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Homilador ayolda jinoiy abort, tibbiy muolajadan so‘ng anafilaktik shok va havo emboliyasi shubha qilinadi.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01"/>
                <a:gridCol w="201447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Shubha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Mehmondorchilikdagi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Elektromonterning ish vaqtida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Elektrotravma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G‘avvosning suv ostida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Gipoksiya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Dehqonning ochiq dalada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Issiq urishi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Vaziyat va shubha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248, 248-249, 249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Nogahon o‘limga turtki bo‘luvchi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Yashirin surunkali kasallikda ayrim holatlar kompensatsiyani buzadi (dekompensatsiya) va nogahon o‘limga olib keladi; ular turtki (trigger) deyiladi.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Jismoniy zo‘riqish: og‘ir ish, yuk ko‘tarish, chopish. Ruhiy zo‘riqish: asosan salbiy his-tuyg‘ular (emotsiyalar).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Haddan tashqari isish yoki sovuq qotish. Meteorologik omillar: harorat va bosimning keskin o‘zgarishi, magnit to‘fonlari, iqlim o‘zgarishi.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Ovqat va suv rejimining buzilishi: uzoq och yurish, suv ichmaslik, birdaniga ko‘p ovqat yeyish. Yana spirtli ichimliklarni iste’mol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Turtki (trigger) omillar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Jismoniy zo‘riqish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Og‘ir ish, yuk ko‘tarish  ·  Chopish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 zo‘riqish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Salbiy emotsiyalar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Harorat va meteoomil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Isib ketish, sovuq qotish  ·  Magnit to‘fonlari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Ovqat, suv, spirt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Uzoq och yurish  ·  Ko‘p ovqat, spirtli ichimlik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Dekompensatsiyani qo‘zg‘atuvchilar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nogahon o‘limning ikki belgisi? Javob: sababi kasallik; o‘lim tez va qisqa muddatda; oldin sog‘liq yaxshi yoki nisbatan yaxshi.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nogahon o‘lim (kasallik oldin aniqlanmagan, 24 soat ichida) ≠ to‘satdan o‘lim (kasallik ma’lum). Farq shartli, hozir ular sinonim.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turtki omillardan uchtasini sanang. Javob: jismoniy yoki ruhiy zo‘riqish, isib ketish yoki sovuq qotish, spirtli ichimlik iste’moli (va boshqalar).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katta yoshdagilarda nogahon o‘limning asosiy sababi? Javob: yurak-qon tomir kasalliklari (85-90%), ateroskleroz va gipertonik kasallik.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248, 249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ishda to‘satdan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ochiq dalada ishlayotgan dehqon to‘satdan vafot etdi, jiddiy shikoyat bildirmagan. Manbada bunday holat issiq urishiga shubha tug‘dirishi aytilgan.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Zo‘rakilik nega istisno qilinadi: o‘lim vaqti va joyi zo‘raki o‘limga shubha uyg‘otadi. Ekspertizaning asosiy maqsadi ham shu.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Kerakli ma’lumot: o‘lim tafsilotlari, murdada o‘limga sabab bo‘lgan hayotiy kasallikning topilishi, shuningdek turtki omillar (zo‘riqish, isib ketish).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Talabaga savol: bu holatda issiq urishi va yurak-qon tomir kasalligidan nogahon o‘limni qaysi topilmalar bilan farqlaysiz? Fikringizni asoslang.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248-249, 248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Katta yoshdagilarda yurak-qon tomir kasalliklari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Katta yoshdagilarda nogahon o‘limning aksariyat holatlarida (85-90%) sababchi yurak-qon tomir kasalliklari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tizim kasalliklari orasida ateroskleroz va gipertonik kasallik yetakchi o‘rinni egallaydi.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Nogahon o‘limga olib kelishda asosan yurak va miya qon tomirlarining aterosklerozi muhim ahamiyatga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xato qilish xavfi. 85-90% faqat katta yoshdagilarga tegishli. Bolalarda nogahon o‘limning 90%ga yaqini o‘tkir respirator kasalliklardan.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Kattalar: YQT ulushi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85–90 %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Bolalar: ORK ulushi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≈90 %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Yaqqol infarkt uchun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12–24 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Nogahon o‘lim ko‘rsatkichlari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249, 250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Yurakning ishemik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qon tomirlarining aterosklerozi yurakning ishemik kasalligi ko‘rinishida namoyon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kasallikda o‘tkir koronar etishmovchilik va miokard infarkti nogahon o‘limga sabab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Infarkt rivojlanishi uchun koronar qon aylanishi buzilgach kamida 12-24 soat kerak. Nogahon o‘lim esa odatda tezroq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o‘tkir koronar etishmovchilik ≠ miokard infarkti. Infarkt uchun qon aylanishi uzoqroq buzilgan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koronar ateroskleroz va asoratlari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Koronar arteriya aterom bilan torayishi (stenoz) miokardning surunkali ishemiyasiga olib keladi; ishemik miokard elektr jihatdan beqaror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Yurak urishi tezlashganda (zo‘riqish, ko‘p ovqat, stress) kislorodga talab ortadi; ishemiya doim infarktga emas, o‘limga olib boruvchi aritmiyaga ham yetadi.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Blyashka asoratlari: intima ostiga qon quyilishi, yorilishi, xolesterin bo‘laklarining pastga ko‘chib mayda infarktlar berishi, tromb hosil bo‘lishi.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Koronar tromboz o‘limning ko‘p asoratlari asosida yotadi, lekin autopsiyada 13 dan 98 foizgacha turlicha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Stenoz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Aterom koronar arteriya yo‘lini toraytiradi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Talab ortishi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Yurak urishi tezlashadi, kislorod talabi oshadi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Ishemiya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Miokard elektr jihatdan beqaror bo‘ladi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Blyashka asorati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quyilishi, yorilish, tromb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Aritmiya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Infarktsiz ham o‘limga olib kelishi mumkin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koronar kasallikdan to‘satdan o‘lim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koronar etishmovchilik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rolni toj tomirlar spazmi o‘ynaydi. Ateroskleroz ahamiyati ikkilamchi.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toj tomirlardagi aterosklerotik o‘zgarishlar kuchli, yaqqol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Qorinchalar fibrillyasiyasi o‘limning bevosita yaqin sababi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Toj tomirlar spazmi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Kardiomiotsitlar ishemiyasi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Aritmogen substansiya ajraladi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Spazm yo‘qolib, qon tiklanadi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Qorinchalar fibrillyasiyasi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Koronar etishmovchilik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Miokard infarkti: rivojlanish uchun vaqt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Toj tomirlarda qon aylanishi uzoqroq buzilsa, infarkt rivojlanadi. Aterosklerotik o‘zgarishlar kuchli bo‘ladi, tomirda tromb ham topilishi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Yaqqol infarkt shakllanishi uchun koronar qon aylanishi buzilishi kamida 12–24 soat davom etishi kerak.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Nogahon o‘lim odatda tezroq, qisqa vaqt ichida sodir bo‘ladi. Shu sababli ko‘zga yaqqol tashlanadigan infarkt kuzatilmaydi.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xato qilish xavfi. O‘tkir koronar etishmovchilik (asosiy o‘rinda toj tomirlar spazmi) ≠ miokard infarkti.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O‘tkir koronar etishm.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Asosiy o‘rin — toj tomirlar spazmi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Ateroskleroz ikkilamchi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O‘lim: qorinchalar fibrillyasiyasi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Miokard infarkti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aylanishi uzoqroq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Aterosklerotik o‘zgarish kuchli, tromb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Kamida 12–24 soat kerak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Spazm ≠ infarkt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Infarkt morfologiyasining vaqt chizig‘i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Infarkt o‘chog‘ining ko‘rinishi va rangi vaqt o‘tishi bilan o‘zgarib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bir necha soatdan keyin yuz bersa, nekroz o‘chog‘ini aniq ajratib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Sarg‘ish-kul rang infarktning klassik ko‘rinishi uchun xos.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 necha soat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O‘choq noaniq, shalviragan, notekis to‘laqon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1-sutka 2-yarmi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 rangli o‘choq, qon quyilish hoshiyasi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Ayni o‘choqda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Shish hisobiga biroz ko‘tariladi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Keyinroq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Sarg‘ish-kul, sarg‘ish-yashil rang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Infarkt o‘zgarishlari ketma-ketligi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yaqqol miokard infarkti uchun koronar qon aylanishi buzilishi kamida necha soat davom etishi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o‘tkir koronar etishmovchilikda asosiy o‘rinni nima egallaydi: toj tomirlar spazmimi yoki tromb?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infarkt o‘chog‘i 1-sutkaning ikkinchi yarmida qanday rangda aniqlana boshlaydi?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sarg‘ish-kul va sarg‘ish-yashil ranglar infarktning qaysi davriga xos, ertami yoki keyinmi?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249, 250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Miokard infarktidagi bevosita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Miokard infarktida bevosita o‘limga kardiogen shok yoki asistoliya (yurak to‘xtashi) olib kelishi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anevrizmasi va yurak devorining yorilishi ham bevosita o‘lim sababi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 qon aylanish doirasida tromboembolik asoratlar ham rivojlanishi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Miokard infarkti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Kardiogen shok, asistoliya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Yurak anevrizmasi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Yurak devori yorilishi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Tromboembolik asoratlar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Infarktning o‘limga olib boruvchi asoratlari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infarkt asoratlari va yurak og‘irligi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Infarkt zonasi klinik boshlanishidan 3 kun–1 hafta orasida eng zaif; yorilsa gemoperikard va yurak tamponadasidan to‘satdan o‘lim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Yorilish qorinchalararo to‘siqdan (chapdan o‘ngga shunt) yoki papillyar mushakdan (mitral klapan prolapsi) ham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Infarkt chandiq (fibroz) bilan bitadi; yurak anevrizmasi hosil bo‘lib, ohaklanishi va yorilishi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O‘rtacha erkak yuragi taxminan 400 g; 500 g dan og‘ir yurak beqaror hisoblanadi. Aortal stenozda yurak 700 g dan oshishi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Infarkt zonasi zaif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3 kun–1 hafta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Normal yurak (erkak)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≈400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Beqaror yurak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&gt;500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Aortal stenozda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&gt;700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Koronar tromboz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13–98 %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muddat va og‘irlik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56, 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Gipertonik kasallik va nogahon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yoshdagilarda nogahon o‘limning 85-90% holatida yurak-qon tomir kasalliklari sababchi bo‘ladi. Ular orasida ateroskleroz va gipertonik kasallik yetakchi.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Gipertonik kasallik ko‘pincha yurakning ishemik kasalligi va serebro-vaskulyar kasallik bilan birga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nogahon o‘limga o‘tkir yurak yetishmovchiligi, miokard infarkti yoki miya qon aylanishining buzilishi orqali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249, 250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yurak-qon tomir kasalliklari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Miokarditlar, revmatizm va yurak nuqsonlari ham nogahon o‘limga olib kelishi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Turli kelib chiqishga ega anevrizmalar va tromboflebitlar ham nogahon o‘lim sababi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Kattaroq yoshdagi bolalarda endokardit, miokarditlar, tug‘ma va ortirilgan yurak nuqsonlari nogahon o‘limga olib kelishi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Boshqa YQT sabablari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Kattalarda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Miokardit, revmatizm  ·  Yurak nuqsonlari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Tomirlar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Anevrizmalar  ·  Tromboflebit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Kattaroq bolalarda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Endokardit, miokardit  ·  Tug‘ma va ortirilgan nuqson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Yurak-qon tomir sabablari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250, 251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kardiomiopatiyalar va kanalopatiyalar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Birlamchi miokard kasalliklari yoshroq guruhga xos: miokardit va kardiomiopatiyalar (tuzilma o‘zgargan), kanalopatiyalar (morfologik o‘zgarishsiz).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Miokardit makroskopik «xol-xol» (rangpar yoki qonli o‘choqlar) bo‘lishi mumkin; gistologik tasdiq ko‘p namuna olishni talab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HCM — sarkomer oqsillari irsiy kasalligi (miotsitlar tartibsizligi); DCM — birlamchi yoki alkogoldan; ARVCM — o‘ng qorincha yupqalashishi, fibroz-yog‘.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Kanalopatiyalarda ko‘z va mikroskopda o‘zgarish yo‘q, nuqson molekulyar darajada (Na, K, Ca kanallari); molekulyar tekshiruv ahamiyati ortmoqda.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Birlamchi miokard kasalliklari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Miokardit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Infeksiyadan kunlar-haftalar keyin  ·  Xol-xol o‘choqlar  ·  Gistologiya: infiltrat, nekroz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Kardiomiopatiyalar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HCM: miotsitlar tartibsizligi  ·  DCM: birlamchi yoki alkogol  ·  ARVCM: o‘ng qorincha yupqalanishi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Kanalopatiyalar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Long QT, Short QT, Brugada  ·  Wolff–Parkinson–White  ·  Morfologik o‘zgarish yo‘q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birlamchi miokard kasalliklari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57,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aorta anevrizmalari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Arteriyalar (yurakdan tashqari) orasida to‘satdan o‘limda eng ko‘p uchraydigan o‘zgarish — anevrizma.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Aterom anevrizma keksalarda qorin aortasida: aterom ostidagi elastik qism shikastlanadi; saccular yoki fuziform, devori ohaklangan, ichida eski tromb.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Qatlamlanuvchi anevrizma ko‘krak aortasidan boshlanadi (intima nuqsoni, media zaifligi); yorilsa ko‘krak, qorin yoki perikardga qon quyiladi.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Qatlamlanuvchi anevrizma asosan gipertoniyada, yoshlarda Marfan sindromida; sifilitik anevrizma ko‘krak aortasi yoyida, hozir kam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Aterom anevrizma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Qorin aortasi, keksalar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Saccular yoki fuziform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Devori ohaklangan, eski tromb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Qatlamlanuvchi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Ko‘krak aortasidan boshlanadi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Intima nuqsoni, media zaifligi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Gipertoniya, Marfan sindromi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Sifilitik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Ko‘krak aortasi yoyi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Yupqa devorli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Hozir kam uchraydi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aorta anevrizmalari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58,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Mikroskopik tekshiruv: manbadagi o‘rni va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Manbada yurak uchun gistologik usullar (bo‘yash, infarkt bosqichlari) batafsil berilmagan. Mikroskopiya faqat umumiy tarzda eslatiladi.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Bolalarning nogahon o‘limida murda ichki va tashqi ko‘rikdan tashqari gistologik, virusologik va bakteriologik tekshiruvlar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Respirator infeksiyadan nogahon o‘limda spetsifik mikroskopik o‘zgarish faqat pnevmotsistali pnevmoniya va sitomegaliyada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Go‘daklarning to‘satdan o‘limi sindromida (GTO‘S) o‘pkada emfizema va atelektaz o‘choqlari oralab keladi. Boshqa laboratoriya tekshiruvlari odatda manfiy.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251, 253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farqlab oling – spazm va infarkt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spazm ≠ infarkt. O‘tkir koronar etishmovchilikda toj tomirlar spazmi asosiy o‘rin tutadi, ateroskleroz ahamiyati esa ikkilamchi.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Infarkt rivojlanishi uchun koronar qon aylanishi buzilgach kamida 12–24 soat kerak. Nogahon o‘limda yaqqol infarkt ko‘rinmaydi.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 bir necha soatdan keyin yuz bersa, nekroz o‘chog‘i aniq bilinmaydi. Miokard shalviragan va notekis qonga to‘lgan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tizimlardan nogahon o‘lim kamroq kuzatiladi: pnevmoniya, bronxial astma, tutqanoq, qandli diabet, oshqozon yarasi, Mellori-Veys sindromi.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249, 250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katta yoshli erkak o‘limi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(manba asosida): katta yoshli erkak og‘ir jismoniy ishdan keyin kutilmaganda vafot etdi. Toj tomirlarda aterosklerotik o‘zgarishlar topildi.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Jismoniy zo‘riqish turtki (trigger) bo‘lib, kasallikni dekompensatsiyalashi mumkin. Kattalarda nogahon o‘limning 85–90 foizi yurak-qon tomirdan.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Ishemiyada kardiomiotsitlardan aritmogen substansiya ajraladi. Qon aylanishi tiklangach u qonga o‘tib, qorinchalar fibrillyasiyasiga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Xulosa: yaqqol infarkt bo‘lmasa, o‘tkir koronar etishmovchilik va fibrillyasiya o‘ylanadi. Avval zo‘raki o‘lim alomatlari istisno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249, 248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Bolalarda nogahon o‘lim: respirator kasalliklar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nogahon o‘limining 90% ga yaqini o‘tkir respirator kasalliklar tufayli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kasalliklar ko‘pincha virusli kelib chiqadi: gripp, respirator-sinsitial virus, adenovirus, paragripp.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Kamroq hollarda ular bakterial yoki aralash (virus-bakterial) kelib chiqishga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Kattaroq yoshdagi bolalarda endokardit, miokardit va yurak nuqsonlari ham nogahon o‘limga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250, 251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Go‘daklarda respirator kasallikning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Nogahon o‘limda kasallik yarim hollarda simptomsiz yoki minimal belgilar bilan kechadi.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muddatda infeksiya generalizatsiyasiga xos o‘zgarishlar (intoksikatsiya) vujudga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spetsifik mikroskopik o‘zgarish faqat pnevmotsistali pnevmoniya va sitomegaliyada topiladi.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314145"/>
                <a:gridCol w="216408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Nogahon 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Boshqa 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Mavsum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 davrlarda ham bo‘ladi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Asosan bahor va kuz epidemiyasi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Qo‘zg‘atuvchi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Asosan viruslar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Ko‘proq aralash yoki bakterial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Simptomlar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Yarmiga yaqinida simptomsiz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Manbada solishtirilmagan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Mikroskopiya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Ko‘pincha spetsifik o‘zgarish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Manbada solishtirilmagan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Respirator infeksiyani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250, 251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bolalar nogahon o‘limining qancha qismi o‘tkir respirator kasalliklardan? Javob: 90% ga yaqini.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nogahon o‘limga olib keluvchi respirator kasalliklarni asosan qaysi qo‘zg‘atuvchilar chaqiradi? Javob: viruslar.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ikki kasallikda mikroskopik o‘zgarish spetsifik bo‘ladi? Javob: pnevmotsistali pnevmoniya va sitomegaliya.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timiko-limfatik holatda bola nimaga sezgir bo‘ladi? Javob: tashqi va ichki ta’sirlarga; kuchsiz ta’sirga ham o‘ta kuchli javob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250, 251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Timiko-limfatik holat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Bolalar nogahon o‘limida murdada ba’zan ayrisimon bez va limfa tugunlarining kattalashgani, buyrak usti bezining gipoplaziyasi (rivojlanmay qolishi) topiladi.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o‘zgarishlar timiko-limfatik holat (status thymico-lymphaticus) belgilari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Bunday bolalar tashqi va ichki ta’sirlarga sezgir bo‘ladi: unchalik kuchli bo‘lmagan ta’sirot ham o‘ta kuchli javob reaksiyasini chaqiradi.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Hayotlik davrida holat faqat bolaning maqsadli chuqur tekshiruvida aniqlanadi. Ko‘pincha u murda tekshiruvidagi tasodifiy topilma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Ayrisimon bez, limfa tuguni kattalashgan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Buyrak usti bezi gipoplaziyasi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Ta’sirga o‘ta sezgirlik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Kuchsiz ta’sirga kuchli javob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Timiko-limfatik holat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Kattaroq bolalarda yurak sabablari va pnevmoniya giperdiagnostikasi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Kattaroq yoshdagi bolalarda nogahon o‘limga endokardit va turli kelib chiqishga ega miokarditlar sabab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Yurakning tug‘ma va ortirilgan nuqsonlari ham shu yoshdagi bolalarda nogahon o‘limga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o‘limi sabablari orasida pnevmoniya ulushi sun’iy oshirilgan. Bu holat pnevmoniyaning giperdiagnostikasi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sabab: shifokor bemor bolani sinchkovlik bilan tekshirmaydi, zarur laboratoriya va instrumental tekshiruvlar o‘tkazilmaydi.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Pnevmoniya – har doim ham asosiy sabab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Pnevmoniya ishonchli aniqlangan bo‘lsa ham, u doim o‘limning asosiy sababi (tanatogenez bo‘yicha uzoq sababi) bo‘lavermaydi.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Ko‘pchilik holatda (60-75%) pnevmoniya asosiy sabab emas, balki raqobatchi sabab, asorat yoki hamroh kasallik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Shifokorlar tibbiy hujjatlarda o‘lim sodir bo‘lish mexanizmi haqidagi ma’lumotni keltirishi lozim.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Ekspertizada ko‘rikdan tashqari gistologik, virusologik, bakteriologik tekshiruv o‘tkaziladi va yaqinlardan katamnestik ma’lumot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Pnevmoniya aniqlangan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 (uzoq) 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Hamma vaqt bo‘lavermaydi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Raqobatchi 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60–75 % holatda shu rolda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Asorat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Hamroh kasallik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Pnevmoniyaning o‘limdagi o‘rni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251, 251-252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go‘dak va pnevmoniya tashxisi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bolada pnevmoniya ishonchli aniqlangan, lekin o‘lim sababi noaniq. Savol: tanatogenez bo‘yicha asosiy sabab qanday topiladi?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pnevmoniya aniqlangani o‘lim sababi degani emas. U hamma vaqt ham asosiy (uzoq) sabab bo‘lavermaydi.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Ko‘pchilik holatda (60-75%) pnevmoniya asosiy sabab emas, balki raqobatchi sabab, asorat yoki hamroh kasallik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Ekspertizada tashqi va ichki ko‘rikdan tashqari gistologik, virusologik, bakteriologik tekshiruv, hujjatlar va katamnestik ma’lumot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251, 251-252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Go‘daklarning to‘satdan o‘lim sindromi (GTO‘S)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GTO‘S (inglizcha SIDS, sudden infant death syndrome) atamasi va ta’rifi 1969 yilda II Xalqaro konferensiyada qabul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1979 yilda GTO‘S kasalliklar, travma va o‘lim sabablarining xalqaro tasnifiga kiritilgan.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yoshgacha bolaning uyqudagi to‘satdan o‘limi: barcha tekshiruvdan keyin ham sabab aniqlanmasa, GTO‘S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 faqat o‘limga olib kelishi mumkin bo‘lgan boshqa holatlar (kasallik, travma) istisno qilingandan keyin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Atama qabul qilindi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Xalqaro tasnifga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1979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Yoshi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&lt; 1 yosh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GTO‘S: ta’rif tarixi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252, 253-254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GTO‘S gipotezalari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Hech bir gipoteza GTO‘Sning barcha holatlarini to‘liq tushuntirib bera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Respirator gipoteza: o‘lim markaziy, periferik yoki aralash apnoedan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Kardiogen gipoteza: repolyarizatsiya buzilishidan asistoliya rivojlanib, o‘lim yuz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GTO‘S gipotezalari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Yostiq, ko‘rpa nafas yo‘lini yopadi  ·  Ilgari surilgan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Allergik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Sigir suti oqsillariga reaksiya  ·  Ilgari surilgan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Timik / infeksion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Bez nafas yo‘lini siqadi  ·  Og‘ir infeksiya  ·  Ilgari surilgan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Respirator / kardiogen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Apnoe  ·  Repolyarizatsiya buzilishi  ·  So‘nggi davrda asosiy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Eski va so‘nggi gipotezalar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GTO‘S epidemiologiyasi va xavf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Go‘daklarning to‘satdan o‘limi sindromi (GTO‘S) ko‘rsatkichi turli mamlakatlarda 1000 tirik tug‘ilganga 0,5-2,8 oralig‘ida.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O‘zbekistonda masala yaxshi o‘rganilmagan. Tadqiqotlarda ko‘rsatkich 1,5 dan ortiq deb taxmin qilingan.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Ko‘proq 2-6 oylik, nimjon tug‘ilgan go‘daklarda, kuz-qish mavsumida va ertalabki soatlarda uchraydi.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Xavf omillari: qorni bilan yotqizish, isib ketish, zich yo‘rgaklash, yomon ijtimoiy sharoit. Ularni bartaraf etsa, xavf ancha kamayadi.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Dunyoda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0,5–2,8</a:t>
            </a:r>
            <a:r>
              <a:rPr sz="1100" b="0">
                <a:solidFill>
                  <a:srgbClr val="6B7280"/>
                </a:solidFill>
                <a:latin typeface="Calibri"/>
              </a:rPr>
              <a:t>  /1000 tirik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O‘zbekiston (taxmin)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&gt;1,5</a:t>
            </a:r>
            <a:r>
              <a:rPr sz="1100" b="0">
                <a:solidFill>
                  <a:srgbClr val="6B7280"/>
                </a:solidFill>
                <a:latin typeface="Calibri"/>
              </a:rPr>
              <a:t>  /1000 tirik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Ko‘proq yoshi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2–6 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Mavsum, vaqt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kuz-qish, ertalab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GTO‘S epidemiologiyasi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252, 252-253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GTO‘S diagnozi qachon qo‘yiladi? Javob: bir yoshgacha bolaning uyqudagi o‘limi, barcha tekshiruvdan keyin ham sabab topilmasa.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Mexanik, allergik, timik, infeksion gipotezalar? Javob: nafas teshiklari bekilishi, sigir suti allergiyasi, ayrisimon bez siqishi, og‘ir infeksiya.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Hozir qaysi gipotezalar asosiy? Javob: respirator (markaziy, periferik yoki aralash apnoe) va kardiogen (repolyarizatsiya buzilishi, asistoliya).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4-savol: Xavf omillari? Javob: qorni bilan yotqizish, isib ketish, zich yo‘rgaklash, ona chekishi, kuzatuv yo‘qligi, tug‘ruqlar orasidagi qisqa interval.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252, 252-253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GTO‘S da murda va mikroskopik topilmalar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ko‘rikda ko‘z va qovoq shilliq qavatida qon quyilishlar, murda dog‘lari ko‘p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to‘laqon, qon suyuq; plevra va epikard ostida mayda to‘q qizil qon quyilishlar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o‘pkada emfizema o‘choqlari atelektaz o‘choqlari bilan oralashib keladi.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Tekshiruv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Topilma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Ko‘z, qovoq shilliqida qon quyilish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Tashqi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Murda dog‘lari ko‘p va tez paydo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To‘laqonlik, suyuq qon, petexiyalar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Mikroskop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O‘pkada emfizema va atelektaz o‘choqlari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GTO‘S topilmalari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GTO‘S da diagnostik xatolar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GTO‘S tashxisi faqat o‘limga olib kelishi mumkin bo‘lgan boshqa holatlar (kasallik, travma) istisno qilingandan keyin qo‘yiladi.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GTO‘S gipodiagnostikasi mavjud: sababi xato belgilanadi, ba’zan nafas a’zolari kasalligi yoki mexanik asfiksiya deb yanglish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Yengil shamollashdan keyin o‘pkada o‘choqli kataral, seroz yallig‘lanish topiladi; u o‘limga yetarli emas, uni sabab deb yozish xato.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ichki a’zolar to‘laqonligi, suyuq qon va mayda qon quyilishlari tez o‘lim belgilari; mexanik asfiksiyada ham uchraydi, asfiksiya ≠ GTO‘S isboti.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go‘dak ona yonida topildi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emizayotgan ona uxlab qolgan, yonidagi go‘dak o‘lgan. Bunday tafsilot mexanik asfiksiyadan o‘limga shubha uyg‘otadi.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tekshiruvida ichki a’zolar to‘laqonligi, yurakda suyuq qon, visseral plevra va epikard ostida mayda qon quyilishlari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belgilar tez o‘limning umumiy ko‘rinishlari. Mexanik asfiksiyada ham, GTO‘S da ham uchraydi, shuning uchun faqat ular bilan sabab belgilab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voqea tafsilotiga ko‘r-ko‘rona ergashsak qanday xatoga yo‘l qo‘yamiz? Tibbiy hujjatlar va ota-onadan katamnestik ma’lumotlar nima uchun kerak?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254, 253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asosiy xulosalar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Nogahon o‘limda sud-tibbiy ekspertizaning asosiy maqsadi zo‘rakilik alomatlarini istisno qilish. Hodisa vaqti va joyi ham shubha uyg‘otadi.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Katta yoshdagilarda nogahon o‘limning 85-90% holatida yurak-qon tomir kasalliklari yetakchi. Ular orasida ateroskleroz va gipertonik kasallik asosiy o‘rinda.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Bolalarda nogahon o‘limning 90% ga yaqini o‘tkir respirator kasalliklardan. Spetsifik mikroskopik o‘zgarish faqat pnevmotsistali pnevmoniya, sitomegaliyada.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GTO‘S da mikroskopiya va laboratoriya o‘limga sabab bo‘ladigan jarohat yoki kasallikni ko‘rsatmaydi. Tashxis faqat boshqa sabablar istisno qilingach qo‘yiladi.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248, 249, 250-251, 253-254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Fakt: nogahon va to‘satdan o‘lim o‘rtasidagi farq shartli. Avval aniqlanmagan kasallikdan sog‘liq yomonlashib, 24 soat ichida o‘lim bo‘lsa «nogahon», kasallik ma’lum bo‘lsa «to‘satdan» deyilgan. Hozir ko‘p tadqiqotchi ikkalasini sinonim deb oladi.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(JRIMOS): nogahon o‘limga turtki bo‘luvchi omillar. J – jismoniy zo‘riqish, R – ruhiy zo‘riqish, I – isib ketish yoki sovuq qotish, M – meteorologik omillar, O – ovqat va suv rejimining buzilishi, S – spirtli ichimlik. Qisqartma o‘qitish uchun tuzilgan, ro‘yxat darslikdan olingan.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yurak-qon tomir kasalligidan nogahon o‘lgan murdada yaqqol miokard infarkti ko‘rinmasligi mumkin. Infarkt rivojlanishi uchun koronar qon aylanishi buzilgach kamida 12-24 soat kerak, nogahon o‘lim esa tezroq sodir bo‘ladi. Shuning uchun o‘choq aniq bo‘lmaganda ham ishemiya ehtimoli istisno qilinmaydi.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GTO‘S (go‘daklarning to‘satdan o‘lim sindromi) tez o‘lim belgilari bilan kechadi: ichki a’zolar to‘laqonligi, suyuq qon, epikard ostida mayda qon quyilishlar. Xuddi shu belgilar mexanik asfiksiyada ham topiladi. Shuning uchun faqat voqea tafsilotiga tayanib asfiksiya deyish xato.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Fakt: bolalar o‘limida pnevmoniya aniqlangan bo‘lsa ham, u har doim asosiy sabab emas. Ko‘pchilik holatda (60-75%) u raqobatchi sabab, asorat yoki hamroh kasallik bo‘lishi mumkin. Shu sababli pnevmoniyaning giperdiagnostikasi uchraydi.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Yurak-qon tomir kasalliklaridan to'satdan o'limni tekshirishning gistopatologik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9. Nozo‘raki o‘lim hollarida murda ekspertizasi (qisman mos)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