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yong‘inda topilgan murdada tiriklik belgisini aniqlash kerak? 2) Kuyish darajasi bilan maydoni bir narsami? Doskada: mavzuning uch tayanchini yozing — umumiy/mahalliy ta’sir, tiriklik belgisi, maydon. Tipik xato: talabalar maydon va darajani bir tushuncha deb o‘ylaydi.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Qaysi yo‘l issiqni eng ko‘p chiqaradi? 2) Nima uchun harorat chegarasi hayot uchun muhim? Doskada: 36-37°S me’yor va ikki chegara (22-25°S, 43-44°S) bilan sodda shkala chizing. Tipik xato: pastki va yuqori chegara raqamlarini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Umumiy va mahalliy ta’sirning asosiy farqi nima? 2) Sovuq qotish va sovuq urishda tana harorati qanday farq qiladi? Doskada: 2x2 jadvalni talabalar bilan birga to‘ldiring. Tipik xato: sovuq urish va sovuq qotishni bir holat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qaynoq suvda chuqur kuyish kam uchraydi? Doskada: harorat zinapoyasi. Tipik xato: kuyishning chuqurligini faqat haroratga bog‘lash; ta’sir davomi ham ahamiyatli.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bir yoshgacha bolalar issiq urishga o‘ta sezgir? 2) Havo o‘tkazmaydigan kiyim nima uchun xavfli? Doskada chizing: ‘ko‘p ishlab chiqarish — kam ajratish’ muvozanati va gemodinamika buzilishi zanjiri. Tipik xato: issiq urishni faqat quyoshli ochiq havoda bo‘ladi deb o‘ylash; u issiq sexda va mashq paytida ham rivojlanadi.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Qo‘zg‘alish davrida qaysi belgilar markaziy nerv tizimi, qaysilari yurak-qon tomir va nafas tizimi buzilishini ko‘rsatadi? 2) Holsizlik davri nega predagonal hisoblanadi? Doskada chizing: uch davr zanjirini harorat ko‘rsatkichlari bilan. Diqqat: o‘tkir va uzaytirilgan shaklni aralashtirmang — o‘tkirida davrlar ajratilmaydi, hush birdan yo‘qoladi.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Nima uchun murda tekshiruvi issiq va quyosh urishini bir-biridan ajratolmaydi? 2) Murda qotishi va dog‘lari qanday o‘zgaradi? Doskada chizing: jadvaldagi topilmalar ro‘yxatini. Tipik xato: quyosh urishida yuqori tana harorati xos deb o‘ylash; manbaga ko‘ra, salmoqli ko‘tarilish xos emas. Qo‘shimcha: puls dastlab tezlashib, keyin sekinlashadi.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murda tekshiruvida ikki holatni faqat morfologiya bilan ajratib bo‘lmaydi? 2) Anamnez (voqea tafsilotlari) nega muhim? Doskaga chizish: ikki ustunli ‘issiq urishi / quyosh urishi’ jadvali (sababi, harorat, murdada belgilar). Tipik xato: quyosh urishida ham tana harorati keskin ko‘tariladi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Kiyimi butun, lekin teri kuyganda qaysi manbani o‘ylaysiz? 2) Nega bir xil ta’sirda teri yupqa joylarda kuyish chuqurroq? Doskaga chizish: ‘manba → kuyish xususiyati’ (suyuqlik / alanga / qizigan jism) uch ustunli sxema. Tipik xato: issiq suyuqlik kuyishida soch va kiyim shikastlanadi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Murdada pufak tubidan qon chiqmasligi nimani anglatadi? 2) Qaysi darajalar chandiq qoldirmaydi? Doskaga chizish: teri qavatlari kesimi va unda I-IV daraja chuqurligini belgilash. Tipik xato: II darajada chandiq qoladi deb o‘ylash. Eslatma: III darajaning murdadagi belgisi jadvalda manbada alohida berilmaganligi sababli ko‘rsatilmadi.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daqiqa. Muhokama: nega bir jarohat sohasida bir nechta daraja uchraydi? Yuzaki (I-II) va chuqur (III-IV) kuyishni qanday farqlaysiz? Doskada: terining qatlamlarini chizib, har daraja nekrozi chuqurligini rangli bo‘rda belgilang. Diqqat: xato qilish xavfi - IV daraja barcha issiqlik manbalaridan emas, faqat alangadan hosil bo‘ladi. Tipik xato: III-A bilan III-B ni aralashtirish; III-B da epidermis va derma to‘liq nekrozga uchraydi.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kiyim ostidagi teri kuygan, kiyim butun bo‘lsa, qaysi manbani o‘ylaysiz va nima uchun? Yarada qurum topilishi nimani bildiradi? Doskada: ikki ustunli (suyuqlik va alanga) solishtirish jadvalini talabalar o‘zlari to‘ldirsin. Diqqat: issiq suyuqlik ≠ alanga - suyuqlikda soch va kiyim zararlanmaydi, alangada zararlanadi. Tipik xato: kiyim bilan yopiq soha kuymagan, shuning uchun manba suyuqlik emas, deb xulosa qilish; suyuqlik kiyim ostiga oqib kirishi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tamg‘asimon kuyishning shakli bo‘yicha jismni qanday aniqlash mumkin? Oqmalar pastga, alanga tillari yuqoriga yo‘nalishi jabrlanganning holati haqida nima deydi? Doskada: tana konturini chizib, oqmalar va alanga tillari yo‘nalishini strelkalar bilan ko‘rsating. Tipik xato: nafas yo‘llari kuyishini har qanday issiqlik manbaiga xos deb hisoblash; darslikka ko‘ra u bug‘ va issiq gazlar uchun xos.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daq. Muhokama: 1) Oqmalar yo‘nalishi nimani ko‘rsatadi? 2) Alanga tillari qaysi tomonga yo‘naladi? Doskada chizing: ikki ustunli taqqoslash jadvali (issiq suyuqlik va alanga) – soch/kiyim, shakl, chuqurlik, qurum. Tipik xato: kiyim butun bo‘lsa kuyish bo‘lmagan deb o‘ylash; suyuqlik kiyim ostiga oqib kiradi.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aniq emas, ‘taxminan’ deyiladi? 2) Old va orqa yuza birgalikda necha foiz bo‘ladi? Doskada chizing: odam silueti va unga 9% li bo‘laklar. Tipik xato: oraliq sohaning 1% ekanini unutish yoki old va orqa yuzani bitta 18%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Tezkor savol: 1) Qo‘l kafti tana yuzasining necha foizi? 2) 30% (10%) / II-III yozuvi nimani bildiradi? Doskada chizing: kasr shaklidagi diagnoz, suratda yuza, mahrajda daraja. Tipik xato: kasrda surat va mahrajni almashtirib qo‘yish; qavs ichida chuqurroq kuyish yuzasi ko‘rsatilishini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nega bir xil maydonda chuqurroq kuyishning chegarasi kichikroq? Nafas yo‘llari kuyishi qaysi omillar ta’siriga xos? Doskada: uchta chegarani (10%, 15%, 20%) darajalar bilan juftlab chizdiring. Tipik xato: foiz chegaralarini darajalar bilan almashtirib yuborish (masalan, 20% ni III darajaga bog‘lash). Diqqat: xavfli mezon yuzaga ham, chuqurlikka ham bog‘liq.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diagnozda faqat darajani yozish yetarli emas? Qavs ichidagi raqam nimani bildiradi? Doskada: ’30% (10%) / II-III’ kasrini chizib, har qismini izohlang. Tipik xato: surat va mahrajni almashtirish yoki qavs ichidagi raqamni umumiy yuza deb o‘ylash. Diqqat: qavs ichidagi raqam chuqurroq kuyish yuzasi, umumiy yuza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Iskandarov va G‘iyosov chegaralari nima uchun farq qiladi (hayotga to‘g‘ri kelmaslik va hayot uchun xavfli)? Doskada: raqamlar jadvali. Tipik xato: ikki darslik mezonlarini bir xil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qaysi davrda oqsil parchalanish mahsulotlari qonga so‘riladi? Septikotoksemiyada qanday asoratlar kuzatiladi (pnevmoniya, abssess, flegmona, pielonefrit, sepsis)? Doskada: to‘rt davrni strelkalar bilan chizib, har biriga asosiy xususiyatni yozdiring. Tipik xato: toksemiyani septikotoksemiya bilan adashtirish. Diqqat: toksemiya oqsil parchalanish mahsulotlaridan, septikotoksemiya kuyish sohasining yiringlashidan kelib chiqadi.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Savollarni og‘zaki bering, talabalar javobni daftarga yozsin. Muhokama: nima uchun maydon kuyish darajasi kabi muhim? Doskada: 4 daraja va 4 davrni ikki ustunda chizing. Tipik xato: I-II darajani chuqur, III-IV darajani yuzaki deb adashtirish (aslida aksincha), IV darajani istalgan manbadan deb o‘ylash (u faqat alangadan).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Talabalar juftlikda hisoblaydi. Muhokama: nima uchun maydonni “to‘qqizliklar” va “kaft” qoidalari bilan ikki usulda tekshirish foydali? Doskada: tana sxemasini chizib, sohalarga foiz yozing. Tipik xato: qo‘l 9% ekanini unutish yoki ikkala qo‘lni qo‘shib qo‘yish; kasrda surat va mahrajni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nima uchun faqat tashqi ko‘mirlanishga qarab hayotiylikni aytib bo‘lmaydi? Karboksigemoglobin uchun namuna qayerdan olinadi? Doskada: nafas yo‘llari bo‘ylab qurum izini sxema qilib chizing. Tipik xato: kuygan murdada qurum yo‘q yoki is gazi bor-yo‘qligiga qaramay, ko‘mirlanishni hayotiy ta’sir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daq. Muhokama: nega tekshiruv uchun qon yuza tomirdan emas, yurak kameralari va chuqur tomirlardan olinadi? Yong‘in o‘chog‘ida topilgan murdada HbCO 15% chiqsa, bu nimani anglatadi? Doskada chizing: 20% va 60% chegaralari bilan sodda shkala. Tipik xato: HbCO topilishining o‘zini hayotiylik isboti deb hisoblash, miqdorini hisobga olmaslik.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7-8 daq. Muhokama: “g‘oz panjasi” nega hosil bo‘ladi (qovoq burmalari tubiga alanga va qurum yetib bormaydi)? Qaysi belgilar tashqi, qaysi biri ichki tekshiruvda topiladi? Doskada chizing: yoyilgan qovoq terisida shikastlangan va shikastlanmagan sohalar ketma-ketligi. Tipik xato: faqat bitta belgiga tayanib xulosa chiqarish; belgilar majmuasi baholanadi.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daq. Muhokama: nega gematomaning shakli va qattiq pardaga birikishi uning kelib chiqishini ko‘rsatadi? Nima uchun yong‘indan keyingi murdada mikroskopik tekshiruv majburiy hisoblanadi? Doskada chizing: urchuqsimon va o‘roqsimon gematomaning kesmadagi shakli. Tipik xato: o‘limdan keyingi gematomani jarohat natijasi deb baholash (urchuqsimon ≠ o‘roqsimon).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Bokser pozasi nima uchun hosil bo‘ladi? 2) Nega go‘dak va kattalar murdasining yonish muddati bunchalik farq qiladi? Doskada: oqsil ivishi → mushak kaltalashishi → poza zanjirini chizing. Tipik xato: bokser pozasini tiriklikdagi himoya harakati deb o‘ylash; u murdadagi fizik-kimyoviy o‘zgarish. Kulni tekshirish tur, jins, yoshni aniqlash uchun kerak bo‘lishi mumkinligini eslating.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manbalar bunchalik farq qiladi? Doskada: uch ustun. Tipik xato: bitta raqamni mutlaq qabul qilish.</a:t>
            </a:r>
          </a:p>
          <a:p/>
          <a:p>
            <a:r>
              <a:t>Tekshirish kerak (manbada noaniq):</a:t>
            </a:r>
          </a:p>
          <a:p>
            <a:r>
              <a:t>- Muddatlar yonish sharoitiga bog‘liq; ekspert yonish muddatini keltirilgan sharoit bilan solishtiradi.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gistologiya doim yordam bera olmaydi? Doskada: daraxt. Tipik xato: faqat kuygan terining ko‘rinishiga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Qon HbCO uchun qayerdan olinadi (yurak kameralari, chuqur tomirlar)? 2) Nega faqat bitta belgiga tayanib bo‘lmaydi? Doskada: tirik / o‘limdan keyingi ustunli solishtirma jadval (qurum, HbCO, g‘oz panjasi, pufak oqsili). Tipik xato: murda ko‘mirlangan bo‘lsa, alanga tiriklikda ta’sir qilgan deb hisoblash. Qo‘shimcha: epidural gematoma o‘limdan keyin o‘roqsimon, travmadan urchuqsimon bo‘ladi (p. 190).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sovuq qotish faqat manfiy haroratda bo‘ladi degan fikr xato? 2) Mastlik holati sovuq qotishga qanday yordam beradi? Doskada: tashqi omillar va ichki omillar ikki ustuniga ajratib yozing. Tipik xato: sovuq suvdagi o‘lim muddatini havodagi bilan bir xil deb hisoblash. Tezkor savol: sovuq suvda o‘lim odatda qancha vaqtda sodir bo‘ladi?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8-10 daq. Muhokama: 1) Kompensatsiya bosqichida organizmda qanday o‘zgarishlar bo‘ladi (glikogen kamayishi, teri tomirlari torayishi)? 2) Dekompensatsiyada nega MNT (markaziy nerv tizimi) birinchi zarar ko‘radi? Doskada: harorat o‘qi bo‘yicha 3 bosqichni +30...+28°S va +25...+22°S belgilari bilan chizdiring. Tipik xato: umumiy sovuq qotish (butun tana) bilan mahalliy sovuq urish (tananing bir qismi) ni aralashtirish. Diqqat: ba’zan havo +10°S gacha bo‘lganda ham uzoq turilsa sovuq qotish rivojlanadi. Tezkor savol: tana harorati 1°S pasaysa biokimyoviy jarayonlar necha barobar sekinlashadi?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qor tagidagi muz qatlami sovuq qotishning ishonchli belgisi emas? 2) Murda dog‘lari rangi harorat bilan qanday bog‘liq? Doskada: 4 belgi va muallif nomlarini (Rayskiy, Puparev) juftlab yozdiring. Tipik xato: pushti-qizgish dog‘lar har doim bo‘ladi deb o‘ylash; musbat haroratda ko‘kimtir-binafsha bo‘lishi mumkin. Diqqat: qor tagidagi muz ≠ hayotiy belgi (sovub ulgurmagan murdada ham hosil bo‘ladi). Eslab qoling: Rayskiy — yuzdagi muz va qirov, Puparev — moyak.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Vishnevskiy dog‘lari nega tez o‘limda kam bo‘ladi? 2) Spirtli mastlikda qon va siydikdagi alkogol miqdori nega farq qilishi mumkin? Doskada: ichki a’zolar bo‘yicha 4 belgini muallif nomi bilan jadvalga yozdiring. Tipik xato: Vishnevskiy dog‘lari doim topiladi deb o‘ylash; ular 80-90% holatda uchraydi va bolalarda ko‘pincha bo‘lmaydi. Diqqat: Fabrikantov (buyrak jomi) ≠ Vishnevskiy (oshqozon, ba’zan o‘n ikki barmoqli ichak). Eslab qoling: oshqozon bo‘sh va kichik — Puxnarevich.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4-5 daq. Muhokama: 1) Dog‘lar nega tez o‘limda kam bo‘ladi? 2) Dog‘lar qanday hosil bo‘ladi (vegetativ nerv trofikasining buzilishi, qon tomir spazmi, gemorragik infarkt)? Doskada chizish: eponim belgilar ro‘yxati. Rayskiy – qosh-kiprikda qirov, burun-og‘izda muz sumalagi; Puparev – moyak qisqargan; Puxnarevich – oshqozon bo‘sh va kichik; Fabrikantov – buyrak jomida qon quyilish; Kasyanov – buyrak to‘g‘ri naychalari epiteliysida o‘zgarish. Talabalar belgi va muallifni juftlab aytsin. Tipik xato: Vishnevskiy dog‘lari yo‘qligini sovuq qotish bo‘lmaganligi deb hisoblash. Yana bir xato: nordon gematin tufayli dog‘ rangi qo‘ng‘ir bo‘lishini bilmaslik.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daq. Muhokama: 1) Muzlagan murdada topilgan yoriqlarni hayotiy jarohatdan qanday farqlaymiz? 2) Nega tez eritish xavfli? Doskada chizish: jadvalni daftarga ko‘chirtiring va kalla bo‘shlig‘ida miya muzlashi oqibatlarini strelkalar bilan chizdiring. Tipik xato: qor tagidagi muzni past haroratning hayotiy ta’siri uchun spetsifik belgi deb hisoblash. Yana bir xato: kalla suyagi sinishini doim zo‘ravonlik jarohati deb baholash. Eslatma: manbada muzlash yoriqlarini hayotiy shikastlardan farqlash zarurligi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6-8 daq. Javob yo‘nalishi: poza, qirov va muz sumalaklari, to‘laqonlik, qip-qizil qon, bo‘sh oshqozon, Vishnevskiy dog‘lari; manfiy haroratda murda dog‘lari pushti-qizg‘ish, +10°S gacha musbat haroratda ko‘kimtir-binafsha bo‘lishi mumkin. Muhokama: 1) Bir belgi yetarlimi yoki belgilar yig‘indisi kerakmi? 2) Mastlik talqinga qanday ta’sir qiladi? Doskada chizish: tashqi va ichki belgilar ustunli sxemasi. Tipik xato: faqat qor tagidagi muzga tayanib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(1) Yashirin davrda shikast nega ko‘rinmaydi? (2) II va III darajani pufak suyuqligi va tuzalish muddati bo‘yicha qanday farqlaymiz? Doskada: ikki davr va to‘rt daraja chizig‘ini vaqt o‘qida chizing. Tipik xato: sovuq urish (mahalliy) bilan sovuq qotishni (umumiy)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Voqea tahlili: qish kunida bir oyog‘i sovuq urgan jabrlanganning ikkinchi oyog‘ida ham o‘zgarish topildi — bu qaysi fenomen? Muhokama: hujjatda maydon va harorat pasayishi nega yozilishi shart? Doskada: og‘irlik mezonlarini daraja-foiz juftliklari ko‘rinishida yozing. Tipik xato: 10%, 15%, 20% raqamlarini darajalar bilan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(1) Yong‘indan topilgan murdada tiriklik belgilarini qaysi tartibda qidirasiz? (2) Nega qon namunasi yurak kameralari va chuqur tomirlardan olinadi? Doskada: 5 bosqichli algoritm (qurum, karboksigemoglobin, g‘oz panjasi, pufak oqsili, gistologiya) va 9% qoidasini chizing. Tipik xato: yuza tomirdagi karboksigemoglobinni hayotiylik isboti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Yuqori va past haroratdan yetkazilgan jarohatning tiriklikda yetkazilganligini, jarohat maydonini aniqlash.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 va o‘quv maqsadi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Yuqori va past harorat butun tanaga ta’sir qilsa issiq urish yoki sovuq qotish, tananing bir qismiga ta’sir qilsa kuyish yoki sovuq urish chiqaradi.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Yong‘indan keyin topilgan murdada alanga ta’siri tiriklikda bo‘lganmi yoki o‘limdan keyinmi — buni aniqlash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Kuyishni baholashda darajadan tashqari jarohat egallagan maydon ham muhim. U “to‘qqizliklar” va “kaft” qoidasi bilan taxminan topiladi.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Past harorat ta’sirining tiriklikdagi belgilari ham bor: “sovuq qotgan odam pozasi” va oshqozondagi qon quyilishlar (Vishnevskiy dog‘lari).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183, 188, 186-187, 192-193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Tana harorati me’yori va issiqlik ajralishi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Me’yorda tana harorati 36-37°S; issiqlik hosil bo‘lishi va ajralishi boshqarib turiladi.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22-25°S dan past yoki 43-44°S dan baland bo‘lsa, to‘qimada hayotga mos kelmaydigan o‘zgarish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Ortiqcha issiqning eng katta qismi nurlanish bilan, keyin ter va o‘tkazish orqali chiqariladi.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Nurlanish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Ter bilan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O‘tkazish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Turli ajratmalar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Issiqlik ajralish yo‘llari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Harorat ta’sirining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ta’sir butun organizmga tegadi: issiq urish yoki tananing sovuq qotishi rivojlanadi.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Mahalliy ta’sir tananing bir qismida kuyish yoki sovuq urish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sovuq urishda tana harorati umuman me’yorda bo‘ladi, sovuq qotishda esa pasayadi.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Yuqori harorat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Umumiy: Issiq urish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Mahalliy: Termik kuyish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Past harorat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Umumiy: Sovuq qotish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Mahalliy: Sovuq urish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Umumiy va mahalliy ta’sir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183, 195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Tana harorati chegaralari (Iskandarov)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Organizm tana haroratini 36-37°S da ushlab turadi; hayotiy jarayonlar +22°S dan +42-43°S gacha chegarada kechadi.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To‘qima harorati +45-47°S dan ko‘tarilsa, oqsillar ivib, fermentlar aktivligi yo‘qoladi va qaytmas o‘zgarishlar tufayli o‘lim sodir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Teri harorati +45-50°S dan oshganda termik kuyish kuzatiladi; chuqurligi agent harorati, ta’sir davomi va to‘qima xususiyatiga bog‘liq.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Qaynoq suvda IV-darajali kuyish kuzatilmaydi: suv harorati +100°S dan oshmaydi va kiyim-tanaga tekkanda tez soviydi.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Me’yoriy tana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36–37</a:t>
            </a:r>
            <a:r>
              <a:rPr sz="1500" b="0">
                <a:solidFill>
                  <a:srgbClr val="6B7280"/>
                </a:solidFill>
                <a:latin typeface="Calibri"/>
              </a:rPr>
              <a:t>  °S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Hayotiy chegara (past)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+22</a:t>
            </a:r>
            <a:r>
              <a:rPr sz="1500" b="0">
                <a:solidFill>
                  <a:srgbClr val="6B7280"/>
                </a:solidFill>
                <a:latin typeface="Calibri"/>
              </a:rPr>
              <a:t>  °S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Hayotiy chegara (yuqori)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+42–43</a:t>
            </a:r>
            <a:r>
              <a:rPr sz="1500" b="0">
                <a:solidFill>
                  <a:srgbClr val="6B7280"/>
                </a:solidFill>
                <a:latin typeface="Calibri"/>
              </a:rPr>
              <a:t>  °S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Qaytmas o‘zgarish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+45–47</a:t>
            </a:r>
            <a:r>
              <a:rPr sz="1500" b="0">
                <a:solidFill>
                  <a:srgbClr val="6B7280"/>
                </a:solidFill>
                <a:latin typeface="Calibri"/>
              </a:rPr>
              <a:t>  °S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Termik kuyish (teri)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+45–50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Qaynoq suv, eng yuqori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+100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Harorat chegaralari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235, 242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Issiq urish: sabablar va mexanizm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 urish issiqlik ko‘p ishlab chiqarilib, kam ajratilganda yuzaga keladi: issiq va nam havo, shamolsizlik, issiq sex, og‘ir jismoniy 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Havo o‘tkazmaydigan kiyim, yurak-qon tomir kasalligi, semizlik va keksalik moyillikni oshiradi. Bir yoshgacha bolalar o‘ta sezgir.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Asosiy mexanizm — gemodinamika buzilishi: qon quyuqlashadi, aylanish sustlashadi, to‘qima gipertermiyasi kuchayib, gipoksiya rivojlanadi.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Stress reaksiyasida katexolaminlar va glyukokortikoidlar ajraladi. Mikrotsirkulyatsiyada staz va qon tomir o‘tkazuvchanligi buziladi.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Issiq urishning o‘tkir va uzaytirilgan shakli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O‘tkir shakl: o‘rganmagan organizmda birdan hush yo‘qolib, koma rivojlanadi va qisqa muddatda o‘lim sodir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Uzaytirilgan shakl sekin kechadi, og‘irlik asta-sekin oshadi; uchta davr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Tana harorati 42-43°S dan oshganda nafas olishning birlamchi to‘xtashidan o‘lim sodir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MNT susayishi (latent davr)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Qo‘zg‘alish: bezovtalik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Holsizlik: koma, talvasa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Harorat 41-42°S dan baland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&gt;42-43°S: nafas to‘xtashi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 davr (MNT — markaziy nerv tizimi)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183-184, 184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Quyosh urishi va murdadagi o‘zgarishlar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Uzoq quyosh nuri boshga tushganda markaziy nerv tizimi buziladi: bosh og‘rig‘i, hush xiralashuvi.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Tana harorati salmoqli ko‘tarilmaydi; terida I darajali kuyish (eritema)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Issiq va quyosh urishidan o‘lganda morfologik o‘zgarishlar o‘xshash, spetsifik belgi yo‘q.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Murdadagi topilmalar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 miya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To‘laqonlik, shish, mayda qon quyilish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Ichki a’zolar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To‘laqonlik, seroz osti qon quyilish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Yurak, o‘pka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Quyuq qon; o‘pka qo‘ng‘ir tusda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Murda qotishi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Tez va kuchli; dog‘lar kech, oz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Murdadagi topilmalar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issiq urishi va quyosh urishi bir-biridan nimasi bilan farq qiladi va murdada ularni ajratish mumkinmi?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 urishida issiqlik ko‘p ishlab chiqariladi va kam ajratiladi. Quyosh urishi esa bosh kiyimsiz, quyosh nurlari ostida boshning qizishidan kelib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Quyosh urishida tana haroratining salmoqli ko‘tarilishi xos emas. Terida I darajali kuyish belgilari (eritema)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issiq urishi ≠ quyosh urishi, lekin murdada o‘zgarishlar o‘xshash va spetsifik emas: miya to‘laqonligi, murda qotishi tez va kuchli, dog‘lar kech va oz.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183-184, 184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Termik kuyish: manbalar va chuqurlik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Teri va ostidagi to‘qimalarda harorat 45-50°S dan oshsa, termik kuyish boshlanadi. Chuqurlik manba turi, harorati, ta’sir davomiyligi va sohaga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Manbalar: alanga, smola, napalm, bitum, 60°S dan issiq suv, qaynoq bug‘, gaz, qizdirilgan jism. Teri yupqa sohalarda kuyish chuqurroq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 suyuqlikda soch va kiyim shikastlanmaydi, kuyish yuzaki, oqma shaklida. Alangada soch va kiyim shikastlanadi, kuyish chuqur, yarada qurum izlari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IV darajali kuyish faqat alanga ta’sirida bo‘ladi. Nafas yo‘llarining kuyishi esa bug‘ va issiq gazlarga xos.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185, 186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darajalari: solishtirma jadval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 va II daraja yuzaki, III va IV daraja chuqur kuyish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jarohatda ko‘pincha turli darajalar birga uchraydi (masalan, I-II yoki II-III).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III-A da nekroz yuza qavatda, III-V da epidermis va dermaning to‘liq nekrozi.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Kuyish darajalari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Eritema, shish, og‘riq; 3-4 kunda izsiz  ·  Ko‘pincha aniqlanmaydi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Seroz pufak; 10-20 kunda chandiqsiz  ·  Pufak tubi qo‘ng‘ir, zich; qon chiqmaydi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III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Nekroz, strup; 2-3 haftada granulyatsiya  ·  Manbada alohida ko‘rsatilmagan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Teri va chuqur to‘qimalar nekrozi  ·  Faqat alangadan hosil bo‘ladi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Kuyish darajalari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III-IV darajali kuyish va asoratlari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III darajada nekroz bo‘ladi: III-A da yuzaki qavatda, III-B da epidermis va dermaning to‘liq nekrozi.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IV darajada teri bilan mushak, boylam, suyak nekrozga uchraydi. Bu daraja faqat alanga ta’sirida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Chuqur kuyish ko‘pincha yiringlaydi, sekin tuzaladi va bo‘g‘imlarni cheklovchi qo‘pol chandiq qoldiradi.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III-IV daraja, aralash kuyish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III-A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Epidermis va dermaning yuzaki nekrozi  ·  2-3 haftada granulyatsiya, so‘ng chandiq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III-B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Epidermis va dermaning to‘liq nekrozi  ·  Strup, so‘ng chandiq qoladi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Teri, mushak, boylam, suyak nekrozi  ·  Faqat alanga ta’sirida bo‘ladi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Aralash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Bir jarohatda turli darajalar  ·  Aksariyat holatda uchraydi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III-IV daraja, aralash kuyish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185, 185-186, 186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manbasini aniqlash: suyuqlik va alanga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Termik kuyishning xususiyatlariga qarab yuqori harorat manbaini aniqlash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Issiq suyuqlik va alanga kuyishi soch, kiyim, jarohat shakli va chuqurligi bilan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Alanga kuyishida yarada qurum izlari topilishi manbani aniqlashda alohida ahamiyatga ega.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Issiq suyuqlik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Soch va kiyim: Shikastlanmaydi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Jarohat shakli: Oqmalar shaklida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Chuqurlik: Termik kuyish yuzaki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Qo‘shimcha: Kiyim ostiga suyuqlik oqib kirishi mumkin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Alanga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Soch va kiyim: Shikastlanadi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Jarohat shakli: Tilsimon shaklda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Chuqurlik: Chuqur kuyish xos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Qo‘shimcha: Kuyish yarasida qurum izlari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Issiq suyuqlik va alanga (A vs B)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Qizigan jism, bug‘ va hodisa paytidagi holat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Qizdirilgan jism chuqur, yuzasi cheklangan kuyish beradi; shakl va o‘lcham jism kontakt yuzasiga mos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 yo‘llarining kuyishi faqat bug‘ va issiq gazlar ta’siri uchun xos jarohatdir.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Kuyish yaralarining joylashuviga qarab jabrlanganning hodisa paytidagi holati haqida fikr bildirish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Manba, belgi va yo‘nalish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Qizdirilgan jism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Tamg‘asimon (bosma) kuyish  ·  Shakl kontakt yuzasiga mos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Bug‘, issiq gazlar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Nafas yo‘llarining kuyishi  ·  Faqat shu ta’sirga xos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Issiq suyuqlik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Oqmalar pastga yo‘nalgan  ·  Past joylashgan sohalar tomon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Alanga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“Alanga tillari” yuqoriga  ·  Yuqori joylashgan sohalar tomon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Manba, belgi va yo‘nalish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kuyish manbasini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kuyish yuzaki, oqmalar shaklida; soch va kiyim shikastlanmagan, lekin kiyim bilan yopiq teri ham kuygan.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 suyuqlik kiyim ostiga oqib kirishi mumkin. Oqmalar tananing past joylashgan sohalariga qarab yo‘naladi.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Alangadan kuyishda soch va kiyim shikastlanadi, yara tilsimon, chuqur bo‘ladi va qurum izi topiladi.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belgilarga ko‘ra kuyish qaysi manbadan va jabrlangan hodisa paytida qanday holatda bo‘lgan?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maydoni: to‘qqizliklar qoidasi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To‘qqizliklar qoidasi (A. Wallace, 1951) kuyish maydonini taxminan aniqlaydi.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Oraliq soha tana yuzasining 1% ini egallaydi.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baholashda kuyish darajasidan tashqari, jarohat egallagan maydon ham muhim.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Bosh va bo‘yin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Qo‘l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Tana old va orqa yuzasi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har biri 18%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Son; boldir va tovon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har biri 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Tana yuzasi ulushlari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186-187, 187, 186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Kaft qoidasi va maxsus jadvallar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Kaft qoidasi: jabrlanganning qo‘l kafti yuzasi tananing umumiy yuzasining taxminan 1% ini tashkil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Kuyish maydonini aniqlash uchun maxsus jadvallar ham bor; ular yordamida kuyish yuzasi aniqroq belgilanadi.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 uchun xavfli: 10% dan ortiq III-IV daraja, 15% dan ortiq III daraja yoki 20% dan ortiq II daraja kuyish.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Diagnozda kuyish kasr shaklida yoziladi: suratda yuza, mahrajda daraja. Masalan: 10% / II yoki 30% (10%) / II-III.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187, 188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 uchun xavfli kuyish mezonlari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Kuyishning hayot uchun xavfliligi uning darajasi va tana yuzasining qancha qismini egallashiga qarab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Kuyish kasalligi rivojlansa, kichikroq yuzadagi kuyish ham hayotga tahdid soladi.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 yo‘llari kuyishi shish va ovoz yorig‘ining torayishi bilan kechsa, hayot uchun xavfli.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III-IV daraja kuyish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&gt;10</a:t>
            </a:r>
            <a:r>
              <a:rPr sz="1500" b="0">
                <a:solidFill>
                  <a:srgbClr val="6B7280"/>
                </a:solidFill>
                <a:latin typeface="Calibri"/>
              </a:rPr>
              <a:t>  % yuza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III daraja kuyish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&gt;15</a:t>
            </a:r>
            <a:r>
              <a:rPr sz="1500" b="0">
                <a:solidFill>
                  <a:srgbClr val="6B7280"/>
                </a:solidFill>
                <a:latin typeface="Calibri"/>
              </a:rPr>
              <a:t>  % yuza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II daraja kuyish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&gt;20</a:t>
            </a:r>
            <a:r>
              <a:rPr sz="1500" b="0">
                <a:solidFill>
                  <a:srgbClr val="6B7280"/>
                </a:solidFill>
                <a:latin typeface="Calibri"/>
              </a:rPr>
              <a:t>  % yuza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Nafas yo‘llari kuyishi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shish, torayish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Hayot uchun xavfli kuyish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187-188, 187, 188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Diagnozda kuyishni kasr shaklida yozish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Shifokor kuyish darajalarini va har bir daraja egallagan yuzani imkon qadar to‘liq ko‘rsatishi lozim.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Diagnozda kuyish kasr shaklida yoziladi: suratda kuyish yuzasi, mahrajda kuyish darajalari.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Misollar: 10% / II yoki 30% (10%) / II-III. Qavs ichida chuqurroq kuyish yuzasi ko‘rsatiladi.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Surat (tepada)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kuyish yuzasi, foizda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Mahraj (pastda)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kuyish darajalari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Qavs ichida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chuqurroq kuyish yuzasi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Kasr yozuvi tuzilishi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maydoni va prognoz (Iskandarov)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Tananing 5% idan kam yuzasini egallagan I-II darajali kuyish odatda o‘limga olib kelmaydi.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Tana yuzasining 25% dan ko‘pida keng chuqur kuyishda zamonaviy davoda ham 80-85% jabrlanuvchi o‘lishi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Ko‘pchilik klinitsistlarga ko‘ra tana yuzasining 45-50% i chuqur kuyganda jarohat hayot uchun to‘g‘ri kelmaydi.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Kuyish kasalligi II-IV darajali kuyish tananing 10-15% idan ko‘p yoki I darajali kuyish 50% ni egallaganda rivojlanadi; toksemiya 8-10 kun davom etadi.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I-II daraja, o‘limsiz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&lt;5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Keng chuqur kuyish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&gt;25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O‘lim ehtimoli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80–85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Hayotga mos kelmaydi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45–50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Kuyish kasalligi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10–15 dan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Toksemiya davri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8–10</a:t>
            </a:r>
            <a:r>
              <a:rPr sz="1500" b="0">
                <a:solidFill>
                  <a:srgbClr val="6B7280"/>
                </a:solidFill>
                <a:latin typeface="Calibri"/>
              </a:rPr>
              <a:t>  kun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Maydon va oqibat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239, 237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kasalligi va uning to‘rt davri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 daraja 50% dan, II-IV daraja 10-15% dan ortiq yuzani egallab, o‘lim darhol bo‘lmasa, kuyish kasalligi rivojlanadi.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 yo‘llari kuyishi va is gazi ta’siri qo‘shilsa, o‘lim ehtimoli ikki va undan ko‘p marta ortadi.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Bolalarda kuyish kasalligi og‘irroq kechadi; keksalarda hamroh kasalliklar kechuvni og‘irlashtiradi.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Shok: odatda 1 sutkagacha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Toksemiya: 1-2 hafta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Septikotoksemiya: yiringlash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Rekonvalessensiya: tiklanish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Kuyish kasalligi davrlari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2: kuyish darajasi va maydoni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termik kuyish nechta darajaga bo‘linadi va qaysi daraja faqat alanga ta’sirida bo‘ladi? Javob: to‘rtta; IV daraja faqat alangadan.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“to‘qqizliklar qoidasi”da bosh va bo‘yin hamda tananing old yuzasi necha foizni egallaydi? Javob: 9% va 18%.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“qo‘l kafti qoidasi”ga ko‘ra kaft tana yuzasining qancha qismiga teng? Javob: taxminan 1%.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kuyish kasalligining to‘rt davrini ayting. Javob: shok, toksemiya, septikotoksemiya va rekonvalessensiya.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185-186, 187, 188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kuyish maydonini hisoblash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 (o‘quv misoli): yong‘indan chiqarilgan jabrlanganda bosh-bo‘yin, tananing old yuzasi va bir qo‘lda III darajali kuyish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To‘qqizliklar qoidasi bo‘yicha: bosh va bo‘yin 9%, old yuza 18%, qo‘l 9%. Jami: 9 + 18 + 9 = 36%.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Tananing 15%dan ortiq yuzasining III darajali kuyishi hayot uchun xavfli jarohatlar qatoriga kiritilgan.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holat og‘irlik mezoniga to‘g‘ri keladimi? Diagnozni kasr shaklida yozing: suratda maydon, mahrajda daraja.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186-187, 187, 188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Alanga ta’siri hayotiyligi: muammo va qurum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Yong‘inda jabrlanganlar ko‘pincha is gazidan zaharlanib o‘ladi, murda esa o‘limdan keyin alanga ta’sirida ko‘mirlanadi.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Nafas yo‘llari, qizilo‘ngach va oshqozonda qurum bo‘lishi alanga hayot paytida ta’sir qilganini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Qurum peshona va asos suyaklari bo‘shliqlarida, qon tomirlarda, leykotsit sitoplazmasida va jigar Kupfer hujayralarida ham topilishi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o‘limdan keyingi alangada karboksigemoglobin 20%dan oshmaydi, tirik paytdagi ta’sirda esa 60% gacha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Karboksigemoglobin: tirik va o‘limdan keyingi ta’sir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Qonda karboksigemoglobin (HbCO) va mushakda karboksimioglobin aniqlanishi alanga hayotiy ta’sirining belgisidir.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yurak kameralari va chuqur tomirlardan, mushak namunasi chuqur mushaklardan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o‘limdan keyin ham yuza tomirlarda HbCO topilishi mumkin, shuning uchun uning miqdoriga qarang.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Hayotiy ta’sir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HbCO konsentratsiyasi: 60% gacha bo‘lishi mumkin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 olinadigan joy: Yurak kameralari, chuqur tomirlar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O‘limdan keyin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HbCO konsentratsiyasi: 20% dan oshmaydi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 olinadigan joy: Yuza tomirlarda ham topilishi mumkin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HbCO: tirik va o‘limdan keyin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“G‘oz panjasi” va boshqa hayotiylik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Hayotiy ta’sirda ko‘z olmalari odatda shikastlanmaydi. Qovoq burmasi yuqorisida kuyish va qurum bor, tubida yo‘q; teri yoyilganda «g‘oz panjasi» ko‘rinadi.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Nafas yo‘llari, qizilo‘ngach va oshqozonda qurum bo‘lishi hamda nafas yo‘llarining kuyishi alanga tiriklikda ta’sir qilganini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Yurak va tomirlarda ko‘p ivigan qon, shikastlangan sohadagi arterial tromblar va o‘pka tomirlarining yog‘ emboliyasi ham tiriklik belgilaridir.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Hayotiy kuyish pufaklarida oqsil miqdori o‘limdan keyin hosil bo‘lgan pufaklarga nisbatan ikki barobar ko‘p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Epidural gematoma va gistologik tekshiruv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Yong‘indan keyin topilgan murdada epidural gematoma bo‘lishi mumkin; uning kelib chiqishini farqlash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Hayotiylikni aniqlashda tashqi jarohatlar va ichki a’zolarning gistologik natijalari muhim o‘rin tutadi.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Shuning uchun teri, yumshoq to‘qimalar va ichki a’zolarning mikroskopik tekshiruvi o‘tkazilishi zarur.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Travmatik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Shakli: Urchuqsimon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Qattiq pardaga: Birikkan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Alanga ta’siri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Shakli: O‘roqsimon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Qattiq pardaga: Birikmagan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Epidural gematomani farqlash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Bokser pozasi va murdaning yonish muddati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Alanga ta’sirida murdada namlik bug‘lanadi, oqsillar ivib, mushaklar zichlashib, kaltalashadi.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qo‘l-oyoqlar bukilib, “bokser pozasi” hosil bo‘ladi (tananing to‘liq ko‘mirlanishida).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Teri qoplami ham zichlashadi. Tananing turli sohalariga ta’sir har xil bo‘lsa, terida darz va yoriqlar paydo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Go‘dak murdasi 2-3 soatda yonib kulga aylanadi, kattalarniki taxminan 20 soatda. Krematoriyda gazda bir soatdan kam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190, 191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Murdaning yonish muddati: manbalar farqi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yonish muddati manbalarda turlicha: Ignatovskiy (1910) 40-50 soat, Rayskiy (1953) 10-20 soat.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G‘iyosov: go‘dak murdasi 2-3 soatda yonib kulga aylanadi, kattalarniki taxminan 20 soatda, krematoriyda gazda bir soatdan kam.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Iskandarov: maxsus tekshiruvda katta odam murdasi 4-4,5 soatda yonib bo‘lgan; krematoriyda 1 soatdan kam.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Muddatlar yonish sharoitiga bog‘liq; ekspert yonish muddatini keltirilgan sharoit bilan solishtiradi.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Eski ma’lumotlar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Ignatovskiy (1910): 40–50 soat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Rayskiy (1953): 10–20 soat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G‘iyosov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Go‘dak: 2–3 soat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Kattalar: ≈20 soat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Krematoriy: &lt;1 soat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Iskandarov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Katta odam: 4–4,5 soat (tajriba)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Krematoriy: &lt;1 soat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Yonish muddati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245, 246; G‘iyosov Z.A., Sud tibbiyoti: darslik, betlar: 191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Kuyishning tiriklik belgilari (Iskandarov)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Yong‘in o‘chog‘ida tiriklikning aniq belgisi: qonda karboksigemoglobin va nafas yo‘llari, qizilo‘ngach, oshqozonda qurum.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Tiriklikda qurum eng kichik bronx va alveolalarda, ba’zan peshona bo‘shlig‘ida, yurak-tomirlarda va jigar Kupfer hujayralarida topiladi.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Nafas yo‘llari shilliq pardasida to‘laqonlik, shish, qon quyilish va oqimtir nekroz o‘choqlari; yuz burmalarida jarohatlanmaslik ham belgi.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Tiriklikdagi kuyish pufakchasida umumiy oqsil 4,2-4,9% bo‘lib, o‘limdan keyingi pufakchadagi oqsildan taxminan 2 marta ko‘p.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Kuyish: tiriklik belgilari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Qonda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Karboksigemoglobin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Nafas yo‘llarida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Qurum (bronx, alveola gacha)  ·  To‘laqonlik, shish, nekroz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Hazm yo‘lida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Qizilo‘ngach, oshqozonda qurum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Terida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Yuz burmalari jarohatlanmagan  ·  Pufakcha oqsili 4,2–4,9%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O‘pkada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Yog‘ emboliyasi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Hayotiylik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243, 244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yong‘indan keyin topilgan murda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yong‘in o‘chog‘idan ko‘mirlangan murda topildi. Yong‘inda o‘lim ko‘pincha is gazidan zaharlanishdan bo‘ladi, murda esa keyin ko‘mirlanadi.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Nafas yo‘llari, qizilo‘ngach, oshqozonda qurum bo‘lsa, alanga hayot paytida ta’sir qilgan. Qurum qon tomirlar va leykotsitlarda ham topilishi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o‘limdan keyingi alangada ham yuza tomirlarda karboksigemoglobin (HbCO) bo‘ladi, lekin 20% dan oshmaydi. Tiriklikda u 60% gacha yetadi.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Qovoq terisida “g‘oz panjasi”, kuyish pufaklarida oqsilning ikki barobar ko‘pligi ham tiriklikdagi ta’sirni ko‘rsatadi. Savol: qaysi belgilarni izlaysiz?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188-189, 189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Past harorat: omillar va umumiy ta’sir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Past harorat ta’sirini sovuq, yuqori namlik va shamol kuchaytiradi. Deyarli barcha holatlarda bu baxtsiz hodisa oqibatida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Moyillik yaratadi: mavsumga mos bo‘lmagan kiyim, charchoq, ochlik, kasallik, harakatsizlik, mastlik. Bolalar va keksalar ayniqsa sezgir.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Uzoq qolinsa, sovuq qotish havo harorati +10°S gacha bo‘lganda ham rivojlanishi mumkin. Alkogol teri tomirlarini kengaytirib, issiqlik yo‘qotishni oshiradi.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Havoda o‘lim odatda bir necha soatda, sovuq suvda esa 1-1,5 soatda sodir bo‘ladi. To‘satdan tushganda qon tomir kollapsi yoki shokdan ham o‘lish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Sovuq qotish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 organizm modda almashinuvini kuchaytirib, tana haroratini normada ushlab turishga harakat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Harorat +30...+28°S ga tushadi; har 1°S pasayish biokimyoviy jarayonlarni taxminan 2 barobar sekinlatadi.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Yakuniy bosqichda (+25...+22°S) o‘lim ko‘pincha nafas olishning birlamchi to‘xtashidan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Kompensatsiya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Dekompensatsiya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+30...+28°S: po‘stloq buziladi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+25...+22°S: yakuniy bosqich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5. O‘lim: nafas to‘xtashi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Sovuq qotish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191-192, 192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Sovuq qotishning tashqi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Poza issiqlik ajratuvchi yuzani kamaytiradi; kuchli mastlikda bu poza bo‘lmasligi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Qor tagidagi muz qatlami spetsifik emas: sovub ulgurmagan murda qorga qo‘yilsa ham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Musbat haroratda (+10°S gacha) dog‘lar ko‘kimtir-binafsha: to‘qimalar kislorodni sarflab ulguradi.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Tashqi belgilar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Sovuq qotgan odam pozasi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Qo‘l ko‘krakka, oyoq qoringa bukilgan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Rayskiy belgilari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Og‘iz-burunda muz, kiprikda qirov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Puparev belgisi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Moyak qisqargan, yorg‘oq tortilgan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Murda dog‘lari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Manfiy haroratda pushti-qizgish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Tashqi belgilar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192, 192-193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Ichki belgilar va Vishnevskiy dog‘lari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Vishnevskiy dog‘lari o‘lim holatlarining 80-90%ida uchraydi, 6-9 oydan keyin ham topilishi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 tez bo‘lsa dog‘lar kam yoki yo‘q (bolalarda ko‘pincha yo‘q); bir necha soatdan keyin bo‘lsa, ko‘p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Kasyanov belgisi — buyrak to‘g‘ri naychalari epiteliysi o‘zgarishi; gistokimyoda glikogen yo‘qoladi.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Ichki belgilar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Qon va a’zolar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To‘laqonlik, qip-qizil laxtali qon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Puxnarevich belgisi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Oshqozon bo‘sh, o‘lchami kichik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Fabrikantov belgisi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Buyrak jomida mayda qon quyilishlar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Vishnevskiy dog‘lari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Oshqozon shilliq qavatida, 0,5 sm gacha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Ichki belgilar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193, 193-194, 194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3: sovuq qotish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sovuq qotishdan o‘lganlarda oshqozon shilliq qavatidagi mayda qon quyilishlar kimning nomi bilan ataladi va qancha holatda uchraydi?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S.M.Vishnevskiy dog‘lari. Ular sovuq qotishdan o‘lim holatlarining 80-90%ida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Dog‘lar shilliq qavat burmalari tepasida, diametri 0,5 sm gacha. Pichoq orqasi yoki suv oqimi bilan oson olinadi, o‘limdan 6-9 oy keyin ham topilishi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O‘lim tez sodir bo‘lsa dog‘lar juda kam yoki umuman bo‘lmasligi mumkin; kichik bolalarda ular ko‘pincha kuzatilmaydi.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Murdaning muzlashi va hayotiy belgilardan farqi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Muzlaganda miya va parenximatoz a’zolar hajmi kattalashadi; ko‘krak va qorin bo‘shlig‘ida jiddiy o‘zgarish bo‘lmaydi.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Kallada miya muzlashi suyak sinishi, choklar ajralishi va yumshoq to‘qima ichkaridan yorilishiga olib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Eritish bir necha kun oladi; iliq havo yoki +50°S gacha suv ishlatilsa, gemoliz va imbibitsiya kuchli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Tiriklikda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Kelib chiqishi: Tirik odamga past harorat ta’siri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Mikroskopiya: Spazm, shish, mayda qon quyilishlar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Qor tagidagi muz: Qor eriydi, keyin muz qatlami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O‘limdan so‘ng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Kelib chiqishi: Sababidan qat’i nazar, minus harorat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Mikroskopiya: Ko‘p mayda yoriq, epidermis ajralishi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Qor tagidagi muz: Sovumagan murdada ham paydo bo‘ladi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Tiriklik va muzlash farqi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194, 194-195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sovuq qotishdan o‘lim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ochiq joyda topilgan murda qo‘llari ko‘krakka, oyoqlari qorniga bukilgan. Qosh-kipriklarda qirov, burun atrofida muz sumalaklari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Ichki tekshiruvda: a’zolar to‘laqon, chap yurak va aortada qip-qizil laxtali qon, oshqozon bo‘sh, shilliq qavatida mayda qon quyilishlar.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qaysi belgilar past haroratning hayotiy ta’sirini ko‘rsatadi va murda dog‘lari qanday rangda bo‘lishi kutiladi?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qor tagidagi muz spetsifik emas, kuchli mastlikda esa “sovuq qotgan odam pozasi” bo‘lmasligi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192, 193, 192-193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Sovuq urish va uning darajalari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Yashirin davr to‘qimada harorat pasaygan vaqtga to‘g‘ri keladi; reaktiv davr isishdan keyin boshlanadi.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Reaktiv davrda shikast chuqurligiga qarab sovuq urishning to‘rt darajasi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 va II daraja tuzalgach, shikast joyi uzoq vaqt sovuqqa o‘ta sezgir bo‘lib qoladi.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Sovuq urish darajalari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Teri qizg‘ish-ko‘kimtir, biroz shishgan  ·  3-7 kunda o‘tadi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Tiniq suyuqlikli pufaklar  ·  10-20 kun, chandiqsiz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III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Teri nekrozi, gemorragik pufaklar  ·  1-2 oy yoki ko‘proq, chandiq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Suyakkacha nekroz, demarkatsion hoshiya  ·  Haftalar-oylardan so‘ng, chandiq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Sovuq urish darajalari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Sovuq urish: maydon, og‘irlik va reperkussiya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Sovuq urish ko‘pincha baxtsiz hodisa bo‘lib, qo‘l-oyoq uchlari, quloq, burun, yonoqda uchraydi. Tovonda I barmoq, kaftda III-IV barmoq ko‘proq shikastlanadi.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Reperkussiya fenomeni: bir qo‘l yoki oyoq sovuq urganda, ta’sir etmagan qarama-qarshi tomonda ham mahalliy o‘zgarishlar rivojlanishi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 hujjatda voqea tafsiloti, shikast sohada mahalliy harorat pasayganligi, sovuq urish darajasi va shikast maydoni yozilishi muhim.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 uchun xavfli: tananing 10%dan ortiq yuzasida III-IV daraja, 15%dan ortiq yuzasida III daraja yoki 20%dan ortiq yuzasida II daraja.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195, 196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Xulosa: hayotiylik va maydonni aniqlash algoritmi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Termik kuyish maydoni to‘qqizliklar qoidasi bilan baholanadi: bosh-bo‘yin 9%, qo‘l 9%, old yuza 18%, orqa 18%, son 9%, boldir-tovon 9%, oraliq 1%. Kaft ~1%.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Alanganing hayotiy ta’siri: nafas yo‘llari, qizilo‘ngach, oshqozonda qurum bo‘ladi; karboksigemoglobin o‘limdan keyin 20%dan oshmaydi, hayotda 60% gacha.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G‘oz panjasi belgisi va ko‘z olmasining shikastlanmasligi tirikdagi ta’sirni ko‘rsatadi; hayotiy pufaklarda oqsil ikki barobar ko‘p.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urchuqsimon, qattiq pardaga birikkan epidural gematoma — travma; o‘roqsimon, birikmagan gematoma — o‘limdan keyingi alanga ta’siri.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186-187, 189, 190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Kuyish maydonini tez baholash: ‘to‘qqizliklar qoidasi’da bosh va bo‘yin 9%, bir qo‘l 9%, tananing old yuzasi 18%, orqa yuzasi 18%, son 9%, boldir va tovon 9%, oraliq soha 1%. Qo‘l kafti esa taxminan 1% ga teng. Eslab qolish usuli: asosiy bo‘laklar 9 ning karralisi, oraliq esa 1.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Kuyish diagnozi kasr shaklida yoziladi: suratda maydon, mahrajda daraja. Masalan, ‘30% (10%) / II-III’ yozuvida qavs ichidagi 10% chuqurroq kuyish yuzasini bildiradi. Eslab qolish usuli: yuqorida ‘qancha’, pastda ‘qanchalik chuqur’.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yong‘indan keyin topilgan murdada nafas yo‘llari, qizilo‘ngach va oshqozonda qurum bo‘lsa, alanga tiriklikda ta‘sir qilgan. O‘limdan keyin yuza tomirlardagi karboksigemoglobin 20% dan oshmaydi, hayotiy ta‘sirda esa 60% gacha yetishi mumkin. Shuning uchun qon yurak kameralari va chuqur tomirlardan olinadi.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Yong‘inda epidural gematomani farqlash: travmadan hosil bo‘lgani urchuqsimon va qattiq pardaga birikkan. O‘limdan keyin alanga ta‘sirida hosil bo‘lgani o‘roqsimon va qattiq pardaga birikmagan. Diqqat: ikkalasi ham yong‘in murdasida topilishi mumkin, shuning uchun shakliga qarab ajratiladi.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Vishnevskiy dog‘lari (oshqozon shilliq qavatidagi mayda qon quyilishlar) sovuq qotishdan o‘lganlarning 80-90% ida uchraydi. Ular o‘limdan 6-9 oy keyin ham aniqlanishi mumkin. O‘lim juda tez bo‘lsa, dog‘lar kam bo‘ladi yoki umuman bo‘lmaydi, bolalarda ko‘pincha ko‘rinmaydi.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Yuqori va past haroratdan yetkazilgan jarohatning tiriklikda yetkazilganligini, jarohat 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7. Fizik omillar ta’siri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Iskandarov A.I., Qo‘ldoshev D.R. Sud tibbiyoti (tibbiyot instituti talabalari uchun), Toshkent. b. 235-246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