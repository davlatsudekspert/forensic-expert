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«sintetik» alkaloid analoglari nima uchun alohida guruh? (asos xossasi tufayli umumiy usul: ishqoriy ekstraksiya.) Doskada: 5 ta modda nomi. Tipik xato: lidokainni novokain bilan bir xil reaksiyalarni beradi deb o‘ylash. Eslatma: dikain, novokain, dimedrol bo‘limlari toks va dvssm da bir xil matn; slaydlarda toks sahifalari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yangi mahalliy anesteziklar kokain o‘rniga yaratildi? Doskada: kokain -&gt; novokain, dikain. Tipik xato: novokainni narkotik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efir bog‘i bo‘lgani uchun organizmda nima sodir bo‘ladi? (gidroliz.) Doskada: p-aminobenzoy kislota + dietilaminoetanol. Tipik xato: novokainni dikain bilan aralashtirish: dikain p-butilaminobenzoy kislota hosilasi.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o‘zgarmagan novokain atigi 2% topiladi? Doskada: gidroliz sxemasi. Tipik xato: ajratish usulini kitobdagi deb ko‘rsatish — novokain ajratish usuli malaka 082 materialidan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reaksiya qaysi guruhga xos? (aromatik birlamchi aminoguruh.) Doskada: diazotirlash-birikish ketma-ketligi. Tipik xato: kitob matnida «β» belgisi OCR da tushib qolgan (« ( - naftol»): naftol turi kitobdan aniq o‘qilmaydi, shuning uchun slaydda faqat «naftol» deb yozildi. Atamalar «diazotirlash» kitob matnida ishlatilmagan, sillabus bo‘yicha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Rf farqi novokain va dikainni ajratishga yetadimi? Doskada: plastinka sxemasi. Tipik xato: boshqa fazadagi Rf bilan taqqoslash.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bir xil modda suvda va kislotada boshqa max beradi? (protonlanish.) Doskada: ikki muhitdagi max. Tipik xato: IQ chiziqlarini kitobdan olingan deb ko‘rsatish — ular malaka 082 materialidan.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dikain xavfliroq?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svetofiltr tanlash qoidasi nima? Doskada: sxema: eritma - svetofiltr - o‘lchash. Tipik xato: eritma max ini filtr max iga moslash — kitobga ko‘ra filtrning minimumi bilan mos tushishi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dikain novokaindan zaharliroq? Doskada: novokain va dikain tuzilishini yonma-yon. Tipik xato: kitobda kuch nisbati «kokainga nisbatan 2 va novokainga nisbatan o‘n marta» deb yozilgan — birlik «marta» matnda tushib qolgan; o‘quvchiga shunday ayting.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dikain faqat sirt anesteziyasida ishlatiladi? Doskada: ajratish sxemasi (ishqoriy muhit -&gt; organik erituvchi). Tipik xato: dikain metabolitlarini ko‘rsatish — kitobda ular keltirilmagan.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Vitali-Moren dikain uchun atropindan nimasi bilan farq qiladi? (rang qizil.) Doskada: dikain reaksiyalari ro‘yxati. Tipik xato: Vitali-Moren natijasini atropinniki bilan aralashtirish: atropinda binafsha, dikainda qon kabi qizil.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yorug‘likka chidamsizlik standart eritmalarni saqlashga qanday ta’sir qiladi? Doskada: xossalar ro‘yxati. Tipik xato: lidokain ni efirda eriydi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belgilar mahalliy anestezik ortiqcha dozasiga xos? Doskada: belgilarni tizimlar bo‘yicha guruhlang. Tipik xato: faqat markaziy ta’sirni sanash, allergik reaksiyalarni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lidokain novokain kabi azobo‘yoq beradimi? (kitob bo‘yicha azobo‘yoq reaksiyasi chinlik tahlilida keltirilgan.) Doskada: 3 reaksiya. Tipik xato: kitobda azobo‘yoq sharoitlari (reaktivlar) lidokain uchun berilmagan — novokaindagi tartibni mexanik ko‘chirmang; UB bo‘yicha 235-269 oraliq, aniq max qiymatlari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dimedrol ham «ushbu guruh»ga kirishining sababi? (azot saqlovchi asos.) Doskada: tuzilish. Tipik xato: dimedrolni alkaloid deb atash — u sintetik birikma.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dori vositasi nega toksikomaniya predmeti bo‘ladi? Doskada: ta’sir spektri. Tipik xato: dimedrolni retseptsiz xavfsiz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oqsilga birikish foizi ekstraksiya samaradorligiga qanday ta’sir qiladi? Doskada: kinetika ko‘rsatkichlari. Tipik xato: 72-98% ni kitob ma’lumoti deb yozish — malaka 082 materialidan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pH=10 nega tanlanadi? Doskada: bosqichlar sxemasi. Tipik xato: xloroformni to‘liq quritish — uchuvchi qoldiq yo‘qolishi mumkin; kitobda 0,5 ml qoldiriladi. Dimedrol sud-tergov xodimlari talab qilganda tekshiriladi (kitob 129).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suv qo‘shilganda rang o‘zgarishi nimani ko‘rsatadi? Doskada: rang ketma-ketligi. Tipik xato: reaksiyani suvli eritmada o‘tkazish — qoldiq quruq bo‘lishi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bir nechta rangli reaksiya birgalikda ishlatiladi? Doskada: jadvalni to‘ldiring. Tipik xato: Mandelin reaktivi tarkibini «ammoniy volframat» deb yozish — to‘g‘risi ammoniy vanadatning konsentrlangan H2SO4 dagi eritmasi (kitobning boshqa joyida shunday). Bu slaydda tarkib yozilmadi.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benzgidrol dog‘i nimani bildiradi? (metabolit/parchalanish mahsuloti.) Doskada: ikki dog‘ joylashuvi. Tipik xato: Rf=0,76-0,80 ni dimedrolniki deb yozish — u metabolit benzgidrolniki.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ekstraksion-fotometriyada indikator nima vazifa bajaradi? (ion juft hosil qiladi.) Doskada: usul sxemasi. Tipik xato: bromtimol ko‘kini dimedrol uchun, xrom qora indikatorini siklodol uchun deb almashtirish: kitobda dimedrol — xrom qora, siklodol — bromtimol ko‘ki.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xolinolitik ta’sir nima uchun Parkinsonda foydali? Doskada: siklodol ta’siri. Tipik xato: siklodolni dimedrol bilan bir guruhga kiritish — u xolinolitik.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bosqichlar jamiyat uchun xavfli? Doskada: 4 bosqichli zanjir. Tipik xato: siklodolni xavfsiz deb hisoblash: u retsept bo‘yicha beriladigan preparat.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tolerantlik ekspertiza natijasini talqin qilishga qanday ta’sir qiladi? Doskada: dozalar nisbati. Tipik xato: 30-40 tabletkani terapevtik doza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avval kislotali, so‘ng pH=7,5 ga o‘tiladi? Doskada: bosqichlar. Tipik xato: 41-43% ni to‘liq ajratish deb o‘ylash — bu usulning unumi. Biologik ob’ektdan: nordonlashtirilgan suv va spirt usullarida ishqoriy ajratmadan tahlil amalga oshiriladi (gmt 50).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dimedrol (Marki: sariq limon) va siklodol (Marki: och qo‘ng‘ir-binafsha) farqi? Doskada: ikki modda ranglari. Tipik xato: kitob gmt p.50 da Mandelin reaktivi «ammoniy volframat» deb yozilgan, bu xato — to‘g‘risi ammoniy vanadatning konsentrlangan H2SO4 dagi eritmasi (toks p.107). Slaydga tarkib yozilmadi.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Rf=0,50-0,52 qaysi plastinkada o‘lchangan? (Sorbfil va Silufol.) Doskada: tizim va Rf. Tipik xato: atropin UB max i (252, 258, 264) bilan siklodol max i bir xil — bu spektr bo‘yicha farqlab bo‘lmaydi, shuning uchun YuQX bilan birga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usul eng sezgir va nega? Doskada: usullar ro‘yxati. Tipik xato: aniqlash chegarasini (2 mkg) GSX ga emas, UB ga tegishli deb yozish. Kitobda «xromaton N - Supek» ko‘rinishida yozilgan; sorbent nomi kitobdagidek («N - Supek») berildi, bu ehtimol «N-Super».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Rf larni faqat bir tizim ichida taqqoslash mumkin? Doskada: jadvalni yozing. Tipik xato: turli tizimlardagi Rf ni to‘g‘ridan-to‘g‘ri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dimedrol va siklodol max lari yaqin; ularni qanday ajratamiz? Doskada: max qiymatlarini yozing. Tipik xato: UB spektrini yagona identifikatsiya usuli deb hisoblash. Lidokain uchun kitobda faqat 235-269 nm oralig‘i berilgan (toks p.129).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noma’lum ajralmada qaysi bosqichdan boshlaymiz? Doskada: bosqichlar zanjiri. Tipik xato: faqat bitta musbat reaksiya bilan xulosa qilish. Bu umumlashtirma: har bir band kitobdagi aniq bo‘limlardan.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Talabalar jadvalni yopiq holda to‘ldiradi.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Bu ma’ruzaning keyingi qismlari alohida mavzuda.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dars boshidagi savollarga qayting. Doskada: 4 moddaning bittadan belgisi. Tipik xato: reaksiya ranglarini aralashtirish. Nazorat savollari: novokain azobo‘yog‘i, dikain Vitali-Moren, dimedrol ajratish pH, siklodol bosqichlari.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Azot saqlovchi sintetik dori vositalari: novokain, dikain, lidokain, dimedrol, siklodol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azot saqlovchi sintetik dori vositalari, ularning toksikologik ahamiyati, ob’ektlardan ajratib olish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azot saqlovchi sintetik dori vositalar; novokain, dikain, lidokain gidroxlorid, dimedrol.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Siklodol (piperid hosilasi) bo‘limi o‘quv qo‘llanma («Giyohvand moddalar tahlili») asosida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126; Yuldashev Z.A., Zulfikariyeva D.A., Usmanaliyeva Z.U., Nurmatova M.I., Giyohvand moddalar tahlili. O‘quv qo‘llanma. Toshkent, betlar: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 tavsifi: kokain o‘rnini bosuvchilar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tabiiy kokain alkaloidi o‘rnida qo‘llanuvchi sintetik birikmalardandir.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Kokainning organizmga zaharli va xavfli ta’siridan («kokainizm») qutilish maqsadida novokain va dikain sintez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ta’siri jihatidan kokaindan kuchsizroq; tibbiyotda mahalliy og‘riq qoldiruvchi vosita.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Azotli sintetik dorilar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Novokain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p-aminobenzoy kislota efiri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Dikain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p-butilaminobenzoy kislota efiri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Ksikain (lidokain)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Mahalliy anestetik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Dimedrol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Antigistamin dori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Siklodol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Piperid hosilasi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Ma’ruza moddalari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- p-aminobenzoy kislotaning dietilaminoetanol bilan hosil qilgan efiri.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kristall kukun: suv va etil spirtida yaxshi, xloroform va efirda kam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mahalliy og‘riq qoldiruvchi vosita sifatida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p-aminobenzoy kislota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Dietilaminoetanol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Novokain (murakkab efir)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Oq kristall kukun; suv va spirtda yaxshi eriydi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Novokain tuzilishi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zaharlanish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odamlar novokainga juda sezgir: bosh aylanishi, darmonsizlik, qon bosimi pasayishi, kollaps va shok holati.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Zaharli dozada avval asab faoliyatida qo‘zg‘alish, so‘ng markaziy asab tizimi falaji.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p-aminobenzoy kislota va dietilaminoetanolga parchalanadi; 2% yaqini o‘zgarmagan holda peshob orqali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ob’ektdan nordonlashtirilgan suv va nordonlashtirilgan spirt yordamida ajratib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Novokain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p-aminobenzoy kislota, aminospirt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Peshob: ~2% o‘zgarmagan holda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 metabolizmi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127; Malaka materiali №082 (TFI Toksikologik kimyo kafedrasi)., 12-ma’ruza: Novokain, betlar: slayd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azobo‘yoq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eritmasi natriy nitrit va naftol eritmalari ta’sirida qizil rangli azobo‘yoq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ham shu azobo‘yoq reaksiyasiga asoslangan FEK usulida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Novokain (birlamchi aminoguruh)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NaNO2 (nitrit)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Naftol eritmasi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azobo‘yoq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Azobo‘yoq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Dragendorf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novokain bilan xarakterli to‘g‘ri to‘rt burchakli qizil-qo‘ng‘ir kristallar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siklogeksan - benzol - dietil efir (75:15:10), aniqlovchi reaktiv Dragendorf.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uchun Rf=0,33-0,35, dikain uchun Rf=0,60-0,63.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Siklogeksan-benzol-efir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75:15:10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Novokain Rf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0,33-0,35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Dikain Rf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0,60-0,63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YuQX: novokain va dikain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UB-spektr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eritmasining UB-spektri: max = 229 nm; 2n H2SO4 eritmasida max = 228, 272, 279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SF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FEK usulida azobo‘yoq reaksiyasi asosida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IQ-spektrida yutilish chiziqlari 1690, 1274, 1605, 1174, 1116, 772 sm-1.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Suvli eritma, max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229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2n H2SO4, max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228, 272, 279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F3A"/>
                </a:solidFill>
                <a:latin typeface="Calibri"/>
              </a:rPr>
              <a:t>1690, 1274, 1605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Novokain spektrlari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127; Malaka materiali №082 (TFI Toksikologik kimyo kafedrasi)., 12-ma’ruza: Novokain, betlar: slayd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 va dikain: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- p-aminobenzoy kislotaning dietilaminoetanol bilan efiri; kokaindan kuchsizroq.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Dikain - p-butilaminobenzoy kislotaning dimetilaminoetanol bilan efiri; kokainga nisbatan 2, novokainga nisbatan 10 marta kuchli.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Dikain bronxo- va ezofagoskopiya hamda oftalmologiyada anesteziya uchun qo‘llaniladi.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6256020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282190"/>
                <a:gridCol w="24003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Novokain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Dikain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p-aminobenzoy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p-butilaminobenzoy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Spirt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Dietilaminoetanol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Dimetilaminoetanol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Rf (YuQX)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0,33-0,35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0,60-0,63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Tasdiqlash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azobo‘yoq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Vitali-Moren: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Mahalliy anestetiklar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FEK usulining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Fotokolorimetriya - moddaning polixromatik nurlanishda spektrning ko‘rinadigan qismida o‘lchab tahlil qilishga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Rangli eritmaning maksimal nur yutish spektri svetofiltrning nur yutish minimumiga to‘g‘ri kelishi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uchun FEK: azobo‘yoq reaksiyasi o‘tkaziladi, eritmaning turli svetofiltrlarda nur yutishi o‘lchanadi va natijalar ish daftariga yoziladi.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Azobo‘yoq reaksiyasi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Novokain eritmasida azobo‘yoq hosil qilinadi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Svetofiltr tanlash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Eritmaning turli svetofiltrlarda nur yutishi o‘lchanadi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Yozib borish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Natijalar ish daftariga qayd qilinadi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FEK ketma-ketligi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Dikain: tuzilishi va kuchi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Dikain - p-butilaminobenzoy kislotaning dimetilaminoetanol bilan efiri; oq yoki sariq kristall modda.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Suv, xloroform, etil spirtida yaxshi, etil efirida yomon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Juda zaharli: kokainga nisbatan 2 va novokainga nisbatan o‘n marta kuchli ta’sir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kokain bilan zaharlanishdagi belgilar namoyon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Kokainga nisbatan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2</a:t>
            </a:r>
            <a:r>
              <a:rPr sz="1300" b="0">
                <a:solidFill>
                  <a:srgbClr val="6B7280"/>
                </a:solidFill>
                <a:latin typeface="Calibri"/>
              </a:rPr>
              <a:t>  marta kuchli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Novokainga nisbatan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10</a:t>
            </a:r>
            <a:r>
              <a:rPr sz="1200" b="0">
                <a:solidFill>
                  <a:srgbClr val="6B7280"/>
                </a:solidFill>
                <a:latin typeface="Calibri"/>
              </a:rPr>
              <a:t>  marta kuchli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Dikainning kuchi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Dikain: qo‘llanilishi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Bronxo- va ezofagoskopiya va oftalmologiyada anesteziya uchun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muhitda organik erituvchilar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metabolizmga uchrab, peshob orqali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Dikainni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Vitali-Moren reaksiyasini berib, qon kabi qizil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30% NaNO2 eritmasi bilan xarakterli prizmatik kristallar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0,1n H2SO4 eritmasi max = 229, 281, 312 nm; YuQX novokainga qaralganidek.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SF va FEK usullarida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211"/>
                <a:gridCol w="293776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Vitali-Moren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kabi 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30% NaNO2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Prizmatik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 (0,1n H2SO4)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229, 281, 312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Novokaindagidek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Dikainni tasdiqlash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Ksikain (lidokain) gidroxlorid: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Taxir ta’mli, oq yoki bir oz sarg‘imtir kristall kukun: suvda, 95% spirtda va atsetonda yengil eriydi, efirda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128-129°C haroratda suyuqlanadi.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Preparat yorug‘likka chidamsiz: ta’sirida uzoq tursa oksidlanib sarg‘ayadi.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128-129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Ta’mi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taxir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Efirda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erimaydi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Yorug‘likda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sarg‘ayadi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Lidokain gidroxlorid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Lidokain: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Markaziy nerv sistemasining qo‘zg‘aluvchanligi oshadi: kuchli bosh og‘rig‘i, eyforiya, uyquchanlik, yorug‘likdan qo‘rqish.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Eshitish qobiliyatining yomonlashishi, lab va til falaji, nafas muskullari falaji.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 haroratining tushishi, isitma his qilish va qaltirash; kuchli yurak yetishmovchiligi (kollaps).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Allergik reaksiyalar: qichima, shish, eritema.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Lidokain: alomatlar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Markaziy nerv tizimi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 og‘rig‘i, eyforiya  ·  Uyquchanlik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Falajlanish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Eshitish yomonlashadi  ·  Lab, til, nafas muskullari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Yurak va harorat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Harorat tushishi, qaltirash  ·  Kollaps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Allergiya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Qichima, shish, eritema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 belgilari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Lidokainni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Chinlik tahlili: azobo‘yoq hosil qilish reaksiyasi.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Ksikain kobalt nitrat eritmasi ta’sirida bir oz turishi bilan ko‘k-yashil rangli kristallik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UB-spektrofotometriya usulida 235-269 nm to‘lqin uzunliklarida maksimum nur yutadi.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338"/>
                <a:gridCol w="220263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Azobo‘yoq reaksiyasi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Chinlik tahlili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nitrat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Ko‘k-yashil kristallik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UB-spektrofotometriya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235-269 nm maksimum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Lidokainni tasdiqlash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128, 129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 - β-dimetilaminoetilbenzgidrol efir tipidagi birikma; mayda oq kristall kukun, taxir mazali, tilni jonsizlantiradi.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Suv, 95% etil spirti, xloroformda yaxshi, atsetonda kam eriydi, dietil efirida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gistaminga qarshi dori vositasi: inyeksion eritma va tabletka.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Yaxshi eriydi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95% etil spirti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Xloroform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 eriydi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Aseton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Erimaydi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Dietil efir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Dimedrol eruvchanligi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ta’siri va toksikomaniya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Antigistamin ta’siridan tashqari mahalliy anestetik, mushak bo‘shashtiruvchi, spazmolitik, neyroleptik, uyqu chaqiruvchi, qusishga qarshi ta’sir.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va eufillin bilan astmada ham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Barbituratlar, narkotik va psixotrop moddalar ta’sirini kuchaytirgani uchun narkoman va toksikomanlar uni ko‘p iste’mol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Dimedrol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Faol antigistamin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Qo‘shimcha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Mahalliy anestetik  ·  Spazmolitik  ·  Neyroleptik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Uyqu chaqiruvchi  ·  Qusishga qarshi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Toksikomaniya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Narkotik ta’sirini kuchaytiradi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Ta’sir doirasi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zaharlanish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og‘iz qurishi, nafas qiyinlashishi, hush va ta’m sezgisi yo‘qolishi, bosh aylanishi va og‘rishi, chanqash; tez moyillik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Patologomorfologik ma’lumotlar aniq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Organizmga tez so‘rilib, qon plazmasi oqsillari bilan birikadi; o‘rtacha chiqish davri 3-10 soat; taxminan 2-4% o‘zgarmagan holda peshob orqali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Plazma oqsillari bilan 72-98% birikadi.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Chiqish davri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3-10</a:t>
            </a:r>
            <a:r>
              <a:rPr sz="12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O‘zgarmagan, peshob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2-4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Oqsil bilan birikish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72-98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Dimedrol kinetikasi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129; Malaka materiali №082 (TFI Toksikologik kimyo kafedrasi)., 12-ma’ruza: Novokain, betlar: slayd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yoki peshob ammiak bilan pH=10 ga yetkazilib, ikki marta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Qavatlar birlashtirilib, suvsiz Na2SO4 filtridan o‘tkaziladi; xloroform 0,5 ml qolguncha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ob’ektdan: nordonlashtirilgan suv va spirt usulida ishqoriy ajratma dimedrolga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Qon/peshob + NH3 (pH=10)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marta xloroform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Suvsiz Na2SO4 filtri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0,5 ml gacha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Dimedrolni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129, 129-130, 130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kislotalar bilan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H2SO4: sariq rang, biroz vaqtdan so‘ng qizil-g‘isht rangiga o‘tadi; suv qo‘shilsa kompleks parchalanib, rang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 va HNO3 aralashmasi: qizil rang; suv qo‘shilsa qo‘ng‘ir, sariq, to‘q sariq; xloroform qatlami binafsha.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Xloroformli ajralma bug‘latilgach, qoldiq ustiga reaktivlar tomiziladi.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Dimedrol qoldig‘i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Konsentrlangan H2SO4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Sariq, so‘ng qizil-g‘isht rang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Xloroformli ajralma bug‘latilgach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qo‘shilsa kompleks parchalanib, rang yo‘qoladi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H2SO4 bilan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Marki, Liberman, Mandelin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bilan (chinni idishdagi qoldiq): sariq limon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Liberman reaktivi ta’sirida zarg‘aldoq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ta’sirida sariq rang.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limon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Liberman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YuQX, UB va 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 - aseton - 25% ammiak (12:24:1), konsentrlangan H2SO4: dimedrol sariq dog‘ (Rf=0,58-0,60).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Metaboliti benzgidrol Rf=0,76-0,80 dog‘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0,1 n H2SO4 eritmasi max = 252, 257 nm; IQ: 713, 754, 991, 1103, 1017, 1180 sm-1.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Dimedrol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0,58-0,60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Benzgidrol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0,76-0,80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(0,1 n H2SO4)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252, 257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Tizim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12:24:1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Dimedrol ko‘rsatkichlari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Dimedrolning miqdoriy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Fotoelektrokolorimetrik usul: xrom qora indikatori ishtirokida ekstraksion-fotometrik usulda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Spektrofotometrik usul: maksimal nur yutish sohasida 0,1 n sulfat kislotali eritma yordamida.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Ekstraksion fotokolorimetriya: bromtimol ko‘ki bilan assotsiat (siklodol uchun, 297 nm, qatlam qalinligi 20 mm).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FEK usuli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Xrom qora indikatori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Ekstraksion-fotometrik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Spektrofotometrik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Maksimal nur yutish sohasi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0,1 n sulfat kislotali eritma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Dimedrol miqdori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130; Malaka materiali №082 (TFI Toksikologik kimyo kafedrasi)., 12-ma’ruza: Novokain, betlar: slayd 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tavsifi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Siklodol piperid hosilasiga oid dori vositasi: suvda yomon, spirtda kam eriydigan oq kristall kukun.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Xolinolitik ta’sirga ega; tibbiyotda Parkinson xastaligini davolashda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Xronik alkogolizmni davolashda etaperazin bilan birga ham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Metabolitik o‘zgarishlarga uchraydi; peshob orqali asosan metabolitlari, qisman sof holda chiqariladi.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Siklodol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Guruhi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Piperid hosilasi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Xossalari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 kristall kukun  ·  Suvda yomon eriydi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Xolinolitik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Qo‘llanilishi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Parkinson xastaligi  ·  Etaperazin bilan alkogolizmda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Siklodol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48, 48-49,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toksikomanik vosita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Oxirgi yillarda kayf beruvchi, mast qiluvchi va gallyusinogen xususiyatlari tufayli toksikomanik vosita sifatida qo‘llana boshlagan.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O‘tkir zaharlanish to‘rt bosqichda: eyforiya, es-hushning yo‘qolishi, gallyusinatsiyalar va undan chiqish.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Giyohvandlar asosan birinchi (eyforiya) va uchinchi (gallyusinatsiya) fazalarni yuzaga keltirish uchun qo‘llaydi.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Ko‘pincha boshqa moddalar (nasha, barbituratlar, alkogol) bilan tanishgandan so‘ng qabul qilishga boshlaydilar.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Eyforiya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Es-hushning yo‘qolishi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Gallyusinatsiyalar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Undan chiqish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O‘tkir zaharlanish: 4 bosqich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odatlanish va xumorlik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faza odatda terapevtik dozani 2-3 barobar oshirib (4-8 tabletka) qabul qilganda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Siklodolga 1-1,5 oy mobaynida o‘rganib qolinadi; giyohvandlar bir sutkada 30-40 tabletkagacha qabul qilishi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Psixik bog‘lanish sindromi tez shakllanadi; davolanmasa og‘riqli xumorlik 7-12 kungacha cho‘ziladi.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Dozalar ortganda psixozlar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Birinchi faza dozasi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4-8</a:t>
            </a:r>
            <a:r>
              <a:rPr sz="1500" b="0">
                <a:solidFill>
                  <a:srgbClr val="6B7280"/>
                </a:solidFill>
                <a:latin typeface="Calibri"/>
              </a:rPr>
              <a:t>  tabletka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Terapevtikdan oshiq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2-3</a:t>
            </a:r>
            <a:r>
              <a:rPr sz="1500" b="0">
                <a:solidFill>
                  <a:srgbClr val="6B7280"/>
                </a:solidFill>
                <a:latin typeface="Calibri"/>
              </a:rPr>
              <a:t>  barobar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O‘rganib qolish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1-1,5</a:t>
            </a:r>
            <a:r>
              <a:rPr sz="1500" b="0">
                <a:solidFill>
                  <a:srgbClr val="6B7280"/>
                </a:solidFill>
                <a:latin typeface="Calibri"/>
              </a:rPr>
              <a:t>  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Sutkada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30-40</a:t>
            </a:r>
            <a:r>
              <a:rPr sz="1300" b="0">
                <a:solidFill>
                  <a:srgbClr val="6B7280"/>
                </a:solidFill>
                <a:latin typeface="Calibri"/>
              </a:rPr>
              <a:t>  tabletka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Og‘riqli xumorlik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7-12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Odatlanish ko‘rsatkichlari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Siklodolni qondan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(10 ml) 0,02n H2SO4 bilan pH=2 gacha nordonlashtirilib, 2 soat aralashtiriladi, sentrifugalanadi; 50 ml qismi NaOH bilan pH=7,5 da xloroformlanadi.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Qondan bu usulda 41-43% siklodol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(50 ml) 20% H2SO4 bilan pH=2 gacha nordonlashtirilib, shu tarzda ishlanadi, so‘ng xloroform bilan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Nordonlashtirish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ml qon + 30 ml 0,02n H2SO4, pH=2; 2 soat aralashtiriladi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Sentrifuga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Sentrifugat ajratiladi; qoldiq 0,02n H2SO4 bilan yuviladi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50 ml qism NaOH bilan pH=7,5 gacha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 marta 10 ml xloroform bilan; unum 41-43%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Qondan ajratish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49, 49-50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Siklodolni kimyoviy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reaktivlar bilan turli rangdagi va agregat holatdagi cho‘kmalar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p-dimetilaminobenzaldegid bilan qizil-pushti rang; Marki reaktivi bilan och qo‘ng‘ir-binafsha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bilan och qo‘ng‘ir-yashil rang.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6170676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770"/>
                <a:gridCol w="254990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p-dimetilaminobenzaldegid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qo‘ng‘ir-binafsha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qo‘ng‘ir-yashil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Siklodol: ranglar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ajratish va tahlil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(10 ml) 0,02n va 20% H2SO4 bilan pH=2 gacha nordonlashtirilib, 2 soat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(50 ml) 20% H2SO4 bilan pH=2 gacha nordonlashtiriladi va xuddi shunday ishlanadi.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ob’ektlardan nordonlashtirilgan suv va spirt usullarida ishqoriy ajratmadan tahlil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 hajmi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 hajmi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Nordonlash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Ishqorlash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7,5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Xloroform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 x 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Unum (qon)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41-43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Siklodolni ajratish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49,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YuQX va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Sorbfil va Silufol plastinkalari; dietilamin - dioksan (1:490); Mune bo‘yicha modifikatsiyalangan Dragendorf: qizil-qo‘ng‘ir dog‘, Rf=0,50-0,52.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0,1 M HCl eritmasi 252, 258 va 264 nm da maksimal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IQ-spektr (KBr): 702, 756, 973, 1206, 1196, 935 sm-1; mass-spektr: 98, 105, 55, 41, 99, 77, 218, 84 m/z.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Plastinka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Sorbfil, Silufol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Tizim</a:t>
            </a:r>
          </a:p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F3A"/>
                </a:solidFill>
                <a:latin typeface="Calibri"/>
              </a:rPr>
              <a:t>dietilamin-dioksan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Nisbat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1:490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0,50-0,52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(0,1 M HCl)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252, 258, 264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Siklodol: YuQX va 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Siklodolning miqdoriy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UB-spektrofotometrik usul yordamida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yoki YuSSX usullarida: sorbent xromaton N - Supek, 3% metilsilikon yog‘i SP-2100 yoki 5% polimetilfenilsiloksan OV-17; aniqlash chegarasi 2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Bromtimol ko‘ki bilan hosil qilingan assotsiat asosida ekstraksion-fotokolorimetrik usulda ham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UB-spektrofotometriya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Siklodol miqdori shu usulda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GSX yoki YuSSX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Xromaton N - Supek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Aniqlash chegarasi 2 mkg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Ekstraksion FEK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Bromtimol ko‘ki assotsiati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Miqdoriy usullar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Taqqoslash: YuQX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Rf=0,33-0,35 va dikain Rf=0,60-0,63 (siklogeksan - benzol - dietil efir 75:15:10).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 Rf=0,58-0,60, metaboliti benzgidrol Rf=0,76-0,80 (xloroform - aseton - ammiak 12:24:1).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Siklodol Rf=0,50-0,52 (dietilamin - dioksan 1:490).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670"/>
                <a:gridCol w="1469004"/>
                <a:gridCol w="24003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Tizim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Novokain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0,33-0,35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Sikl.-benzol-efir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0,60-0,63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Sikl.-benzol-efir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Dimedrol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0,58-0,60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Xlor.-aseton-NH3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Siklodol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0,50-0,52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Dietilamin-dioksan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tizimlari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127, 130; Yuldashev Z.A., Zulfikariyeva D.A., Usmanaliyeva Z.U., Nurmatova M.I., Giyohvand moddalar tahlili. O‘quv qo‘llanma. Toshkent, betlar: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Taqqoslash: UB-spektr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Novokain: 229 nm (suv); 228, 272, 279 nm (2n H2SO4). Dikain: 229, 281, 312 nm (0,1n H2SO4).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Dimedrol (0,1 n H2SO4): 252, 257 nm. Lidokain: 235-269 nm oralig‘ida maksimum.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Siklodol (0,1 M xlorid kislota): 252, 258, 264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127-128, 129-130; Yuldashev Z.A., Zulfikariyeva D.A., Usmanaliyeva Z.U., Nurmatova M.I., Giyohvand moddalar tahlili. O‘quv qo‘llanma. Toshkent, betlar: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Qon, peshobdan ekstraksiya; biologik ob’ektdan nordonlashtirilgan suv/spirt usuli, ishqoriy ajratma.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Tasdiqlash: rangli va cho‘ktiruvchi reaksiyalar, kristall reaksiyalar, YuQX, UB va IQ spektrlar.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SF, FEK, ekstraksion fotometriya, GSX, YuSSX usullarida.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ekstraksiya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Rangli va kristall reaksiya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 / IQ spektr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129-130, 127-130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 va siklodolni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Dimedrol: qon yoki peshob ammiak bilan pH=10 ga yetkaziladi va ikki marta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Siklodol: qon pH=2 gacha nordonlashtirilib, keyin pH=7,5 da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modda uchun ham nordonlashtirilgan suv va spirt usulidagi ishqoriy ajratma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Dimedrol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Qon/peshob pH=10 (ammiak)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 marta xloroform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Suvsiz Na2SO4 filtri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Siklodol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pH=2 (H2SO4), 2 soat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So‘ng pH=7,5 (NaOH)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 marta 10 ml xloroform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Ajratish usullari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129, 130; Yuldashev Z.A., Zulfikariyeva D.A., Usmanaliyeva Z.U., Nurmatova M.I., Giyohvand moddalar tahlili. O‘quv qo‘llanma. Toshkent, betlar: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Chinlik reaksiyalari: rang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Novokain natriy nitrit va naftol bilan qizil azobo‘yoq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Dikain Vitali-Moren reaksiyasida qon kabi qizil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Lidokain kobalt nitrat bilan ko‘k-yashil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 konsentrlangan H2SO4 da sariq, keyin qizil-g‘isht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969"/>
                <a:gridCol w="1691639"/>
                <a:gridCol w="1957366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Novokain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NaNO2 + naftol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azobo‘yoq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Vitali-Moren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 kabi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Lidokain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Kobalt nitrat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Ko‘k-yashil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Dimedrol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Konts.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Sariq, qizil-g‘isht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Siklodol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p-DMAB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Takrorlash jadvali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127, 128, 129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Ma’ruza rejasi: azot saqlovchi sintetik dori vositalari, ularning toksikologik ahamiyati, ajratish va tahlil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Rejaning boshqa bandlari: antidepressantlar, diuretiklar va yallig‘lanishga qarshi nosteroid dorilar.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Tayanch so‘z va iboralar: novokain, dikain, ksikain, furosemid, etakrin kislota, indometatsin, ibuprofen, ketotifen.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13-ma’ruza rejasi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1. Azotli sintetik dorilar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Toksikologik ahamiyati  ·  Ajratish va tahlil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2. Antidepressantlar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3. Diuretiklar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4. Nosteroid dorilar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Ma’ruza rejasi (b. 126)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126; Yuldashev Z.A., Umarova G.Q., Toksikologik kimyo modulidan o‘quv-uslubiy majmua, betlar: 126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va dikain kokain o‘rnini bosuvchi sintetik mahalliy anestetiklar: novokainda qizil azobo‘yoq, dikainda Vitali-Moren reaksiyasi.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Lidokain (ksikain) kobalt nitrat bilan ko‘k-yashil cho‘kma beradi; dimedrol konsentrlangan H2SO4 da sariq, so‘ng qizil-g‘isht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Siklodol toksikomanik vosita sifatida; Rf=0,50-0,52 va UB 252, 258, 264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127-128, 128-130; Yuldashev Z.A., Zulfikariyeva D.A., Usmanaliyeva Z.U., Nurmatova M.I., Giyohvand moddalar tahlili. O‘quv qo‘llanma. Toshkent, betlar: 49-50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Kokainning zaharli ta’siridan («kokainizm») qutilish maqsadida novokain va dikain moddalari sintez qilingan.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Siklodolga 1-1,5 oy mobaynida o‘rganib qolinadi; giyohvandlar bir sutkada 30-40 tabletkagacha qabul qilishi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 tilni jonsizlantiradi va taxir mazali; barbituratlar va psixotrop moddalar ta’sirini kuchaytiradi.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Lidokain preparati yorug‘likka chidamsiz: uzoq tursa oksidlanib sarg‘ayadi; 128-129°C da suyuqlanadi.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Azot saqlovchi sintetik dori vositalari: novokain, dikain, lidokain, dimedrol, siklodol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127-130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126-130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48-50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№082 (TFI Toksikologik kimyo kafedrasi). 12-ma’ruza: Novokain, dikain, dimedrol, siklodol, amitriptilin (2013).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