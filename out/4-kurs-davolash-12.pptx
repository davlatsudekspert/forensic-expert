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tirik shaxslar ekspertizasi eng ko‘p o‘tkaziladigan ekspertiza hisoblanadi? 2) Ekspertiza qaysi joylarda o‘tkazilishi mumkin? Doskada: darsning 5 ta bo‘limini ketma-ket yozib chiqing. Tipik xato: talabalar bu ekspertizani faqat jarohat bilan cheklab, jinsiy holat, salomatlik va yosh masalalarini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holatlarda jinsiy jinoyat ekspertizasi tayinlanadi? 2) Simulyasiya va aggravatsiya nimasi bilan farq qiladi? Doskada: jadvalning 4 qatorini talabalar bilan birga to‘ldiring. Tipik xato: jinsiy holatlar (jins, bokiralik) bilan jinsiy jinoyatlarni (zo‘rlash)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og‘irlik darajasi tasniflovchi belgi bilan birga yoziladi? 2) Ekspert xulosasiga yana qaysi ma’lumotlar kiradi? Doskada: 5 ta savolni ketma-ket sxema qilib chizdiring. Tipik xato: faqat og‘irlik darajasini yozib, quroli, mexanizmi va muddatini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104, 105 va 109-moddalar alohida ajratilgan? 2) Jarohat 21 kun va 22 kun davom etsa, daraja qanday o‘zgaradi? Doskada: jadvalni ustunlarsiz, o‘z so‘zlaringiz bilan chizing. Tipik xato: 21 kunning o‘zini o‘rtacha og‘ir deb hisoblash. O‘rtacha og‘ir uchun 21 kundan ORTIQ bo‘lishi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Klinik va sud-tibbiy baholash nima uchun farq qiladi? 2) Bir jarohatda ikki xil mezon topilsa, qaysi biri tanlanadi? Doskada: 7 mezonni ro‘yxat qilib yozdiring. Tipik xato: talabalar mezonlar orasidagi ketma-ketlik yoki ularning jamlanishini talab qiladi deb o‘ylaydi. Mezonlardan bittasi yetarli. Izoh: matnda aynan yettita mezon sanalgan; ba’zi manbalarda boshqacha guruhlanishi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yordam ko‘rsatilganligi baholashda hisobga olinmaydi? 2) Jarohat va tahdidli holat o‘rtasidagi sababiy bog‘liqlikni qanday tekshirasiz? Doskada: ikki guruh – to‘g‘ridan-to‘g‘ri xavfli jarohat va xavfli holatga olib keluvchi jarohat – sxemasini chizing. Tipik xato: davolash natijasida bemor tuzalsa, jarohat engil deb baholanadi. Jarohat va hayotga tahdid o‘rtasida bevosita (tasodifiy bo‘lmagan) bog‘liqlik bo‘lishi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og‘zaki, tez-tez so‘rang. Muhokama: nega bemor ahvolining klinik og‘irligi va sud-tibbiy og‘irlik mos kelmasligi mumkin? Doskada: 4 ta darajani ustun qilib yozdiring. Tipik xato: klinik ‘og‘ir ahvol’ni avtomatik ‘og‘ir tan jarohati’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kasbiy qobiliyat jarohat og‘irligini belgilamaydi, u qayerda ko‘riladi (fuqarolik ishlarida moddiy va ma’naviy ziyon)? Doskada: jadvalni chizib, 10% va 33% chegaralarini belgilang. Tipik xato: kasbiy qobiliyat yo‘qotilishini og‘irlik mezoni sifatida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shaxs vrachga murojaat qilmagan bo‘lsa, sog‘liq buzilishi bo‘lmaydimi? (Manbaga ko‘ra, bu buzilishni istisno qilmaydi.) Doskada: 6 va 21 kun chegaralarini vaqt chizig‘ida chizing. Tipik xato: kasalxonada yotgan kunlarni to‘g‘ridan-to‘g‘ri sog‘liq buzilishi kunlariga tenglash.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nega bir ko‘z va bir quloq yo‘qotilishi turlicha baholanadi? Ko‘rish qobiliyati bo‘lmagan ko‘zning yo‘qotilishi qaysi mezon bilan baholanadi (sog‘liq buzilish davomiyligi)? Doskada: to‘rt qatorli jadvalni talabalar bilan chizing. Tipik xato: bir quloq karligini ham og‘ir deb yozish; ikkala quloqda eshitish 3-5 sm masofadan nutqni eshitmaslik bilan farqlanadi.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homiladorlik uzilishi ayolning avvalgi kasalliklari bilan bog‘liq bo‘lmasligi kerak? Erta tug‘ruq va bachadondan tashqari homiladorlikda qaysi mezonlar qo‘llanadi? Doskada: homiladorlik uzilishi bo‘yicha ikki shoxli qaror sxemasini chizing (og‘ir / boshqa mezonlar). Tipik xato: kaft yoki tovon yo‘qotilishini a’zo yo‘qotilishidan alohida deb o‘ylash. Ekspertiza akusher-ginekolog ishtirokida o‘tkaziladi.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ruhiy buzilish boshqa kasallik tufayli emasligini istisno qilish kerak? Silliqlanmaydigan badburushlikni kim aniqlaydi (sud) va ekspertiza nimani baholaydi? Doskada: besh tugunli flow sxemani chizdiring. Tipik xato: sababiy bog‘liqlikni tekshirmasdan faqat ruhiy buzilish borligiga qarab jarohatni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bir necha mezon bo‘lsa og‘irrog‘i tanlanadi? 2) Nega kech murojaat sababli cho‘zilgan davo hisobga olinmaydi? Doskada jadvalni chizdiring va har qatorga bittadan misol keltirtiring. Tipik xato: talabalar yomonlashuvni jarohatga emas, shaxsning kasalligiga bog‘liq bo‘lsa ham og‘irlikka qo‘shib yuboradi.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Savollar: 1) Bir ko‘z sog‘ bo‘lgan va ko‘rmaydigan ko‘z yo‘qotilgan holatlar nega har xil baholanadi? 2) Bemor ahvoli klinik og‘ir bo‘lsa, sud-tibbiy daraja ham og‘ir bo‘ladimi? Doskada ikki holat uchun mezon zanjirini chizdiring. Tipik xato: ko‘rishi yo‘q ko‘zning olib tashlanishini ham og‘ir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bunday ekspertiza komission tartibda o‘tkaziladi? 2) Qaysi hollarda statsionar kuzatuv zarur? Doskada tayinlanish holatlarining ro‘yxatini tuzdiring. Tipik xato: simulyasiya va dissimulyasiyani adashtirish, ya’ni yo‘q kasallikni ko‘rsatish bilan bor kasallikni yashirishni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«tajribali» simulyant ham kasallik dinamikasini to‘liq aks ettira olmaydi? 2) Diagnoz aniqlanmaguncha nega davo tayinlash tavsiya etilmaydi (davo kasallik mavjudligining bilvosita tasdig‘i bo‘lib qoladi)? Doskada: simulyasiyani aniqlash bosqichlarini (kuzatuv, takroriy tekshiruv, ob’ektiv belgilar bilan solishtirish) strelkalar bilan chizing. Tipik xato: simulyantning shikoyatini tekshiruvsiz haqiqiy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Qasddan va patologik aggravatsiya nimasi bilan farq qiladi? 2) Nima uchun dissimulyasiya nisbatan kam uchraydi, lekin haydovchi va uchuvchilarda muhim? Doskada: simulyasiya, aggravatsiya, dissimulyasiyani «kasallik bor/yo‘q — ko‘rsatiladi/yashiriladi» matritsasi sifatida chizing. Tipik xato: aggravatsiyani simulyasiya bilan aralashtirish (aggravatsiyada kasallik haqiqatan mavjud). Eslatma: uchala holatda ekspertiza komission, ko‘pincha statsionarda o‘tkaziladi.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ichki a’zolarning sun’iy kasalliklari amaliyotda kam uchraydi? 2) Sun’iy kasallik maqsadi jihatidan simulyasiyaga qanday o‘xshaydi? Doskada: a’zo tizimlari (teri, ichki a’zolar, ko‘z, quloq) va har biriga bittadan usulni jadval qilib yozing. Tipik xato: sun’iy kasallikni haqiqiy kasallikdan farqlamay, uni tabiiy deb baholash (masalan, sun’iy flegmonani oddiy yiringli jarayon deb o‘ylash).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A‘zobuzarlik nega ko‘pincha qo‘l kaftida uchraydi? 2) Tergov eksperimenti ekspertga nima beradi? Doskada: jadvalni chizib, har belgi yoniga baxtsiz hodisadagi farqni yozdiring. Diqqat: barmoq amputatsiyasi sathi — turli sath o‘zini shikastlashga, bir sath baxtsiz hodisaga xos. Tipik xato: bitta belgiga qarab xulosa qilish — belgilar majmui baholanadi.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belgilar o‘zini shikastlashni ko‘rsatadi? 2) Simulyasiya bilan a‘zobuzarlik farqi nimada? Doskada: ikki ustunli ‘Simulyasiya | A‘zobuzarlik’ taqqoslash jadvalini chizdiring. Tipik xato: simulyasiya va a‘zobuzarlikni aralashtirish — birida kasallik yo‘q, ikkinchisida jarohat haqiqiy.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jins aniqlash nikoh va aliment ishlarida kerak bo‘ladi? 2) Genetik jins qanday aniqlanadi? Doskada: uchta turni jadval shaklida chizdiring. Eslatma: chin germafroditizm juda kam, soxtasi ko‘proq uchraydi. Tipik xato: soxta germafroditizmda tashqi belgilarga qarab jinsni aniqlash — asosiy mezon jinsiy bez.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14 yosh va nikoh yoshi oralig‘ida bu masala paydo bo‘ladi? 2) Nega antropometrik ko‘rsatkichlar «nisbiy» deyiladi? Doskada: qizlar uchun yetuklik belgilari ro‘yxatini (jismoniy rivojlanish, jinsiy a’zolar, ikkilamchi belgilar, tos, menstruatsiya) chizdiring. Tipik xato: o‘lchamlarni qat’iy chegara deb qabul qilish. Kitobga ko‘ra, 16–17 yoshga kelib tos rivojlanishi normal tug‘ruqqa imkon beradi. Qo‘shimcha (slayddan ko‘chirilgan, manba shu bet): Ayollarda jinsiy aloqa, homiladorlik, tug‘ish va emizish qobiliyatini qamraydi. Bu ko‘rsatkichlar nisbiy ahamiyatga ega. Manbadan qo‘shimcha (slaydda sig‘magan): Tos o‘lchamlari kamida: yonbosh suyaklari ustki o‘siqlari oralig‘i 26–27 sm, katta ko‘stlar oralig‘i 29 sm, tashqi konyugata 17–18 sm. Bu ko‘rsatkichlar nisbiy ahamiyatga 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Bokiralik tushunchasi nimaga asoslanadi? 2) Qaysi pardalarda jinsiy aloqada ham defloratsiya bo‘lmasligi mumkin? Doskada: parda sxemasini (asos, erkin chet, teshik) va soat siferblati bilan tavsiflashni chizdiring. Tipik xato: pardaning butunligini bokiralikning yagona va mutlaq belgisi deb hisoblash. Parda boshqa holatlarda ham buzilishi mumkin. Shakllar tasnifi M.D. Nikitin va M.G. Serdyukov bo‘yicha.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muddatni faqat dastlabki haftalarda aniqlash mumkin? 2) Bokiralikka shubha bo‘lsa, fuqaroga nimani tushuntirish kerak? Javob: imkon qadar qisqa muddatda sud-tibbiy ekspertga murojaat qilish (akusher-ginekolog emas). Doskada: bitish zanjirini va yoriq bilan o‘yiq farqini 2 ustunli jadvalda chizdiring. Tipik xato: uch haftadan keyin ham yoriq muddatini aniq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Talabalarga savollarni og‘zaki berib, javobni 1–2 talabadan so‘rang. Muhokama: nega tos o‘lchamlari yetuklikning mutlaq mezoni emas? Yoriq va tabiiy o‘yiqni nima bilan farqlaymiz? Doskada qizlik pardasini soat siferblati ko‘rinishida chizib, 5–7 oralig‘ini belgilang. Tipik xato: tabiiy o‘yiqni yoriq deb xulosa qilish. Qo‘shimcha (slayddan ko‘chirilgan, manba shu bet): Tabiiy o‘yiq aksariyat asosgacha yetmaydi.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erkak va ayolda nasl qoldirish qobiliyati tushunchasi qanday farq qiladi? Qaysi holatlarda bu ekspertiza tayinlanadi? Doskada ikki ustunli solishtirish (erkak / ayol) chizing. Tipik xato: impotensiya (jinsiy aloqaga monelik) bilan urug‘lantirish qobiliyatining yo‘qligini aralashtirish. Qo‘shimcha (slayddan ko‘chirilgan, manba shu bet): Nevrotik reaksiyadan funksional impotensiya ham chiqishi mumkin. Tor tos va tos suyaklarining deformatsiyasi tabiiy tug‘ishga monelik qiladi. Manbadan qo‘shimcha (slaydda sig‘magan): Nevrotik reaksiyadan funksional impotensiya ham chiqishi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homiladorlikning qaysi belgilari ishonchli, qaysilari yordamchi? Tug‘ruqdan keyingi vaqt o‘tgan sari nega aniqlash qiyinlashadi? Doskada homiladorlik belgilarini ikki ustunga (yordamchi / ishonchli) ajratib yozing. Tipik xato: hayz kechikishini yoki sut bezlari o‘zgarishini yagona ishonchli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Tibbiy va jinoiy abort nimasi bilan farq qiladi? 2) Usulga qarab ayol tanasida qanday izlar kutiladi? Doskada: abort turlari daraxtini chizdiring (o‘z-o‘zidan va sun’iy, sun’iy ichida tibbiy va jinoiy). Tipik xato: tibbiy abortni jinoiy abort bilan aralashtirish. Diqqat: jinoiy abortni belgilovchi narsa tayyorgarlikning yo‘qligi va qoidaga rioya qilinmasligi.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mutaxassislar ekspertizaga jalb qilinadi? 2) Qon ketish va boshqa asoratlar jarohat og‘irligini baholashga qanday ta’sir qiladi? Doskada: ‘homiladorlik — usul — izlar — oqibat’ zanjirini chizdiring. Javob: tibbiy abort tegishli muassasada, tayyorgarlikka ega akusher-ginekolog tomonidan, tekshiruvdan keyin o‘tkaziladi; jinoiy abortga Jinoyat kodeksining 114-moddasi tegishli. Tipik xato: ekspertiza vazifasini faqat homiladorlikni aniqlash deb o‘ylash; usul va oqibatlar ham o‘rganiladi.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qo‘rqitish ob’ektiv belgi qoldirmaydi va bu ekspertizaga qanday ta’sir qiladi? 2) Surtma olishda nega shoshilish kerak? Doskada: bosqichlar zanjirini va sonning ichki yuzasi hamda jinsiy a’zolardagi jarohat joylarini chizdiring. Ojizlik sabablari: ruhiy kasallik, travma, jismoniy nuqson, kichik yoki qari yosh, alkogol yoki narkotik mastlik, gangituvchi moddalar. Nomusga tegish huquqiy tushuncha ekanini ta’kidlang. Tipik xato: qin yoki oraliq shikastini faqat zo‘rlikka xos deb hisoblash; u jinsiy hayot olib borgan ayollarda ham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1) Nega passiv qatnashchida ba’zan hech qanday o‘zgarish topilmaydi? 2) Proktologning maslahati qachon kerak? Doskada: aktiv va passiv qatnashchi belgilari jadvalini chizdiring. Tipik xato: 120-modda (zo‘rliksiz) bilan 119-modda (zo‘rlik ishlatilgan holat) aralashtiriladi.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«o‘zgarish yo‘q» degan topilma aloqa bo‘lmaganini isbotlamaydi? Tipik xato: proktit va bavosilni passiv besoqolbozlik belgisi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kech bosqichdagi shaxs jinoyat sub’ekti deb olinadi? 2) Tibbiyot xodimi qaysi holatda javobgar bo‘ladi? Doskada: jinsiy erkinlikka qarshi va hayot-sog‘liq uchun xavfli jinoyatlar guruhlarini ikki ustunda yozdiring. Tipik xato: 113-moddani nomusga tegish bilan bir guruhga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Jabrlanuvchi bir necha kundan keyin kelsa, qaysi dalillar yo‘qolishi mumkin? 2) Gumondorda qaysi sohalar tekshiriladi? Doskada: namuna olinadigan sohalar ro‘yxatini yozdiring. Tipik xato: namuna olishni keyinga qoldirish yoki gumondorni ko‘rikdan o‘tkazishni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tibbiy hujjatlar ko‘rikdan oldin o‘rganiladi? 2) Qaysi bosqichda mutaxassis maslahati olinadi? Doskada 6 bosqichli zanjirni chizdiring (so‘rov va ko‘rik alohida bosqich ekanini ko‘rsating). Tipik xato: ko‘rikni birinchi bosqich deb o‘ylash; shuningdek tibbiy hujjatlarning asl nusxasi talab etilishini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o‘zga jinsdagi shaxs yalang‘ochlanganda tergovchi chiqib turadi? 2) Davolanayotgan bemor ko‘rigi qaysi shart bilan o‘tkaziladi (bemorning sog‘lig‘i ruxsat bergandagina; ko‘rik kasallik tarixida qayd etiladi)? Doskada jadvalni o‘zlari to‘ldirishsin. Tipik xato: jinsiy ishlarda ikkita fotosurat talabini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ko‘rik bayonnomasi uchun nazorat ro‘yxati tuzing. Tipik xato: jarohatni ruxsatsiz suratga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og‘irlik darajasi tasniflovchi belgi ko‘rsatilib beriladi? Tipik xato: faqat umumiy «og‘ir»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Tezkor savol: ’Ko‘rikdan oldin qaysi ikki bosqich bajariladi?’; ’Davolanish muddati va sog‘liq buzilishi davomiyligi bir narsami?’. Doskada kun chegaralarini (6 va 21) yozib, kategoriyalarni belgilatiring. Tipik xato: 21 kunning o‘zini o‘rtacha og‘ir deb hisoblash (o‘rtacha og‘ir — 21 kundan ortiq).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Tirik shaxslar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maqsadi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shaxslar ekspertizasi amaliyotda eng ko‘p o‘tkaziladigan turdir. U jinoiy, fuqarolik va ma’muriy ishlar bo‘yicha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sud-tibbiy muassasa ambulatoriyasi hamda tuman, shahar, tumanlararo bo‘limlarida o‘tadi. Zarur sharoit bo‘lsa, davolash muassasasida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Tartib Jinoyat kodeksi, Jinoyat-protsessual kodeksi, Fuqarolik kodeksi, Sud ekspertizasi to‘g‘risidagi qonun va Yo‘riqnoma bilan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Dars rejasi: tan jarohatlari, salomatlik va soxtalash, jinsiy holatlar, jinsiy jinoyatlar, so‘ngra ekspertiza o‘tkazish tartibi.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275, 299, 276-299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o‘tkaziladigan ekspertizalar bo‘lib, jinoiy, fuqarolik va ma’muriy ishlar bo‘yicha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holatlar: jins, bokiralik, yetuklik, nasl qoldirish, homiladorlik, tug‘ruq, abort.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Salomatlik holati, simulyasiya, aggravatsiya, sun’iy kasallik, o‘ziga jarohat va yosh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Ekspertiza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Tan jarohatlari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Xarakteri  ·  Og‘irlik darajasi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holatlar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Jins, bokiralik  ·  Homiladorlik, tug‘ruq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Jinsiy jinoyatlar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Zo‘rlash  ·  Besoqolbozlik, fahsh harakatlari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Salomatlik, yosh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Simulyasiya, aggravatsiya  ·  Yosh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Tayinlash holatlari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jarohatlarida hal etiladigan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 jarohatlari ekspertizasi Jinoyat kodeksi va og‘irlik darajasini aniqlash qoidalariga muvofiq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masalalar bo‘yicha ma’lumotlar ekspert xulosasida qayd etilishi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Og‘irlik darajasi tasniflovchi belgini ko‘rsatgan holda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Jarohat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Turi va joylashuvi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Qurol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Jarohat quroli yoki vositasi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Mexanizm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Vujudga kelish mexanizmi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Muddat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Yetkazilish muddati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Daraja va tasniflovchi belgi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 hal etadigan masalalar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275-276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jarohatlarining yuridik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Kodeks bo‘yicha jarohat uch xil: og‘ir (104-modda), o‘rtacha og‘ir (105-modda) va yengil (109-modda).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104-modda: hayot uchun xavfli yoki mehnat qobiliyatining 33% dan kam bo‘lmagan qismi yo‘qolgan jarohat og‘ir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109-modda: yengil jarohat ikki xil – sog‘liq qisqa muddat buzilgan va buzilmagan yengil jarohat.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Tan jarohati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Og‘ir (104-modda)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Hayot uchun xavfli  ·  Mehnat qobiliyati 33%+ yo‘qotilgan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O‘rtacha og‘ir (105-modda)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Sog‘liq 21 kundan ortiq buzilgan  ·  Yo‘qotish 10% dan 33% gacha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Yengil, qisqa muddatli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6 kundan ortiq, 21 kundan oshmagan  ·  Yo‘qotish 10% gacha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Yengil (109-modda)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6 kungacha  ·  Turg‘un yo‘qotish yo‘q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Og‘irlik darajalari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276-277, 277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Og‘irlik darajasini aniqlash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Mezonlar – Jinoyat kodeksidagi tasniflovchi belgilarning tibbiy tavsifi. Ular jinoiy, fuqarolik va ma’muriy ishlarda qo‘llanadi.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Yetti mezon: hayot uchun xavf, sog‘liq buzilishi davomiyligi, turg‘un yo‘qotish, a’zo yo‘qotilishi, ruhiy buzilish, homiladorlik uzilishi, badburushlik.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Mezonlardan birining bo‘lishi yetarli. Bir nechta mezon bo‘lsa, daraja og‘irroq mezonga qarab belgilanadi.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xato qilish xavfi: klinik “og‘ir ahvol” ≠ sud-tibbiy “og‘ir tan jarohati”. Maqsad va mezonlari boshqa, natijalar mos kelmasligi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Og‘irlik mezonlari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Hayot va sog‘liq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Hayot uchun xavf  ·  Sog‘liq buzilishi davomiyligi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Funksiya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Mehnat qobiliyati turg‘un yo‘qotilishi  ·  A’zo yoki funksiya yo‘qotilishi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Ruhiy buzilish  ·  Homiladorlik uzilishi  ·  Badburushlik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Yetti mezon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283, 278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xavfli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Shikastlanish vaqtida hayotga bevosita tahdid soladigan jarohatlar hayot uchun xavfli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 o‘zi tiklay olmaydigan, hayotga tahdid soluvchi holatga olib kelgan jarohat ham og‘ir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tahdidni bartaraf etgan bo‘lsa ham, jarohat hayot uchun xavfli deb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Hayot uchun xavfli jarohat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 va tana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Kalla suyagi sinishi  ·  Ichki a’zo jarohati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Yirik qon tomirlar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Aorta, uyqu, son arteriyasi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Kuyish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Tananing 15%+ III daraja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Hayotga tahdidli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Og‘ir shok, II-III daraja koma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Hayot uchun xavf guruhlari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278, 279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tasnif va mezonlar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Mezonlar: hayot uchun xavf, sog‘liq buzilishi davomiyligi, turg‘un yo‘qotish, a’zo funksiyasi, homiladorlik uzilishi, ruhiy buzilish, badburushlik.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jarohat og‘irligining nechta darajasi bor? Javob: og‘ir, o‘rtacha og‘ir, qisqa muddatga buzilishga olib kelgan yengil va yengil.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klinik og‘irlik sud-tibbiy og‘irlikka tengmi? Javob: yo‘q. Maqsad va mezonlari farq qiladi, natijalar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bir necha mezon bo‘lsa-chi? Javob: bitta mezon yetarli. Bir nechta bo‘lsa, og‘irroq darajaga mos mezon bo‘yicha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276-277, 278, 283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va kasbiy mehnat qobiliyati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— o‘z-o‘ziga xizmat va oddiy ishlar; kasbiy — muayyan kasb. Baholashda faqat umumiysi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Vaqtincha yo‘qotilish kunlarda, turg‘uni foizda ifodalanadi; 120 kundan ortiq bo‘lsa shartli turg‘un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Yelka, son, katta boldir suyaklarining sinishi 1/3 dan ortiq yo‘qotishga olib keladi — og‘ir jarohat.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33+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10-33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 (qisqa muddatli)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 gacha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Shartli turg‘un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120 kundan ortiq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Turg‘un yo‘qotilish darajalari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279, 279-280, 280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 buzilishi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eng ko‘p qo‘llanadigan mezon; u vaqtinchalik mehnatga yaroqsizlikni keltirgan faoliyat buzilishidir.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sog‘liq buzilishi davomiyligi ≠ davolanish yoki anatomik tuzalish muddati.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Kech murojaat, kasalliklar yoki tibbiy yordam kamchiligi sabab cho‘zilgan muddat hisobga olinmaydi.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6 gacha</a:t>
            </a:r>
            <a:r>
              <a:rPr sz="11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Qisqa muddatli yengil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6-21</a:t>
            </a:r>
            <a:r>
              <a:rPr sz="14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21+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Sog‘liq buzilishi chegaralari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280, 281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Ko‘rish, so‘zlash, eshitish qobiliyati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ko‘zda doimiy to‘liq ko‘rlik yoki ko‘rish o‘tkirligi 0,04 va undan past bo‘lsa, jarohat og‘ir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ko‘zda ko‘rish to‘liq yo‘qolsa, mehnat qobiliyatining 1/3 dan ortig‘i yo‘qoladi; bu ham og‘ir jarohat.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ikkala quloq karligi ≠ bir quloq karligi. Birinchisi og‘ir, ikkinchisi o‘rtacha og‘ir jarohat.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Og‘ir jarohat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Ikkala ko‘z to‘liq ko‘rlik (≤0,04)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ko‘z ko‘rishi to‘liq yo‘qolishi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Tilning umuman yoki yarmi yo‘qligi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Ikkala quloq karligi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O‘rtacha og‘ir jarohat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quloq eshitishi yo‘qolishi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Funksiya yo‘qotilishi va baho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 yo‘qotilishi va homiladorlik 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Qo‘l yoki oyoqning tanadan uzilishi yoki falajlik kabi turg‘un faoliyat yo‘qotilishi a’zo yo‘qotilishi hisoblanadi; kaft yoki tovon ham shunga tenglashtiriladi.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Nasl qoldirish qobiliyati yo‘qolishi, shuningdek bitta urug‘don, tuxumdon yoki buyrak yo‘qotilishi ham og‘ir tan jarohati sanaladi.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Homiladorlik uzilishi og‘ir deyiladi, agar travmadan keyin o‘lik yoki hayotga layoqatsiz go‘dak tug‘ilsa va bog‘liqlik to‘g‘ridan-to‘g‘ri bo‘lsa.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Hayotga layoqatli go‘dak tug‘ilsa yoki bachadondan tashqari homiladorlik uzilsa, og‘irlik boshqa mezonlar bo‘yicha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Og‘ir jarohat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A’zo yo‘qotilishi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Qo‘l-oyoq uzilishi, falajlik  ·  Kaft yoki tovon ham tenglashtiriladi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Nasl qoldirish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Urug‘don, tuxumdon yo‘qolishi  ·  Bitta buyrak yo‘qolishi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Homiladorlik uzilishi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O‘lik yoki layoqatsiz go‘dak tug‘ilsa  ·  Og‘ir hisoblanadi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A’zo yo‘qotilishi va homiladorlik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Ruhiy buzilish va silliqlanmaydigan badburushlik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Komissiyaga sud-psixiatr yoki psixiatr kiradi; kerak bo‘lsa nevrolog, neyroxirurg ham jalb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Badburushlik mavjudligini sud aniqlaydi; ekspertiza uning silliqlanish yoki silliqlanmasligini baholaydi.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Silliqlanmaydigan iz o‘zi yo‘qolmaydi, jarrohlik talab qiladi; kosmetolog, plastik jarroh ishtirok 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Buzilish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Ruhiy buzilish mavjudmi?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Oldin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Avval buzilish bo‘lmaganmi?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Jarohat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Tegishli jarohat aniqlanadimi?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Sabab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Bevosita sababiy bog‘liqlikmi?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 bo‘lsa — og‘ir jarohat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Ruhiy buzilishni baholash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Mezonlarni qo‘llash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Og‘irlik darajasini belgilash uchun tibbiy mezonlardan bittasining mavjudligi yetarli.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kasalligi bo‘lgan shaxsda faqat yangi jarohat bilan sababiy bog‘liq oqibat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Yosh, kasallik, kech murojaat, davodagi kamchilik tufayli yomonlashuv inobatga olinmaydi.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Qo‘llash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necha mezon: og‘irroq olinadi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hodisada ko‘p jarohat: umumiy daraja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Turli muddatdagi jarohat: alohida baholanadi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Istisno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Mohiyati yoki oqibati mavhum: daraja aniqlanmaydi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Yosh, kasallik, kech murojaat: hisobga olinmaydi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Mezonlarni qo‘llash qoidalari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283, 284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tan jarohati og‘irligi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jarohatgacha sog‘ bo‘lgan bitta ko‘z shikastlanishdan so‘ng olib tashlangan. Jarohatning og‘irlik darajasi qanday?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baho umumiy mehnat qobiliyatining turg‘un yo‘qotilishi mezoni bo‘yicha beriladi. Yo‘qotish uchdan birdan ortiq, shuning uchun jarohat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Ko‘rish qobiliyati bo‘lmagan ko‘z yo‘qotilsa, daraja sog‘liq buzilishi davomiyligi bo‘yicha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klinik baholash ≠ sud-tibbiy baholash. Maqsad va mezonlari turlicha, natijalari mos kelmasligi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 holatini aniqlash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Shubhali kasallik tufayli chaqiruvga kela olmaslik, gumondor sud-tergov harakatida ishtiroki va mahbusni ushlab turish imkonini aniqlashda tayinlanadi.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Hukm ijrosini kechiktirish (kasallik, homiladorlik, tug‘ruq) va harbiy xizmatdan bosh tortish holatlarida ham tayinlanadi.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Odatda komission tartibda klinitsist-mutaxassislar bilan o‘tkaziladi: tibbiy hujjatlar o‘rganiladi, ba’zan statsionar tekshiruv zarur.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Komissiya simulyasiya, aggravatsiya (kasallikni og‘irroq ko‘rsatish), dissimulyasiya (yashirish), sun‘iy kasallik va a‘zobuzarlik ehtimolini ham nazarda tutadi.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Salomatlik holati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Tayinlash holatlari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Chaqiruvga kela olmaslik  ·  Hukm ijrosini kechiktirish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Komissiya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Klinitsist-mutaxassislar  ·  Statsionar tekshiruv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Ehtimol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Simulyasiya, aggravatsiya  ·  Dissimulyasiya, sun’iy kasallik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Salomatlik ekspertizasi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284, 284–286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Simulyasiya — sog‘lom odamning mavjud bo‘lmagan kasallikni bor deb ko‘rsatishi.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Simulyant holatini og‘irroq ko‘rsatadi; shikoyatlari ob’ektiv belgilarga mos kelmaydi.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Aniqlash uchun uzoq kuzatiladi; ayrim tekshiruvlar to‘satdan, takroran o‘tkaziladi.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429"/>
                <a:gridCol w="343254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Kasallik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 yarasi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Najasga qon, askorbin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Yurak kasalligi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Achchiq choy, kofe: taxikardiya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 sili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Haqiqiy bemor balg‘ami, rentgensurati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O‘pkadan qon ketishi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Balg‘amga milk yoki burun qoni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Simulyasiya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Aggravatsiya va dissimulyasiya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Aggravatsiya — mavjud kasallik yoki travma belgilarini og‘irroq qilib ko‘rsatish.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Dissimulyasiya simulyasiyaga qarama-qarshi: kasallik yoki patologik holatni qasddan yashirish.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simulyasiya ≠ dissimulyasiya — biri yo‘q kasallikni ko‘rsatadi, ikkinchisi borini yashiradi.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Aggravatsiya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Mavjud belgini og‘irroq ko‘rsatish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Qasddan yoki patologik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Jazodan qutulish, xizmatdan qochish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Dissimulyasiya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Kasallikni yashirish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Doim qasddan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Kasb talabi, javobgarlikdan qochish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Aggravatsiya va dissimulyasiya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Teri: qo‘l-oyoqni siqib boylash yoki yengil zarbalar sun’iy shish beradi; teri ostiga parafin, vazelin, yog‘ yuborilsa sun’iy o‘sma paydo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Sun’iy dermatit mexanik, kimyoviy yoki termik ta’sirdan chiqadi; teri ostiga kerosin, skipidar, so‘lak yuborilsa abssess, flegmona rivojlanadi.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Ichki a’zolar: ko‘p surgi dorisi, sovun eritmasi — gastroenterit; ko‘p osh tuzi — nefrozo-nefrit; efedrin — gipertonik kasallik alomatlari.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Ko‘z va quloq: ishqalash, chang yoki kislota kon’yunktivit, keratit chaqiradi; quloqqa yot jism solinadi, nog‘ora parda sanchuvchi jism bilan teshiladi.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Sun’iy kasalliklar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Siqib boylash: sun’iy shish  ·  Parafin, vazelin: sun’iy o‘sma  ·  Kerosin, skipidar: abssess, flegmona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Ichki a’zolar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Surgi dorisi: gastroenterit  ·  Ko‘p osh tuzi: nefrozo-nefrit  ·  Efedrin: gipertoniya alomatlari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Ko‘z va quloq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Chang, kislota: kon’yunktivit, keratit  ·  Nog‘ora parda teshiladi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Sun’iy kasalliklar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286, 286-287, 287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A‘zobuzarlik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A‘zobuzarlik — muayyan maqsadda qasddan o‘ziga shikast yetkazish. Harbiy xizmatdan bosh tortishda ko‘p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ko‘pincha qo‘l va oyoqda, asosan kaftda, shaxsning o‘z qo‘li yetadigan joyida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eksperimenti tavsiya etiladi: hodisaga yaqin sharoitda shaxsning bayoni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Izohi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nechta yuzaki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Asosiy jarohat yaqinida takror ta‘sir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Barmoq amputatsiyasi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sathda; tasodifan — bir sathda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tomoni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Asosan chap tomonda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Qurol turi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O‘tkir, o‘qotar; ba‘zan o‘tmas jism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O‘zini shikastlash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287-288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simulyasiya yoki a‘zobuzarlik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chaqiriluvchining kaftida asosiy jarohat yaqinida bir nechta yuzaki kesma yara va barmoqlarning turli sathdagi amputatsiyasi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Shikastlanish asosan chap qo‘lda. Shaxs buni baxtsiz hodisa deb tushuntiradi.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Farq: simulyasiyada sog‘lom odam mavjud bo‘lmagan kasallikni ko‘rsatadi. A‘zobuzarlikda esa real jarohat o‘ziga yetkaziladi.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belgilar baxtsiz hodisaga mosmi yoki o‘zini shikastlashga? Javob: belgilar majmui a‘zobuzarlikni ko‘rsatadi; tergov eksperimenti tavsiya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285, 287, 287-288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 noto‘g‘ri aniqlanganda, hujjat berishda, nikohni bekor qilishda yoki jinoyat tergovida tekshiruv zarur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Germafroditizm — bir paytning o‘zida ikki jinsga xos jinsiy a‘zolar bo‘lishi; chin va soxta turi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Anamnez, tibbiy hujjatlar, antropometriya, klinik-laborator tekshiruv va xromosoma tahlili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Germafroditizm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Erkak va ayol bezlari birga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 erkak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Yorg‘oq (spermatogenez)  ·  Ayolga o‘xshash belgilar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Soxta ayol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Tuxumdon (ovogenez)  ·  Erkakka o‘xshash belgilar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Jinsiy yetuklik — salomatlikka zarar bermay jinsiy hayot olib borishga imkon beradigan rivojlanish darajasi.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Odatda 14 yoshga to‘lmaganlar jinsiy yetilmagan hisoblanadi. Yetuklikni aniqlash masalasi 14 yoshdan nikoh yoshigacha bo‘lgan oraliqda tug‘iladi.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Qizlarda tana uzunligi tik holatda 150 sm dan, o‘tirganda 80 sm dan kam bo‘lmasligi kerak. Ko‘krak aylanasi tinch holatda 78–80 sm dan kam bo‘lmasligi lozim.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Tos o‘lchamlari kamida: yonbosh suyaklari ustki o‘siqlari oralig‘i 26–27 sm, katta ko‘stlar oralig‘i 29 sm, tashqi konyugata 17–18 sm.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Ayollarda jinsiy aloqa, homiladorlik, tug‘ish va emizish qobiliyatini qamraydi.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Yetilmagan yosh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14 gacha</a:t>
            </a:r>
            <a:r>
              <a:rPr sz="1400" b="0">
                <a:solidFill>
                  <a:srgbClr val="6B7280"/>
                </a:solidFill>
                <a:latin typeface="Calibri"/>
              </a:rPr>
              <a:t>  yosh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uzunligi (tik)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150+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Tana uzunligi (o‘tirgan)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80+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Ko‘krak aylanasi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78-80+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Yonbosh o‘siqlari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26-27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Tashqi konyugata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17-18</a:t>
            </a:r>
            <a:r>
              <a:rPr sz="1500" b="0">
                <a:solidFill>
                  <a:srgbClr val="6B7280"/>
                </a:solidFill>
                <a:latin typeface="Calibri"/>
              </a:rPr>
              <a:t>  sm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Jinsiy yetuklik o‘lchamlari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 va qizlik pardasi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Bokiralik asosan qizlik pardasining anatomik butunligi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 — qin shilliq qavatining duplikaturasi; unda asos, erkin chet va teshik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birinchi aloqada defloratsiya bo‘ladi; parda barmoq, jism yoki operatsiyada ham buzilishi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Parda shakllari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1-guruh (odatdagi)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Halqasimon  ·  Yarim oysimon, naysimon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2-guruh (g‘ayrioddiy)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Bo‘lakchali, spiralsimon  ·  Tishsimon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3-guruh (juda kam)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Ikki oynali, to‘siqli  ·  Teshigi yo‘q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Qizlik pardasi shakllari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290, 291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Qizlik pardasi yorig‘ining bitish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Yupqa, elastik pardalarda yoriqlar qalin, go‘shtsimon pardalardagiga nisbatan tezroq bitadi.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Yoriq odatda pastki segmentda (soat 5–7); tabiiy o‘yiq istalgan segmentda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yoriq ≠ o‘yiq. O‘yiq asosgacha yetmaydi, cheti oddiy; eski yoriq cheti qalin, chandiqli.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Qonash, shish, laxta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Shish kamayadi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Oqimtir qoplama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1-hafta oxiri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Granulyasiya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2-3 hafta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Chandiq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 haftadan so‘ng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Muddatni aniqlab bo‘lmaydi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Yoriq bitish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291, 292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jins, yetuklik, bokiralik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chin va soxta germafroditizm farqi? Chinida ikkala jins bezi bor, soxtasida bitta jins bezi, tashqi belgilar boshqa jinsga o‘xshaydi.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qaysi yoshgacha shaxs odatda jinsiy jihatdan yetilmagan hisoblanadi? Javob: 14 yoshga to‘lmaganlar yetilmagan deb qaraladi.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tos va tana o‘lchamlari qat’iy mezonmi? Yo‘q, ular nisbiy ahamiyatga ega. Kichikroq ko‘rsatkichda ham ayol xavfsiz tarzda farzand ko‘rishi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xavfi! Qizlik pardasidagi yoriq ≠ tabiiy o‘yiq. Yoriq ko‘pincha pastki segmentda, soat siferblati bo‘yicha 5–7 oralig‘ida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Tabiiy o‘yiq aksariyat asosgacha yetmaydi.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288, 289, 292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Erkakda bu qobiliyat jinsiy aloqa qilish va urug‘lantirishni, ayolda jinsiy aloqa qilish, homilador bo‘lish va tug‘ish imkoniyatini bildiradi.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Erkakda impotensiya markaziy nerv tizimi kasalliklari, tashqi jinsiy a’zo nuqsonlari va endokrin kasalliklar bilan bog‘liq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Urug‘lantirish qobiliyati eyakulyatning laboratoriya tekshiruvida aniqlanadi. Harakatchan normal spermatozoidlar topilsa, qobiliyat tasdiqlanadi.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Ayolda qin atreziyasi, aplaziyasi, chandiqlar, o‘smalar va vaginizm jinsiy aloqaga to‘sqinlik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Tor tos va tos suyaklarining deformatsiyasi tabiiy tug‘ishga monelik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Erkakda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Jinsiy aloqa va urug‘lantirish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Impotensiya: MNT, nuqsonlar, endokrin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Eyakulyatda harakatchan spermatozoidlar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Ayolda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Aloqa, homiladorlik, tug‘ish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Qin atreziyasi, aplaziyasi, vaginizm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Tor tos, tos deformatsiyasi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Nasl qoldirish qobiliyati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292-293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 va bo‘lib o‘tgan tug‘ruqni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Kechayotgan homiladorlikda hayz to‘xtaydi, sut bezlari kattalashadi va pigmentatsiya kuchayadi. Laboratoriyada xorial gonadotropin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Ishonchli belgilar: auskultatsiyada homila yuragining urishi hamda palpatsiya va ultratovushda homila qismlari va qimirlashi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Tug‘ruqdan so‘ng dastlabki kunlarda sut bezlari shishgan bo‘ladi, so‘rg‘ich atrofi to‘qroq tusga kiradi, ajralma chiqadi. Jinsiy oraliq keng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Tug‘gan ayolda bachadon bo‘yinchasining tashqi teshigi yoriqsimon, tug‘magan ayolda odatda dumaloq shaklda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Homiladorlik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Hayz to‘xtaydi, sut bezlari kattalashadi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Laboratoriyada xorial gonadotropin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Homila yuragi urishi, ultratovush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Tug‘ruqdan keyin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Sut bezlari shishgan, ajralma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Jinsiy oraliq keng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Bo‘yincha tashqi teshigi yoriqsimon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Homiladorlik va tug‘ruq belgilari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293, 293-294, 294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turlari va jinoiy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— homiladorlikning 22 haftasigacha uzilishi; u o‘z-o‘zidan yoki sun’iy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usulda shilinma, qontalash, yara; kimyoviy usulda kuyish va zaharlanish alomatlari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emboliyasi, shok, o‘tkir qon ketish, perforatsiya va infeksiya o‘limning sababi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Abort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O‘z-o‘zidan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Kasallik, zaharlanish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Akusher-ginekolog  ·  12 hafta: xohish; keyin ko‘rsatma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Jinoiy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Tayyorgarliksiz shaxs  ·  JK 114-modda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Abort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holatlar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ayolga tibbiy muassasadan tashqarida, tibbiy tayyorgarligi yo‘q shaxs homilani tushirgan; ayolda o‘tkir qon ketish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aniqlaydi: homiladorlik va uning uzilishi bo‘lganmi, homila qaysi usulda tushirilgan va oqibatlari qanday.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usulga mos izlar qidiriladi: tashqi jinsiy a’zo, qin, bachadonda shilinma, qontalash, yara, kuyish.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tibbiy abortdan nimasi bilan farq qiladi va qaysi modda bo‘yicha javobgarlik ko‘zda tutiladi?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294-295, 294, 295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 118-moddasi: xohishga qarshi zo‘rlik, qo‘rqitish yoki ojizlikdan foydalanib jinsiy aloqa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Zo‘rlik izi: sonning ichki yuzasi va jinsiy a’zolarda qontalash, shilinma; qo‘rqitish iz qoldirmaydi.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Maniy qin ichi, qov, oraliq, sonda izlanadi; surtma qancha erta olinsa, shuncha samarali.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Hujjat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Qaror, bayonnoma, tibbiy hujjat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So‘rov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Ginekologik anamnez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Ko‘rik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Jarohat va ojizlik belgilari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Surtma va bosmalar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Laboratoriya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Maniy, qon, soch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Nomusga tegish ekspertizasi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 va fahsh harakatlari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120-modda: erkakning erkak bilan zo‘rliksiz jinsiy aloqasi. Aktiv va passiv qatnashchining ikkovi ham javobgar.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proktit, bavosil kabi kasalliklar passiv besoqolbozlik belgisi deb xato talqin qilinishi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Fahsh harakatlari: 16 yoshga to‘lmaganga nisbatan, 129-modda. Ba’zan hech qanday iz qolmaydi.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Aktiv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Jinsiy olat, qov sohasi tekshiriladi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Qon, soch, axlat, moysimon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Toj egatchasida uzoq saqlanadi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Passiv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Orqa teshik, to‘g‘ri ichak tekshiriladi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Shilinma, qon quyilishi, yoriqlar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Muntazamda sfinkter zaiflashadi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Aktiv va passiv qatnashchi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297, 298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Passiv qatnashchi: muntazam aloqa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Passiv qatnashchilarda orqa teshik va to‘g‘ri ichak sohasida shilinma, qon quyilishi, yoriqlar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Kam sonli jinsiy aloqada katta yoshli passiv qatnashchida ba’zan hech qanday jarohat yoki o‘zgarish topilmasligi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Muntazam jinsiy aloqada orqa chiqaruv teshigi voronkasimon botiq, sfinkter zaiflashgan, teshik ochilib turadi.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Muntazamda orqa teshikning nursimon burmalari silliqlashadi; to‘g‘ri ichak pastki qismi shilliq qavati ham o‘zgaradi.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Kam sonli aloqada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Shilinma, qon quyilishi, yoriqlar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Ba’zan hech qanday o‘zgarish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Muntazam aloqada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Orqa teshik voronkasimon botiq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Sfinkter zaiflashgan, teshik ochiq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Nursimon burmalar silliqlashgan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Passiv qatnashchida topilmalar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 va OIV-infeksiyasi tarqatish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113-modda: o‘zida tanosil kasalligi yoki OIV (odam immunitet tanqisligi virusi)/OITS borligini bila turib yuqtirgan yoki xavf ostida qoldirgan shaxs javobgar.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bu jinoyat jinsiy erkinlikka emas, hayot yoki sog‘liq uchun xavfli jinoyatlar guruhiga kiradi (nomusga tegishdan farqi).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Ekspertiza dermatovenerolog va OITS bo‘yicha mutaxassislar ishtirokida o‘tadi: ko‘rik, klinik-laborator tekshiruv, tibbiy hujjatlar tahlili, yuqish manbai.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Kasallikning kech bosqichi aniqlangan shaxs jinoyat sub’ekti hisoblanadi. Xizmat vazifasini lozim bajarmay OIV yuqtirgan tibbiyot xodimi ham javobgar.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Jinoyat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Mazmuni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Bila turib yuqtirish, xavfga qo‘yish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Guruhi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Hayot, sog‘liq uchun xavfli jinoyat  ·  Jinsiy erkinlikka qarshi emas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Ekspertiza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Dermatovenerolog, OITS mutaxassisi  ·  Ko‘rik, laboratoriya, manba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Sub’ekt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Kech bosqich aniqlangan shaxs  ·  Tibbiyot xodimi (vazifani buzsa)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113-modda: tanosil kasalligi, OIV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jinoyatlar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 nomusga tegish gumoni bilan murojaat qildi. Sonning ichki yuzasida qontalash, qin ichida maniy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Qin ichidan surtma, qov, oraliq va sondan bosmalar imkon qadar tez olinadi. Vaqt o‘tsa spermatozoid topilish ehtimoli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qinda odatda 3-5 kungacha saqlanadi, shuning uchun namuna qancha tez olinsa, natija shuncha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gumondorni ko‘rikdan o‘tkazish kerakmi? Unda himoyalanish izlari va ayolga tegishli qon, soch topilishi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296, 292, 297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 o‘tkazish umumiy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 umumiy algoritm bo‘yicha, olti bosqichda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Metodikani hodisa xususiyati va ekspertiza oldiga qo‘yilgan vazifa belgilaydi. Shuning uchun har bir turi o‘ziga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tafsilotlari avvalo ekspertiza tayinlash qarori yoki ajrimidagi ma’lumotlardan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Tafsilot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Hodisa tafsilotlari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Hujjat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Tibbiy hujjatlar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So‘rov, ko‘rik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Shaxs so‘roq qilinadi, ko‘riladi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Qo‘shimcha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Maxsus tekshiruvlar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Ekspert xulosasi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299, 300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 tartibi va ishtirokchilar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Shaxs hujjat (pasport, harbiy bilet, guvohnoma) bilan tasdiqlanadi; jinsiy ishlarda ikkita foto ham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Ko‘rik o‘lchagich, lupa, stereomikroskop bilan o‘tadi; zarur bo‘lsa mutaxassislar birga ko‘radi.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Jarohatni rasmga olish faqat shaxsning ruxsati bilan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Ko‘rik ishtirokchilari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Voyaga yetmagan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Ota-ona yoki pedagoglar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Muomalaga layoqatsiz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Qonuniy vakil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O‘zga jins, yalang‘ochlash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Tergovchi xonadan chiqadi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Davolanayotgan bemor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Tayinlagan shaxs yoki vakil  ·  Davolovchi vrach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Ko‘rikda kim ishtirok etadi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So‘rov va ko‘rik: nimalar o‘rganiladi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 jarohatlari ekspertizasida so‘rovda shikast qachon, qayerda, kim tomonidan, nima bilan, tananing qaysi sohasiga va necha marta ta’sir etgani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Shikastlanishdan keyingi holat va tibbiy yordamga murojaat so‘raladi; so‘rov ko‘rik vaqtidagi shikoyatlar bilan yakunlanadi.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Ko‘rikda jarohatning turi, joylashuvi, shakli, o‘lchami, rangi, ifloslanishi va atrofidagi teri holati o‘rganiladi.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Shilinmada qoplama va uning sathi, yarada chetlari, chet devorlari, uchlari va tubi tavsiflanadi; rasmga olish shaxs ruxsati bilan.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Ekspertiza jarayoni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So‘rov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Qachon, qayerda, kim, nima bilan  ·  Qaysi soha, necha marta  ·  Holat, murojaat, shikoyat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Ko‘rik: umumiy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Turi, joylashuvi, shakli  ·  O‘lchami, rangi, ifloslanish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Ko‘rik: yara, shilinma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Shilinmada qoplama, sathi  ·  Yarada chet, devor, uch, tub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So‘rov va ko‘rik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xulosasining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Barcha tekshiruvlar tugagach xulosa tuziladi; unda amalga oshirilgan barcha tekshiruvlar va natijalar hujjatlashtiriladi.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Xulosaning to‘xtamida ekspertiza yechimiga qo‘yilgan savollarga javob beriladi.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 jarohatlarida: jarohat turi, joylashuvi, xususiyatlari, shikastlovchi qurol, vujudga kelish mexanizmi va yetkazilish muddati ko‘rsatiladi.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Og‘irlik darajasi tasniflovchi belgi (hayot uchun xavf, sog‘liq buzilishi davomiyligi, turg‘un yo‘qotish) bilan beriladi; fotosuratlar, sxemalar ilova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Tekshiruvlar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Barchasi va natijalari yoziladi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To‘xtam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Savollarga javob beriladi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Jarohat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Turi, joylashuvi, qurol, mexanizm, muddat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Og‘irlik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Daraja va tasniflovchi belgi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Ilova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Fotosuratlar, sxemalar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Xulosa tarkibi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mustahkamlash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ekspertiza olti bosqichda — tafsilot, tibbiy hujjat, so‘rov, ko‘rik, qo‘shimcha tekshiruv, xulosa.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sog‘liqning buzilish davomiyligi davolanish muddatiga aynan teng emas. Kech murojaat yoki davo nuqsoni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Chegaralar: 6 kungacha — yengil; 6 dan 21 kungacha — qisqa muddatli yengil; 21 kundan ortiq — o‘rtacha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Mustaqil ish: berilgan hodisa uchun olti bosqichli reja tuzing va har bosqichda kimlar ishtirok etishini yozing.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299-300, 281, 300-301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(sog‘liq buzilishi muddati): 6 kungacha – yengil; 6 kundan 21 kungacha – sog‘liqning qisqa muddatga buzilishiga olib kelgan yengil; 21 kundan ortiq – o‘rtacha og‘ir. Raqamlar tartibi: 6 → 21.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bir ko‘zning ko‘rishi to‘liq yo‘qolsa, jarohat og‘ir hisoblanadi, chunki umumiy mehnat qobiliyatining uchdan biridan ko‘pi yo‘qoladi. Bir quloqda eshitish yo‘qolsa, jarohat o‘rtacha og‘ir deb baholanadi.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simulyant yurak kasalligini ko‘rsatish uchun tekshiruvdan oldin achchiq choy yoki kofe ichib, taxikardiya va hansirashni chaqirishi mumkin. Shu sababli ayrim tekshiruvlar to‘satdan va takroran o‘tkaziladi.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vaqt omili: qizlik pardasi butunligi buzilgan muddatni faqat dastlabki haftalarda aniqlash mumkin, uch haftadan keyin bu mumkin emas. Yangi yoriqlar ko‘pincha soat siferblati bo‘yicha 5–7 oralig‘ida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o‘zini shikastlashga shubha qilinganda quyidagilarga qaraladi: jarohat qo‘l yetadigan joyda, asosiy jarohat yonida bir nechta yuzaki yara, barmoqlar turli sathda amputatsiya bo‘lgan, shikast asosan chap tomonda.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