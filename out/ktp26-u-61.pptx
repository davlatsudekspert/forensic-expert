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 savoli: 1) Nega suyak faqat tayanch emas, kalsiy zaxirasi hamdir? 2) Rezorbsiya har doim kasallikmi? Doskada chizish: ikki pallali tarozi (osteoklast va osteoblast). Shakllar tasnifi: fiziologik qayta qurilish, umumiy yo‘qolish (osteoporoz), mahalliy litik o‘choqlar, implant atrofidagi osteoliz. Tipik xato: rezorbsiyani doim patologiya deb tushunish — normal qayta qurilishning ajralmas bosqichi.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 savoli: 1) Rezorbsiya joyiga osteoblastlarni nima chaqiradi? 2) Qaytish chizig‘i nimani ko‘rsatadi? Doskada chizish: trabekula yuzasida zovur va uning tubidagi qaytish chizig‘i. Tipik xato: osteoklast va osteoblast ishini bir vaqtda, bir joyda deb o‘ylash; avval rezorbsiya, keyin shakllanish. Diqqat: qaytish chizig‘i ≠ yangi suyak qatlami; u zovur tubining belgisi. Patologiyada chiziq tartibsiz bo‘ladi (mozaik ko‘rinish, Paget kasalligida).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 savoli: 1) Nega katepsin K faqat mineral erigandan keyin samarali ishlaydi? 2) Sealing zone buzilsa nima bo‘ladi? Doskada chizish: osteoklast kesimi — ruffled border, sealing zone, lakuna va kanopi. Qo‘shimcha: osteoklast avval xlorid kislota ajratib mineralni eritadi, keyin metalloproteazalar va katepsin K kollagen matriksni parchalaydi; parchalar hujayra orqali o‘tib sinusoidlar orqali qonga chiqariladi. Tipik xato: kislota kollagenni ham eritadi deb o‘ylash — kollagenni fermentlar parchalaydi.</a:t>
            </a:r>
          </a:p>
          <a:p/>
          <a:p>
            <a:r>
              <a:t>Tekshirish kerak (manbada noaniq):</a:t>
            </a:r>
          </a:p>
          <a:p>
            <a:r>
              <a:t>- Lakuna, ko‘rinishidan, yupqa kollagen qopqoq — kanopi — bilan yopiladi; u qo‘shni ilikni himoya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transheya silliq tubli bo‘ladi? 2) Osteon ichida qanday tomirlar bor? Doskada: g‘ovak suyakdagi transheya va kortikal suyakdagi tunnelning kesimini yonma-yon chizing, qaytish chizig‘ini belgilang. Tipik xato: BRU ni faqat kortikal suyakka xos deb o‘ylash, yoki osteonni rezorbsiya o‘chog‘ining o‘zi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Qaysi kasalliklarda BRU soni ortadi? 2) Umumiy suyak yo‘qolishi bilan mahalliy litik o‘choq qanday farq qiladi? Doskada: ikki ustunli jadvalni talabalar bilan birga to‘ldiring. Tipik xato: osteoporozni faqat mahalliy jarayon deb hisoblash. Aslida u umumiy suyak yo‘qolishi.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Javob: bu patologik, kuchaygan rezorbsiya; tezlik oshgani uchun osteoklastlar tartibsiz ishlaydi va chiziqlar notekis bo‘ladi. Muhokama: 1) Mozaika ko‘rinishi nimani bildiradi? 2) Normal qaytish chizig‘i qanday ko‘rinadi? Doskada: silliq va notekis qaytish chizig‘ini ikki xil chizib solishtiring. Tipik xato: qaytish chizig‘ini o‘zi patologiya belgisi deb o‘ylash. Aslida normada ham bor, patologiyada uning tartibsizligi muhim.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1) Nima uchun mineral avval erishi kerak? 2) Sealing zone bo‘lmasa nima o‘zgaradi? Doskada chizish: osteoklast osti — ruffled border, sealing zone va lakunani sxematik chizing, H+ va katepsin K ni belgilang. Tipik xato: talabalar kislota kollagenni ham eritadi deb o‘ylaydi; aslida kollagenni ferment parchalaydi.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Nima uchun ikkala sitokin (M-CSF va RANKL) ham kerak? 2) Qo‘shilish rezorbtiv faollikka qanday ta’sir qiladi? Doskada chizish: besh tugunli zanjirni strelkalar bilan chizing va har bosqichga sitokin nomini yozing. Tipik xato: osteoklastni osteoblast yoki mezenximal hujayradan kelib chiqadi deb adashtirish; u miyeloid (gemopoetik) qatordan.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RANKL ko‘payib, OPG kamaysa suyakda nima bo‘ladi? 2) Nima uchun OPG ‘yolg‘on retseptor’ deyiladi? Doskada chizish: RANKL, RANK va OPG ni uch shakl sifatida chizib, OPG RANKL ni ushlab qolishini ko‘rsating. Tipik xato: OPG ni RANK bilan almashtirish; RANK membrana retseptori, OPG esa eruvchan yolg‘on retseptor.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Nega osteosit RANKLi embrionda kerak emas, kattalarda esa zarur? 2) Yallig‘lanishda qaysi hujayralar RANKL manbaiga qo‘shiladi? Doskada chizing: markazda osteoklast prekursori, atrofida 5 ta RANKL manbai (osteoblast, osteosit, T/B limfosit, sinovitsit, endotelial hujayra) strelkalar bilan. Tipik xato: faqat osteoblastni RANKL manbai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osteopetroz suyagi rentgenda zich, lekin sinuvchan? 2) RANKL/OPG nisbati periprotez osteolizida qanday o‘zgaradi? Doskada chizing: tarozi, bir pallada RANKL, ikkinchisida OPG, ikki xil og‘ish. Tipik xato: osteopetrozni osteoporoz bilan aralashtirish yoki zich suyakni mustahkam deb hisoblash. Jadvaldagi OPG qatori ma’lumotlari Yin va boshq. (PMID 40932933) dan: OPG-nokaut sichqonlarda erta osteoporoz va sinuvchanlik.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Nega Wnt signalini osteoklastogenezda ikki yoqlama deyish mumkin? 2) LGR4 RANK bilan qanday raqobatlashadi va natija nima? Doskada chizing: RANKL ikki retseptor (RANK va LGR4) o‘rtasida, RANK tomoni NFATc1 ni oshiradi, LGR4 tomoni bostiradi. Tipik xato: barcha Wnt oqsillarini bir xil ta’sir qiladi deb o‘ylash (Wnt5a RANKni oshiradi, Wnt3a/16/4a cheklaydi).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Osteoklast yo‘q bo‘lsa remodeling nima uchun to‘xtaydi? 2) Nima uchun rentgenda suyak oq, lekin sinishga moyil? Doskada: normal va RANK−/− sichqon boldir suyagining o‘q kesimini chizing (o‘sish plastinkasi, iligi bo‘shlig‘i, zich suyak). Tipik xato: talabalar zich suyakni kuchli suyak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p50/p52 o‘chirilsa osteoklast hosil bo‘lmaydi? 2) Qaysi yo‘l yallig‘lanish sitokinlari bilan bog‘liq? Doskada: ikki ustunli sxema chizing: retseptor → kinaza → dimer → yadro. Tipik xato: p100 ni p52 ga aylanishini kanonik yo‘lga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TRAF3 ni ‘tormoz’, TRAF6 ni ‘gaz pedali’ deb atash mumkin? 2) TRAF3 parchalanishini to‘xtatish nimaga olib keladi? Doskada: RANK → TRAF6 (yoqadi) va TRAF3 (parchalanadi) sxemasini chizing. Tipik xato: TRAF3 ham osteoklast uchun zarur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TRAF3 “tormoz” deyiladi? 2) Xloroxin zanjirning qaysi bo‘g‘inini to‘sadi? Doskada: 5 bosqichli zanjirni o‘qlar bilan chizdirib, TRAF3 va NIK ni rangli belgilang. Tipik xato: TRAF3 ni osteoklast hosil bo‘lishi uchun zarur deb o‘ylash. Aslida u uni cheklaydi, RANKL esa uni parchalaydi.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bitta MAPK inhibitori yetarli emas? 2) ERK va JNK o‘rtasidagi teskari aloqa nimaga xizmat qiladi? Doskada: uchta tarmoq va ularning qo‘zg‘atuvchilarini uchta ustunli sxemada chizdiring. Tipik xato: uchala tarmoqni bir xil vazifali deb hisoblash. ERK erta bosqichga, JNK va p38 yetilish va qo‘shilishga ko‘proq xos.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Javoblar: 1) RANK TRAF 1, 2, 3, 5 va 6 ni jalb qiladi, faqat TRAF6 zarur. 2) NFATc1 (va c-Fos) NF-κB dan keyin joylashadi; c-Fos NFATc1 ning yuqorisida turadi. 3) NIK to‘planadi, p100 p52 ga ko‘proq o‘tadi, osteoklast shakllanishi ortadi (sichqonlarda erta osteoporoz). Muhokama: nega bir xil oila oqsillari qarama-qarshi rol o‘ynaydi? Doskada: TRAF6 (+) va TRAF3 (–) belgili ikki o‘qli sxema. Tipik xato: TRAF raqamlarini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TNF nima uchun RANKLdan ‘kuchsizroq’ osteoklast hosil qiladi? 2) RA da sinovitsitlarning roli nima? Doskada chizing: RANKL va TNF ustunli jadval, TRAF6/TRAF2 va TRAF3 o‘qlari bilan. Tipik xato: TNF ham TRAF6 ni jalb qiladi deb o‘ylash (aslida TRAF2). Diqqat: TRAF3 ≠ TRAF6 — TRAF3 cheklaydi, TRAF6 zarur. Bahsli jihat: ba’zi mualliflar TNF ta’siri uchun RANKL bilan oldindan tayyorlash kerak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Talabalarga avval ‘nima uchun?’ savolini bering, 1 daqiqa juftlikda o‘ylashsin. Muhokama: 1) Dori nishoni bo‘lmasa nima bo‘ladi? 2) Bu natija TRAF3 ni dori nishoni sifatida qanday asoslaydi? Doskada chizing: RANKL → TRAF3 parchalanishi → NIK to‘planishi → p52/RelB zanjiri, xloroxin to‘sadigan joyni belgilang. Tipik xato: xloroxin RANKL ni to‘sadi deb o‘ylash (aslida TRAF3 parchalanishini to‘sadi).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Nima uchun bu jarayon ‘o‘z-o‘zini davom ettiruvchi’ doira deyiladi? 2) Zarracha o‘lchami va shakli yallig‘lanishga qanday ta’sir qiladi? Doskada chizing: 5 bosqichli zanjir va undan makrofagga qaytuvchi teskari strelka. Tipik xato: PPO ni infeksiya natijasi deb o‘ylash — bu steril yallig‘lanishli suyak yemirilishi. Diqqat: RANKL oshadi, OPG kamayadi — ikkalasi bir yo‘nalishda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submikron zarra kattaroq zarradan xavfliroq bo‘lishi mumkin? 2) Zarra shakli yallig‘lanishga qanday ta’sir qiladi? Doskada: zarra turlari (PE, metall, keramika, sement) va xususiyatlari (o‘lcham, shakl, tarkib) ro‘yxatini chizdiring. Tipik xato: talabalar faqat polietilenni zarra manbai deb o‘ylaydi, metall, keramika va sementni unutadi.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Nima uchun TNF-α markaziy tartibga soluvchi hisoblanadi? 2) IFN-γ nega ikki tomonlama ta’sir ko‘rsatadi? Doskada: jadvaldagi to‘rt sitokinni ustunlarga bo‘lib, ularning suyakka ta’sirini o‘qlar bilan chizdiring. Tipik xato: IL-10 ni ham rezorbsiyani kuchaytiruvchi sitokin deb o‘ylash, aslida u matriks buzilishini cheklaydi.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erta bosqichda M2 ning ortiqcha bo‘lishi zararli? 2) PMMA zarralari makrofagni qaysi yo‘nalishga siljitadi? Doskada: M1 va M2 uchun ikki ustunli solishtirma sxema chizdiring. Tipik xato: M2 ni har doim foydali deb hisoblash, vaholanki erta va ortiqcha M2 suyak o‘rniga fibroz to‘qima hosil qilishi mumkin.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operatsiyadan keyin bemorni umuman harakatsiz qoldirish xavfli? 2) Barqaror fiksatsiya va erta yuklama qanday muvozanatlanadi? Doskada chizing: yuklama kamayishi → osteosit → RANKL ↑ → osteoklast ↑ → PPO. Tipik xato: osteositni faqat passiv hujayra deb o‘ylash. Manbada sklerostin pasayishi va uning RANKLni rag‘batlantirishi haqidagi gaplar o‘zaro mos emas, shuning uchun bu band ‘ishonchsiz’ deb belgilangan. Talabalarga shuni ochiq ayting.</a:t>
            </a:r>
          </a:p>
          <a:p/>
          <a:p>
            <a:r>
              <a:t>Tekshirish kerak (manbada noaniq):</a:t>
            </a:r>
          </a:p>
          <a:p>
            <a:r>
              <a:t>- Yuklama kamayganda (uzoq yotish, og‘riq) osteositlar sklerostinni pasaytiradi va RANKLni sezilarli oshiradi.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Javob kaliti: implant-suyak chegarasida yeyilish zarrachalari → makrofaglar fagotsitozi → TNF-α, IL-1β, IL-6 ↑ → osteoblast va fibroblastlarda RANKL ↑, OPG ↓ → osteoklast giperfaolligi → suyak yo‘qolishi → implant bo‘shashishi. Muhokama: 1) Zarracha o‘lchami va shakli yallig‘lanishga qanday ta’sir qiladi? 2) Bu bemorda nega antibiotik yordam bermaydi? Doskada chizing: zarracha → makrofag → sitokinlar → RANKL/OPG → osteoliz. Tipik xato: bo‘shashishning hammasini infeksiyaga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postmenopauzada suyak yo‘qolishi tezlashadi? 2) Bir xil PTH nega ham katabolik, ham anabolik bo‘lishi mumkin? Doskada jadvalni o‘zlari chizib, har qatorga ‘RANKL ↑ yoki ↓’ belgisini qo‘ysin. Tipik xato: doimiy PTH ≠ intermittent PTH. Ularning natijasi qarama-qarshi, ikkalasini bir xil deb yozish xatodir. D3 vitamini haqidagi ma’lumot tajriba modeliga tegishli, buni klinik tavsiya sifatida o‘qitmang.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Nima uchun suyakdan tashqaridagi o‘smada osteoklast paydo bo‘lishi mumkin? 2) Gigant hujayra ko‘p yadroli bo‘lsa ham, nega uni osteoklast deb bo‘lmaydi? Doskada: ikki ustunli jadvalni (TRAP-musbat va TRAP-manfiy) talabalar bilan birga to‘ldiring. Tipik xato: har qanday ko‘p yadroli gigant hujayrani suyakni eritadi deb hisoblash. Diqqat: osteoklast ≠ TRAP-manfiy gigant hujayra.</a:t>
            </a:r>
          </a:p>
          <a:p/>
          <a:p>
            <a:r>
              <a:t>Tekshirish kerak (manbada noaniq):</a:t>
            </a:r>
          </a:p>
          <a:p>
            <a:r>
              <a:t>- O‘choqdagi mezenximal hujayralar RANKL va M-CSF chiqaradi, bu ehtimol qondan prekursorlarni jalb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Fuziya nima uchun rezorbsiya kuchini oshiradi? 2) Fuziyani tanlab to‘xtatish nega ba‘zi muolajalarda foydali bo‘lishi mumkin? Doskada: besh bosqichli zanjirni chizing va har bosqich ostiga mos molekulani yozing. Tipik xato: DC-STAMP va OC-STAMP ni bir xil, o‘zaro almashadigan molekula deb o‘ylash; manbada ular bir-birini to‘liq almashtirmaydi. Eslab qoling: oldin tanish, keyin yopishish, oxirida membrana qo‘shiladi.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Nega sealing zone yopiq bo‘lishi rezorbsiya uchun muhim? 2) Qutblanishni to‘xtatish fuziyani to‘xtatishdan qanday farq qilishi mumkin? Doskada: osteoklastning suyakka qaragan yuzasini chizing: sealing zone, ruffled border, lakuna. Tipik xato: ruffled border bilan sealing zone ni aralashtirish. Diqqat: sealing zone ≠ ruffled border; birinchisi yopuvchi halqa, ikkinchisi sekretsiya qiladigan burmali membrana. Eslab qoling: oldin yopishadi, keyin halqa yopadi, so‘ng burmali membrana kislota va ferment chiqaradi.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Fuziya buzilsa ham osteoklast bo‘ladimi? 2) Qutblanish buzilsa-chi? Doskaga chizing: preosteoklast → fuziya → ko‘p yadroli hujayra → qutblanish → burmali chegara. Tipik xato: fuziya va qutblanishni bitta jarayon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denosumabni to‘satdan to‘xtatish xavfli? 2) Uzoq muddatli bisfosfonat nega atipik sinishga olib kelishi mumkin? Doskaga: ikki dori uchun ta’sir zanjirini chizing. Tipik xato: bisfosfonat ham RANKL ni bloklaydi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Fuziyani yoki qutblanishni to‘sish qaysi jihatdan afzal? 2) Nega klinikadan oldin odamda xavfsizlikni tekshirish shart? Doskaga: nishon → modda → bosqich jadvalini ko‘chiring. Tipik xato: tajriba natijalarini tasdiqlangan davo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osteoklastni butunlay o‘chirish yaxshi emas? 2) PDGF-BB foydasi va xavfi qayerda? Doskada: osteoklast markazda, atrofida S1P, Wnt10b, BMP6, CTHRC1 o‘qlari osteoblastga, PDGF-BB o‘qi tomirga. Tipik xato: PDGF-BB ni faqat foydali omil deb o‘ylash; manbada ortiqcha miqdori xavfli deyiladi.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RANKL to‘xtatishdan keyin to‘planib, osteoklastlarni oshiradi? 2) Chiqish strategiyasi nimani oldini oladi? Doskada: vaqt o‘qi — davolash, to‘xtatish, 6 oy, RANKL va TRAcP5b o‘sishi, BMD tushishi. Tipik xato: denosumabni bisfosfonat kabi suyakda qoladi deb o‘ylash; u suyakka joylashmaydi, ta’siri qaytuvchan.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Qaysi shaklda RANKL/OPG muvozanati buziladi? 2) Nega bitta nishonli davo yetarli emas? Doskada: to‘rt shakl (fiziologik, yallig‘lanishli, gormonal, o‘smaga bog‘liq) va ularni bog‘lovchi yo‘llar RANKL/RANK/OPG, NF-κB, MAPK/ERK. Tipik xato: barcha rezorbsiyani patologik deb hisoblash; remodellanishda u normal jarayon.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Suyak rezorbsiyasi shakllari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suyak rezorbsiyasi nima?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Skelet tayanch vazifasini bajaradi, miya va yurak kabi a’zolarni himoya qiladi hamda kalsiy va boshqa elementlar zaxirasi bo‘lib xizmat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Rezorbsiya — osteoklastlarning suyak mineral va organik qismini yemirishi. Suyak massasi rezorbsiya va osteoblastlar hosil qilgan yangi suyak muvozanatiga bog‘liq.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Muvozanat buzilsa, rezorbsiya umumiy suyak yo‘qolishiga (osteoporoz) yoki mahalliy, rentgenda litik o‘choqlarga olib keladi.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Qo‘shma protezdan keyin ortiqcha rezorbsiya hosil bo‘lishdan oshib ketsa, periprostetik osteoliz (PPO) yuzaga keladi va implant bo‘shashadi.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30323820; Shunsuke Uehara va boshq., Beyond resorption: targeting osteoclast fusion and polarization to restore balanced bone remodeling, betlar: PMID 42328629;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Suyak qayta qurilishi sikli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Osteoklastlar mikroskopik eskirgan yoki shikastlangan suyakni yemiradi, osteoblastlar uning o‘rniga yangi suyak qo‘yadi.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Osteoklast ~60 µm chuqur zovur — suyak qayta qurilish birligi (BRU) — hosil qiladi; zovur tubi qaytish chizig‘i bilan belgilanadi.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Matriksdan va osteoklastdan ajralgan bog‘lovchi omillar osteoblast avlodlarini rezorbsiya joyiga chaqiradi.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Osteoklast suyakni qanday yemiradi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Ruffled border — membrananing barmoqsimon burmalari; kislota va ferment ajratish yuzasini oshiradi.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Sealing zone — suyakka zich yopishgan halqa; lakunani yopiq lizosomal bo‘shliqqa aylantiradi.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Lakuna, ko‘rinishidan, yupqa kollagen qopqoq — kanopi — bilan yopiladi; u qo‘shni ilikni himoya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G‘ovak va kortikal suyakda rezorbsiya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Osteoklastlar g‘ovak suyak yuzasida transhey shaklidagi qayta qurish birligini (BRU)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Transheya o‘rtacha ~60 μm chuqurlikkacha yemiriladi. Uning tubi qaytish chizig‘i bilan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Zich kortikal suyakda osteoklastlar dumaloq tunnel ochadi. Tunnel yangi suyak bilan to‘lib, osteonga aylanadi.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5420"/>
                <a:gridCol w="1908423"/>
                <a:gridCol w="1924131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G‘ovak suyak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Kortikal suyak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Joylashuvi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G‘ovak (trabekulyar) yuzalar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Zich qatlam, g‘ovak suyakni o‘rab turadi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Rezorbsiya shakli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Transhey shaklidagi BRU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Deyarli dumaloq tunnellar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Keyingi holat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Qaytish chizig‘i bilan belgilanadi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Yangi suyak bilan to‘lib, osteon bo‘ladi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Markaziy tuzilma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Qayd etilmagan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Kichik arteriya va vena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Ikki suyak turida rezorbsiya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Fiziologik va patologik rezorbsiya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Me‘yorda osteoklastlar silliq tubli transheya hosil qiladi, keyin osteoblastlar yangi suyak qo‘yadi.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Infeksiya, yallig‘lanish, endokrin buzilish va metastazda BRU soni oshadi, suyak hosil bo‘lishi esa susayadi.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Natija umumiy suyak yo‘qolishi (osteoporoz) yoki rentgenda ko‘rinadigan mahalliy litik o‘choq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572"/>
                <a:gridCol w="1948201"/>
                <a:gridCol w="1948201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Me‘yor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Kasallik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BRU soni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Kattalarda &gt;1 million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Qaytish chizig‘i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Silliq, tartibli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Notekis, tartibsiz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 hosil bo‘lishi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Rezorbsiya joyiga bog‘langan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Odatda susayadi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Oqibat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Skelet yangilanadi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Osteoporoz yoki litik o‘choq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Me‘yor va kasallik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mozaik tasvirli suyak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gistologik kesmada (H&amp;E bo‘yash) qaytish chiziqlari notekis, suyak mozaika ko‘rinishida.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Rezorbsiya tezligi oshganda osteoklastlar tartibsiz ishlaydi. Klassik misol — Paget kasalligi.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qanday rezorbsiya shakli va chiziqlar nima uchun tartibsiz?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silliq tubli transheya me‘yorni, notekis chiziq kuchaygan (patologik) rezorbsiyani bildiradi.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rezorbsiya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osteoklast suyak mineralini nima bilan eritadi? Javob: kislota. Proton nasoslari H+ ionlarini, xlor kanallari Cl− ionlarini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mineral erigach, kollagenli matriksni nima parchalaydi? Javob: metalloproteazalar; asosiy proteolitik ferment — katepsin 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3: katepsin K qaysi pH da eng samarali, sealing zone nima qiladi? Javob: pH ~5,5; sealing zone yopiq lizosomal bo‘shliq hosil qilib, hujayralarni kislotadan himoya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— demineralizatsiya (kislota bilan mineralning erishi) ≠ matriks parchalanishi (ferment); ular ketma-ket bosqichlar.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Osteoklastning kelib chiqishi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Osteoklastlar suyak ko‘migidagi gemopoetik miyeloid prekursorlarning qo‘shilishidan hosil bo‘lgan ko‘p yadroli hujayralardir.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M-CSF prekursorlarda RANK ifodasini oshiradi; RANKL ta’sirida ular differensiallanib, bir-biri bilan qo‘shiladi.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RANKL va M-CSF osteoklastni lakunada saqlaydi; o‘rtacha umri taxminan 30 kun.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Miyeloid prekursor (ko‘mik)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M-CSF: RANK ifodasi ↑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RANKL: differensiallanish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Prekursorlar qo‘shiladi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Ko‘p yadroli osteoklast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Osteoklast hosil bo‘lish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RANKL/RANK/OPG tizimi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RANKL osteoblast, osteotsit va immun hujayralarda ifodalanadi; RANK esa osteoklast prekursorlarida joylashgan.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qoling: OPG – tabiiy tormoz; RANKL ni RANK dan kuchliroq bog‘lab, osteoklastni cheklaydi.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RANKL/OPG nisbati normal va kasal holatda suyak rezorbsiyasi darajasini belgilaydi.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1605474"/>
                <a:gridCol w="210897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Ishtirokchi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Tabiati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Ligand; TNFSF11 geni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Prekursorni osteoklastga aylantiradi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Retseptor; TNFRSF11A geni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 ni bog‘laydi, TRAF6 ni chaqiradi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OPG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Yolg‘on retseptor; TNFRSF11B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 ni bog‘lab, RANK dan ushlab qoladi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Tizim ishtirokchilari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30323820;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RANKL manbalari va aksessuar hujayralar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RANKL (NF-κB retseptori faollashtiruvchisi ligandi)ni osteoblast va stromal hujayralar, B va T limfositlar ifodalaydi. Ular aksessuar hujayralar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Osteositlar suyakdagi eng ko‘p hujayralar bo‘lib, membranali va ajraluvchi RANKL chiqaradi. Embrionda bu RANKL shart emas, o‘smir va kattalarda remodellash uchun zarur.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Revmatoid artritda yallig‘langan bo‘g‘imda sinovitsitlar RANKLning asosiy manbai. O‘sma nekrozi omili (TNF) aksessuar hujayralarda RANKLni oshiradi.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Yallig‘langan suyak muhitida qon tomir endotelial hujayralari ham RANKL ajratib, osteoklast hosil bo‘lishiga hissa qo‘shadi.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30323820;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RANKL/OPG nisbati buzilishi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RANKL osteoklast hosil bo‘lishi uchun asosiy omil. OPG esa RANKLni tutib, rezorbsiyani cheklaydi.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RANKL va OPG nisbati norma va kasallikda rezorbsiya darajasini belgilovchi asosiy omil.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zich suyak ≠ mustahkam suyak. Osteopetrozda suyak to‘qilgan (woven) turda va mo‘rt.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688012"/>
                <a:gridCol w="1790212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RANKL yo‘q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OPG yo‘q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Osteoklastlar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Hosil bo‘lmaydi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Haddan ko‘p faol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 holati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Osteopetroz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Erta osteoporoz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Oqibat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Zich, lekin mo‘rt suyak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 rezorbsiya, sinishlar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RANKL va OPG yetishmasligi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Wnt signali va LGR4 ning roli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Wnt/β-katenin signali mezenximal ildiz hujayralaridan osteoblast hosil bo‘lishini boshqaradi. Kanonik yo‘l osteoblastlarda OPG ifodasini ham oshiradi.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Wnt3a va Wnt16 RANKL keltirib chiqargan NF-κB–NFATc1 (T-hujayralar yadro omili) ifodasini to‘sib, rezorbsiyani cheklaydi. Wnt4a ham osteoklast hosil bo‘lishini to‘sadi.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Wnt5a osteoklast prekursorlarida RANK ifodasini oshiradi. β-katenin erta prekursorlarda differensiatsiyani kuchaytiradi, yetilganlarda to‘sadi.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LGR4 (leysinga boy takrorli G-oqsil bilan bog‘liq retseptor 4) RANKL uchun qo‘shimcha retseptor; RANK bilan raqobatlashib, Gαq va GSK3-β orqali NFATc1 ni bostiradi.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RANKL‘siz sichqonlar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RANKL yoki RANK geni o‘chirilgan sichqonlarda osteoklast va TRAP (tartratga chidamli kislotali fosfataza) bo‘yalishi yo‘q; iligi bo‘shlig‘ini zich suyak to‘ldiradi.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Savolga javob: osteoklast bo‘lmasa, mineralli suyak matritsasi uzun suyaklar va umurtqalar iligi bo‘shlig‘idan olib tashlanmaydi. Bu holat osteopetroz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Osteopetrotik suyak rentgenda nur o‘tkazmaydi, uchlari kolbasimon. Zich ko‘rinsa ham, to‘qilgan (woven) suyakdan iborat bo‘lgani uchun normal suyakdan zaif.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zich suyak ≠ mustahkam suyak. Osteoklast yo‘qligi suyakni kuchli emas, aksincha mo‘rt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NF-κB signal yo‘li: ikki tarmoq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Kanonik yo‘lda IκB kinaza (IKK) kompleksi IKKβ orqali IκBα ni fosforlaydi, RelA/p50 yadroga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Noan‘anaviy yo‘lda NIK (NF-κB induksiyalovchi kinaza) IKKα ni faollaydi, p100 esa p52 ga ishlanadi.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p50 va p52 ikkalasi o‘chirilgan sichqonlarda osteoklast hosil bo‘lmaydi (og‘ir osteopetroz).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881102"/>
                <a:gridCol w="1597122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Kanonik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Noan‘anaviy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Qo‘zg‘atuvchi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TNF-α, IL-1β, TLR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CD40, BAFF-R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Asosiy kinaza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IKKβ (IκBα parchalanadi)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NIK → IKKα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Faol dimer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RelA/p50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RelB/p52 (p100→p52)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NF-κB: ikki yo‘l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40932933;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TRAF oilasi: TRAF6 va TRAF3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 kinaza faolligiga ega emas; u TRAF oqsillarini jalb qilib, MAPK, NF-κB va AP-1 yo‘llarini yoqadi.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 jalb qiladigan TRAFlardan faqat TRAF6 nokaut sichqonlari osteopetrotik: TRAF6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TRAF3 osteoklastogenezni cheklaydi; RANKL uni parchalaganda p52 ko‘payib, osteoklast hosil bo‘ladi.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631134"/>
                <a:gridCol w="1965201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TRAF6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TRAF3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Osteoklastga roli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Hosil bo‘lishi uchun zarur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Zarur emas, cheklaydi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Nokaut natijasi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Osteopetroz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Erta osteoporoz (prekursorda)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NF-κB, JNK, NFATc1 yoqiladi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NIK parchalanadi, p100→p52 to‘xtaydi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TRAF6 va TRAF3 taqqoslash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TRAF3 parchalanishi va NIK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Tinch holatda TRAF3/TRAF2/cIAP kompleksi NIK ni proteasomada parchalab turadi.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RANKL TRAF3 ning autofagolizosomal parchalanishini chaqiradi, natijada NIK to‘planadi.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Xloroxin lizosoma yo‘lini to‘sib, TRAF3 ni saqlaydi va osteoklast hosil bo‘lishini kamaytiradi.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RANKL RANK ga bog‘lanadi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TRAF3 lizosomada parchalanadi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NIK to‘planadi, IKKα faol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p100 → p52, p52/RelB yadroga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Osteoklast shakllanadi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RANKL → TRAF3 → NIK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MAPK: ERK, p38 va JNK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ERK prekursor proliferatsiyasi va erta differensiyani, JNK va p38 esa yetilish va qo‘shilishni qo‘llab-quvvatlaydi.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ERK DUSP orqali JNK ni bosadi. ERK to‘silsa, p38 va JNK kompensator tarzda faollashadi.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 sababli U0126 yoki SB203580 kabi yakka inhibitorlar yetarli samara bermasligi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750"/>
                <a:gridCol w="1809750"/>
                <a:gridCol w="166847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Tarmoq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Qo‘zg‘atuvchi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Vazifa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M-CSF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c-Fos, NFATc1; proliferatsiya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p38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RANKL, sitokinlar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CREB orqali c-Fos, NFATc1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JNK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TNF-α, RANKL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AP-1; TRAP va CTSK geni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Kompensatsiya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Bitta tarmoq to‘silsa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Boshqalari faollashadi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MAPK tarmoqlarini solishtirish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signal yo‘llari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RANK kinaza faolligiga ega emas. U qaysi adaptor oqsillarni jalb qiladi va qaysi biri osteoklast uchun zarur?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NFATc1 signal zanjirida qayerda turadi? NF-κB va c-Fos ga nisbatan joyini ayting.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3: TRAF3 miqdori pasaysa, NIK, p100 va osteoklast shakllanishida nima o‘zgaradi?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xavfi: TRAF6 ≠ TRAF3. TRAF6 osteoklast hosil bo‘lishi uchun zarur, TRAF3 esa uni cheklaydi.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TNF orqali rezorbsiya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TNF (o‘sma nekrozi omili) RANKLsiz ham osteoklast hosil qila oladi; bu masala bahsli.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Revmatoid artritda (RA) TNF RANKL ifodasini oshiradi; yallig‘langan bo‘g‘imda RANKL manbai asosan sinovitsitlar.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TNF ham NF-κB/c-fos/NFATc1 yo‘lini ketma-ket yoqadi va IκB-α fosforlanishini kuchaytiradi.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807"/>
                <a:gridCol w="1762658"/>
                <a:gridCol w="1958509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RANKL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TNF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Adapter oqsil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TRAF6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TRAF2 (TRAF6 emas)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TRAF3 darajasi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Parchalanadi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p100 → p52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Samarali ishlanadi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Samarali ishlanmaydi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RANKL va TNF solishtirmasi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xloroxin va suyak yo‘qotilishi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Xloroxin oddiy sichqonlarda ovariektomiya (tuxumdonlarni olib tashlash) keltirib chiqargan suyak yo‘qotilishini va osteoklast hosil bo‘lishini to‘sadi.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TRAF3 osteoklast prekursorlarida o‘chirilgan sichqonlarda xloroxin bu yo‘qotilishni to‘sa olmadi; ular ovariektomiyadan keyin og‘irroq suyak yo‘qotdi.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nima uchun? Xloroxin lizosoma orqali boradigan TRAF3 parchalanishini to‘sadi; TRAF3 bo‘lmasa, dori ta’sir qiladigan nishon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TRAF3 NF-κB-induksiyalovchi kinazani (NIK) parchalatib, p100 ning p52 ga ishlanishini cheklaydi; RANKL esa TRAF3 ni yo‘qotadi.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Periprostetik osteoliz (PPO)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Implant–suyak chegarasidagi eskirish zarrachalari surunkali yallig‘lanishni qo‘zg‘atadi.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Makrofaglar zarrachani yutib, sitokinlar ajratadi; ular RANKL ni oshirib, OPG ni kamaytiradi.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Osteoklast ortiqcha faollashib, suyak hosil bo‘lishidan o‘zib ketadi; natijada implant bo‘shashadi.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Eskirish zarrachalari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Makrofag fagotsitozi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Sitokinlar: TNF-α, IL-1β, IL-6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RANKL ortishi, OPG kamayishi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Osteoklast ↑, implant bo‘shashi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PPO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Eskirish zarrachalari xususiyatlari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Zarralar implant va suyak chegarasida mexanik eskirish hamda korroziya natijasida hosil bo‘ladi. Ular polietilen, metall, keramika va suyak sementi qoldiqlaridir.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Zarra o‘lchami (0,1–10 µm), shakli (o‘tkir qirrali yoki sharsimon) va kimyoviy tarkibi uning bioreaktivligini va yallig‘lantirish kuchini belgilaydi.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Submikron o‘lchamli va cho‘ziq zarralar kattaroq yoki sharsimon zarralarga nisbatan kuchliroq yallig‘lantiruvchi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xavf faqat zarra miqdoriga bog‘liq emas. Metall qoldiqlar esa kechikkan yuqori sezuvchanlik reaksiyasini ham chaqirishi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PPO dagi asosiy sitokinlar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IL-10 MMP-9 va MMP-13 ni bosib, TIMP-1 ni oshiradi va kollagen parchalanishini kamaytiradi.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IFN-γ ikki xil ishlaydi: TRAF6 parchalanishi orqali osteoklastni bosadi, MHC II ni esa oshiradi.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PGE2 roli munozarali: ba’zi modellarda uni olib tashlash rezorbsiyani kamaytirmagan.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090"/>
                <a:gridCol w="2282190"/>
                <a:gridCol w="190469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Sitokin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Asosiy ta’sir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TNF-α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Osteoklast hosil bo‘lishini kuchaytiradi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RANKLga bog‘liq va bog‘liq bo‘lmagan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IL-1β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Osteoklastni bevosita differensiyalaydi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MMP-2, -3, -9, -13 va PGE2 ni oshiradi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IL-6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RANKL/OPG muvozanatini buzadi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Prekursorning RANKLga sezgirligini oshiradi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IL-17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 hosil bo‘lishini to‘xtatadi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SOST↑, Wnt/β-katenin↓, RANKL↑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Asosiy sitokinlar va ta’siri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Makrofag qutblanishi: M1 va M2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Makrofaglar muhitga qarab M1 yoki M2 fenotipiga o‘tadi; qutblanish osteoklastogenezni belgilaydi.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PMMA zarralarini fagotsitlagan makrofaglar asosan M1 ga qutblanadi va yallig‘lantiruvchi sitokin chiqaradi.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M2 suyak hosil bo‘lishiga faqat yo‘l ochadi; kuchli signalni BMP-2 yoki Wnt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927859"/>
                <a:gridCol w="2140916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M1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M2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Sharoit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Erta yallig‘lanish muhiti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Yallig‘lanishsiz sharoit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Mahsulot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TNF-α, IL-1, IL-6, PGE2, NO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IL-10, TGF-β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Ta’sir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Osteoklastni faollashtiradi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Tiklanish; osteoblastda OPG ni oshiradi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Xavf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Rezorbsiya kuchayadi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Erta ortiqcha M2: fibroz kapsula xavfi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M1 va M2 solishtiruvi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Osteositlar va mexanik yuklama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Osteositlar suyakdagi asosiy mexanosensor hujayralar bo‘lib, yuklamaning o‘zgarishini sezadi.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Yuklama kamayganda (uzoq yotish, og‘riq) osteositlar sklerostinni pasaytiradi va RANKLni sezilarli oshiradi.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Artroplastikadan keyingi harakatsizlik disuse osteoporozga o‘xshash holat yaratib, periprostetik osteoliz (PPO)ni tezlashtiradi.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Orqa oyoq yuklamadan chiqarilgan sichqonlarda 5 kun ichida osteosit apoptozi 3–4 baravar oshib, RANKL ko‘tarilgan.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40932933, 3.3.4-bo‘lim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yuqumsiz bo‘shashgan protez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bo‘g‘imi almashtirilgan bemorda implant infeksiyasiz, ya’ni aseptik tarzda bo‘shashgan.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Implant atrofidagi to‘qimada RANKL yuqori, OPG past; rentgenda suyak yo‘qolishi ko‘rinadi.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qaysi molekulyar zanjir ishlayapti? Javobni yeyilish zarrachalaridan boshlab bosqichma-bosqich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aseptik ≠ yallig‘lanishsiz. PPO steril bo‘lsa ham, surunkali yallig‘lanish bilan suyakni yemiradi.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40932933, 1-bo‘lim, PMID 40932933, 3.2-bo‘lim, PMID 40932933, 2.1-bo‘lim, PMID 40932933, 2.2-bo‘lim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Gormonal omillar: estrogen, GK, 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Estrogen yetishmasligi RANKLni oshirib, OPGni kamaytiradi; postmenopauzada rezorbsiya kuchayadi.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Glyukokortikoidlar (GK) OPGni kamaytirib, RANKLni oshiradi; D3 vitamini buni tiklashi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Paratireoid gormon (PTH): doimiy ta’sir rezorbsiyani, intermittent ta’sir suyak hosil bo‘lishini kuchaytiradi.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1455420"/>
                <a:gridCol w="1432255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Omil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RANKL/OPG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Estrogen yetishmasligi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 ↑, OPG ↓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Rezorbsiya ↑, osteoporoz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Glyukokortikoidlar (GK)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 ↑, OPG 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Osteoklast faollashadi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Doimiy PTH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RANKL/OPG nisbati ↑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Osteoklastogenez ↑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Intermittent PTH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Sklerostin ↓, Wnt ↑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Anabolik: suyak hosil bo‘lishi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Gormonlar va RANKL/OPG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Yin L va boshq., Critical signaling pathways in osteoclast differentiation and bone resorption: mechanisms and therapeutic implications for periprosthetic osteolysis, betlar: PMID 40932933, 3.3.1-bo‘lim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Skeletdan tashqari osteoklastlar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Osteoklastlar suyakdan tashqarida ham hosil bo‘ladi, masalan tendon qobig‘i gigant hujayrali o‘smasida.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O‘choqdagi mezenximal hujayralar RANKL va M-CSF chiqaradi, bu ehtimol qondan prekursorlarni jalb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Ba‘zi karsinomalarda (ko‘krak, o‘pka, oshqozon osti bezi, qovuq) ham osteoklast uchraydi, mexanizmi noma‘lum.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737304"/>
                <a:gridCol w="221336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TRAP-musbat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TRAP-manfiy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Hujayra turi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 yadroli osteoklast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Ko‘p yadroli gigant hujayra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Suyakni eritadimi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Ha, suyakni rezorbsiya qiladi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Yo‘q, suyakni eritmaydi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 matriksini parchalash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Begona agent va xolesterinni parchalash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Qayerda ko‘rinadi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 va ba‘zi o‘smalarda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Xolesterin yoriqlari yonida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TRAP-musbat va TRAP-manfiy hujayralar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Osteoklast qo‘shilishi (fuziya)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RANKL ta‘sirida NFATc1 DC-STAMP va Atp6v0d2 ifodasini oshiradi; ular qo‘shilish uchun zarur.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Siglec-15 sialillangan TLR2 ni taniydi; fosfatidilserin (PS) ochilishi “meni qo‘sh” signalidir.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DC-STAMP yo‘q sichqonlarda ko‘p yadroli hujayralar hosil bo‘lmaydi, osteopetroz rivojlanadi.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Migratsiya (jalb bo‘lish)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Tanish: Siglec-15 + TLR2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Yopishish (adgeziya)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Fuziogenlar: DC-STAMP, OC-STAMP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Membrana qo‘shilishi (PS)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Fuziya bosqichlari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Shunsuke Uehara va boshq., Beyond resorption: targeting osteoclast fusion and polarization to restore balanced bone remodeling, betlar: PMID 42328629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Osteoklast qutblanishi (polyarizatsiya)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Qutblangan osteoklastda podosomalar halqa va sealing zone hosil qiladi; u rezorbsiya lakunasini yopadi.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Ruffled borderda V-ATPaza va ClC-7 mineralni eritadi, MMP9 va katepsin K organik matriksni parchalaydi.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LRRK1 c-Src va Rac1/Cdc42 yo‘llarini bog‘laydi; yetishmasa sealing zone va ruffled border hosil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αvβ3 integrin bilan yopishish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c-Src–Pyk2 kompleksi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RhoA, Rac, Cdc42 GTPazalari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Aktin halqa: sealing zone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Ruffled border hosil bo‘lishi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Qutblanish signal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Shunsuke Uehara va boshq., Beyond resorption: targeting osteoclast fusion and polarization to restore balanced bone remodeling, betlar: PMID 42328629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fuziya va qutblanish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1-savol: DC-STAMP (dendritik hujayraga xos transmembran oqsil) vazifasi nima? Javob: u preosteoklastlarning o‘zaro qo‘shilishi, ya’ni fuziyasi uchun zarur.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2-savol: Src o‘chirilsa nima bo‘ladi? Javob: burmali chegara va zichlovchi zona hosil bo‘lmaydi, og‘ir osteopetroz rivojlanadi.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3-savol: LRRK1 (leysinga boy takroriy kinaza 1) roli? Javob: c-Src va Rho-oilasi GTPazalarini birlashtiradi; usiz osteoklast farqlanadi, lekin zichlovchi zona hosil qilmaydi.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fuziya ≠ qutblanish. Fuziya — ko‘p yadroli hujayra hosil bo‘lishi; qutblanish — yetuk hujayrada sitoskelet qayta tashkillanishi va burmali chegara paydo bo‘lishi.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Shunsuke Uehara va boshq., Beyond resorption: targeting osteoclast fusion and polarization to restore balanced bone remodeling, betlar: PMID 42328629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Mavjud antirezorbtiv dorilar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Azotsiz bisfosfonatlar (etidronat) ATP analogiga aylanib, osteoklast apoptoziga olib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Azotli turlari (alendronat) mevalonat yo‘lidagi farnezil pirofosfat sintazani bosadi.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Denosumabni birdan to‘xtatish suyak almashinuvi rebound sakrashi va ko‘p umurtqa sinishi xavfini beradi.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7310"/>
                <a:gridCol w="1550365"/>
                <a:gridCol w="240030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Xususiyat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Bisfosfonatlar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Denosumab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Nishon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Osteoklast ichida mevalonat yo‘li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Hujayradan tashqarida RANKL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Mexanizm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Azotli — prenillanish to‘xtaydi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RANKL ni bog‘lab, osteoklastogenezni bosadi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Yon ta’sir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Atipik sinish, jag nekrozi, gipokalsemiya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Gipokalsemiya, jag nekrozi, rebound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Suyakda qolishi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Suyak mineraliga yuqori moyillik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Qaytar; suyakda to‘planmaydi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Bisfosfonat va denosumab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Shunsuke Uehara va boshq., Beyond resorption: targeting osteoclast fusion and polarization to restore balanced bone remodeling, betlar: PMID 42328629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Yangi nishonlar va dorilar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PKN3 (protein kinaza N3) nishoni: SB202190 aktin halqa va rezorbsiyani kamaytirdi, suyak yo‘qolishini oldi.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vositalar suyak hosil bo‘lishiga ta’sir qilmasdan rezorbsiyani bosish maqsadida o‘rganilmoqda.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Hammasi tajriba bosqichida; odamda samaradorlik va xavfsizlik hali isbotlanmagan.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39"/>
                <a:gridCol w="1625165"/>
                <a:gridCol w="197117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Nishon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Bosqich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DC-STAMP (fuziya)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E8431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Tuxumdoni olingan sichqonlar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Siglec-15 (fuziya)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Antitana 32A1; DS-1501a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Hujayra va kalamush modeli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Dock5 (qutblanish)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C21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Sichqon modellari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LRRK1 (qutblanish)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IN04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Faqat hujayra darajasida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Yangi nishonlar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Shunsuke Uehara va boshq., Beyond resorption: targeting osteoclast fusion and polarization to restore balanced bone remodeling, betlar: PMID 42328629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Kupling omillar va PDGF-BB xavfi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Osteoklast faqat suyakni yemirmaydi: u S1P, Wnt10b, BMP6 va CTHRC1 kabi kupling omillarni ajratib, osteoblastlarni jalb qiladi va mineralizatsiyani qo‘llab-quvvatlaydi.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Bir yadroli pre-osteoklastlar PDGF-BB (trombotsitdan olingan o‘sish omili-BB) ajratadi; u H turdagi qon tomirlar va suyak hosil bo‘lishini rag‘batlantiradi.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Diqqat: PDGF-BB ortiqcha bo‘lsa, tomir kalsifikatsiyasi, ateroskleroz yoki miya tomirlari buzilishi mumkin; osteoartrozda og‘riq ham kuchayadi.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Shu sabab pre-osteoklastlarni ko‘paytirish strategiyasi ayrim bemorlarda qarshi ko‘rsatma bo‘lishi mumkin; muqobil — qo‘shilishni emas, osteoklast qutblanishini bostirish.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Shunsuke Uehara va boshq., Beyond resorption: targeting osteoclast fusion and polarization to restore balanced bone remodeling, betlar: PMID 42328629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denosumabni to‘xtatish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Denosumab (RANKLga qarshi antitana) to‘satdan to‘xtatilsa, suyak aylanishi markerlari (kollagen o‘zaro bog‘i CTX, prokollagen propeptidi P1NP) keskin oshadi — “rebound”.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To‘xtatgandan 6 oy o‘tgach bemorlar zardobida RANKL oshgan, so‘ng osteoklast faolligi markeri TRAcP5b (tartratga chidamli kislotali fosfataza 5b) ko‘tarilgan.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Suyak mineral zichligi (BMD) tez yo‘qoladi; boshqa antirezorbtivga ketma-ket o‘tilmasa, ko‘p umurtqa sinishi xavfi oshadi.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bunday bemorda to‘xtatishdan keyin qanday chiqish strategiyasini tanlaysiz va nima uchun?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Shunsuke Uehara va boshq., Beyond resorption: targeting osteoclast fusion and polarization to restore balanced bone remodeling, betlar: PMID 42328629; Yin L va boshq., Critical signaling pathways in osteoclast differentiation and bone resorption: mechanisms and therapeutic implications for periprosthetic osteolysis, betlar: PMID 40932933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Xulosa: rezorbsiya shakllari va yo‘nalishlar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Fiziologik rezorbsiya: remodellanishda osteoklastlar eskirgan yoki shikastlangan suyak sohalarini yemiradi, so‘ng osteoblastlar o‘rniga yangisini qo‘yadi.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Yallig‘lanishli rezorbsiya (periprostetik osteoliz, artrit): TNF-α va IL-1β RANKLni oshirib, OPGni kamaytiradi; estrogen yetishmasligi ham shunday ta’sir qiladi.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Infeksiya, endokrin buzilish va suyakka tarqalgan o‘smalar rezorbsiyani kuchaytirib, suyak hosil bo‘lishini susaytiradi; natijada osteoporoz yoki litik o‘choqlar paydo bo‘ladi.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Kelajak: bisfosfonat/denosumab bilan soni kamaytirish, qo‘shilishni va qutblanishni tanlab to‘sish — hosil bo‘lishni saqlagan holda rezorbsiyani jilovlash.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Boyce BF va boshq., Bone Remodeling and the Role of TRAF3 in Osteoclastic Bone Resorption, betlar: PMID 30323820; Yin L va boshq., Critical signaling pathways in osteoclast differentiation and bone resorption: mechanisms and therapeutic implications for periprosthetic osteolysis, betlar: PMID 40932933; Shunsuke Uehara va boshq., Beyond resorption: targeting osteoclast fusion and polarization to restore balanced bone remodeling, betlar: PMID 42328629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RANKL – osteoklast uchun «gaz pedali», OPG – «tormoz». OPG yolg‘onchi (tuzoq) retseptor bo‘lib, RANKLni RANKdan oldin tutib oladi. Gaz va tormoz muvozanati suyak rezorbsiyasi darajasini belgilaydi.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Qiziqarli hodisa: osteoklastlar suyakdan tashqarida ham paydo bo‘ladi, masalan tendon qobig‘ining gigant hujayrali o‘smasida. U yerda ko‘p yadroli hujayralarning hammasi ham suyakni yemaydi. TRAP-manfiy gigant hujayralar suyakni rezorbsiya qilmaydi, TRAP-musbatlari esa qiladi.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denosumab (RANKLga qarshi antitana) to‘xtatilgach, taxminan 6 oydan keyin zardobda RANKL ko‘payadi. Keyin osteoklast faolligi markeri TRAcP5b (tartratga chidamli kislotali fosfataza 5b) ham ortadi. Natijada suyak rezorbsiyasi «qaytma» tarzida kuchayadi. Xulosa: davolashni to‘satdan to‘xtatish xavfli.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qoling: TRAF3 – osteoklast hosil bo‘lishining «qo‘riqchisi». RANKL signali qo‘riqchini lizosomada parchalaydi, shunda NIK to‘planadi va osteoklast hosil bo‘lishi tezlashadi. Xloroxin qo‘riqchining parchalanishini to‘sib, osteoklast hosil bo‘lishini kamaytiradi.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Fikrni kengaytiring: osteoklast faqat «buzuvchi» emas. U S1P, Wnt10b, BMP6, CTHRC1 kabi bog‘lovchi omillarni ajratadi. Bir yadroli pre-osteoklastlar PDGF-BB orqali H-tipli qon tomirlarini hosil qiladi. Shu sababli dori suyak hosil bo‘lishini ham so‘ndirmasligi kerak.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Suyak rezorbsiyasi shakllari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Yin L va boshq. Critical signaling pathways in osteoclast differentiation and bone resorption: mechanisms and therapeutic implications for periprosthetic osteolysis, Frontiers in Cell and Developmental Biology. 2025. PMID 40932933; DOI 10.3389/fcell.2025.1639430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Boyce BF va boshq. Bone Remodeling and the Role of TRAF3 in Osteoclastic Bone Resorption, Frontiers in Immunology. 2018. PMID 30323820; DOI 10.3389/fimmu.2018.02263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Shunsuke Uehara va boshq. Beyond resorption: targeting osteoclast fusion and polarization to restore balanced bone remodeling, Frontiers in Pharmacology. 2026. PMID 42328629; DOI 10.3389/fphar.2026.1821755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