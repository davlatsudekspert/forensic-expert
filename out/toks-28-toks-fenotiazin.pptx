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neyroleptik nima va nega sud-kimyogari uni qidiradi? Doskada: dars rejasi 6 qadamda. Tipik xato: fenotiazin hosilalarini faqat «tinchlantiruvchi» deb bilish — ular boshqa psixotrop moddalar ta’sirini ham kuchaytiradi.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yadroning azot atomiga radikal biriktirish faollikni oshiradi? Doskada: fenotiazin yadrosi va azot atomidagi o‘rin. Tipik xato: fenotiazinning o‘zini hozirgi neyroleptik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jadvaldagi guruhni yon zanjir tuzilishi bo‘yicha qanday ajratish mumkin? Doskada: uch guruh va ularning vakillari. Tipik xato: levomepromazinni (tizersin) piperazinli guruhga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ikkinchi guruhda stimullovchi ta’sir paydo bo‘ladi? Doskada: uch guruh ta’sirini qiyoslash jadvali. Tipik xato: barcha fenotiazinlarni bir xil sedativ deb hisoblash. Nordonlashtirilgan spirt usuli (Ye.M.Salomatin) keyingi slaydda.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bug‘latish 40°C dan oshirilmaydi? Doskada: bosqichlar zanjiri. Tipik xato: bo‘ktirish soni va vaqtini (2 soat, 3 marta)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kislotali muhitdagi efir qatlami barbituratlarga, ishqoriy muhitdagisi fenotiazinlarga tegishli? Doskada: pH 2-3 -&gt; efir (barbiturat); pH 13 -&gt; efir (fenotiazin). Tipik xato: kislotali va ishqoriy ekstraktlarni aralashtirib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reaktiv tarkibi qanday nisbatda? Doskada: ikki reaktiv tarkibi. Kitobda: p.120 da 5:45:45 va 20% nitrat kislota (xato), «xlorat kislota» (to‘g‘risi perxlorat kislota HClO4). Qaror: 5 ml 5% FeCl3 + 45 ml 20% HClO4 + 50 ml 50% HNO3 = 5:45:50 (p.125, malaka 081; Forrest FPN reaktivi). 1-usulda 60 ml 10% H2SO4 (kitob).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musbat rang reaksiyasi nima uchun yakuniy dalil emas? Doskada: «rang yo‘q -&gt; yo‘q; rang bor -&gt; tasdiqlash». Tipik xato: dastlabki rang reaksiyasi asosida xulosa berish.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ishqoriy gidroliz qo‘llanadi? Doskada: bosqichlar zanjiri. Tipik xato: izoamil spirtli geptan nisbatini (3%) va ekstraksiya sonini (2 marta)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guvoh eritma nima uchun majburiy? Doskada: plastinka sxemasi — start chizig‘i, namuna, guvoh. Tipik xato: guvohsiz Rf ni faqat kitob qiymati bilan solishtirish.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ikki xil sistema qo‘llanadi? Doskada: ikki sistema tarkibi. Tipik xato: 2-sistemada ammiak va etanol 1:1 aralashmasi qo‘shilishini hisobga olmaslik.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Rf st nima uchun Rf dan qulayroq? Doskada: Rf st = modda yurgan masofa / aminazin yurgan masofa. Tipik xato: Rf st ni oddiy Rf bilan aralashtirish. Kitobda: 16-jadval sarlavhasida «sulfat kislota va etanol 9:1» (xato) — matnda uch joyda 1:9; 1:9 qabul qilindi.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levomepromazinni rangi bilan qanday ajratish mumkin? Doskada: ko‘k dog‘ — levomepromazin. Tipik xato: jadvalda 1- va 2-sistema ustunlarini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qo‘shimcha dog‘ nimani bildiradi? Doskada: tozalash zanjiri. Qo‘shimcha moddalar yo‘q degan xulosaga kelinsa, ikkinchi qism tozalanmasdan porlatilib, qoldiqdan qo‘shimcha reaksiyalar va miqdoriy tahlil o‘tkaziladi (p.122). Elyuatsiya aralashmasi — etanol va ammiak 25% eritmasi 1:1. Tipik xato: reaktivni namuna zonasiga ham tomizib, ajralmani yo‘qotish.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gigroskopiklik saqlashga qanday ta’sir qiladi? Doskada: aminazin formulasi (fenotiazin yadrosi, 2-Cl, dimetilaminopropil zanjir). Tipik xato: aminazinning tuz (gidroxlorid) shaklini asos shakli bilan aralashtirish — ekstraksiya ishqoriy muhitda bajariladi.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«ong saqlanib qoladi» alohida ta’kidlanadi? Doskada: kuchaytiriladigan moddalar ro‘yxati. Tipik xato: aminazinni uyqu dorisi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dozani birdan to‘xtatishning xavfi nima? Doskada: sutkalik doza oralig‘i 0,075-0,6 g. Tipik xato: terapevtik dozani toksik doza bilan aralashtirish — bu slayddagi doza davolash dozasi.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o‘zgarmagan aminazinni topish ham, metabolitlarni topish ham muhim? Doskada: metabolizm yo‘llari. Tipik xato: metabolitlarni bir xil UB-spektr beradi deb o‘ylash — sulfoksid spektri aminazinnikidan farq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ranglar turishi bilan o‘zgaradi? Doskada: jadvalni to‘ldiring (reaktiv -&gt; rang). Tipik xato: Marki va Mandelin ranglarini chalkashtirish — ikkalasi ham yashildan boshlanadi, lekin oxirgi rangi farq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sulfoksid spektri aminazinniki bilan solishtirilganda nimasi bilan farq qiladi? Doskada: 255/307 nm va 239/274/300/341 nm ni yonma-yon yozing. Tipik xato: 1-sistema (60:35:5) bilan aminazinni aniqlash sistemasini (70:20:5) aralashtirish. Kitobda miqdoriy aniqlash chegarasi va to‘g‘rilik ko‘rsatkichlari berilmagan — o‘ylab topmang.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formulalar bo‘yicha propazin va aminazin qanday farq qiladi? Doskada: ikki formulani yonma-yon chizing (kitobdagi nomlar asosida). Tipik xato: propazinni aminazin sinonimi deb hisoblash — bu alohida modda.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salitsilatlar FPN-reaktivga nima uchun halaqit beradi? Doskada: Rf=0,71 (propazin) va Rf=0,93 (aminazin) ni solishtiring. Kitobda: «xlorat kislota» — to‘g‘risi perxlorat kislota (HClO4).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diprazinning antigistamin faolligi toksikologik jihatdan nimani bildiradi? Doskada: eruvchanlik nisbatlari (1:60, 1:9, 1:2). Tipik xato: «1:60» ni 1 g moddani 60 ml suvda eritish degan ma’noni bilmaslik.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14 kun davomida aniqlanish ekspertizada qanday imkon beradi? Doskada: diprazin va aminazin reaksiyalarini solishtiring. Tipik xato: Vitali-Moren reaksiyasini barcha fenotiazinlar uchun xos deb hisoblash — kitobda bu reaksiya faqat diprazin uchun keltirilgan.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diprazin (0,72) va propazin (0,71) Rf lari yaqin bo‘lsa, qanday ajratiladi? Doskada: Rf va UB maksimumlarini jadvalga yozing. Tipik xato: yaqin Rf qiymatlariga ega ikki modda uchun faqat YuQX 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etaperazin Rf=0,32 aminazin Rf=0,93 dan nima uchun past? Doskada: aminazin 0,93, propazin 0,71, diprazin 0,72, etaperazin 0,32. Mandelin reaktivi bilan avval yashil, so‘ng alvon rang (p.127). UB 0,1 M sulfat kislotada 249 va 300 nm (p.128). Tipik xato: kitobda etaperazin UB maksimumlari diprazinniki bilan bir xil (252/301; 249/300) berilgan — UB bilan farqlab bo‘lmaydi, p.126 va p.128 ni solishtiring; piperazinli hosilani alifatik guruhga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rangli reaksiyalar nima uchun farqlash uchun yetarli emas? Doskada: farqlash usullari ro‘yxati. Tipik xato: rangli reaksiyalar o‘xshashligini e’tiborsiz qoldirib, guruhni aniqlagan bilan modda aniqlandi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tizersin eruvchanligi aminazinnikidan nimasi bilan farq qiladi? Doskada: tizersin sinonimlari (levomepromazin, levopromozin, metatrimeprazin). Tipik xato: sinonimlarni turli moddalar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10% o‘zgarmagan modda peshobda tahlil uchun yetarlimi? Doskada: metabolizm yo‘llari (oksidlanish, gidroksillanish, sulfoksidlanish, N-demetillanish). Tipik xato: faqat o‘zgarmagan modda bilan cheklanib, metabolitlarni qidirmaslik.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purkalgan plastinka qizdiriladi? Doskada: tizersin ranglari — Marki ko‘kish qizil, Frede qizil ko‘kish. Tipik xato: kitobda YuQX aralashmasi nisbati (4:90:45) boshqa joydagi (50:45:4) tartibdan farq qiladi — aniq nisbatni SOP dan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erituvchi (etanol yoki kislota) maksimumni qanday siljitadi? Doskada: 255/310 va 251/302 nm. Tipik xato: erituvchini ko‘rsatmay UB maksimumlarini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eruvchanlik nisbati ekstraksiya uchun erituvchi tanlashga qanday ta’sir qiladi? Doskada: jadvalni to‘ldiring. Tipik xato: metanolda eruvchanlik (galoperidol 1:55) ni jadvaldan tashqarida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15-22% o‘lim ko‘rsatkichi nimani anglatadi? Doskada: galoperidol va droperidol ta’sir boshlanishi va davomiyligi. Tipik xato: «15-22%» ko‘rsatkichini dozasi aniq belgilanmagan holda har qanday ishlatishga tatbiq etish — kitobda sharoit (doza oshirib yuborish) ko‘rsatilgan.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fenotiazinlardan farqli, bu yerda ekstragent nima? Doskada: fenotiazin (n-geptan, 10 daqiqa) va butirofenon (etilasetat, 30 daqiqa) ni qiyoslang. Tipik xato: gidroliz vaqtlarini (10 va 30 daqiqa)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bu yerda beshta turli sistema keltirilgan? Doskada: beshta sistemadan ikkitasini tanlab yozing. Tipik xato: kitobdagi sistemalar nisbatini birlashtirib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ikki modda Marki reaktivi bilan nima uchun farqlanmaydi? Doskada: jadvalni to‘ldiring. Tipik xato: fenotiazinlarning qizil-binafsha ranglarini butirofenonlardagi sariq ranglar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metiloranj qanday rangli kompleks hosil qiladi? Doskada: kalibrlash grafigi tuzish bosqichlari. Tipik xato: kitobda rang xloroform qatlamida fenotiazin hosilalari bo‘lsa sariq deyilgan — bu yerda galoperidol/droperidol uchun ham shu sxema ishlatilgan; usulning tanlovchanligini tasdiqlash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aralash namunada fenotiazin va butirofenonni qanday ajratish mumkin? Doskada: butun tahlil sxemasi. Tipik xato: butirofenonlarni ham FPN-reaktiv bilan aniqlashga urinish — kitobda FPN fenotiazinlar uchun keltirilgan.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Neyroleptiklar: fenotiazinlar (aminazin, diprazin, tizersin), butirofenonlar (galoperidol, droperidol)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Bo‘lim: neyroleptik moddalar — aminazin, diprazin, tizersin, galoperidol, droperidol; ularni ashyoviy dalillardan ajratib olish va tahlil qilish.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iboralar: fenotiazin, neyroleptik, Salomatin usuli, FPN-reaktiv, YuQX, Rf st, UB-spektrofotometriya, IQ-spektrometriya.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tasnif -&gt; ajratib olish -&gt; peshobni dastlabki tekshirish -&gt; YuQX -&gt; alohida moddalar -&gt; butirofenonlar.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119, 119-131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Fenotiazin: tarixiy ma’lumot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Fenotiazin (tiodifenilamin) avval tibbiyotda antigelmint va antiseptik ta’sirli dori sifatida, keyinchalik peshob yo‘llari shamollashini davolashga qo‘llangan.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Faolligi yuqori, zaharli ta’siri kam dorilar sintez qilingani sababli fenotiazinning o‘zi hozir tibbiyotda ishlatilmaydi.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1945 yilga kelib yadrodagi azotga bog‘langan vodorod alkilaminoalkil radikallariga almashtirilib, kuchli faol birikmalar olindi; ko‘pi neyroleptik.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Antigelmint, antiseptik dori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Peshob yo‘llari shamollashida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Hozir o‘zi ishlatilmaydi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1945: alkilaminoalkil radikallari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Kuchli neyroleptik hosilalar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 tarixi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Fenotiazin hosilalarining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Kimyoviy tuzilishiga ko‘ra fenotiazin hosilalari uch guruhga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Piperazinli: meteperazin, etaperazin, triftazin, ftorfenazin; piperidin: tioredazin, peritsiazin.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758"/>
                <a:gridCol w="354121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Vakillari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Alifatik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aminazin, propazin, levomepromazin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Piperazinli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meteperazin, etaperazin, triftazin va b.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Piperidin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tioredazin, peritsiazin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 hosilalari guruhlari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Guruhlar xususiyati va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Birinchi guruh antipsixotik ta’sirdan tashqari tinchlantiradi: quvvatsizlik, passivlik, apatik va gipnosedativ holatlarni vujudga keltiradi.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Ikkinchi guruh asosiy antipsixotik ta’siridan tashqari stimullovchi, faol giperkinetik va diskinetik holatlarni namoyon qiladi.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Uchinchi guruh kuchsizroq antipsixotik faollikka ega bo‘lib, gipnosedativ ta’sir ko‘rsatmaydi.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Ayrimlari giyohvand va gangituvchi moddalar ta’sirini kuchaytiradi, shuning uchun toksikologik hamda narkologik ahamiyatga ega.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Fenotiazin guruhlari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Birinchi guruh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Tinchlantiruvchi  ·  Gipnosedativ holat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Ikkinchi guruh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Stimullovchi  ·  Giperkinetik, diskinetik holat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Uchinchi guruh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Kuchsizroq antipsixotik  ·  Gipnosedativ ta’sir yo‘q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Guruhlar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119, 120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Ajratib olish: oksalat kislotali spirt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Ob’ekt oksalat kislotasining 10% spirtli eritmasi bilan 2 soat (3 marotaba) bo‘ktiriladi.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Spirtli ajralmalar umumlashtirilib, suv hammomida (40°C) quyuq qiyom holatigacha bug‘latiladi.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Yot moddalar 96% etil spirti bilan cho‘ktiriladi; spirtli ajralmalar quruq qoldiq qolguncha bug‘latiladi.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10% oksalat kislota (spirtli)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Bug‘latish (40°C), qiyom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96% spirt bilan cho‘ktirish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Quruq qoldiq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Salomatin usuli: 1-bosqich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Ajratib olish: nordonlash va ekstraksiya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Qoldiq issiq suvda eritilib, oksalat kislotasining 5% eritmasi bilan (pH=2-3) nordonlashtiriladi va dietil efiri bilan ekstraksiyalanadi.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Efir qatlami barbituratlarni aniqlash uchun qo‘llaniladi yoki tashlab yuboriladi.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Suvli eritma muhiti natriy gidroksidning 50% eritmasi bilan pH=13 gacha keltirilib, dietil efiri bilan 3 qayta ekstraksiyalanadi.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Efirli ekstraktdan fenotiazin hosilalari sulfat kislotaning 0,5 M eritmasi bilan (10, 10, 10, 5 ml) reekstraksiyalanadi va tahlil qilinadi.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Nordonlash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Qoldiq issiq suvda; 5% oksalat kislota, pH=2-3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Efir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Dietil efiri bilan ekstraksiya: barbituratlar uchun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Ishqorlash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50% NaOH, pH=13; efir bilan 3 marta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Reekstraksiya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0,5 M H2SO4 bilan (10, 10, 10, 5 ml)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Salomatin usuli: 2-qism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Peshobni dastlabki tekshirish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1-usul: 1 ml peshobga 60 ml 10% H2SO4 va 20 ml 5% FeCl3 aralashmasidan 1 ml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2-usul: 1 ml peshobga 5 ml 5% FeCl3, 45 ml 20% HClO4 va 50 ml 50% HNO3 aralashmasidan 1 ml.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FPN-reaktiv: temir (III) xlorid, perxlorat kislota (HClO4) va nitrat kislota, 5:45:50.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6515"/>
                <a:gridCol w="3061459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1-usul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to‘q qizil-pushti 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2-usul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och qizil pushti 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Peshobda dastlabki reaksiya natijasi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120, 125; Malaka materiali №081 (TFI Toksikologik kimyo kafedrasi)., 7-NMT: fenotiazin hosilalari, betlar: 2-usul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Dastlabki tekshiruv natijasini baholash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Reaksiyalar natijasida rang hosil bo‘lmasa, fenotiazin hosilalari yo‘q degan xulosa berish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Reaksiyalar musbat bo‘lsa, fenotiazinlar borligini tasdiqlash uchun qon va peshobdan suyuqlik-suyuqlik ekstraksiyasi bilan ajratib, boshqa usullarda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Aniqlashga salitsilatlar va boshqa soekstraktiv moddalar halaqit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Rang hosil bo‘lmasa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Fenotiazin hosilalari yo‘q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Xulosa berish mumkin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Musbat natija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 va peshobdan ajratiladi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Boshqa usullarda tasdiqlanadi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Dastlabki sinov natijasi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120, 125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va peshobdan ajratib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 ml peshob va 2 ml qon ayrim idishlarda NaOH 50% bilan pH=13 ga keltirilib qizdiriladi.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Gidrolizat ikki qayta (20 ml) 3% izoamil spirtli n-geptan bilan ekstraksiyalanadi.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Ekstrakt ikki teng qismga bo‘linadi: biri YuQX uchun, ikkinchisi chinlik va miqdor uchun.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pH=13, 10 daqiqa, 100°C hammom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2x20 ml n-geptan (3% izoamil)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 bilan yuvish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Ikki teng qism: YuQX / miqdor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 va peshobdan ajratish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120-121, 121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YuQX: namunani tayyorlash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Ajralmaning bir qismi issiq havo oqimida quriguncha bug‘latiladi; qoldiq 0,2-0,5 ml xloroformda eritiladi.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Eritma 2 ta YuQX plastinkaning start chizig‘iga kapillyar naycha bilan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Tekshiriladigan namuna qatoriga albatta aminazin standart namunasi yoki taxmin qilingan fenotiazin hosilasi eritmasi guvoh sifatida tomiziladi.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Quritish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Ajralma issiq havo oqimida quriguncha bug‘latiladi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Eritish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Qoldiq 0,2-0,5 ml xloroformda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Nuqtalash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 ta plastinkaga kapillyar bilan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Guvoh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Aminazin standarti yoki taxmin qilingan hosila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Namuna tayyorlash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YuQX: xromatografik sistemalar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Aniqlovchi: H2SO4 va etanol 1:9 aralashmasi purkaladi yoki Marki reaktivi tomiziladi.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Sistema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Tarkibi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1-sistema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benzol, dioksan, ammiak 25% (60:35:5)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2-sistema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etilasetat, aseton, NH3-etanol (50:45:4)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Xromatografik sistemalar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16-jadval: Rf st qiymatlari (1)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Rf st qiymatlari aminazin bo‘yicha berilgan (aminazin uchun 1 ga teng).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Dog‘lar rangi sulfat kislota va etanol 1:9 aralashmasi hamda Marki reaktivi bilan baholanadi.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2152"/>
                <a:gridCol w="1903671"/>
                <a:gridCol w="1692152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Rf st (1; 2)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Dog‘ rangi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Aminazin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1; 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to‘q 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Diprazin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0,74; 2,9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to‘q qizil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Denizin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2,1; 2,9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Propazin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1,3; 1,08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Rf st (aminazin bo‘yicha)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16-jadval: Rf st qiymatlari (2)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Frenolon: Rf st 1-sistemada 1,71, 2-sistemada 3,21, dog‘i qizil.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Levomepromazin dog‘i ko‘k, qolganlari qizil yoki to‘q qizil.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7859"/>
                <a:gridCol w="1776016"/>
                <a:gridCol w="1584099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Rf st (1; 2)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Dog‘ rangi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Levomepromazin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1,56; 1,87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Mepazin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1,47; 1,60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Triftazin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0,48; 0,26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Etaperazin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0,34; 0,48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to‘q qizil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Rf st (aminazin bo‘yicha)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121-122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 natijalarini baholash va tozalash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Rf st dan tashqari, boshqa dog‘larning hosil bo‘lishiga ham ahamiyat beriladi.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Qo‘shimcha dog‘ bo‘lsa, geptanli aliquotning 2-qismi YuQX da tozalanishi shart.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Dog‘ zonasi faqat guvoh zonasiga reaktiv tomizish bilan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Tasma + guvoh, xromatografiya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Sorbentni skalpel bilan qirish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Elyuatsiya (etanol-ammiak 1:1)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Filtrlash, porlatish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Xromatografik tozalash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Aminazin: tuzilishi va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Aminazin — 2-xlor-10-(3-dimetilaminopropil)-fenotiazin gidroxlorid; sinonimlari: xlorpromazin, xlorazin, largaktil, plegomazin.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Oq yoki och qizg‘ish mayda kristall kukun; juda gigroskopik, quyosh nuri ta’sirida qoramtir rangga o‘tadi.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Suv, etil spirti va xloroformda yaxshi eriydi, dietil efirida deyarli erimaydi; suvli eritmasi kislotali; ishqoriy muhitda organik erituvchilarda yaxshi eriydi.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Sinonimi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xlorpromazin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Ko‘rinishi</a:t>
            </a:r>
          </a:p>
          <a:p>
            <a:pPr algn="l">
              <a:spcAft>
                <a:spcPts val="100"/>
              </a:spcAft>
            </a:pPr>
            <a:r>
              <a:rPr sz="2200" b="1">
                <a:solidFill>
                  <a:srgbClr val="0B1F3A"/>
                </a:solidFill>
                <a:latin typeface="Calibri"/>
              </a:rPr>
              <a:t>oq / och qizg‘ish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Gigroskopik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juda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Nur ta’sirida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qoramtir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Efirda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deyarli erimaydi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Aminazin xossalari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Aminazin: narkologik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Aminazin neyroleptik ta’sirli moddalarning asosiy namoyandasi; yangi neyroleptiklar yaratilganiga qaramay tibbiyotda qo‘llanib kelinmoqda.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Markaziy nerv tizimiga kuchli sedativ ta’sir etadi, skelet muskullarini bo‘shatadi, ong sezgirligi saqlanib qoladi.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Uyqu chaqiruvchi dorilar, barbituratlar, giyohvandlar, analgetiklar, mahalliy anestetiklar va psixotrop moddalar ta’sirini kuchaytiradi.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Aminazin ta’siri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Neyroleptik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Asosiy namoyanda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Sedativ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Skelet muskullari bo‘shashadi  ·  Ong sezgirligi saqlanadi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Kuchaytiradi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Uyqu dorilari, barbituratlar  ·  Giyohvandlar, analgetiklar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Aminazin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122-123, 123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Aminazin: qo‘llanilishi va dozasi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Preparat qayt qilishga qarshi kuchli ta’sir etadi, gipotermik ta’siri tufayli organizmni sun’iy sovitishda qo‘llaniladi.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Uyqusizlik, qichimali dermatoz, psixoz va nevroz xastaliklarida qo‘llaniladi; qon tomirlari o‘tkazuvchanligini kamaytiradi.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Davolash 3-4 haftadan 3-4 oygacha va undan ortiq davom etishi mumkin; sutkalik doza 0,075 g dan 0,6 g gacha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Davolash oxirida dori sekin asta kamaytirib borilishi kerak.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Davolash muddati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3-4 hafta - 3-4 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Sutkalik doza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0,075-0,6</a:t>
            </a:r>
            <a:r>
              <a:rPr sz="11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Ta’sirlari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qusishga qarshi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Dozalash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Aminazin: metabolizmi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Aminazin sulfooksidlanish, demetillanish, N-oksidlanish va gidroksillanish orqali murakkab metabolitlanadi.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Adabiyotlarda aminazinning 20 xildan ortiq metaboliti aniqlangani ko‘rsatilgan.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Asosiy metabolitlari peshob bilan ajraladi; ba’zilari sulfat va glyukuron kislotalari bilan kon’yugat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Oz qismi o‘zgarmagan holda peshob orqali ajraladi, shuning uchun undan to‘g‘ridan-to‘g‘ri aminazinni aniqlash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Aminazin metabolizmi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Reaksiyalar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Sulfooksidlanish, demetillanish  ·  N-oksidlanish, gidroksillanish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Metabolitlar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20 xildan ortiq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Chiqarilishi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Peshob; sulfat, glyukuronid konyugat  ·  Oz qismi o‘zgarmagan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Metabolizm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Aminazin: rangli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Mandelin reaktivi bilan avval yashil, turishi natijasida qizil rang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Dragendorf reaktivi bilan avval amorf cho‘kma, so‘ng to‘rt burchakli qo‘ng‘ir kristallar.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332"/>
                <a:gridCol w="313964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Konsentrlangan H2SO4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 alvon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Konsentrlangan HNO3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 pushti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Konsentrlangan HCl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avval pushti, so‘ng 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Marki reaktivi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avval yashil, so‘ng qizil pushti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Aminazin: rangli reaksiyalar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Aminazin: YuQX, UB, IQ va miqdori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YuQX: benzol-dioksan-ammiak 25% (70:20:5), aniqlovchi — Marki yoki H2SO4-etanol (1:9); Rf=0,93 oralig‘ida pushti-binafsha rang.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UB: 0,1 M sulfat kislotadagi eritma 255 va 307 nm da yutadi; asosiy metaboliti sulfoksid 239, 274, 300 va 341 nm da maksimum beradi.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IQ: kaliy bromidli plastinkada 1561, 1455, 1402, 1240 va 747 sm-1 sohalarida yutilish.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Miqdori UB-spektri bo‘yicha yoki konsentrlangan H2SO4 bilan hosil bo‘lgan qizil rang optik zichligi bo‘yicha (FEK)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YuQX tizimi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70:20:5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Rf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0,93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UB max (0,1 M H2SO4)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255, 307</a:t>
            </a:r>
            <a:r>
              <a:rPr sz="15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Sulfoksid max</a:t>
            </a:r>
          </a:p>
          <a:p>
            <a:pPr algn="l">
              <a:spcAft>
                <a:spcPts val="100"/>
              </a:spcAft>
            </a:pPr>
            <a:r>
              <a:rPr sz="1900" b="1">
                <a:solidFill>
                  <a:srgbClr val="0B1F3A"/>
                </a:solidFill>
                <a:latin typeface="Calibri"/>
              </a:rPr>
              <a:t>239, 274, 300, 341</a:t>
            </a:r>
            <a:r>
              <a:rPr sz="11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IQ chiziqlari</a:t>
            </a:r>
          </a:p>
          <a:p>
            <a:pPr algn="l">
              <a:spcAft>
                <a:spcPts val="100"/>
              </a:spcAft>
            </a:pPr>
            <a:r>
              <a:rPr sz="1900" b="1">
                <a:solidFill>
                  <a:srgbClr val="0B1F3A"/>
                </a:solidFill>
                <a:latin typeface="Calibri"/>
              </a:rPr>
              <a:t>1561, 1455, 1402</a:t>
            </a:r>
            <a:r>
              <a:rPr sz="1100" b="0">
                <a:solidFill>
                  <a:srgbClr val="6B7280"/>
                </a:solidFill>
                <a:latin typeface="Calibri"/>
              </a:rPr>
              <a:t>  sm-1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Aminazin: YuQX, UB, IQ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123, 123-124, 124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Propazin: tuzilishi va ta’siri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Propazin — 10-(3-dimetilaminopropil)-fenotiazin gidroxlorid.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Farmakologik ta’siri aminazinga o‘xshash sedativ; harakat faolligini susaytiradi, qusishga qarshi va gipotermik ta’sirga ega.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Uyqu chaqiruvchi dorilar, barbituratlar, giyohvand va mahalliy og‘riqsizlantiruvchi moddalar ta’sirini kuchaytiradi.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Aminazinga nisbatan kam zaharli; ko‘p neyroleptik dori vositalari bilan birga qo‘llaniladi.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Aminazin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2-xlor-10-(3-dimetilaminopropil)-fenotiazin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Kuchliroq zaharli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Propazin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10-(3-dimetilaminopropil)-fenotiazin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Kam zaharli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Neyroleptiklar bilan birga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Aminazin va propazin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124-125, 125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Propazinni ajralmalarda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Peshobdan ekspress tahlilda FPN-reaktiv (FeCl3, HClO4, HNO3; 5:45:50) ishlatiladi; propazin pushti-binafsha rang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YuQX: benzol-dioksan-ammiak 25% (70:20:5), aniqlovchi — Marki yoki H2SO4-etanol (1:9); Rf=0,71 da pushti-binafsha rang.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Miqdori FPN-reaktiv bilan hosil qilingan rang asosida FEK usulida yoki UF-spektrofotometrik usulda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Propazin (peshobda)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FPN-reaktiv (FeCl3, HClO4, HNO3)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Pushti-binafsha rang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Reaktiv nisbati 5:45:50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Ekspress sinov; YuQX Rf=0,71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FPN-reaktiv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Diprazin: xossalari va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Diprazin (pipolfen, prometazin, protazin) — oq kristall kukun; suvda (1:60), etil spirtida (1:9), xloroformda (1:2) yaxshi eriydi; efirda deyarli erimaydi.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Preparat ishqoriy muhitda organik erituvchilar bilan ekstraksiyalanadi.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Sedativ ta’sirli antigistamin faollikka ega; giyohvand, uyqu chaqiruvchi, neyroleptik va analgetik moddalar ta’sirini kuchaytiradi.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Allergik kasalliklarda, qichimali dermatoz va ensefalitni davolashda qo‘llaniladi.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Suvda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1:60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Etil spirtida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1:9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Xloroformda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1:2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Efirda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deyarli erimaydi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Diprazin eruvchanligi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Diprazin: metabolizmi va rangli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Diprazin sulfoksidi peshobda hatto 14 kundan keyin ham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Bog‘lanmagan diprazin ham peshob orqali ajraladi.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Mandelin reaktivi: avval yashil, so‘ng alvon; Vitali-Moren reaksiyasi ham qo‘llanadi.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8357"/>
                <a:gridCol w="312961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Konsentrlangan H2SO4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 alvon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Konsentrlangan HNO3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och qizil, qizil alvon, sariq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Konsentrlangan HCl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qizg‘ish pushti, alvon-pushti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Marki reaktivi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alvon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Diprazin: rangli reaksiyalar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125-126, 126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Diprazin: YuQX, UB va IQ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YuQX tahlil sharoiti aminazinniki kabi; diprazin Rf=0,72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UB: suv va etil spirtining 1:1 aralashmasida 252 va 301 nm, 0,1 M sulfat kislotada 249 va 300 nm da maksimum.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IQ: kaliy bromidli diskda 1459, 1222 va 757 sm-1 sohalarida yutilish.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Miqdori UB-spektri bo‘yicha spektrofotometrik yoki fotoelektrokolorimetrik usulda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YuQX Rf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0,72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UB (suv-spirt 1:1)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252, 301</a:t>
            </a:r>
            <a:r>
              <a:rPr sz="15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UB (0,1 M H2SO4)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249, 300</a:t>
            </a:r>
            <a:r>
              <a:rPr sz="15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IQ chiziqlari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1459, 1222, 757</a:t>
            </a:r>
            <a:r>
              <a:rPr sz="1100" b="0">
                <a:solidFill>
                  <a:srgbClr val="6B7280"/>
                </a:solidFill>
                <a:latin typeface="Calibri"/>
              </a:rPr>
              <a:t>  sm-1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Diprazin: YuQX, UB, IQ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126, 126-127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Etaperazin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Etaperazin — piperazinli hosila; aminazinga nisbatan ancha kuchli neyroleptik.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Mushaklarni bo‘shashtiradi, qusish va xiqchoqqa qarshi; uyqu dorilari ta’sirini kuchaytiradi.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YuQX: aminazin sharoitida Rf=0,32; UB (suv-etanol 1:1): 252 va 301 nm.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322"/>
                <a:gridCol w="3084652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Konsentrlangan H2SO4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to‘q 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Konsentrlangan HNO3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och qizil, so‘ng to‘q qizil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Konsentrlangan HCl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qizg‘ish pushti, so‘ng 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Marki reaktivi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to‘q qizil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Etaperazin: rangli reaksiyalar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127, 128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Peritsiazin va fenotiazinlarni farqlash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Peritsiazin — 2-sian-10-[3-(4-oksipiperidin)-propil]-fenotiazin; kuchsiz antipsixotik faollikka ega.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Uyqu chaqiruvchi dorilar, barbituratlar, giyohvand moddalar va analgetiklar ta’sirini kuchaytiradi.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Propazin, etaperazin, peritsiazin ham boshqa fenotiazin hosilalari kabi murakkab metabolitlanadi; ajratib olish usullari bir xil.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Bu moddalarni farqlashda asosan yupqa qatlam, gaz-suyuqlik va yuqori samarali suyuqlik xromatografiya hamda spektral tahlil usullaridan foydalaniladi.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161"/>
                <a:gridCol w="348781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Xususiyat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Propazin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Aminazinga o‘xshash sedativ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Etaperazin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Piperazinli, kuchli neyroleptik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Peritsiazin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Kuchsiz antipsixotik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Farqlash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YuQX, GSX, YuSSX, spektr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Fenotiazinlarni farqlash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Tizersin: xossalari va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Tizersin (levomepromazin, levopromozin, metatrimeprazin) — oq kristall kukun; etil spirti, dietil efiri, xloroformda yaxshi, suvda yomon eriydi.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Preparat ishqoriy muhitda organik erituvchilarda yaxshi eriydi.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Adrenolitik, antigistamin, analgetik ta’sirga ega; tez va kuchli sedativ ta’sir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Psixoz, alkogol psixozi, uyqusizlik va dermatoz xastaliklarida tinchlantiruvchi vosita sifatida qo‘llaniladi.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Tizersin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Sinonimlari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Levomepromazin  ·  Levopromozin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Eruvchanlik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Spirt, efir, xloroform: yaxshi  ·  Suvda yomon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Ta’siri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Adrenolitik, antigistamin  ·  Tez, kuchli sedativ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Tizersin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128, 129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Tizersin: metabolizmi va ajratib olinishi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Tizersin oksidlanib, gidroksillanib, sulfoksidlanib va N-demetillanib metabolitlanadi; sulfat va glyukuron kislotalari bilan kon’yugat ham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Taxminan 10% atrofida o‘zgarmagan holda yoki sulfoksid yoki glyukuronid holida peshob orqali ajratiladi.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Biologik ob’ekt tarkibidan tizersin aminazin kabi ajratib olinadi.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Oksidlanish, gidroksillanish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Sulfoksidlanish, N-demetillanish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Sulfat, glyukuron konyugati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~10% peshobda o‘zgarishsiz / sulfoksid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Tizersin metabolizmi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Tizersinni aniqlash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Marki reaktivi bilan ko‘kish qizil, Frede reaktivi bilan qizil ko‘kish rang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Mandelin reaktivi qo‘shilgach sovitilib, so‘ng konsentrlangan sulfat kislota qo‘shilsa, qizil pushti rang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ammiak 25% va etanol (1:1), etilasetat va aseton; aniqlovchi — H2SO4 ning spirtdagi 50% eritmasi, 100°C da 3-5 daqiqa, qizil dog‘.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Tizersin: UB, IQ va miqdoriy tahlil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UB: etil spirtdagi eritma 255 va 310 nm da, 0,1 M xlorid kislotadagi eritma 251 va 302 nm da maksimum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IQ: kaliy bromidli plastinka 1587, 1460, 1269 va 1446 sm-1 sohalarida yutadi.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Miqdori UB-spektri bo‘yicha spektrofotometrik yoki fotoelektrokolorimetrik usulda aniqlanadi.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8083"/>
                <a:gridCol w="2769891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Muhit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UB max, nm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Etil spirti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255, 310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0,1 M xlorid kislota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251, 302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IQ (KBr)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1587, 1460, 1269, 1446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Tizersin: UB va IQ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Galoperidol va droperidol: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Galoperidol — oq sarg‘imtir amorf yoki kristall kukun; suvda amalda erimaydi, metanolda 1:55 eriydi.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Droperidol — oq amorf yoki kristall kukun; yorug‘lik ta’sirida qorayadi; suvda amalda erimaydi.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6685"/>
                <a:gridCol w="1834603"/>
                <a:gridCol w="1726685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Erituvchi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Galoperidol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Droperidol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Etanol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1:50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1:140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Xloroform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1:20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1:40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Dietil efir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1:200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1:500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Eruvchanlik nisbatlari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Galoperidol va droperidol: ta’siri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Galoperidol kuchli neyroleptik; sedativ va qusishga qarshi ta’sir ko‘rsatadi, agressiyani pasaytiradi, boshqa psixotrop moddalar ta’sirini kuchaytiradi.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Dozani oshirib yuborish harakat faolligi buzilishi bilan boradi va 15-22% hollarda o‘lim bilan tugaydi; asosiy metaboliti 4-(4-xlorfenil)-4-gidroksipiperidin.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Droperidol tez, kuchli, qisqa ta’sirli neyroleptik: 3-10 daqiqada ta’sir ko‘rsatadi, ta’sir davomiyligi 3-24 soat.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Droperidol asosan jigarda metabolitlanadi, 10% miqdori o‘zgarmagan holda buyrak orqali chiqadi; anesteziyada, narkozga tayyorlash oldida ishlatiladi.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Galoperidol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Kuchli neyroleptik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Dozani oshirish: 15-22% o‘lim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Metaboliti: 4-(4-xlorfenil)-4-gidroksipiperidin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Droperidol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Tez, kuchli, qisqa ta’sirli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3-10 daqiqada ta’sir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Davomiyligi 3-24 soat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10% buyrak orqali o‘zgarishsiz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Butirofenonlar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Butirofenonlarni qon va peshobdan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 ml peshob va 2 ml qon NaOH 50% bilan pH=13 ga keltirilib, 30 daqiqa qaynoq hammomda qizdiriladi.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Sovitilgan gidrolizat uch qayta etilasetat bilan ekstraksiyalanadi.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Ajralmalar suvsiz Na2SO4 orqali filtrlanib bug‘latiladi; qoldiq 95% spirtda eritilib YuQX qilinadi.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pH=13, 30 daqiqa, qaynoq hammom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 marta etilasetat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Suvsiz Na2SO4 orqali filtrlash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Bug‘latish, 95% spirtda eritish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Butirofenonlarni ajratish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Galoperidol va droperidolni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YuQX: toluol-aseton-ammiak (50:10:5), toluol-geksan-aseton-dietilamin (10:30:5:5), etanol-ammiak (100:1,5), toluol-geksan-dietilamin (10:40:10) va boshqalar.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Plastinkada o‘rnini aniqlash uchun UB-254 nm nurlantirish va Dragendorf reaktividan foydalaniladi.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UB: galoperidolning 95% etil spirtdagi eritmasi 246 nm da; droperidolning chumoli kislotadagi eritmasi 247 va 276 nm da maksimal yutadi.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Galoperidol, UB (spirt)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246</a:t>
            </a:r>
            <a:r>
              <a:rPr sz="15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Droperidol, UB (chumoli)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247, 276</a:t>
            </a:r>
            <a:r>
              <a:rPr sz="11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Aniqlash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UB-254, Dragendorf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Butirofenonlar: UB va YuQX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Butirofenonlar: rangli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Marki reaktivi bilan galoperidol va droperidol sariq rangli mahsulot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Frede reaktivi bilan galoperidol zarg‘aldoq, droperidol sariq rang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Mandelin reaktivi bilan galoperidol to‘q sariq, droperidol sariq-yashil rang hosil qiladi.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6685"/>
                <a:gridCol w="1834603"/>
                <a:gridCol w="1726685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Galoperidol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Droperidol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Marki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Frede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zarg‘aldoq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Mandelin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to‘q sariq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sariq-yashil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Galoperidol va droperidol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130-131, 130, 131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Butirofenonlarning miqdoriy aniqlanishi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Droperidolning xlorid kislotadagi eritmasiga 12 ml asetatli bufer (pH=3,5), 2 ml metiloranjning to‘yingan eritmasi va 5 ml xloroform qo‘shib chayqatiladi.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Xloroform qatlami ajratgich voronkada ajratilib, optik zichligi 400 nm da, qatlam qalinligi 10 mm kyuvetada fotokolorimetrik aniqlanadi.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Aniqlashning chiziqli diapazoni 1-10 mkg/ml; miqdor avval tayyorlangan kalibrlash grafigi yordamida topiladi.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Sezgirroq usul sifatida gaz-xromato-mass spektrometrik tahlil ham qo‘llanishi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Reaktivlar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HCl eritmasi + 12 ml bufer (pH=3,5) + metiloranj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Ekstraksiya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5 ml xloroform; qatlam ajratiladi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Fotometriya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400 nm, 10 mm kyuveta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Hisoblash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Chiziqli diapazon 1-10 mkg/ml; kalibrlash grafigi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Droperidol miqdori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Fenotiazinlar uch guruhga bo‘linadi; Salomatin usulida ajratiladi: kislotali efir qatlami barbituratlar, ishqoriy (pH=13) qatlam fenotiazinlar uchun.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Peshobda dastlabki rang reaksiyalari musbat bo‘lsa, qon va peshobdan ajratib YuQX (Rf st, rangli dog‘lar) va boshqa usullarda tasdiqlanadi.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Aminazin, diprazin, tizersin kislotalar, Marki, Mandelin reaktivlari, UB va IQ spektrlari bilan aniqlanadi; butirofenonlar sariq-zarg‘aldoq ranglar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Nazorat savollari: fenotiazin hosilalarini nomlang; toksikologik ahamiyati; ajratish; rangli reaksiyalar; peshobdan dastlabki tekshirish.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120, 120-122, 123-131, 131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Aminazin 3-4 haftadan 3-4 oygacha va undan ortiq muddat davolashda qo‘llanishi mumkin; sutkalik doza 0,075-0,6 g.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Diprazin sulfoksidini peshobdan hatto 14 kundan keyin ham aniqlash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Galoperidolning dozasi oshirib yuborilsa, 15-22% hollarda o‘lim bilan tugaydi.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Fenotiazin hosilalari YuQX da Rf st (aminazin bo‘yicha) qiymatlari bilan solishtiriladi: triftazin 0,48 (1-sistema), etaperazin 0,34.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Neyroleptiklar: fenotiazinlar (aminazin, diprazin, tizersin), butirofenonlar (galoperidol,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Zulfikariyeva D.A., Usmanaliyeva Z.U., Nurmatova M.I. Giyohvand moddalar tahlili. O‘quv qo‘llanma. Toshkent, 2024. b. 119-131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№081 (TFI Toksikologik kimyo kafedrasi). 7-NMT: fenotiazin hosilalari (ma’ruza matni).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