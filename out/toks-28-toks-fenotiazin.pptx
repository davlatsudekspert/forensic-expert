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neyroleptik nima va nega sud-kimyogari uni qidiradi? Doskada: dars rejasi 6 qadamda. Tipik xato: fenotiazin hosilalarini faqat «tinchlantiruvchi» deb bilish — ular boshqa psixotrop moddalar ta’sirini ham kuchaytiradi.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yadroning azot atomiga radikal biriktirish faollikni oshiradi? Doskada: fenotiazin yadrosi va azot atomidagi o‘rin. Tipik xato: fenotiazinning o‘zini hozirgi neyroleptik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jadvaldagi guruhni yon zanjir tuzilishi bo‘yicha qanday ajratish mumkin? Doskada: uch guruh va ularning vakillari. Tipik xato: levomepromazinni (tizersin) piperazinli guruhga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ikkinchi guruhda stimullovchi ta’sir paydo bo‘ladi? Doskada: uch guruh ta’sirini qiyoslash jadvali. Tipik xato: barcha fenotiazinlarni bir xil sedativ deb hisoblash. Nordonlashtirilgan spirt usuli (Ye.M.Salomatin) keyingi slaydda.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bug‘latish 40°C dan oshirilmaydi? Doskada: bosqichlar zanjiri. Tipik xato: bo‘ktirish soni va vaqtini (2 soat, 3 marta)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kislotali muhitdagi efir qatlami barbituratlarga, ishqoriy muhitdagisi fenotiazinlarga tegishli? Doskada: pH 2-3 -&gt; efir (barbiturat); pH 13 -&gt; efir (fenotiazin). Tipik xato: kislotali va ishqoriy ekstraktlarni aralashtirib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reaktiv tarkibi qanday nisbatda? Doskada: ikki reaktiv tarkibi. Kitobda: p.120 da 5:45:45 va 20% nitrat kislota (xato), «xlorat kislota» (to‘g‘risi perxlorat kislota HClO4). Qaror: 5 ml 5% FeCl3 + 45 ml 20% HClO4 + 50 ml 50% HNO3 = 5:45:50 (p.125, malaka 081; Forrest FPN reaktivi). 1-usulda 60 ml 10% H2SO4 (kitob).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musbat rang reaksiyasi nima uchun yakuniy dalil emas? Doskada: «rang yo‘q -&gt; yo‘q; rang bor -&gt; tasdiqlash». Tipik xato: dastlabki rang reaksiyasi asosida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ishqoriy gidroliz qo‘llanadi? Doskada: bosqichlar zanjiri. Tipik xato: izoamil spirtli geptan nisbatini (3%) va ekstraksiya sonini (2 marta)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guvoh eritma nima uchun majburiy? Doskada: plastinka sxemasi — start chizig‘i, namuna, guvoh. Tipik xato: guvohsiz Rf ni faqat kitob qiymati bilan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ikki xil sistema qo‘llanadi? Doskada: ikki sistema tarkibi. Tipik xato: 2-sistemada ammiak va etanol 1:1 aralashmasi qo‘shilishini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 st nima uchun Rf dan qulayroq? Doskada: Rf st = modda yurgan masofa / aminazin yurgan masofa. Tipik xato: Rf st ni oddiy Rf bilan aralashtirish. Kitobda: 16-jadval sarlavhasida «sulfat kislota va etanol 9:1» (xato) — matnda uch joyda 1:9; 1:9 qabul qilindi.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levomepromazinni rangi bilan qanday ajratish mumkin? Doskada: ko‘k dog‘ — levomepromazin. Tipik xato: jadvalda 1- va 2-sistema ustunlarini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qo‘shimcha dog‘ nimani bildiradi? Doskada: tozalash zanjiri. Qo‘shimcha moddalar yo‘q degan xulosaga kelinsa, ikkinchi qism tozalanmasdan porlatilib, qoldiqdan qo‘shimcha reaksiyalar va miqdoriy tahlil o‘tkaziladi (p.122). Elyuatsiya aralashmasi — etanol va ammiak 25% eritmasi 1:1. Tipik xato: reaktivni namuna zonasiga ham tomizib, ajralmani yo‘qotish.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gigroskopiklik saqlashga qanday ta’sir qiladi? Doskada: aminazin formulasi (fenotiazin yadrosi, 2-Cl, dimetilaminopropil zanjir). Tipik xato: aminazinning tuz (gidroxlorid) shaklini asos shakli bilan aralashtirish — ekstraksiya ishqoriy muhitda bajariladi.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«ong saqlanib qoladi» alohida ta’kidlanadi? Doskada: kuchaytiriladigan moddalar ro‘yxati. Tipik xato: aminazinni uyqu dorisi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dozani birdan to‘xtatishning xavfi nima? Doskada: sutkalik doza oralig‘i 0,075-0,6 g. Tipik xato: terapevtik dozani toksik doza bilan aralashtirish — bu slayddagi doza davolash dozasi.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o‘zgarmagan aminazinni topish ham, metabolitlarni topish ham muhim? Doskada: metabolizm yo‘llari. Tipik xato: metabolitlarni bir xil UB-spektr beradi deb o‘ylash — sulfoksid spektri aminazinnikidan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ranglar turishi bilan o‘zgaradi? Doskada: jadvalni to‘ldiring (reaktiv -&gt; rang). Tipik xato: Marki va Mandelin ranglarini chalkashtirish — ikkalasi ham yashildan boshlanadi, lekin oxirgi rangi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sulfoksid spektri aminazinniki bilan solishtirilganda nimasi bilan farq qiladi? Doskada: 255/307 nm va 239/274/300/341 nm ni yonma-yon yozing. Tipik xato: 1-sistema (60:35:5) bilan aminazinni aniqlash sistemasini (70:20:5) aralashtirish. Kitobda miqdoriy aniqlash chegarasi va to‘g‘rilik ko‘rsatkichlari berilmagan — o‘ylab topmang.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formulalar bo‘yicha propazin va aminazin qanday farq qiladi? Doskada: ikki formulani yonma-yon chizing (kitobdagi nomlar asosida). Tipik xato: propazinni aminazin sinonimi deb hisoblash — bu alohida modda.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salitsilatlar FPN-reaktivga nima uchun halaqit beradi? Doskada: Rf=0,71 (propazin) va Rf=0,93 (aminazin) ni solishtiring. Kitobda: «xlorat kislota» — to‘g‘risi perxlorat kislota (HClO4).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diprazinning antigistamin faolligi toksikologik jihatdan nimani bildiradi? Doskada: eruvchanlik nisbatlari (1:60, 1:9, 1:2). Tipik xato: «1:60» ni 1 g moddani 60 ml suvda eritish degan ma’noni bilmaslik.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14 kun davomida aniqlanish ekspertizada qanday imkon beradi? Doskada: diprazin va aminazin reaksiyalarini solishtiring. Tipik xato: Vitali-Moren reaksiyasini barcha fenotiazinlar uchun xos deb hisoblash — kitobda bu reaksiya faqat diprazin uchun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diprazin (0,72) va propazin (0,71) Rf lari yaqin bo‘lsa, qanday ajratiladi? Doskada: Rf va UB maksimumlarini jadvalga yozing. Tipik xato: yaqin Rf qiymatlariga ega ikki modda uchun faqat YuQX 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etaperazin Rf=0,32 aminazin Rf=0,93 dan nima uchun past? Doskada: aminazin 0,93, propazin 0,71, diprazin 0,72, etaperazin 0,32. Mandelin reaktivi bilan avval yashil, so‘ng alvon rang (p.127). UB 0,1 M sulfat kislotada 249 va 300 nm (p.128). Tipik xato: kitobda etaperazin UB maksimumlari diprazinniki bilan bir xil (252/301; 249/300) berilgan — UB bilan farqlab bo‘lmaydi, p.126 va p.128 ni solishtiring; piperazinli hosilani alifatik guruhga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rangli reaksiyalar nima uchun farqlash uchun yetarli emas? Doskada: farqlash usullari ro‘yxati. Tipik xato: rangli reaksiyalar o‘xshashligini e’tiborsiz qoldirib, guruhni aniqlagan bilan modda aniqlandi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tizersin eruvchanligi aminazinnikidan nimasi bilan farq qiladi? Doskada: tizersin sinonimlari (levomepromazin, levopromozin, metatrimeprazin). Tipik xato: sinonimlarni turli moddalar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10% o‘zgarmagan modda peshobda tahlil uchun yetarlimi? Doskada: metabolizm yo‘llari (oksidlanish, gidroksillanish, sulfoksidlanish, N-demetillanish). Tipik xato: faqat o‘zgarmagan modda bilan cheklanib, metabolitlarni qidirmaslik.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purkalgan plastinka qizdiriladi? Doskada: tizersin ranglari — Marki ko‘kish qizil, Frede qizil ko‘kish. Tipik xato: kitobda YuQX aralashmasi nisbati (4:90:45) boshqa joydagi (50:45:4) tartibdan farq qiladi — aniq nisbatni SOP dan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erituvchi (etanol yoki kislota) maksimumni qanday siljitadi? Doskada: 255/310 va 251/302 nm. Tipik xato: erituvchini ko‘rsatmay UB maksimumlarini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eruvchanlik nisbati ekstraksiya uchun erituvchi tanlashga qanday ta’sir qiladi? Doskada: jadvalni to‘ldiring. Tipik xato: metanolda eruvchanlik (galoperidol 1:55) ni jadvaldan tashqarida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15-22% o‘lim ko‘rsatkichi nimani anglatadi? Doskada: galoperidol va droperidol ta’sir boshlanishi va davomiyligi. Tipik xato: «15-22%» ko‘rsatkichini dozasi aniq belgilanmagan holda har qanday ishlatishga tatbiq etish — kitobda sharoit (doza oshirib yuborish)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fenotiazinlardan farqli, bu yerda ekstragent nima? Doskada: fenotiazin (n-geptan, 10 daqiqa) va butirofenon (etilasetat, 30 daqiqa) ni qiyoslang. Tipik xato: gidroliz vaqtlarini (10 va 30 daqiqa)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bu yerda beshta turli sistema keltirilgan? Doskada: beshta sistemadan ikkitasini tanlab yozing. Tipik xato: kitobdagi sistemalar nisbatini birlashtirib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ikki modda Marki reaktivi bilan nima uchun farqlanmaydi? Doskada: jadvalni to‘ldiring. Tipik xato: fenotiazinlarning qizil-binafsha ranglarini butirofenonlardagi sariq ranglar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metiloranj qanday rangli kompleks hosil qiladi? Doskada: kalibrlash grafigi tuzish bosqichlari. Tipik xato: kitobda rang xloroform qatlamida fenotiazin hosilalari bo‘lsa sariq deyilgan — bu yerda galoperidol/droperidol uchun ham shu sxema ishlatilgan; usulning tanlovchanligini tasdiqlash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aralash namunada fenotiazin va butirofenonni qanday ajratish mumkin? Doskada: butun tahlil sxemasi. Tipik xato: butirofenonlarni ham FPN-reaktiv bilan aniqlashga urinish — kitobda FPN fenotiazinlar uchun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Neyroleptiklar: fenotiazinlar (aminazin, diprazin, tizersin), butirofenonlar (galoperidol, droperidol)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Bo‘lim: neyroleptik moddalar — aminazin, diprazin, tizersin, galoperidol, droperidol; ularni ashyoviy dalillardan ajratib olish va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fenotiazin, neyroleptik, Salomatin usuli, FPN-reaktiv, YuQX, Rf st, UB-spektrofotometriya, IQ-spektrometriya.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tasnif -&gt; ajratib olish -&gt; peshobni dastlabki tekshirish -&gt; YuQX -&gt; alohida moddalar -&gt; butirofenonlar.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119, 119-131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Fenotiazin: tarixiy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Fenotiazin (tiodifenilamin) avval tibbiyotda antigelmint va antiseptik ta’sirli dori sifatida, keyinchalik peshob yo‘llari shamollashini davolashga qo‘llangan.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Faolligi yuqori, zaharli ta’siri kam dorilar sintez qilingani sababli fenotiazinning o‘zi hozir tibbiyotda ishlatilmaydi.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1945 yilga kelib yadrodagi azotga bog‘langan vodorod alkilaminoalkil radikallariga almashtirilib, kuchli biologik faol birikmalar sintezlandi; ularning ko‘pi neyroleptik ta’sirga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Fenotiazin hosilalarining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tuzilishiga ko‘ra fenotiazin hosilalari uch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Piperazinli: meteperazin, etaperazin, triftazin, ftorfenazin; piperidin: tioredazin, peritsiazin.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Vakillari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Alifatik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aminazin, propazin, levomepromazin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Piperazinli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meteperazin, etaperazin, triftazin va b.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Piperidin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tioredazin, peritsiazin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Fenotiazin hosilalari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Guruhlar xususiyati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guruh antipsixotik ta’sirdan tashqari markaziy asab tizimiga tinchlantiruvchi ta’sir qilib, quvvatsizlik, passivlik, apatik va gipnosedativ holatlarni vujudga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guruh asosiy antipsixotik ta’siridan tashqari stimullovchi, faol giperkinetik va diskinetik holatlarni namoyon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Uchinchi guruh kuchsizroq antipsixotik faollikka ega bo‘lib, gipnosedativ ta’sir ko‘rsatmaydi.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Ayrimlari giyohvand va gangituvchi moddalar ta’sirini kuchaytiradi, shuning uchun toksikologik hamda narkologik ahamiyatga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119, 120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Ajratib olish: oksalat kislotali spirt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oksalat kislotasining 10% spirtli eritmasi bilan 2 soat (3 marotaba) bo‘ktiriladi.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Spirtli ajralmalar umumlashtirilib, suv hammomida (40°C) quyuq qiyom holatigacha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Yot moddalar 96% etil spirti bilan cho‘ktiriladi; spirtli ajralmalar quruq qoldiq qolguncha bug‘latiladi.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10% oksalat kislota (spirtli)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 (40°C), qiyom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96% spirt bilan cho‘ktirish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Quruq qoldiq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Salomatin usuli: 1-bosqich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Ajratib olish: nordonlash va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issiq suvda eritilib, oksalat kislotasining 5% eritmasi bilan (pH=2-3) nordonlashtiriladi va dietil efiri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 qatlami barbituratlarni aniqlash uchun qo‘llaniladi yoki tashlab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eritma muhiti natriy gidroksidning 50% eritmasi bilan pH=13 gacha keltirilib, dietil efiri bilan 3 qayta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Efirli ekstraktdan fenotiazin hosilalari sulfat kislotaning 0,5 M eritmasi bilan (10, 10, 10, 5 ml) reekstraksiyalanadi va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Peshobni dastlabki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1-usul: 1 ml peshobga 60 ml 10% H2SO4 va 20 ml 5% FeCl3 aralashmasidan 1 ml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2-usul: 1 ml peshobga 5 ml 5% FeCl3, 45 ml 20% HClO4 va 50 ml 50% HNO3 aralashmasidan 1 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FPN-reaktiv: temir (III) xlorid, perxlorat kislota (HClO4) va nitrat kislota, 5:45:50.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1-usul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qizil-pushti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2-usul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qizil pushti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Peshobda dastlabki reaksiya natijasi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125; Malaka materiali №081 (TFI Toksikologik kimyo kafedrasi)., 7-NMT: fenotiazin hosilalari, betlar: 2-usul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tekshiruv natijasini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 natijasida rang hosil bo‘lmasa, fenotiazin hosilalari yo‘q degan xulosa berish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 musbat natija bersa, fenotiazin hosilalari borligini tasdiqlash uchun ular qon va peshobdan suyuqlik-suyuqlik ekstraksiyasi bilan ajratib olinib, boshqa usullarda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Aniqlashga salitsilatlar va boshqa soekstraktiv moddalar halaqit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peshobdan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peshob va 2 ml qon ayrim idishlarda NaOH 50% bilan pH=13 ga keltirilib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Gidrolizat ikki qayta (20 ml) 3% izoamil spirtli n-geptan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Ekstrakt ikki teng qismga bo‘linadi: biri YuQX uchun, ikkinchisi chinlik va miqdor uchun.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pH=13, 10 daqiqa, 100°C hammom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2x20 ml n-geptan (3% izoamil)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bilan yuvish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 teng qism: YuQX / miqdor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va peshobdan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120-121, 121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namunani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Ajralmaning bir qismi issiq havo oqimida quriguncha bug‘latiladi; qoldiq 0,2-0,5 ml xloroformda eritiladi.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Eritma 2 ta YuQX plastinkaning start chizig‘iga kapillyar naycha bilan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Tekshiriladigan namuna qatoriga albatta aminazin standart namunasi yoki taxmin qilingan fenotiazin hosilasi eritmasi guvoh sifatida tomiziladi.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xromatografik sistemalar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Aniqlovchi: H2SO4 va etanol 1:9 aralashmasi purkaladi yoki Marki reaktivi tomiziladi.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1-sistema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benzol, dioksan, ammiak 25% (60:35:5)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2-sistema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etilasetat, aseton, ammiak-etanol (50:45:4)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Xromatografik sistemalar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16-jadval: Rf st qiymatlari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st qiymatlari aminazin bo‘yicha berilgan (aminazin uchun 1 ga teng).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Dog‘lar rangi sulfat kislota va etanol 1:9 aralashmasi hamda Marki reaktivi bilan baholanadi.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52"/>
                <a:gridCol w="1903671"/>
                <a:gridCol w="169215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 st (1; 2)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Aminazin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1; 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Diprazin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0,74; 2,9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Denizin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2,1; 2,9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Propazin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1,3; 1,08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st (aminazin bo‘yicha)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16-jadval: Rf st qiymatlari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Frenolon: Rf st 1-sistemada 1,71, 2-sistemada 3,21, dog‘i qizil.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Levomepromazin dog‘i ko‘k, qolganlari qizil yoki to‘q qizil.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1776016"/>
                <a:gridCol w="158409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 st (1; 2)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Levomepromazin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1,56; 1,87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Mepazin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1,47; 1,60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Triftazin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0,48; 0,26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Etaperazin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0,34; 0,48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st (aminazin bo‘yicha)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121-122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natijalarini baholash va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st dan tashqari, boshqa dog‘larning hosil bo‘lishiga ham ahamiyat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dog‘ bo‘lsa, geptanli aliquotning 2-qismi YuQX da tozalanishi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 zonasi faqat guvoh zonasiga reaktiv tomizish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Tasma + guvoh, xromatografiya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Sorbentni skalpel bilan qirish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Elyuatsiya (etanol-ammiak 1:1)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Filtrlash, porlatish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Xromatografik tozalash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 — 2-xlor-10-(3-dimetilaminopropil)-fenotiazin gidroxlorid; sinonimlari: xlorpromazin, xlorazin, largaktil, plegomazin.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yoki och qizg‘ish mayda kristall kukun; juda gigroskopik, quyosh nuri ta’sirida qoramtir rangga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Suv, etil spirti va xloroformda yaxshi eriydi, dietil efirida deyarli erimaydi; suvli eritmasi kislotali; ishqoriy muhitda organik erituvchilarda yaxshi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narkologik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 neyroleptik ta’sirli moddalarning asosiy namoyandasi; yangi neyroleptiklar yaratilganiga qaramay tibbiyotda qo‘llanib kelinmoqda.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nerv tizimiga kuchli sedativ ta’sir etadi, skelet muskullarini bo‘shatadi, ong sezgirligi saqlanib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Uyqu chaqiruvchi dorilar, barbituratlar, giyohvandlar, analgetiklar, mahalliy anestetiklar va psixotrop moddalar ta’sirini kuchaytiradi.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122-123, 123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qo‘llanilishi va dozasi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Preparat qayt qilishga qarshi kuchli ta’sir etadi, gipotermik ta’siri tufayli organizmni sun’iy sovitishda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Uyqusizlik, qichimali dermatoz, psixoz va nevroz xastaliklarida qo‘llaniladi; qon tomirlari o‘tkazuvchanligini kamaytiradi.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Davolash 3-4 haftadan 3-4 oygacha va undan ortiq davom etishi mumkin; sutkalik doza 0,075 g dan 0,6 g gacha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Davolash oxirida dori sekin asta kamaytirib borilishi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 sulfooksidlanish, demetillanish, N-oksidlanish va gidroksillanish orqali murakkab metabolitlanadi.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Adabiyotlarda aminazinning 20 xildan ortiq metaboliti aniqlangani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metabolitlari peshob bilan ajraladi; ba’zilari sulfat va glyukuron kislotalari bilan kon’yugat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 qismi o‘zgarmagan holda peshob orqali ajraladi, shuning uchun undan to‘g‘ridan-to‘g‘ri aminazinni aniqlash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bilan avval yashil, turishi natijasida qizil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bilan avval amorf cho‘kma, so‘ng to‘rt burchakli qo‘ng‘ir kristallar.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alvon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avval pushti, so‘ng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avval yashil, so‘ng qizil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Aminazin: 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Aminazin: YuQX, UB, IQ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benzol-dioksan-ammiak 25% (70:20:5), aniqlovchi — Marki yoki H2SO4-etanol (1:9); Rf=0,93 oralig‘ida pushti-binafsha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0,1 M sulfat kislotadagi eritma 255 va 307 nm da yutadi; asosiy metaboliti sulfoksid 239, 274, 300 va 341 nm da maksimum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IQ: kaliy bromidli plastinkada 1561, 1455, 1402, 1240 va 747 sm-1 sohalarida yutilish.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UB-spektri bo‘yicha yoki konsentrlangan H2SO4 bilan hosil bo‘lgan qizil rang optik zichligi bo‘yicha (FEK)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123, 123-124, 124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Propazin: tuzilishi va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Propazin — 10-(3-dimetilaminopropil)-fenotiazin gidroxlorid.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Farmakologik ta’siri aminazinga o‘xshash sedativ; harakat faolligini susaytiradi, qusishga qarshi va gipotermik ta’sirga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Uyqu chaqiruvchi dorilar, barbituratlar, giyohvand va mahalliy og‘riqsizlantiruvchi moddalar ta’sirini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Aminazinga nisbatan kam zaharli; ko‘p neyroleptik dori vositalari bilan birga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124-125, 125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Propazinni ajralmalarda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Peshobdan ekspress tahlilda FPN-reaktiv (temir (III) xlorid eritmasi, perxlorat kislota va nitrat kislota, 5:45:50) ishlatiladi; propazin pushti-binafsha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benzol-dioksan-ammiak 25% (70:20:5), aniqlovchi — Marki yoki H2SO4-etanol (1:9); Rf=0,71 da pushti-binafsha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FPN-reaktiv bilan hosil qilingan rang asosida FEK usulida yoki UF-spektrofotometrik usulda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Diprazin: xossalari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Diprazin (pipolfen, prometazin, protazin) — oq kristall kukun; suvda (1:60), etil spirtida (1:9), xloroformda (1:2) yaxshi eriydi; efirda deyarli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Preparat ishqoriy muhitda organik erituvchilar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Sedativ ta’sirli antigistamin faollikka ega; giyohvand, uyqu chaqiruvchi, neyroleptik va analgetik moddalar ta’sirini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Allergik kasalliklarda, qichimali dermatoz va ensefalitni davolashda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Diprazin: metabolizmi va rangli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Diprazin sulfoksidi peshobda hatto 14 kundan keyin ham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Bog‘lanmagan diprazin ham peshob orqali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reaktivi: avval yashil, so‘ng alvon; Vitali-Moren reaksiyasi ham qo‘llanadi.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357"/>
                <a:gridCol w="31296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alvon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qizil, qizil alvon, sariq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qizg‘ish pushti, alvon-pushti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alvon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Diprazin: 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125-126, 126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Diprazin: YuQX, UB va IQ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tahlil sharoiti aminazinniki kabi; diprazin Rf=0,72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suv va etil spirtining 1:1 aralashmasida 252 va 301 nm, 0,1 M sulfat kislotada 249 va 300 nm da maksimum.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IQ: kaliy bromidli diskda 1459, 1222 va 757 sm-1 sohalarida yutilish.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UB-spektri bo‘yicha spektrofotometrik yoki fotoelektrokolorimetrik usulda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126, 126-127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Etaperazin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Etaperazin — piperazinli hosila; aminazinga nisbatan ancha kuchli neyroleptik.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Mushaklarni bo‘shashtiradi, qusish va xiqchoqqa qarshi; uyqu dorilari ta’sirini kuchaytiradi.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aminazin sharoitida Rf=0,32; UB (suv-etanol 1:1): 252 va 301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322"/>
                <a:gridCol w="308465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qizil, so‘ng 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qizg‘ish pushti, so‘ng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Etaperazin: 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127, 128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Peritsiazin va fenotiazinlarni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Peritsiazin — 2-sian-10-[3-(4-oksipiperidin)-propil]-fenotiazin; kuchsiz antipsixotik faollikka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Uyqu chaqiruvchi dorilar, barbituratlar, giyohvand moddalar va analgetiklar ta’sirini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Propazin, etaperazin, peritsiazin ham boshqa fenotiazin hosilalari kabi murakkab metabolitlanadi; ajratib olish usullari bir xil.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moddalarni farqlashda asosan yupqa qatlam, gaz-suyuqlik va yuqori samarali suyuqlik xromatografiya hamda spektral tahlil usullaridan foydalaniladi.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Tizersin: xossalari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Tizersin (levomepromazin, levopromozin, metatrimeprazin) — oq kristall kukun; etil spirti, dietil efiri, xloroformda yaxshi, suvda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Preparat ishqoriy muhitda organik erituvchilarda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Adrenolitik, antigistamin, analgetik ta’sirga ega; tez va kuchli sedativ ta’sir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Psixoz, alkogol psixozi, uyqusizlik va dermatoz xastaliklarida tinchlantiruvchi vosita sifatida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128, 129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Tizersin: metabolizmi va ajratib olinishi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Tizersin oksidlanib, gidroksillanib, sulfoksidlanib va N-demetillanib metabolitlanadi; metabolitlari sulfat va glyukuron kislotalari bilan kon’yugat ham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Taxminan 10% atrofida o‘zgarmagan holda yoki sulfoksid yoki glyukuronid holida peshob orqali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 tarkibidan tizersin aminazin kabi ajratib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Tizersinni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bilan ko‘kish qizil, Frede reaktivi bilan qizil ko‘kish rang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Mandelin reaktivi qo‘shilgach sovitilib, so‘ng konsentrlangan sulfat kislota qo‘shilsa, qizil pushti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ammiak 25% va etanol (1:1), etil asetat va aseton aralashmasi; aniqlovchi — sulfat kislotaning spirtdagi 50% eritmasi, plastinka 100°C da 3-5 daqiqa qizdiriladi, qizil dog‘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Tizersin: UB, IQ va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etil spirtdagi eritma 255 va 310 nm da, 0,1 M xlorid kislotadagi eritma 251 va 302 nm da maksimum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IQ: kaliy bromidli plastinka 1587, 1460, 1269 va 1446 sm-1 sohalarida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UB-spektri bo‘yicha spektrofotometrik yoki fotoelektrokolorimetrik usulda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Galoperidol va droperidol: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Galoperidol — oq sarg‘imtir amorf yoki kristall kukun; suvda amalda erimaydi, metanolda 1:55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Droperidol — oq amorf yoki kristall kukun; yorug‘lik ta’sirida qorayadi; suvda amalda erimaydi.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1834603"/>
                <a:gridCol w="172668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Erituvchi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Galoperidol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Droperidol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Etanol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1:140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Dietil efir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1:200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1:500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Eruvchanlik nisbatlari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Galoperidol va droperidol: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Galoperidol kuchli neyroleptik; sedativ va qusishga qarshi ta’sir ko‘rsatadi, agressiyani pasaytiradi, boshqa psixotrop moddalar ta’sirini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Dozani oshirib yuborish harakat faolligi buzilishi bilan boradi va 15-22% hollarda o‘lim bilan tugaydi; asosiy metaboliti 4-(4-xlorfenil)-4-gidroksipiperidin.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Droperidol tez, kuchli, qisqa ta’sirli neyroleptik: 3-10 daqiqada ta’sir ko‘rsatadi, ta’sir davomiyligi 3-24 soat.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Droperidol asosan jigarda metabolitlanadi, 10% miqdori o‘zgarmagan holda buyrak orqali chiqadi; anesteziyada, narkozga tayyorlash oldida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Butirofenonlarni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peshob va 2 ml qon NaOH 50% bilan pH=13 ga keltirilib, 30 daqiqa qaynoq hammomda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Sovitilgan gidrolizat uch qayta etilasetat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Ajralmalar suvsiz Na2SO4 orqali filtrlanib bug‘latiladi; qoldiq 95% spirtda eritilib YuQX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pH=13, 30 daqiqa, qaynoq hammom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marta etilasetat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Suvsiz Na2SO4 orqali filtrlash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Bug‘latish, 95% spirtda eritish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Butirofenonlarni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Galoperidol va droperidolni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sistemalari: toluol-aseton-ammiak 25% (50:10:5), toluol-geksan-aseton-dietilamin (10:30:5:5), etanol-ammiak 25% (100:1,5), toluol-geksan-dietilamin (10:40:10), izopropanol-etanol-ammiak 25% (50:20:5).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Plastinkada o‘rnini aniqlash uchun UB-254 nm nurlantirish va Dragendorf reaktividan foydalaniladi.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galoperidolning 95% etil spirtdagi eritmasi 246 nm da; droperidolning chumoli kislotadagi eritmasi 247 va 276 nm da maksimal yutadi.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Butirofenonlar: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bilan galoperidol va droperidol sariq rangli mahsulot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Frede reaktivi bilan galoperidol zarg‘aldoq, droperidol sariq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bilan galoperidol to‘q sariq, droperidol sariq-yashil rang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1834603"/>
                <a:gridCol w="172668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Galoperidol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Droperidol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Frede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Mandelin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Galoperidol va droperidol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130-131, 130, 131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Butirofenonlarning miqdoriy aniqlanishi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Droperidolning xlorid kislotadagi eritmasiga 12 ml asetatli bufer (pH=3,5), 2 ml metiloranjning to‘yingan eritmasi va 5 ml xloroform qo‘shib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qatlami ajratgich voronkada ajratilib, optik zichligi 400 nm da, qatlam qalinligi 10 mm kyuvetada fotokolorimetrik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Aniqlashning chiziqli diapazoni 1-10 mkg/ml; miqdor avval tayyorlangan kalibrlash grafigi yordamida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Sezgirroq usul sifatida gaz-xromato-mass spektrometrik tahlil ham qo‘llanishi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Fenotiazinlar uch guruhga bo‘linadi va Salomatin nordonlashtirilgan spirt usulida ajratiladi: kislotali efir qatlami barbituratlar, ishqoriy (pH=13) qatlam fenotiazinlar uchun.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Peshobda dastlabki rang reaksiyalari musbat bo‘lsa, qon va peshobdan ajratib YuQX (Rf st, rangli dog‘lar) va boshqa usullarda tasdiqlanadi.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Aminazin, diprazin, tizersin kislotalar, Marki, Mandelin reaktivlari, UB va IQ spektrlari bilan aniqlanadi; butirofenonlar sariq-zarg‘aldoq ranglar beradi.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Nazorat savollari: fenotiazin hosilalarini nomlang; toksikologik ahamiyati; ajratish; rangli reaksiyalar; peshobdan dastlabki tekshirish.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120, 120-122, 123-131, 131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Aminazin 3-4 haftadan 3-4 oygacha va undan ortiq muddat davolashda qo‘llanishi mumkin; sutkalik doza 0,075-0,6 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Diprazin sulfoksidini peshobdan hatto 14 kundan keyin ham aniqlash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Galoperidolning dozasi oshirib yuborilsa, 15-22% hollarda o‘lim bilan tugaydi.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Fenotiazin hosilalari YuQX da Rf st (aminazin bo‘yicha) qiymatlari bilan solishtiriladi: triftazin 0,48 (1-sistema), etaperazin 0,34.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Neyroleptiklar: fenotiazinlar (aminazin, diprazin, tizersin), butirofenonlar (galoperidol,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119-131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№081 (TFI Toksikologik kimyo kafedrasi). 7-NMT: fenotiazin hosilalari (ma’ruza matni).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