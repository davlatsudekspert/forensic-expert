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zaharlar ikki guruhga ajratiladi? Doskada: reja (3 band). Tipik xato: paxikarpinga tekshirishni unutish; u har ikkala usulda ham suvli qoldiqdan o‘tkaziladi.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usulni tanlashda qaysi ikki omil hal qiluvchi? (Ob’ekt xarakteri va modda xossalari.) Doskada: 4 natija. Tipik xato: faqat bitta usulni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spirt, qaysi suv bilan? Doskada: daraxt sxemasi. Tipik xato: Stas-Ottoni nordonlashtirilgan suv usuli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usul kislotasi va erituvchisi nima bilan farq qiladi? Doskada: taqqoslash. Tipik xato: yillarni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gidroliz kamchilik? Doskada: 6 qadam. Tipik xato: bug‘latishda isitish xavfini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filtr o‘rniga sentrifuga? Doskada: daraxt sxemasi. Tipik xato: pH 2,5 ni boshqa qiymat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pH 2,5-3 tanlanadi? Doskada: qiymatlar. Tipik xato: tirik va murda pH 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kompleks nima uchun ajratishga halaqit beradi? Doskada: sxema. Tipik xato: kompleksni parchalamasdan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ish boshlashdan oldin pH o‘lchanadi? Doskada: ’ko‘rinish + pH’. Tipik xato: pH ni ionometrsiz taxminiy olish va qayd etmaslik.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ikki usulning asosiy farqi nima? (oksalat kislota va sulfat kislota; sentrifugalash.) Doskada: 1942, 1946, 1956-1961. Tipik xato: yillarni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o‘simlik ob’ektida nima uchun suv ko‘proq (1:12)? Doskada: 1:2 va 1:12. Tipik xato: pH ni oksalat o‘rniga sulfat kislota bilan sozlash (u Kramarenko usuli).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nisbat o‘simlik ob’ekti uchun? Doskada: qiymatlar. Tipik xato: 1:2 va 1:12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kislotali xloroform qatlamida qaysi moddalar bo‘ladi? (Barbiturat, neytral, kuchsiz asosli.) Doskada: ’3 x 10 ml, 5 daqiqa’. Tipik xato: xloroformni suvli qatlam ustida deb adashtirish (xloroform pastki qatlam).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ammiak, NaOH emas? (Kitobda Vasileva usulida NH4OH, Kramarenko usulida NaOH.) Doskada: pH 8,0-9,0. Tipik xato: NH4OH konsentratsiyasini 25% o‘rniga boshqa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qoldiq rangi nimani ko‘rsatishi mumkin? Doskada: 3 belgi (rang, hid, konsistensiya). Tipik xato: qoldiqni isitib quritish; kitobda xona harorati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pH aynan 2,5? (Kitobda 95-bet: alkaloid-oqsil komplekslarini parchalash uchun pH 2,5-3.) Doskada: 0,02 M va 2,5. Tipik xato: lekin 225-betdagi tavsifda ’agar pH 2,5 dan kam bo‘lsa 2,5 ga keltiriladi’ deyilgan, lekin pH 2,5 dan yuqori bo‘lsa nima qilish yozilmagan; o‘qituvchidan aniqlang.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qiymatlarni Vasileva bilan solishtiring. Doskada: qiymatlar. Tipik xato: kislota konsentratsiyasini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 usulning umumiy tomoni nima? Doskada: 3 ustunli taqqoslash. Tipik xato: spirt va suv usullarini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usulda emulsiya kam? Doskada: taqqoslash. Tipik xato: tozalashni ixtiyoriy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bosqich faqat Kramarenkoda? Doskada: jadval. Tipik xato: vaqtlarni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filtrlash o‘rniga sentrifugalash? (Toks 89: filtr qog‘ozi moddani adsorbsiyalab yo‘qotishi mumkin.) Doskada: 1 soat, 2 soat, 20-30 ml. Tipik xato: cho‘kmani tashlab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ammoniy sulfat nima uchun qo‘shiladi? (Oqsilni cho‘ktirish; tuzlash.) Doskada: ’to‘yintirish -&gt; sentrifuga -&gt; pH 2,0-2,5’. Tipik xato: to‘yintirishni tez bajarish (kitob: sekin-asta).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bu bosqichda efir, ishqoriy bosqichda xloroform? Doskada: 2 x 40 ml efir. Tipik xato: efirli ajratmani darhol tashlab yuborish (kitob: kislota xossali moddalar uchun tekshiriladi, 95-bet).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NaOH olish sababi? (Kitob 95-bet: (NH4)2SO4 + 2NaOH -&gt; 2NH4OH + Na2SO4, ajralgan ammiak hisobiga pH o‘zgaradi.) Doskada: 1/3 hajm. Tipik xato: kitob 95-betda pH ni 8,5-9,0 deydi, 225-betda 8,0-9,0: mashg‘ulotda 225-bet qiymatiga amal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NaOH olishning sababi shu? Doskada: reaksiya tenglamasi. Tipik xato: ammoniy sulfatni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rangni nima beradi? Doskada: reaksiya sxemasi. Tipik xato: paxikarpinni ishqoriy ajralmada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past harorat tanlanadi? Doskada: jadval. Tipik xato: qoldiqni qizdirib quritish.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xloroform rangi nimaga bog‘liq? (Ajralgan yod, I2 xloroformda qizil-binafsha.) Doskada: 2NH4I + 2NaNO2 + 2H2SO4 -&gt; I2 + ... (toks 112-bet). Tipik xato: 226-betda ’qizil binafsha’, 96-betda ’qizil pushti’ deyilgan: ranglar yaqin, ikkala ta’rifni daftarga yozing.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usul chirigan ob’ektda yaxshiroq? (Vasileva: chirigan ob’ektda barqaror emulsiya; kitob 95-bet.) Doskada: jadval. Tipik xato: Vasileva usulida kislotali bosqichda efir deb yozish (kitobda xloroform).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chirigan ob’ektda emulsiya ekstraksiyani qiyinlashtiradi? Doskada: 3 baho. Tipik xato: Kramarenko usulini ham chirigan ob’ekt uchun cheklanmagan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strixnin nima uchun kislotali ajralmada ham bo‘lishi mumkin? (Kuchsiz asos va 107-betda ham kislotali, ham ishqoriy sharoitda ekstraksiyalanishi aytilgan.) Doskada: ikki ustun. Tipik xato: strixninni faqat ishqoriy ajralmada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guruhlar yig‘indisi qancha? Doskada: daraxt sxemasi. Tipik xato: 7+14+7 hisobini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bu guruh haydash bilan ajratiladi? Doskada: taqqoslash. Tipik xato: suyuq alkaloidlarni faqat nordonlashtirilgan suvda ajratish.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chirigan ob’ektda qaysi usul qulay? Doskada: 3 bandni solishtiring. Tipik xato: chirigan ob’ektda ham Vasileva usulini afzal ko‘rish.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har bir guruh 2 daqiqada taqdim etadi. Doskada: B/B/B jadvali. Tipik xato: Stas-Otto usulini nordonlashtirilgan suv usuli deb atash; u nordonlashtirilgan spirt usuli (toks 94-bet).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Vasileva usulining kamchiligi (emulsiya) Stas-Otto da qanday bartaraf etilgan? Doskada: 1851, 1856. Tipik xato: Stas va Otto yillarini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1-masalada 94-95-betlardagi kamchilik va afzalliklarni solishtiring. Doskada: ikki masala sharti. Tipik xato: kitobdagi blits ro‘yxatida Kramarenko usulining birinchi bosqichi ’oksalat kislota bilan nordonlashtirish’ deb yozilgan, lekin usul sulfat kislota bilan (225): kitobda xato.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savollarga slaydlar bo‘yicha javob bering. Doskada: 4 savol. Tipik xato: oxirgi savolga ’tashlab yuboriladi’ deb javob berish; suvli qatlam ishqoriy muhitga keltirilib, qayta ekstraksiyalanadi.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ob’ekt tavsifi, pH, ikki usul bosqichlari va paxikarpin sinovi natijasini yozadi. Muhokama: 3 asosiy xulosa. Doskada: ’kislotali + ishqoriy + paxikarpin’. Tipik xato: pH oraliqlarini (2,0-2,5; 2,5; 8,0-9,0)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Qutbli erituvchilar va nordonlashtirilgan suv bilan ajratish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kislotali, neytral va kuchsiz asosli zaharlarni nordonlashtirilgan suv usuli bilan ajratish va usulning nazariy asoslarini tushuntirish.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 1: kislotali, neytral va kuchsiz asosli moddalarni nordonlashtirilgan suv yordamida ajratib olish.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 2: ajratmani organik erituvchi bilan kislotali va ishqoriy sharoitda ekstraksiyalab, zaharni ikki guruhga ajratish.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 3: suvli ajratmani paxikarpinga tekshirish.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dalillardan kislotali, neytral va kuchsiz asosli moddalarni nordonlashtirilgan suv bilan ajratish usulini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Olingan ajratmadan xloroform bilan kislotali va ishqoriy sharoitda ekstraksiyalab, «organik zaharlar»ni ikki guruhga ajratish.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Ajratishning umumiy va o‘ziga xos usullarini solishtirish; ob’ekt va modda xossasiga qarab usulni tanlash.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ajratilgan moddalarni «yot» moddalardan tozalashni o‘rganish.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Dars xaritasi: polyar erituvchilar bilan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kislotali, neytral va kuchsiz asosli zaharlarni nordonlashtirilgan suv bilan ajratish; ikki guruhga ajratish; paxikarpinga tekshirish.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Usullar: Stas-Otto (nordonlashtirilgan spirt), A.A.Vasileva va V.F.Kramarenko (nordonlashtirilgan suv).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Ajratma kislotali va ishqoriy sharoitda ekstraksiyalanib, ikki guruhga bo‘linadi.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Nordonlashtirilgan usullar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Stas-Otto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Oksalat kislotali etil spirti  ·  Nordonlashtirilgan spirt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Vasileva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Oksalat kislotali suv  ·  Xloroform bilan ekstraksiya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Kramarenko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Sulfat kislotali suv  ·  Sentrifugalash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Ikki ajralma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Kislotali ajralma  ·  Ishqoriy ajralma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Paxikarpin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Yod ioniga tekshirish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Polyar erituvchilar bilan ajratish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224, 226, 96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Nordonlashtirilgan spirt va suv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spirt usuli taxminan 1840-yillarda tavsiya etilgan; Stas 1851 yilda alkaloidlar tuzlari spirtda yaxshi erishiga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suv usulini 1861 yilda Uslar va Erdman qo‘llab, ob’ektni xlorid kislota bilan nordonlashtirishni taklif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Keyingi mualliflar nordonlashtirish uchun fosfat, sulfat kislotasi va boshqa mineral va organik kislotalarni tavsiya etgan.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Nordonlashtirilgan spirt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Stas, 1851; Otto, 1856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Oksalat yoki vino kislotali spirt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Emulsiya deyarli hosil bo‘lmaydi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Nordonlashtirilgan suv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Uslar va Erdman, 1861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Xlorid, keyin fosfat, sulfat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 usul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Spirt va suv usullari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Dragendorf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G.Dragendorf usuli: ob’ekt sulfat kislota bilan nordonlashtiriladi, suvli eritma qiyom holigacha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24 soat 96% spirtda bo‘ktirilib filtrlanadi; filtrat suv bilan aralashtirilib, benzin, petroley efiri va xloroform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Kamchiligi: sulfat kislotali ajralmani isitib bug‘latish efir tipidagi ko‘pchilik alkaloidlarni gidrolizlaydi va iflos qoldiq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Nordonlashtirish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Ob’ekt sulfat kislota bilan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Suvli eritma qiyom holigacha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Spirt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24 soat davomida 96% spirtda bo‘ktirish, filtrlash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Kislotali 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Benzin, petroley efiri, xloroform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Ammiak bilan; benzin va izoamil spirti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Tekshirish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Ekstraktlar birlashtirilib alkaloidlarga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Dragendorf usuli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95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usulining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 usulda ob’ektning pH-muhiti, organik erituvchilar xarakteri va elektrolitlar ta’sirini hisobga olishni tavsiya etdi.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Filtrlash o‘rniga sentrifugalash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organizmda gidrolizlanish, oksidlanish, qaytarilish va oqsillar bilan birikish ta’sirida o‘zgarishi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Kramarenko usuli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pH-muhit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pH 2,5-3 — kompleks parchalanadi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Erituvchi xarakteri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Efir — kislotali bosqich  ·  Xloroform — ishqoriy bosqich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Elektrolit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(NH4)2SO4 bilan to‘yintirish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Sentrifugalash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Filtrlash o‘rniga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Kramarenko usulining asoslari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 va oqsil komplekslari: 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kuchsiz kislotali muhitda (pH 4-5) oqsillar bilan yaxshi birikadi; pH ortishi bilan bu xususiyat kuchayadi.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organizmda pH 7,3-7,5, murda organizmida 6,2 atrofida; alkaloidlar asosan birikkan holda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Komplekslarni parchalash uchun pH-muhitni o‘zgartirish talab etiladi: pH 2,5-3 bo‘lganda bunga erishiladi.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Oqsil bilan birikish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4-5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Tirik organizm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7,3-7,5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Murda organizmi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6,2</a:t>
            </a:r>
            <a:r>
              <a:rPr sz="1400" b="0">
                <a:solidFill>
                  <a:srgbClr val="6B7280"/>
                </a:solidFill>
                <a:latin typeface="Calibri"/>
              </a:rPr>
              <a:t>  pH atrofi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Kompleksni parchalash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2,5-3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Alkaloid-oqsil komplekslari: 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 va oqsil: reaksiya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oqsillar bilan birikib, suvda erimaydigan komplekslar hosil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ortishi bilan alkaloidlarning oqsil bilan birikish xususiyati kuchayadi.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alkaloidlarni ajratishda komplekslarni parchalash maqsadida pH o‘zgartiriladi.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Alkaloid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Oqsil moddalar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Suvda erimaydigan kompleks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Kuchsiz kislotali muhit, pH 4-5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Parchalash uchun pH 2,5-3 ga keltiriladi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Alkaloid + oqsil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Jihozlar va dastlabki 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materiallar; maxsus jihozlangan laboratoriya xonasi.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Tekshiriluvchi ob’ektning tashqi ko‘rinishi (rang, hid, yot moddalar, konservantlar, massa) aniqlanib, ish daftariga yoziladi.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Ob’ektning pH i universal indikator va ionometr yordamida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224, 225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Nordonlashtirilgan suv usullarining kelib chiqishi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1942 yilda Stepanov va Shvaykova oksalat kislotasi bilan nordonlashtirilgan suv usulini yaratdi.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1946 yilda Vasileva bu usulni murda a’zosidan alkaloidlarni ajratishda qo‘lladi: usul Shvaykova-Vasileva usuli deb ataladi.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1956-1961 yillarda Kramarenko usulni takomillashtirdi: pH-muhit, erituvchi xarakteri, elektrolitlar ta’siri va filtrlash o‘rniga sentrifugalash.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Stas 1851 yilda nordonlashtirilgan spirt usulini taklif etdi, Otto 1856 yilda uni to‘ldirdi; Uslar va Erdman 1861 yilda nordonlashtirilgan suv usulini qo‘lladi.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435498"/>
                <a:gridCol w="2515166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Muallif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1851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Nordonlashtirilgan spirt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1856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Spirtli ajralmani tozalash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1861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Uslar, Erdman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HCl bilan nordonlashtirilgan suv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1942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Stepanov, Shvaykova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Oksalat kislotali 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Vasileva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 a’zolaridan ajratish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1956-1961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Kramarenko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Takomillashtirilgan usul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 tarixi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95, 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Vasileva usuli: ob’ektni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g ob’ekt suv bilan 1:2 (bioob’ekt) yoki 1:12 (o‘simlik) nisbatda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Oksalat kislotasi eritmasi bilan pH 2,0-2,5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soat davomida bo‘ktiriladi, vaqti-vaqti bilan chayqatib turiladi.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100 g maydalangan ob’ekt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1:2 yoki 1:12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Oksalat kislota, pH 2,0-2,5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soat bo‘ktirish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Vasileva usuli: boshlanishi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Vasileva usuli: asosiy qiymatlar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g ob’ekt suv bilan 1:2 (bioob’ekt) yoki 1:12 (o‘simlik ob’ektlari) nisbatda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2,0-2,5 gacha oksalat kislota; ikki soat bo‘ktiriladi.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va ishqoriy bosqichda 3 marta 10 ml xloroform; ishqoriy pH 8,0-9,0 (25% ammoniy gidroksid).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Ob’ekt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 nisbati (bioob’ekt)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1:2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Kislotali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2,0-2,5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Bo‘ktirish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Xloroform (har gal)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 x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Ishqoriy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8,0-9,0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Vasileva usuli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Vasileva usuli: kislotali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Doka orqali suzilgan ajralma 3 marta 10 ml xloroform bilan chayqatiladi (har gal 5 daqiqa).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Xloroformli eritma ikki qavatli filtrdan quruq shisha idishga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Ajralmadan kislotali, neytral va kuchsiz asosli moddalarga tekshirish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eritma, doka orqali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x 10 ml xloroform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Har gal 5 daqiqa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 qavatli filtr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xloroformli ajralma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Vasileva usuli: ishqoriy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qism 25% ammoniy gidroksidi bilan pH 8,0-9,0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 marta 10 ml xloroform bilan chayqatiladi; birlashtirilib, quruq idishga filtrlanadi.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Undan asos va kuchsiz asosli moddalarga tekshirish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qism + 25% NH4OH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8,0-9,0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x 10 ml xloroform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Quruq idishga filtrlash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Ishqoriy xloroformli ajralma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Ajratmalarni quritish va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va ishqoriy xloroformli ajralmalar xona haroratida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Qoldiqning rangi, hidi va konsistensiyasi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Zarur bo‘lsa yot moddalardan tozalanadi va ayrim moddalarga tekshirish davom ettiriladi.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xloroformli ajralma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xloroformli ajralma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Xona haroratida bug‘latish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Qoldiq: rang, hid, konsistensiya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Zarur bo‘lsa — tozalash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Ajratmalarni bug‘latish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nordonlashtirish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g ob’ekt 250-500 ml stakanga solinib, 0,02 M sulfat kislotasi bilan qoplanadi.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universal indikator bilan tekshiriladi; 2,5 dan kam bo‘lsa, 20% sulfat kislota bilan pH 2,5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Vaqti-vaqti bilan aralashtirib, ikki soatga qoldiriladi va doka orqali suziladi.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100 g ob’ekt, 250-500 ml stakan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0,02 M H2SO4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2,5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soat, doka bilan suzish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Kramarenko: boshlanish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asosiy qiymatlar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g ob’ekt 250-500 ml stakanda 0,02 M H2SO4 bilan qoplanadi; pH 2,5 dan kam bo‘lsa, 20% H2SO4 bilan 2,5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bo‘ktirish 2 soat, ikkinchisi 1 soat; sentrifuga stakani 200 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bilan 2 x 40 ml; ishqoriy bosqichda 20% NaOH bilan pH 8,0-9,0 va 3 marta xloroform.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Ob’ekt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Sulfat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0,02</a:t>
            </a:r>
            <a:r>
              <a:rPr sz="1500" b="0">
                <a:solidFill>
                  <a:srgbClr val="6B7280"/>
                </a:solidFill>
                <a:latin typeface="Calibri"/>
              </a:rPr>
              <a:t> 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Birinchi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2,5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Bo‘ktirish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 + 1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Efir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 x 40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Ishqoriy pH (NaOH 20%)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8,0-9,0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Kramarenko usuli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Usullarni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Stas-Otto: oksalat kislotali etil spirti, 1 sutka; spirtli eritmalar 35 °C da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Vasileva: oksalat kislotali suv, pH 2,0-2,5, xloroform 3 x 10 ml.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Kramarenko: 0,02 M sulfat kislota, pH 2,5, sentrifugalash, ammoniy sulfat bilan to‘yintirish.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Stas-Otto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Oksalat kislotali etil spirti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 sutka bo‘ktirish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35 °C da bug‘latish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Vasileva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Oksalat kislotali suv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pH 2,0-2,5; 2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 3 x 10 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Kramarenko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0,02 M H2SO4, pH 2,5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Sentrifuga, (NH4)2SO4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Efir 2 x 40 ml; xloroform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Stas-Otto, Vasileva, Kramarenko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225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Yot moddalardan tozalash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Stas-Otto: spirtli sirop 96% etil spirti bilan yot va oqsil moddalardan cho‘ktiriladi, so‘ng efir bilan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Vasileva: ajralma doka orqali suziladi, xloroformli ajralma ikki qavatli filtrdan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Kramarenko: ammoniy sulfat bilan to‘yintirish, sentrifugalash va efir bilan ekstraksiya.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Stas-Otto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96% spirt — cho‘ktirish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Efir bilan 3 qayta tozalash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Vasileva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Doka orqali suzish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Ikki qavatli filtr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Kramarenko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(NH4)2SO4 bilan to‘yintirish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Sentrifuga, efir 2 x 40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Tozalash bosqichlari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225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Vaqt va hajmlar jadvali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Kramarenko: birinchi bo‘ktirish 2 soat, ikkinchi bo‘ktirish bir soat, cho‘kma 20-30 ml kislota bilan 2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Ammoniy sulfat bilan to‘yintirilgach, 1-2 soatdan so‘ng cho‘kma sentrifugalab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Vasileva: 2 soat bo‘ktirish, xloroform bilan har gal 5 daqiqa chayqatish.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990"/>
                <a:gridCol w="1794134"/>
                <a:gridCol w="1510850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Vasileva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Kramarenko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1-bo‘ktirish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2-bo‘ktirish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Cho‘kma bilan ishlash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20-30 ml; 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Xloroform / 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x 10 ml xloroform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x 40 ml 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Chayqatish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 daqiqa (gal)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Vaqt va hajm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ikkinchi bo‘ktirish va sentrifuga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qism ikkinchi marta bir soat pH 2,5 da 0,02 M sulfat kislotasi bilan bo‘ktiriladi.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 kislotali eritmalar birlashtirilib, 200 ml li sentrifuga stakanida sentrifugalanadi.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Cho‘kma 20-30 ml 0,02 M sulfat kislotasi bilan ikki soat bo‘ktirilib, sentrifugalanadi; suvli qatlam umumiy ajratmaga qo‘shiladi.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2-bo‘ktirish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Qattiq qism pH 2,5 da 0,02 M H2SO4 bilan 1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Sulfat kislotali eritmalar birlashtiriladi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Sentrifugalash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200 ml li sentrifuga stakanida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Cho‘kmani qayta ishlash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20-30 ml 0,02 M H2SO4 bilan 2 soat, sentrifuga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Suvli qatlam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Umumiy ajratmaga qo‘shiladi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Kramarenko: bo‘ktirish va sentrifuga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oqsildan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Ajratma oqsil va yot moddalardan tozalash uchun ammoniy sulfat tuzi bilan sekin-asta to‘yintiriladi.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Bir-ikki soatdan so‘ng hosil bo‘lgan cho‘kma sentrifugalab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qatlam pH i tekshirilib, 10% sulfat kislota bilan pH 2,0-2,5 ga keltiriladi.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Ajratma + (NH4)2SO4, sekin-asta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 soatdan so‘ng cho‘kma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Sentrifugalash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 pH 2,0-2,5 (10% H2SO4)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x 40 ml etil efiri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Oqsildan tozalash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kislotali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suvli qatlam ikki marta 40 ml etil efiri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Efirli ajratmada kislotali sharoitda ekstraksiyalanadigan zaharli moddalarga tekshirish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Lekin efirli ajratma boshqa maqsadda (yot moddalarni olish uchun) tashlab yuborilishi ham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225, 95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Kramarenko usuli: ishqoriy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qatlam 20% natriy gidroksidi bilan pH 8,0-9,0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marta xloroform bilan ekstraksiyalanadi; xloroform hajmi suvli qatlam hajmining 1/3 qismi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Xloroformli ajratmalar birlashtirilib, suv hammomida 10-15 ml qolguncha, qolgani xona haroratida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qoldiq 10 ml 0,1 M xlorid kislotasida eritilib, asos xossali zaharlarga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Suvli qatlam 20% NaOH bilan pH 8,0-9,0 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Xloroform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Uch marta; hajmi suvli qatlamning 1/3 qismi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Birlashtirish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Xloroformli ajratmalar birlashtiriladi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 hammomida 10-15 ml qolguncha, so‘ng xona haroratida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0,1 M HCl da eritilib, asos zaharlarga tekshiriladi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Kramarenko: ishqoriy bosqich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Nima uchun NaOH: ammoniy hosil bo‘lishi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 suvli eritmaga 20% natriy ishqori qo‘shilganda ajralib chiqqan ammiak hisobiga pH muhiti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Reaksiya: (NH4)2SO4 + 2NaOH → 2NH4OH + Na2SO4.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Shundan so‘ng suvli qatlam xloroform bilan 3 qayta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(NH4)2SO4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2NaOH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1933956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2NH4OH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3387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3140964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Na2SO4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Nordon suvli eritmaga ishqor qo‘shiladi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Ajralgan ammiak hisobiga pH o‘zgaradi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Ammoniy sulfat va ishqor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yod ioni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ekstraksiyadan qolgan suvli qism kislotali muhitgacha sulfat kislota bilan nordonlashtiriladi.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Natriy nitrit va xloroform qo‘shib chayqatilsa, yod ioni bo‘lsa, xloroform qatlami qizil pushti (qizil binafsha) rangga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Reaksiya: 2NH4I + 2NaNO2 + 2H2SO4 → I2 + Na2SO4 + (NH4)2SO4 + 2NO + 2H2O (xloroform bilan).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NH4I (suvli qoldiq)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NaNO2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H2SO4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1417320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I2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3387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3387" y="2566416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Na2SO4 + (NH4)2SO4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3387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3387" y="3715512"/>
            <a:ext cx="2278227" cy="85648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NO + H2O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Kislotali muhit, xloroform qo‘shiladi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 qatlami qizil-binafsha (I2)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Yod ioni sinovi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96, 112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Bug‘latish rejimlari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Stas-Otto usulida spirtli eritmalar oz miqdor spirt qolguncha 35 °C haroratda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Vasilevada kislotali va ishqoriy xloroformli ajralmalar xona haroratida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Kramarenkoda xloroformli ajratmalar suv hammomida 10-15 ml qolguncha, qolgani xona haroratida bug‘latiladi.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Rejim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Stas-Otto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35 °C, oz spirt qolguncha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Vasileva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Xona harorati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Kramarenko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 hammomi (10-15 ml), xona harorati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Bug‘latish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225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Paxikarpinga tekshirish (yod ioni)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ikkala usulda oxirgi suvli qoldiqdan paxikarpin uchun yod ioniga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suvli qismga sulfat kislota, 1-2 tomchi NaNO2, 1 ml xloroform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qatlami qizil binafsha bo‘lishi mumkin; sababini tushuntiring.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suvli qism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H2SO4 (kislotali muhit)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1-2 tomchi NaNO2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xloroform, chayqatish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Paxikarpin (yod ioni) sinovi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 usulni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 usuli tez bajariladi va qimmat reaktivlar talab qilmaydi.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 usuli: filtrlash o‘rniga sentrifugalash, pH 2,5 va ammoniy sulfat bilan oqsildan tozalash.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4525"/>
                <a:gridCol w="1850791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Vasileva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Kramarenko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oksalat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0,02 M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 pH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2,0-2,5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2,5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Ishqoriy bosqich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25% NH4OH, pH 8,0-9,0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20% NaOH, pH 8,0-9,0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 erituvchi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x 10 ml xloroform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x 40 ml 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Vasileva va Kramarenko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Usulning kamchiligi va afzalligi (ma’ruza)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 usuli: tez bajariladi, qimmat reaktivsiz; nordonlashtirilgan suvda erimaydigan moddalarni ajratish qiyin.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Chirigan ob’ektdan toksikologik moddalarni to‘liq ajratib bo‘lmaydi: ekstraksiyada barqaror emulsiya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 usuli: sezgir, zaharli moddalar to‘liq ajratiladi, nisbatan tez bajariladi, reaktivlarni topish oson.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Vasileva usuli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 bajariladi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Qimmat reaktiv kerak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erimaydigan moddalar qiyin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Chirigan ob’ektda emulsiya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Kramarenko usuli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Sezgir, zahar to‘liq ajraladi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Nisbatan tez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Reaktivlar topilishi oson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Vasileva va Kramarenko: baho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95, 96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ikki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ajralmada barbituratlar, neytral (fenatsetin), organik kislotalar (salitsil, pikrin), kuchsiz asosli alkaloidlar (kofein, strixnin)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ajralmada alkaloidlar va ularning sintetik analoglari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ajralma ayrim-ayrim tahlil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Kislotali ajralma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Barbituratlar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Neytral: fenatsetin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Salitsil, pikrin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Kuchsiz asos: kofein, strixnin va 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Ishqoriy ajralma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Alkaloidlar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Sintetik analoglar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biri ayrim tahlil qilinadi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ajralma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Qutbli erituvchilar bilan ajraladigan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suv va spirt bilan asosan kristall holatdagi dorivor moddalar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Kimyogar-ekspert to‘liq tahlilda bu guruhdan 28 ta moddaga tekshiradi: 7 barbiturat, 14 alkaloid va 7 azot saqlovchi sintetik birikma.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kislotali, asos va neytral xossaga ega bo‘lishi mumkin, shuning uchun suvli eritmadan organik erituvchilar bilan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Qutbli erituvchi guruhi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7 barbiturat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Barbital, fenobarbital, barbamil  ·  Etaminal natriy, siklobarbital  ·  Geksabarbital, benzonal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14 alkaloid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Morfin, kodein, dionin, geroin  ·  Papaverin, strixnin, atropin  ·  Kokain, paxikarpin, nikotin, xinin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7 azotli sintetik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Promedol, aminazin, diprazin  ·  Tizertsin, majeptil  ·  Triftazin, imizin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28 ta modda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94, 93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Suyuq alkaloidlar: ajratish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 alkaloidlarga anabazin, nikotin, paxikarpin, koniin va arekolin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holida ular o‘ziga xos hidli yog‘simon, yetarlicha uchuvchan suyuqlik; organik erituvchilarda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ob’ektdan ishqoriy sharoitda suv bug‘i bilan haydab, distillyat ishqoriy muhitga keltirilib, xloroform bilan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Asos holida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Yog‘simon, uchuvchan suyuqlik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Organik erituvchida yaxshi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bug‘i bilan azeotrop haydaladi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Tuz holida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yaxshi eriydi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Suyuq alkaloidlar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alkaloidlari va usul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Qutbli erituvchi usullarida chirigan ob’ektdan barqaror emulsiya hosil bo‘lishi mumkin; Stas-Otto usulida emulsiya deyarli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moddalar ob’ekt xarakteri va moddaning fizik-kimyoviy xossalariga qarab usul tanlanadi.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Hozirgi vaqtda Stas-Otto, Vasileva va Kramarenko usullari asosida pH 2,5-3,0 da ajratilib, suvli ajralmadan alkaloidlar pH 9 da ekstraksiyalanadi.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94-95, 224, 96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Stas-Otto, Vasileva va Kramarenko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1-guruh: Stas-Otto usuli, uning mohiyati, afzalliklari va kamchiliklari.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2-guruh: A.A.Vasileva usuli, uning mohiyati, afzalliklari va kamchiliklari.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3-guruh: V.F.Kramarenko usuli, uning mohiyati, afzalliklari va kamchiliklari.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Guruhlar B/B/B (bilaman / bilishni hohlayman / bilib oldim) jadvalini to‘ldiradi.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Stas-Otto: nordonlashtirilgan spirt usuli (ma’ruza)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1851 yilda Belgiyalik J.S.Stas tomonidan alkaloidlarni tuz holida spirtda yaxshi erishiga asoslanib taklif etilgan.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1856 yilda F.Otto spirtli ajralmani tozalashni taklif etdi: usul Stas-Otto usuli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Kamchiliklar: uzoq vaqt talab qiladi, sezgirligi past, qimmat spirt kerak, natijalar o‘zgaruvchan.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Qulaylik: chirigan ob’ektdan moddalarni ajratish mumkin, chunki tozalash spirtda olib borilgani uchun emulsiya deyarli hosil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Oksalat kislotali etil spirti, 1 sutka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Spirtli eritmalar 35 °C da, sirop qolguncha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Oqsilni cho‘ktirish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96% etil spirti qo‘shiladi, takrorlanadi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Efir bilan tozalash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Iliq suv bilan suyultirib, 3 qayta dietil efiri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Ammiak yoki natriy bikarbonat bilan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Alkaloidlar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Efir bilan 3 qayta ekstraksiya, tekshiriladi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Stas-Otto bosqichlari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Boboyor S. (1976-yilda tug‘ilgan) murdasi topildi, murda chirishni boshlagan: zaharli moddani ajratishda qaysi usul qo‘llaniladi va usulni yoriting.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Berdiyorov V. (1980-yilda tug‘ilgan) murdasi keltirildi: ob’ektdan alkaloidni to‘liq va toza ajratib olish usulini qo‘llang.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Blits topshiriq: Stas-Otto va Kramarenko usullaridagi ekstraksiya bosqichlari ketma-ketligini to‘g‘ri tanlang.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ob’ektdan kislotali, neytral va kuchsiz asosli moddalarni ajratishda qo‘llanadigan usullar.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muhitda xloroform qatlamiga qanday moddalar o‘tadi? Nima uchun?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Moddalarni sulfat kislota bilan nordonlashtirilgan suvda ajratishda yot moddalardan qaysi bosqichlarda tozalanadi?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suv usulida xloroformli qavat ajratib olingach, suvli qatlam nima qilinadi?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227, 228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suv usuli (Vasileva, Kramarenko) kislotali, neytral va kuchsiz asosli zaharlarni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Ajratma kislotali va ishqoriy sharoitda ekstraksiyalanib, ikki guruhga bo‘linadi; suvli qoldiq paxikarpinga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guruh ajralmasi ayrim-ayrim tahlil qilinadi, kerak bo‘lsa yot moddalardan tozalanadi.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224, 226, 96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kuchsiz kislotali muhitda (pH 4-5) oqsillar bilan yaxshi birikadi; tirik organizmda pH 7,3-7,5, murdada 6,2 atrofida, shuning uchun komplekslarni parchalash uchun pH 2,5-3 kerak.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Stas usuli 1851 yilda yaratilgan, Otto 1856 yilda spirtli ajralmani tozalashni qo‘shgan.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Vasileva usulida o‘simlik ob’ekti bilan suv nisbati 1:12, bioob’ektda 1:2.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Kramarenko usulida ishqoriy ekstraksiyada xloroform hajmi suvli qatlam hajmining 1/3 qismi bo‘lishi kerak.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Qutbli erituvchilar va nordonlashtirilgan suv bilan ajratish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93-96, 112, 224-228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