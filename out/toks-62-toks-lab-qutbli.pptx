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zaharlar ikki guruhga ajratiladi? Doskada: reja (3 band). Tipik xato: paxikarpinga tekshirishni unutish; u har ikkala usulda ham suvli qoldiqdan o‘tkaziladi.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usulni tanlashda qaysi ikki omil hal qiluvchi? (Ob’ekt xarakteri va modda xossalari.) Doskada: 4 natija. Tipik xato: faqat bitta usulni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ish boshlashdan oldin pH o‘lchanadi? Doskada: ’ko‘rinish + pH’. Tipik xato: pH ni ionometrsiz taxminiy olish va qayd etmaslik.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ikki usulning asosiy farqi nima? (oksalat kislota va sulfat kislota; sentrifugalash.) Doskada: 1942, 1946, 1956-1961. Tipik xato: yillarni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o‘simlik ob’ektida nima uchun suv ko‘proq (1:12)? Doskada: 1:2 va 1:12. Tipik xato: pH ni oksalat o‘rniga sulfat kislota bilan sozlash (u Kramarenko usuli).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kislotali xloroform qatlamida qaysi moddalar bo‘ladi? (Barbiturat, neytral, kuchsiz asosli.) Doskada: ’3 x 10 ml, 5 daqiqa’. Tipik xato: xloroformni suvli qatlam ustida deb adashtirish (xloroform pastki qatlam).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ammiak, NaOH emas? (Kitobda Vasileva usulida NH4OH, Kramarenko usulida NaOH.) Doskada: pH 8,0-9,0. Tipik xato: NH4OH konsentratsiyasini 25% o‘rniga boshqa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qoldiq rangi nimani ko‘rsatishi mumkin? Doskada: 3 belgi (rang, hid, konsistensiya). Tipik xato: qoldiqni isitib quritish; kitobda xona harorati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pH aynan 2,5? (Kitobda 95-bet: alkaloid-oqsil komplekslarini parchalash uchun pH 2,5-3.) Doskada: 0,02 M va 2,5. Tipik xato: lekin 225-betdagi tavsifda ’agar pH 2,5 dan kam bo‘lsa 2,5 ga keltiriladi’ deyilgan, lekin pH 2,5 dan yuqori bo‘lsa nima qilish yozilmagan; o‘qituvchidan aniqlang.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filtrlash o‘rniga sentrifugalash? (Toks 89: filtr qog‘ozi moddani adsorbsiyalab yo‘qotishi mumkin.) Doskada: 1 soat, 2 soat, 20-30 ml. Tipik xato: cho‘kmani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ammoniy sulfat nima uchun qo‘shiladi? (Oqsilni cho‘ktirish; tuzlash.) Doskada: ’to‘yintirish -&gt; sentrifuga -&gt; pH 2,0-2,5’. Tipik xato: to‘yintirishni tez bajarish (kitob: sekin-asta).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bu bosqichda efir, ishqoriy bosqichda xloroform? Doskada: 2 x 40 ml efir. Tipik xato: efirli ajratmani darhol tashlab yuborish (kitob: kislota xossali moddalar uchun tekshiriladi, 95-bet).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NaOH olish sababi? (Kitob 95-bet: (NH4)2SO4 + 2NaOH -&gt; 2NH4OH + Na2SO4, ajralgan ammiak hisobiga pH o‘zgaradi.) Doskada: 1/3 hajm. Tipik xato: kitob 95-betda pH ni 8,5-9,0 deydi, 225-betda 8,0-9,0: mashg‘ulotda 225-bet qiymatiga amal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xloroform rangi nimaga bog‘liq? (Ajralgan yod, I2 xloroformda qizil-binafsha.) Doskada: 2NH4I + 2NaNO2 + 2H2SO4 -&gt; I2 + ... (toks 112-bet). Tipik xato: 226-betda ’qizil binafsha’, 96-betda ’qizil pushti’ deyilgan: ranglar yaqin, ikkala ta’rifni daftarga yozing.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usul chirigan ob’ektda yaxshiroq? (Vasileva: chirigan ob’ektda barqaror emulsiya; kitob 95-bet.) Doskada: jadval. Tipik xato: Vasileva usulida kislotali bosqichda efir deb yozish (kitobda xloroform).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chirigan ob’ektda emulsiya ekstraksiyani qiyinlashtiradi? Doskada: 3 baho. Tipik xato: Kramarenko usulini ham chirigan ob’ekt uchun cheklanmagan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strixnin nima uchun kislotali ajralmada ham bo‘lishi mumkin? (Kuchsiz asos va 107-betda ham kislotali, ham ishqoriy sharoitda ekstraksiyalanishi aytilgan.) Doskada: ikki ustun. Tipik xato: strixninni faqat ishqoriy ajralmada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har bir guruh 2 daqiqada taqdim etadi. Doskada: B/B/B jadvali. Tipik xato: Stas-Otto usulini nordonlashtirilgan suv usuli deb atash; u nordonlashtirilgan spirt usuli (toks 94-bet).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Vasileva usulining kamchiligi (emulsiya) Stas-Otto da qanday bartaraf etilgan? Doskada: 1851, 1856. Tipik xato: Stas va Otto yillarini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1-masalada 94-95-betlardagi kamchilik va afzalliklarni solishtiring. Doskada: ikki masala sharti. Tipik xato: kitobdagi blits ro‘yxatida Kramarenko usulining birinchi bosqichi ’oksalat kislota bilan nordonlashtirish’ deb yozilgan, lekin usul sulfat kislota bilan (225): kitobda xato.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savollarga slaydlar bo‘yicha javob bering. Doskada: 4 savol. Tipik xato: oxirgi savolga ’tashlab yuboriladi’ deb javob berish; suvli qatlam ishqoriy muhitga keltirilib, qayta ekstraksiyalanadi.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ob’ekt tavsifi, pH, ikki usul bosqichlari va paxikarpin sinovi natijasini yozadi. Muhokama: 3 asosiy xulosa. Doskada: ’kislotali + ishqoriy + paxikarpin’. Tipik xato: pH oraliqlarini (2,0-2,5; 2,5; 8,0-9,0)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Qutbli erituvchilar va nordonlashtirilgan suv bilan ajratish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biologik ob’ektlardan kislotali, neytral va kuchsiz asosli zaharli moddalarni nordonlashtirilgan suv usuli bilan ajratish va usulning nazariy asoslarini tushuntirish.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1: kislotali, neytral va kuchsiz asosli moddalarni nordonlashtirilgan suv yordamida ajratib olish.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2: ajratmani organik erituvchi bilan kislotali va ishqoriy sharoitda ekstraksiyalab, zaharni ikki guruhga ajratish.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 3: suvli ajratmani paxikarpinga tekshirish.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Ashyoviy dalillardan kislotali, neytral va kuchsiz asosli moddalarni nordonlashtirilgan suv bilan ajratish usulini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ajratmadan xloroform bilan kislotali va ishqoriy sharoitda ekstraksiyalab, «organik zaharlar»ni ikki guruhga ajratish.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Ajratishning umumiy va o‘ziga xos usullarini solishtirish; ob’ekt va modda xossasiga qarab usulni tanlash.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ajratilgan moddalarni «yot» moddalardan tozalashni o‘rganish.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Jihozlar va dastlabki 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materiallar; maxsus jihozlangan laboratoriya xonasi.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Tekshiriluvchi ob’ektning tashqi ko‘rinishi (rang, hid, yot moddalar, konservantlar, massa) aniqlanib, ish daftariga yoziladi.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Ob’ektning pH i universal indikator va ionometr yordamida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224, 225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Nordonlashtirilgan suv usullarining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1942 yilda Stepanov va Shvaykova oksalat kislotasi bilan nordonlashtirilgan suv usulini yaratdi.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1946 yilda Vasileva bu usulni murda a’zosidan alkaloidlarni ajratishda qo‘lladi: usul Shvaykova-Vasileva usuli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1956-1961 yillarda Kramarenko usulni takomillashtirdi: pH-muhit, erituvchi xarakteri, elektrolitlar ta’siri va filtrlash o‘rniga sentrifugalash.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Vasileva usuli: ob’ektni tayyorlash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ob’ekt suv bilan 1:2 (bioob’ekt) yoki 1:12 (o‘simlik) nisbatda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Oksalat kislotasi eritmasi bilan pH 2,0-2,5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 soat davomida bo‘ktiriladi, vaqti-vaqti bilan chayqatib turiladi.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 g maydalangan ob’ekt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 1:2 yoki 1:12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Oksalat kislota, pH 2,0-2,5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soat bo‘ktirish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Vasileva usuli: boshlanishi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Vasileva usuli: kislotali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Doka orqali suzilgan ajralma 3 marta 10 ml xloroform bilan chayqatiladi (har gal 5 daqiqa).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Xloroformli eritma ikki qavatli filtrdan quruq shisha idishga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Ajralmadan kislotali, neytral va kuchsiz asosli moddalarga tekshirish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eritma, doka orqali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x 10 ml xloroform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Har gal 5 daqiqa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Ikki qavatli filtr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xloroformli ajralma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Vasileva usuli: ishqoriy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qism 25% ammoniy gidroksidi bilan pH 8,0-9,0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 marta 10 ml xloroform bilan chayqatiladi; birlashtirilib, quruq idishga filtrlanadi.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Undan asos va kuchsiz asosli moddalarga tekshirish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qism + 25% NH4OH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8,0-9,0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x 10 ml xloroform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idishga filtrlash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Ishqoriy xloroformli ajralma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Ajratmalarni quritish va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va ishqoriy xloroformli ajralmalar xona haroratida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Qoldiqning rangi, hidi va konsistensiyasi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bo‘lsa yot moddalardan tozalanadi va ayrim moddalarga tekshirish davom ettiriladi.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nordonlashtirish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100 g ob’ekt 250-500 ml stakanga solinib, 0,02 M sulfat kislotasi bilan qoplanadi.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universal indikator bilan tekshiriladi; 2,5 dan kam bo‘lsa, 20% sulfat kislota bilan pH 2,5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Vaqti-vaqti bilan aralashtirib, ikki soatga qoldiriladi va doka orqali suziladi.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100 g ob’ekt, 250-500 ml stakan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0,02 M H2SO4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2,5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 soat, doka bilan suzish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Kramarenko: boshlanish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ikkinchi bo‘ktirish va sentrifuga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qism ikkinchi marta bir soat pH 2,5 da 0,02 M sulfat kislotasi bilan bo‘ktiriladi.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kislotali eritmalar birlashtirilib, 200 ml li sentrifuga stakanida sentrifugalanadi.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Cho‘kma 20-30 ml 0,02 M sulfat kislotasi bilan ikki soat bo‘ktirilib, sentrifugalanadi; suvli qatlam umumiy ajratmaga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oqsildan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Ajratma oqsil va yot moddalardan tozalash uchun ammoniy sulfat tuzi bilan sekin-asta to‘yintiriladi.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Bir-ikki soatdan so‘ng hosil bo‘lgan cho‘kma sentrifugalab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qatlam pH i tekshirilib, 10% sulfat kislota bilan pH 2,0-2,5 ga keltiriladi.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kislotali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suvli qatlam ikki marta 40 ml etil efiri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Efirli ajratmada kislotali sharoitda ekstraksiyalanadigan zaharli moddalarga tekshirish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Lekin efirli ajratma boshqa maqsadda (yot moddalarni olish uchun) tashlab yuborilishi ham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225, 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Kramarenko usuli: ishqoriy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qatlam 20% natriy gidroksidi bilan pH 8,0-9,0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 marta xloroform bilan ekstraksiyalanadi; xloroform hajmi suvli qatlam hajmining 1/3 qismi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Xloroformli ajratmalar birlashtirilib, suv hammomida 10-15 ml qolguncha, qolgani xona haroratida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10 ml 0,1 M xlorid kislotasida eritilib, asos xossali zaharlarga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Paxikarpinga tekshirish (yod ioni)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ikkala usulda oxirgi suvli qoldiqdan paxikarpin uchun yod ioniga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suvli qismga sulfat kislota, 1-2 tomchi NaNO2, 1 ml xloroform qo‘shib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qatlami qizil binafsha bo‘lishi mumkin; sababini tushuntiring.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suvli qism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H2SO4 (kislotali muhit)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1-2 tomchi NaNO2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xloroform, chayqatish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Paxikarpin (yod ioni) sinovi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 usulni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Vasileva usuli tez bajariladi va qimmat reaktivlar talab qilmaydi.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Kramarenko usuli: filtrlash o‘rniga sentrifugalash, pH 2,5 va ammoniy sulfat bilan oqsildan tozalash.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525"/>
                <a:gridCol w="1850791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Vasileva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Kramarenko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oksalat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0,02 M H2SO4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Kislotali pH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2,0-2,5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2,5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Ishqoriy bosqich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25% NH4OH, pH 8,0-9,0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20% NaOH, pH 8,0-9,0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Kislotali erituvchi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 x 10 ml xloroform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x 40 ml 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Vasileva va Kramarenko usullari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Usulning kamchiligi va afzalligi (ma’ruza)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Vasileva usuli: tez bajariladi, qimmat reaktivsiz; nordonlashtirilgan suvda erimaydigan moddalarni ajratish qiyin.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Chirigan ob’ektdan toksikologik moddalarni to‘liq ajratib bo‘lmaydi: ekstraksiyada barqaror emulsiya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Kramarenko usuli: sezgir, zaharli moddalar to‘liq ajratiladi, nisbatan tez bajariladi, reaktivlarni topish oson.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95, 96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Zaharlarning ikki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ajralmada barbituratlar, neytral moddalar (fenatsetin), organik kislotalar (salitsil, pikrin) va kuchsiz asosli alkaloidlar (kofein, teobromin, teofillin, papaverin, narkotin, strixnin)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ajralmada alkaloidlar va ularning sintetik analoglari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ajralma ayrim-ayrim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Stas-Otto, Vasileva va Kramarenko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1-guruh: Stas-Otto usuli, uning mohiyati, afzalliklari va kamchiliklari.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2-guruh: A.A.Vasileva usuli, uning mohiyati, afzalliklari va kamchiliklari.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3-guruh: V.F.Kramarenko usuli, uning mohiyati, afzalliklari va kamchiliklari.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Guruhlar B/B/B (bilaman / bilishni hohlayman / bilib oldim) jadvalini to‘ldiradi.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Stas-Otto: nordonlashtirilgan spirt usuli (ma’ruza)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1851 yilda Belgiyalik J.S.Stas tomonidan alkaloidlarni tuz holida spirtda yaxshi erishiga asoslanib taklif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1856 yilda F.Otto spirtli ajralmani tozalashni taklif etdi: usul Stas-Otto usuli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Kamchiliklar: uzoq vaqt talab qiladi, sezgirligi past, qimmat spirt kerak, natijalar o‘zgaruvchan.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Qulaylik: chirigan ob’ektdan moddalarni ajratish mumkin, chunki tozalash spirtda olib borilgani uchun emulsiya deyarli hosil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Boboyor S. (1976-yilda tug‘ilgan) murdasi topildi, murda chirishni boshlagan: zaharli moddani ajratishda qaysi usul qo‘llaniladi va usulni yoriting.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Berdiyorov V. (1980-yilda tug‘ilgan) murdasi keltirildi: ob’ektdan alkaloidni to‘liq va toza ajratib olish usulini qo‘llang.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Blits topshiriq: Stas-Otto va Kramarenko usullaridagi ekstraksiya bosqichlari ketma-ketligini to‘g‘ri tanlang.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Biologik ob’ektdan kislotali, neytral va kuchsiz asosli moddalarni ajratishda qo‘llanadigan usullar.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muhitda xloroform qatlamiga qanday moddalar o‘tadi? Nima uchun?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Moddalarni sulfat kislota bilan nordonlashtirilgan suvda ajratishda yot moddalardan qaysi bosqichlarda tozalanadi?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usulida xloroformli qavat ajratib olingach, suvli qatlam nima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227, 228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Nordonlashtirilgan suv usuli (Vasileva, Kramarenko) kislotali, neytral va kuchsiz asosli zaharlarni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Ajratma kislotali va ishqoriy sharoitda ekstraksiyalanib, ikki guruhga bo‘linadi; suvli qoldiq paxikarpinga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guruh ajralmasi ayrim-ayrim tahlil qilinadi, kerak bo‘lsa yot moddalardan tozalanadi.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224, 226, 96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kuchsiz kislotali muhitda (pH 4-5) oqsillar bilan yaxshi birikadi; tirik organizmda pH 7,3-7,5, murdada 6,2 atrofida, shuning uchun komplekslarni parchalash uchun pH 2,5-3 kerak.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Stas usuli 1851 yilda yaratilgan, Otto 1856 yilda spirtli ajralmani tozalashni qo‘shgan.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Vasileva usulida o‘simlik ob’ekti bilan suv nisbati 1:12, bioob’ektda 1:2.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Kramarenko usulida ishqoriy ekstraksiyada xloroform hajmi suvli qatlam hajmining 1/3 qismi bo‘lishi kerak.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Qutbli erituvchilar va nordonlashtirilgan suv bilan ajratish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94-96, 224-228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