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suvda eruvchi zaharlar alohida usul bilan ajratiladi? Doskada: mashg‘ulot rejasi. Tipik xato: mashg‘ulotni faqat kislotalar bilan cheklash — kitobda ishqorlar (natriy, kaliy, ammiak) va nitrit tuzlari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dializ uchun qanday maxsus idishlar kerak (6-slaydga qarang)? Doskada: jihozlar ro‘yxati. Tipik xato: jihozlar ro‘yxatida haydash apparatini qoldirish — u sulfat, nitrat, xlorid kislotalarni aniqlashda qo‘llanadi (260-261-betlar).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Bu mashg‘ulotda konsentrlangan sulfat kislota, ishqor va nitrat kislota ishlatiladi: kitob ularning xavfsiz ishlatilishi haqida ko‘rsatma bermaydi, o‘qituvchi laboratoriya qoidalari bo‘yicha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ro‘yxatdagi qaysi moddalar organizmda tabiiy ravishda ham bo‘ladi? (260-bet: xlor, sulfat, nitrat ionlari.) Doskada: uch guruh — kislotalar, ishqorlar, tuzlar. Tipik xato: dializ usulini organik zaharlar uchun ham qo‘llash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dializ usulida yot moddalar kamroq o‘tadi? (Kitob buni to‘g‘ridan-to‘g‘ri aytmaydi; nazorat savoli 3 «dializ qaysi fizik xossaga asoslangan» deb so‘raydi.) Doskada: ikki usul jadvali. Tipik xato: ikkala usulni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yig‘ilgan dializat. Muhokama: nega suyuqlik balandligi tenglashtiriladi? (Kitobda sababi aytilmagan.) Doskada: asbob chizmasi. Tipik xato: pergament qog‘ozni stakan tagiga mahkamlamasdan qo‘yish yoki 4-6 soat o‘tmay suvni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umumiy skrining, so‘ng aniq modda? Doskada: «bug‘latish -&gt; skrining -&gt; aniq modda». Tipik xato: dializatni quruq qoldiqqacha bug‘latib yuborish — kitob 10-20 ml qoldirishni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kislotali dializatda jadvaldagi o‘zgarishlar. Muhokama: indikator o‘zgargan bo‘lsa, qaysi kislota ekani aniqmi? (Yo‘q — faqat kuchli mineral kislota borligini bildiradi.) Doskada: indikator jadvali. Tipik xato: indikator natijasini sulfat yoki xlorid kislotaning isboti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dializatdagi xlorid ioni faqat zaharlanishdan bo‘lishi shartmi? Doskada: NaCl va NaNO3 ning sulfat kislota bilan reaksiyasi (260-betdagi ikki tenglama) — HCl va HNO3 hosil bo‘lishi. Tipik xato: xlorid kislotani tahlilni sulfatdan oldin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qabul qiluvchi kolbada rangsiz suyuqlik (yod rangi o‘chgach). Muhokama: yod rangi o‘chib qolsa nima qilinadi? (Kitob: kolbaga yana shu eritmadan qo‘shiladi, 260-bet.) Kitobdagi reaksiya tenglamalari (260-bet) yozuv jihatidan noaniq, shuning uchun slaydga ko‘chirilmadi. Tipik xato: ortiqcha yodni yo‘qotmasdan sulfat reaksiyasini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ikki probirkada oq cho‘kma. Muhokama: cho‘kmaning erish xususiyatlari ularni qanday ajratadi? Doskada: jadval; kitob talabi: reaksiya kimyoviy tenglamasini yozing. Tipik xato: BaSO4 cho‘kmasini ishqorda eriydi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qizil dog‘ o‘chishi. Muhokama: rang nega o‘chadi? (Kitob sababini aytmaydi; BaSO4 hosil bo‘lishi bilan bog‘liq bo‘lishi mumkin — o‘qituvchi tushuntiradi.) Doskada: 4 bosqichli sxema. Tipik xato: rodizonatni oldindan tayyorlab qo‘yish — kitob «yangi tayyorlangan»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terida sariq rangning yo‘qligi nitrat kislota zaharlanishini inkor etadimi? (Yo‘q — kuchsiz eritmada bo‘lmasligi mumkin.) Doskada: 20% chegarasi. Tipik xato: sariq rangni yagona dalil deb qabul qilish. Kitobdagi tenglamalar (261-bet) ko‘chirilmadi.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ko‘kimtir (difenilamin) va qizil (brutsin) rang. Muhokama: nega nitritni oldindan aniqlash kerak? (Keyingi slayd.) Doskada: reaktiv -&gt; rang. Tipik xato: difenilamin musbat natijasini faqat nitratga tegishli deb yozish; kitob «nitrit va ayrim oksidlovchilar ham beradi»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yung sariq, paxta rangsiz. Muhokama: nitrit topilsa nitrat natijasiga qanday qaraladi? Doskada: «nitrit -&gt; azobo‘yoq -&gt; nitrat tahlilidan oldin». Tipik xato: yung–paxta sinovini boshqa oksidlovchilarni inkor etuvchi deb o‘ylash (kitobda bunday da’vo yo‘q). Kitob: neytral muhitga keltirilgan haydalmada azobo‘yoq hosil bo‘lishi nitrit borligini tasdiqlaydi.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quruq qoldiqqacha haydash zarur? Doskada: sxema. Tipik xato: haydashni suv haydalgach to‘xtatish — HCl keyinroq o‘tadi.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AgCl oq cho‘kmasi (ammiakda eriydi) va xlor gazi. Muhokama: ammiakda erish nimani isbotlaydi? Doskada: jadval. Tipik xato: cho‘kma ammiakda erimasa ham xlorid deb yozish. Kitob talabi: reaksiya tenglamasini yozing.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to‘ldirilgan 6x3 jadval (masalan, BaCl2 — sulfat; AgNO3 — xlorid; Bertole tuzi — xlorid; difenilamin — nitrat; Pb atsetat — sulfat). Kitobda jadval bo‘sh berilgan, javoblari yo‘q — yuqoridagi javoblar shu sahifalardagi usullardan olingan. Muhokama: qaysi reaktiv bir nechta kislotaga mos? Doskada: bo‘sh jadval. Tipik xato: universal indikatorni aniq kislotani ko‘rsatuvchi deb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sariq yulduzchasimon mikrokristallar. Muhokama: nega 15-20 daqiqa kutiladi? Tipik xato: nitrit o‘rniga nitrat ishlatish. Kitobda: «natriy nitrat hamda kobalt nitrat» (toks 262, dvssm 268 — xato). To‘g‘risi natriy nitrit: K2Na[Co(NO2)6] faqat nitrit ionidan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sariq cho‘kma (rux uranil atsetat bilan). Muhokama: natriy va kaliyni bir-biridan qanday ajratamiz? Doskada: ikki kation uchun reaktivlar jadvali. Tipik xato: gidroantimonat reaksiyasini isitib o‘tkazish — kitob «sovitilgan sharoit»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lakmus va mis sulfat qog‘ozlari zangori, qo‘rg‘oshin atsetatli o‘zgarmaydi — ammiak. Muhokama: murdaning chirishi natijasi ammiak tahlilini qanday buzadi? (263-bet: qorayish chirishdan hosil sulfid kislotani ko‘rsatadi.) Doskada: ikki ustunli jadval. Tipik xato: qorayishni ammiak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nitritning kationi (Na yoki K) ko‘rsatilmaydi? Doskada: NaNO2, KNO2 formulalari. Tipik xato: ekspertiza xulosasida kationni ko‘rsatish. Eslatma: kitobda bu sahifada nitritning toksik dozasi yoki klinik belgilari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qizg‘ish rang yoki kraxmal bilan havo rang. Muhokama: nitratni nitritdan qanday ajratamiz? (Avval nitrit aniqlanadi — 261-bet.) Doskada: reaksiyalar jadvali. Tipik xato: sulfanil kislota eritmasini kislotali muhitsiz tayyorlash — kitob 2% HCl dagi 0,5% eritmani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reaktiv-ion moslik jadvali va keys bo‘yicha reja: indikator -&gt; Na/K reaksiyalari -&gt; ammiak (qog‘ozlar) -&gt; chirish ammiagini hisobga olish. Kitob keys jadvalini bo‘sh qoldirgan, javob berilmagan. Muhokama: ishqoriy ajratmada nima uchun avval natriy va kaliy ishqorlarini tahlil qilish lozim? (nazorat savoli 11, 264-bet.) Tipik xato: ammiakni zaharlanish deb xulosa qilish, chirishni hisobga olmay. Kitobda: trening matnida «natriy nitrat» — to‘g‘risi natriy nitrit (19-slayd).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noma’lum dializatda eng birinchi qaysi qadam qaytariladi? Doskada: «indikator -&gt; haydash -&gt; sulfat -&gt; nitrit -&gt; nitrat -&gt; xlorid» tartibini yozing (260-261 betlardagi tartibdan olingan). Tipik xato: bitta reaksiya natijasi bilan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javob. Doskada: savollarni raqamlab yozing. Tipik xato: javobda reaksiya shartlarini (tomchi soni, konsentratsiya) tushirib qoldirish. Kitobda jami 11 ta nazorat savoli bor; bu yerda mazmuniga ko‘ra 4 guruhga jamlandi.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indikator natijasi, haydash sharoiti, har bir reaksiya (tomchi soni, rang yoki cho‘kma) va xulosa yoziladi. Muhokama: eng ishonchli dalil qaysi? Doskada: 3 xulosa. Tipik xato: reaksiya shartlarini yozmasdan faqat «topildi» deyish.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Dializatda mineral kislotalar, ishqorlar va tuzlar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mineral kislotalar, ishqorlar va ularning tuzlarining toksikologik ahamiyati hamda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dializ, ob’ektdan suv yordamida ajratib aniqlanadigan zaharlarning toksikologik ahamiyati; 2) ularni ajratib olish va dializatdan aniqlash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 doirasida mineral kislotalar: sulfat, xlorid va nitrat kislotalar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259; Yuldashev Z.A., Nurmatova M.I., Toksikologik kimyo modulidan o‘quv-uslubiy majmua, betlar: 265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mineral kislotalar, ishqorlar va ularning tuzlarini ajratib olish hamda dializatdan aniqlash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 usulida ajratiladigan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usulida asosan suvda yaxshi eruvchi mineral kislotalar, ishqorlar va tuzlar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Amaliyotda sulfat, nitrat, xlorid kislotalar, natriy va kaliy ishqorlari, ammiakning suvdagi eritmasi bilan zaharlanish hollari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va nitrit kislotalarning turli ishqorlar bilan hosil qilgan birikmalari (tuzlar) bilan ham zaharlanish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 eruvchi zaharlarni ajratishning ikki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usul: maydalangan ob’ekt tozalangan suv bilan chayqatiladi, suvli qavat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suvda erigan ob’ekt qismlari hisobiga ko‘p yot moddalar ajralib, tahlilga halaqit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141"/>
                <a:gridCol w="320483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1. Suv bilan aralashtirish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Maydalab suvda chayqatish, filtrlash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2. Dializ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Pergament qog‘ozli stakan, kristalizator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Dializni o‘tkazish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2-3 litrli kristalizatorga suv; tagi qirqilgan, pergamentli uzun stakan tushiriladi.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Stakanga ob’ekt va suv aralashmasi; ikkala idishda suyuqlik balandligi bir xil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4-6 soatdan so‘ng suv boshqa stakanga olinib, yangisi quyiladi; dializatlar birlashtiriladi.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Kristalizator + toza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Pergamentli stakan tushiriladi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suv stakanga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4-6 soatdan suv almashtiriladi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Dializatlar birlashtiriladi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Dializatni tahlilga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Filtrlash yoki dializ bilan olingan suyuqlik suv hammomida 10-20 ml qolguncha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suvda eruvchi zaharli moddalarni tahlil qilish uchun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 moddani aniqlashdan oldin dializatda kuchli mineral kislotalar yoki ishqorlar bor-yo‘qligi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Indikatorlar bilan dastlabki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Dializatning bir qismiga turli indikatorlar qo‘shib ko‘riladi (jadvalga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o‘zgarishlar kuchli mineral kislotalar borligini bildiradi.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700"/>
                <a:gridCol w="22662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Indikator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Universal indikator qog‘ozi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Qizaradi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kongo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 rangga bo‘yaladi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Tropeolin 00, dimetilaminobenzol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Qizaradi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violet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Ko‘karadi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 bo‘lsa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avval haydash, so‘ng tahlil?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Dializatdan xlor, sulfat, nitrat ionlarini to‘g‘ridan-to‘g‘ri tekshirish yaramaydi: bu ionlar organizmga doim tushib turadi, ba’zilari modda almashinishida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mineral kislotalar avval dializatdan haydab olinib, so‘ng tahlil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Erkin sulfat kislota bo‘lsa, haydalmadan har doim xlorid kislota topilishi mumkin — shu sababli tahlil sulfat kislotadan boshlanadi.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kislota: zaharlanish belgilari va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Ichgan shaxsda lab, til, oshqozon to‘qimalari shikastlanadi; kiyimni yaroqsiz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Dializatga mis kukuni solinib haydaladi; qabul qiluvchi kolbada yodning KI dagi eritmasi.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Sulfit angidrid yod bilan reaksiyaga kirishib, yana sulfat anionini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Dializat + mis kukuni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Haydash apparatida haydaladi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Qabul qiluvchi: yod KI 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SO2 yod bilan sulfatga o‘tadi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yod yo‘qotiladi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Sulfat kislotani haydash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ioniga reaksiyalar: Ba va Pb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rangsizlantirilgan (ortiqcha yodi yo‘qotilgan) distillatda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reaksiyada oq cho‘kma hosil bo‘ladi; ular cho‘kmaning erishi bo‘yicha farqlanadi.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3-5 tomchi + 1-2 tomchi 5% BaCl2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cho‘kma: HNO3, HCl, ishqorda erimaydi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necha tomchi + 2-3 tomchi 3% Pb atsetat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Oq; HNO3 da erimaydi, ishqorda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Sulfat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 rodizonat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Qog‘ozga 1-2 tomchi 1% BaCl2, so‘ng bir tomchi yangi 0,2% natriy rodizonat: qizil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dog‘ga 1-2 tomchi haydalma tomizilganda sulfat kislota bo‘lsa, qizil rang o‘chib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 sulfat kislotani aniqlashda xarakterli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Qog‘ozga 1% BaCl2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+0,2% Na rodizonat: qizil dog‘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+1-2 tomchi haydalma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Sulfat bo‘lsa rang o‘chadi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Rodizonat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kislota: belgilar va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bilan zaharlanishda og‘iz bo‘shlig‘i, oshqozon-ichak yo‘llari va ayrim hollarda yuz terisi sarg‘ish rangga kirishi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Agar kislotaning 20% eritmasidan kuchsizi bilan zaharlangan bo‘lsa, terida sariq rang kuzatilmasligi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Dializatdan nitrat kislota sulfat kislotadagi kabi mis kukuni ishtirokida haydab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ioniga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qiluvchi kolbada hosil bo‘lgan nitrat va nitrit kislotalar quyidagi reaksiyalar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reaksiyani nitritlar va boshqa oksidlovchilar ham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125"/>
                <a:gridCol w="151085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4-5 tomchi 1% difenilamin + 1 tomchi haydalma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Ko‘kimtir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Haydalma + 2-3 tomchi 0,02% brutsin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Nitrat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Yung–paxta sinovi va nitritlarni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yungdagi oqsil bilan turg‘un sariq birikma hosil qiladi; suv bilan yuvilsa, yung rangi o‘chmaydi.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Paxtadan to‘qilgan material sariq rangini yo‘qotadi.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Difenilamin va brutsin nitrit bo‘lganda ham musbat bo‘lgani uchun avval nitritlar aniqlanadi (sulfanil kislota yoki Griss reaktivi).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kislota: haydash xususiyati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Erkin xlorid kislota oz miqdorda oshqozon suyuqligida, tuzlari esa organizm to‘qimalarida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Dializat mis kukunisiz quruq qoldiq qolguncha haydaladi: erkin kislota haydaladi, tuzlari haydalmaydi.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suv haydaladi; eritma konsentratsiyasi 10% atrofiga yetganda xlorid kislota haydala boshlaydi.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Dializat (mis kukunisiz)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Avval suv haydaladi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~10% dan HCl haydala boshlaydi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qoldiqqacha haydash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HCl ni haydash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ioniga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qabul qiluvchi kolbadagi suyuqlikda o‘tkaziladi.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567"/>
                <a:gridCol w="247340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1-2 ml + 1-2 tomchi AgNO3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cho‘kma, ammiakda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1-2 ml + Bertole tuzi kristallari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Erkin xlor gazi hosil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Xlorid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 treningi: kislotalar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Reaktivlar: bariy xlorid, kumush nitrat, Bertole tuzi, difenilamin, qo‘rg‘oshin atsetat, universal indikatorlar.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 ustunlari: sulfat, nitrat va xlorid kislota — har bir kislota qaysi reaktivlar bilan aniqlanishi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reaktivning qaysi kislotaga mosligini belgilash va kimyoviy tenglamasini yozish.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 kationini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1-2 tomchi dializat buyum oynasida 1 tomchi 6% sirka kislota bilan nordonlashtiriladi; natriy nitrit va kobalt nitrat kristallari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15-20 daqiqadan so‘ng mikroskopda kaliy geksanitrokobaltiatning sariq yulduzchasimon kristallari ko‘riladi.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Yana: 1-2 ml dializatga sovuq sharoitda vino kislota eritmasi qo‘shilsa, oq cho‘kma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 kationini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dializat 1 M sirka kislota bilan nordonlashtiriladi.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316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+ 1 ml rux uranil atsetat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rangli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1-2 ml + kaliy gidroantimonat (sovitilgan)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Natriy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Ammiak: qog‘ozlar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Suyuqlik kolbaga solinib, qizil lakmus, Pb atsetat va mis sulfat qog‘ozli probka bilan berkitiladi.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Kolba 1-2 soat saqlanadi, so‘ng qog‘ozlar birin-ketin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yoki kaliy ishqorlari bo‘lsa ham ammiakni aniqlash mumkin (NH4Cl + NaOH = NH4OH + NaCl).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Qog‘oz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Ammiak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Chirishda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lakmus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 sulfatli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Pb atsetatli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Qog‘oz natijasi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262, 263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Nitritlar: xossalari va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Natriy va kaliy nitritlar suvda juda yaxshi eriydigan kristall moddalar; havodan suv bug‘ini tez tortib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natriy va kaliy tuzlari doim bo‘lgani uchun sud-kimyo amaliyotida nitrit qaysi kationga tegishli ekani ko‘rsatilmaydi.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 neytral sharoitga keltirilib, so‘ng nitrit va nitratlarning tahlili olib 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 ioniga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reaksiya neytrallangan dializatda: 3-5 daqiqa kutilib β-naftolning ishqoriy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Nitrit ko‘p bo‘lsa, azobo‘yoq cho‘kmaga tushishi ham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520"/>
                <a:gridCol w="239045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0,5% sulfanil kislota, 3-5 daqiqa, β-naftol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 rang (azobo‘yoq)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 ml + suyult. H2SO4 + toza 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Qo‘ng‘ir; kraxmal bilan havo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Nitratlar: difenilamin (H2SO4 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Nitritlar ham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Nitrit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«Charxpalak»: ishqorlar va tuzlar; 25-keys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Trening ustunlari: NaNO2, KNO2, NH4OH, K+, Na+; reaktivlar: azobo‘yoq reaksiyasi, rux uranil atsetat, natriy nitrit va kobalt nitrat, difenilamin, vino kislota, universal indikatorlar.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25-keys: sud-kimyo tahlili natijasida olingan ajratma ishqoriy sharoitni ko‘rsatdi; murda chirishida hosil bo‘ladigan ammiakni hisobga olib tahlil o‘tkazing.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 jadvali: muammo turi — kelib chiqish sabablari —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263, 264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Indikatorlarning o‘zgarishi faqat kuchli mineral kislota borligini ko‘rsatadi; qaysi kislota ekani haydalmadagi reaksiyalar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sulfat kislotadan boshlanadi, chunki haydalmadan xlorid kislota topilishi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reaksiyalari (difenilamin, brutsin) nitrit va boshqa oksidlovchilarda ham musbat, shuning uchun nitrit oldin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Qog‘ozlar usulida lakmus o‘zgarmasdan, mis va qo‘rg‘oshin qog‘ozlari qorayishi chirishdan hosil bo‘lgan sulfid kislotani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260, 261, 263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usulida qanday moddalar ajratiladi, usul qanday fizik xossaga asoslangan, qaysi asboblar bilan o‘tkaziladi?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Kongo, tropeolin 00 va boshqa indikatorlar bilan tekshirishning mohiyati nima; nega sulfat kislota aniqlashda dializatga mis solinib haydaladi?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kislotani sifat va miqdoriy aniqlash qaysi kimyoviy holatlarga asoslanadi; xlorid kislotadan oldin nega sulfat kislota tahlil qilinadi?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Dializat ishqoriy bo‘lganda karbonat tuzlari yoki erkin ishqor ekanini qanday aniqlash; nima uchun avval natriy va kaliy ishqori tahlil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Dializ — suvda eruvchi kislotalar, ishqorlar va tuzlarni yot moddalardan ajratish usuli; dializat 10-20 ml gacha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Kislotalar haydalmadan aniqlanadi: sulfat (BaCl2, Pb atsetat, rodizonat), nitrat (difenilamin, brutsin), xlorid (AgNO3, Bertole tuzi).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Kationlar va ammiak: K+ (geksanitrokobaltiat, vino kislota), Na+ (rux uranil atsetat), NH3 (3 xil qog‘oz), nitritlar (azobo‘yoq, KI).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259, 260-262, 262-263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Dializatdan sulfat kislota aniqlashda tahlil har doim sulfat kislotadan boshlanadi: erkin H2SO4 bo‘lsa, NaCl va NaNO3 ga ta’sir etib, haydalmada HCl va HNO3 hosil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yungdagi oqsil bilan turg‘un sariq birikma hosil qiladi: yuvilganda yung sariq qoladi, paxta esa rangini yo‘qotadi.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 haydalganda avval suv o‘tadi; kislotaning konsentratsiyasi 10% atrofiga yetgandagina u haydala boshlaydi.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chirishida hosil bo‘lgan sulfid kislota ammiakdan farqli ravishda mis va qo‘rg‘oshin qog‘ozlarini qoraytiradi, lakmus esa o‘zgarmaydi.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Dializatda mineral kislotalar, ishqorlar va tuzlar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166, 259-264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265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