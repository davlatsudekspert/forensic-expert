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uy sharoitida is gazi bilan zaharlanish nega tez-tez uchraydi? Doskada: ikki gaz — metan va CO nomlarini yozing. Tipik xato: metan va is gazini bir xil zaharli deb o‘ylash — ularning ob’ekti va usuli boshqa.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gaz hidli qilib ta’minlanishi kerak? Doskada: tabiiy gaz tarkibi. Tipik xato: tabiiy gazni sof metan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idish germetik bo‘lishi shart? Doskada: ob’ekt — saqlash muddati. Tipik xato: uchuvchi gaz uchun ochiq idishdan foydalanish. Izoh: kitobdagi saqlash harorati «-40C» deb yozilgan, noaniq (-4 °C yoki -40 °C),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suyuq emas, bug‘-gaz fazasi olinadi? Doskada: ish tartibi zanjiri. Tipik xato: flakonni ochib, gaz yo‘qotib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ushlanish vaqti nima uchun identifikatsiya belgisi? Doskada: xromatogramma chizing. Tipik xato: bitta pik bo‘yicha xulosa chiqarish. Izoh: kitobdagi kolonka o‘lchami, detektor sezgirligi va lenta tezligi ko‘rsatkichlari ishonchsiz yozilgan (masalan «100 mm», «720 mm/s»),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hid yo‘qligi xavfni oshiradi? Doskada: 2CO + O2 -&gt; 2CO2. Tipik xato: is gazini hidli gaz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turmushda zaharlanishning oldini olish choralari. Doskada: manbalar ro‘yxati. Tipik xato: faqat sanoatni xavf manbai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manbada CO eng ko‘p? Doskada: C + H2O -&gt; CO + H2. Tipik xato: tabiiy gaz tarkibini 40-50%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hushdan ketish xavfli? Doskada: belgilar ketma-ketligi. Tipik xato: bosh og‘rig‘ini oddiy kasallik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qon to‘q qizil bo‘ladi? Doskada: murda dog‘i — qon rangi. Tipik xato: to‘q qizil rangni faqat sianid belgisi deb o‘ylash — ko‘rinish yo‘llanma, tasdiq kimyoviy tahlil bilan.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HbCO barqarorligi nimani anglatadi? Doskada: HbO2 + CO -&gt; HbCO + O2. Tipik xato: reaksiyani qaytmas deb o‘ylash — kitobga ko‘ra juda sekin ajraladi.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ajralish nega sekin bo‘lishi davolashni murakkablashtiradi? Doskada: 300 va 3600 raqamlarini yozing. Tipik xato: birikish va ajralishni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bir xil % turli odamda har xil ta’sir qiladi? Doskada: shkalani chizing. Tipik xato: chegarani mutlaq deb hisoblash. Izoh: malaka 014 faylida boshqacha darajalash berilgan (masalan, 10-20% — bosh og‘rig‘i, 60-70% va 70-80% — o‘lim); ikki manba bir-biridan farq qiladi, slaydda faqat kitob shkalasi berildi.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metgemoglobin nega CO bilan birikmaydi? Doskada: shakllar ro‘yxati. Tipik xato: barcha gemoglobin shakllarini CO bilan birikadi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qarama-qarshi fikr nimadan kelib chiqadi? Doskada: 122 kun va 25-40 soat raqamlarini ko‘rsating. Tipik xato: bir fikrni isbotlangan deb olish — kitob ikkala qarashni ham keltiradi.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havodagi CO ni nega qon orqali yig‘ishadi? Doskada: usullar xaritasi. Tipik xato: ob’ektdan gazning o‘zini to‘g‘ridan-to‘g‘ri aniqlashga urinish — aniqlanadigan modda COHb.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ikki yutilish yo‘li nimani bildiradi? Doskada: spektr chizig‘ini chizing. Tipik xato: OHb va COHb yutilish sohalarini aralashtirish. Kitobda: OHb uchun «577-556 nm» (ikki soha birlashib ketgan, xato); to‘g‘ri — 577-589 va 536-556 nm (malaka 014).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qaytaruvchi nima uchun farqlash imkonini beradi? Doskada: OHb -&gt; Hb, COHb -&gt; o‘zgarmaydi. Tipik xato: sulfid qo‘shilgach ikki yo‘l saqlansa, uni oksigemoglobinga yo‘yish. Izoh: malaka 014 ga ko‘ra spektroskopik usul 10-30% HbCO ni aniqlash uchun qo‘llaniladi.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uch eritmaning vazifasi. Doskada: A, B, V ni chizing. Tipik xato: eritmalarni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eritmaning tiniqligi nega muhim? Doskada: A -&gt; B o‘tish sxemasi. Izoh: kitobda natriy ditionit «gidrosulfat» deb atalgan, to‘g‘risi «gidrosulfit» (formula Na2S2O4 to‘g‘ri); malaka fayllarida Na2S2O8 deb xato yozilgan — slaydga to‘g‘ri formula qo‘yildi. Tipik xato: ditionitni persulfat bilan almashtirish — persulfat oksidlovchi.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ishqor orqali o‘tkaziladi? Doskada: asbob sxemasi. Tipik xato: to‘yintirishni so‘ruvchi shkafsiz bajarish — ortiqcha CO zaharli. Izoh: so‘ruvchi shkaf talabi malaka 014 faylida bor; kitobda aytilmagan.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izobestik nuqta nimani bildiradi? Doskada: ikki egri chiziq kesishuvi. Tipik xato: izobestik nuqtada optik zichlik turlicha deb o‘ylash — u bir xil.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538 nm da va izobestik nuqtada o‘lchanadi? Doskada: 538 nm. Tipik xato: faqat bitta o‘lchash bilan hisoblash. Kitobda: p.84 da 534 nm (boshqa variant); egasi qarori 538 nm, izobestik nuqta 550 nm.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ammiak va bufer variantlarining farqi. Doskada: ish bosqichlari. Tipik xato: gidrosulfitni ortiqcha miqdorda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 ni hisoblash tartibini misolda bajaring. Doskada: formula va K = 0,372. Tipik xato: eritmalarning optik zichliklarini adashtirish. Izoh: formula kitobda rasm sifatida berilgan (matnda ko‘chmagan), shu sabab malaka 014 dagi yozuvdan keltirildi (538 nm; izobestik nuqta 550 nm). Malakada ruxsat etilgan xato: 3-20% da ±3%, 20% dan ko‘pda ±5%.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barqarorlik rang o‘zgarmasligiga qanday olib keladi? Doskada: normal qon va zaharlangan qon — ikki ustun. Tipik xato: reaksiyalarni nazoratsiz qo‘llash — har doim normal qon bilan solishtiriladi.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COHb li qonda nima o‘zgarmaydi? Doskada: normal va COHb ustunlari. Tipik xato: natijani nazorat qonsiz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har doim nazorat sifatida CO siz qon olinadi? Doskada: yettita kimyoviy sinamani jadvalda umumlashtiring. Tipik xato: sinamalarni miqdoriy usul deb hisoblash — ular sifat sinamalari. Izoh: sinama nomi va 30% NaOH tartibi SOP (malaka 015) dan; 015 dagi reaktiv formulalarida xatolar bor (E4), ular slaydga ko‘chirilmadi.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ichki kameradagi eritma tashqiga aralashmasligi kerak? Doskada: kamera sxemasi. Tipik xato: qon va PdCl2 ni aralashtirish. Izoh: bu usul faqat malaka 014 da bor, kitobda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o‘lim darajasi nega shaxsga bog‘liq? Doskada: 70-80% ni yozing. Tipik xato: bitta foizni universal chegara deb bilish. Kitobning boshqa betida (malaka 014): o‘lim o‘rtacha 60%, ayrim hollarda 40-80%.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uchta usulning (kimyoviy, spektroskopik, spektrofotometrik) afzallik va cheklovlarini ayting. Doskada: usullar zanjiri. Tipik xato: sifat sinamasini miqdoriy xulosa uchun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Metan va is gazi (CO) bilan zaharlanish. Qonda karboksigemoglobinni kimyoviy va SF usulda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metan gazi bilan zaharlanish; is gazi bilan zaharlanish; karboksigemoglobinni qondan kimyoviy va fizik-kimyoviy usullarda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so‘z va iboralar: is gazi, karboksigemoglobin, kimyoviy va fizik-kimyoviy usullar.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is gazining sud-kimyo amaliyotidagi ahamiyati, uning gemoglobin bilan hosil qiladigan birikmalari va ularning xususiyatlari bilan tanishtirish.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80; Malaka materiali №014 (TFI Toksikologik kimyo kafedrasi)., 14-ma’ruza: Is gazi bilan zaharlanish; karboksigemoglobinni qondan kimyoviy va fizik-kimyoviy usullarda tahlil qilish, betlar: ma’ruza matni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Metan gazi va zaharlanish manbalari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 tabiiy gaz bo‘lib, rangsiz va hidsiz gaz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 bilan zaharlanish asosan konlarda, avtomobillarga gaz to‘ldirish shahobchalarida, xususiy xonadonlarda tabiiy gazdan noto‘g‘ri foydalanish oqibatida ro‘y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Tabiiy gaz tarkibida metandan tashqari propan va butan gazlari ham mavjud.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Metan: ob’ekt va saqlash sharoiti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gazlarni tahlil qilishda asosan biologik ob’ekt sifatida o‘pka va bosh miyadan foydalanish maqsadga muvofiq.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gazlar biomaterialda organizmga zahar kirgandan boshlab uch haftadan kam bo‘lmagan muddatda, bosh miya va o‘pkada esa 4 haftagacha saqlanishi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Biomaterial germetik berkitilgan idishlarda saqlanishi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80, 80-81, 81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Metanni gaz-suyuqlik xromatografiya bilan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Metanni chinlik va miqdori asosan gaz-suyuqlik xromatografiyasi (GSX) bilan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500 mkl qon va 500 mg maydalangan biomaterial penitsillin flakonga solinib, rezina qopqoq bilan berkitiladi.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Qaynoq suv hammomida 10 daqiqa qizdirilgach, shprits bilan bug‘-gaz olinib GSX da tahlil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500 mkl qon, 500 mg to‘qima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Flakon, rezina qopqoq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daqiqa qaynoq suv hammomi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Shprits: bug‘-gaz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GSX tahlili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Metan: bosh fazali GSX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Metan GSX: sharoit va identifikatsiya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Detektor ion-alangali; tashuvchi gaz azot (30 ml/min); kolonka termostati 50°C, bug‘latgich 150°C.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Metanning identifikatsiyasi absolyut ushlanish vaqtiga qarab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Keltirilgan sharoitda metanning ushlanish vaqti 3 daqiqaga teng.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gazining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Uglerod(II) oksidi (is gazi) rangsiz, hidsiz, mazasiz, tez ta’sir etuvchi zaharli modda.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 juda yomon eriydi, zangori alanga hosil qilib yonadi: 2CO + O2 -&gt; 2CO2.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gazining 16 dan 73% gacha miqdordagi havo bilan aralashmasi portlashi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 bilan zaharlanish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Organik moddalar, ko‘mir, gaz va boshqa yoqilg‘i mahsulotlari to‘liq yonmaganda is gazi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ko‘proq domna pechlarini noto‘g‘ri ishlashidan, uy pechkalari eshikchalarini olov batamom yonmasdan yopishdan va sandalga ko‘mir solishdan kelib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Ko‘chalarda avtomobil nosozligi tufayli ajralayotgan gazdagi is gazi bilan zaharlanish ham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Adabiyotlarda is gazi bilan o‘z-o‘zini va boshqa odamlarni o‘ldirish hodisalari ham ko‘p yozilgan.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gazining boshqa manbalari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Tabiiy gaz-yoqilg‘i tarkibida 4-30% is gazi bo‘lishi mumkin (gaz turiga bog‘liq).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Cho‘g‘langan ko‘mirga suv bug‘i yuborilib olingan «suv gazi»da 40-50% is gazi: C + H2O -&gt; CO + H2.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Artilleriya snaryadlari otilganda, mina portlaganda portlash natijasida 30% ga yaqin is gazi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0615"/>
                <a:gridCol w="241736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Manba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Tabiiy gaz-yoqilg‘i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4-30%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 gazi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40-50%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Portlash (taxminan)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CO miqdori manbalarda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81, 82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klinik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gazining hidi bo‘lmagani uchun u bilan zaharlanish tez va to‘satdan ro‘y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Avval kuchli bosh og‘rig‘i, darmonsizlik, ko‘ngil aynash va qusish, quloqda g‘uvullash, yurak qattiq urishi paydo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 jag‘lar tortishib, kislorod yetishmasligidan hushdan ketadi; yurak faoliyati va nafas susayadi, bu o‘limga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Patologoanatomik ko‘rinish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Halok bo‘lganlarni tekshirganda murda dog‘lari to‘q qizil rangli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karboksigemoglobin hisobiga to‘q qizil; jigar, buyrak va o‘pkalar qizargan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Miya to‘qimalarida qon quyilish alomatlari kuzatiladi.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Karboksigemoglobin hosil bo‘lishi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CO gemoglobin bilan juda oson birikib, barqaror karboksigemoglobin hosil qiladi: HbO2 + CO -&gt; HbCO + O2.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Gemoglobin kislorodni tashish xususiyatini yo‘qotadi, bemor kislorod yetishmasligidan halok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 karboksigemoglobin aniqlansa, bemorning is gazi bilan zaharlanganligini isbotlaydi.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HbO2 + CO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HbCO + O2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Gemoglobin kislorod tashimaydi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HbO2 + 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Affinitet: is gazi va kislorod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gazining gemoglobin bilan birikish tezligi kislorodning birikishiga nisbatan 300 marta kuchli.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HbCO dan CO ajralishi oksigemoglobindan O2 ajralishiga nisbatan 3600 barobar sekin.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gemoglobin kislorod tashish xususiyatini yo‘qotadi.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5014"/>
                <a:gridCol w="2982960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Qiymat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Birikish tezligi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CO &gt; O2, 300 marta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Ajralish tezligi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HbCO sekin, 3600 marta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Taqqoslash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82; Yuldashev Z.A., Nurmatova M.I., Toksikologik kimyo modulidan o‘quv-uslubiy majmua, betlar: 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Karboksigemoglobin miqdori va zaharlanish darajasi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Qondagi karboksigemoglobin 20-30% bo‘lsa kuchsiz zaharlanish; 30-35% o‘rtacha; 35-50% og‘ir zaharlanish.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50-60% kuchli zaharlanish, tirishish, hushdan ketish; 70-80% ga yetganda o‘lim sodir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08"/>
                <a:gridCol w="256386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COHb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Daraja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20-30%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30-35%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35-50%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Og‘ir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50-60% ... 70-80%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...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COHb va zaharlanish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Qondagi gemoglobin shakllari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 bilan zaharlangan odam qonida deoksigemoglobin (Hb), oksigemoglobin (OHb), karboksigemoglobin (COHb) va qisman metgemoglobin (MtHb)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Metgemoglobin is gazi bilan birikmaydi.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Mushak to‘qimasida deoksimioglobin (MHb), oksimioglobin (OMHb) va karboksimioglobin (COMHb) moddalari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gazining saqlanishi va chiqarilishi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 organizmdan faqat nafas yo‘li orqali chiqariladi.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 organizmda uzoq vaqtgacha (122 kungacha) saqlanadi degan fikr bor; boshqasiga ko‘ra uni 25-40 soatdan so‘ng aniqlab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Uy va korxona havosida 0,07-0,08% is gazi bo‘lishi hayot uchun xavfli; havodagi ruxsat etilgan konsentratsiya 0,02 mg/l.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82; Yuldashev Z.A., Nurmatova M.I., Toksikologik kimyo modulidan o‘quv-uslubiy majmua, betlar: 80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 gazini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gazini aniqlash qondagi karboksigemoglobinni kimyoviy va fizik-kimyoviy usullar bilan aniqlashga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Fizik-kimyoviy usullar: spektroskopik, spektrofotometrik, fotometrik, gaz-xromatografik.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Ob’ektdan aniqlash uchun ob’ekt ezilib qoni ajratiladi va qon tarkibi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Havodagi is gazini aniqlash uchun havo hayvon qoni orqali o‘tkaziladi, qonga yig‘iladi va shu qon tahlil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82, 83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Spektroskopik usul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Spektroskopda spektrning D va E sohasida Fraungofer chiziqlari ko‘rinadi.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Oksigemoglobin D va E sohalari orasida ikki yutilish sohasi beradi: 577-589 va 536-556 nm.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Karboksigemoglobin 564-579 va 523-536 nm sohalarida spektr hosil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86"/>
                <a:gridCol w="237958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Birikma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Oksigemoglobin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577-589 va 536-556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Karboksigemoglobin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564-579 va 523-536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Qaytarilgan (Hb)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543-596, keng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Yutilish sohalari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83; Malaka materiali №014 (TFI Toksikologik kimyo kafedrasi)., 14-ma’ruza: Is gazi bilan zaharlanish; karboksigemoglobinni qondan kimyoviy va fizik-kimyoviy usullarda tahlil qilish, betlar: spektroskopiya bo‘limi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Spektroskopiya: ammoniy sulfid bilan sinov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Qaytaruvchi (ammoniy sulfid) ta’sirida oksigemoglobinning ikki yo‘li qo‘shilib, 543-596 nm orasida keng yo‘l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Qonda karboksigemoglobin bo‘lsa, bu sohada spektrlar o‘zgarmay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Sababi: karboksigemoglobin ammoniy sulfid ta’sirida gemoglobingacha qaytarilmaydi.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Spektrofotometrik usulning mohiyati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oksi- va karboksigemoglobinni deoksigemoglobingacha qaytarib, optik ko‘rsatkichini aniqlashga asoslangan.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Chinligi va miqdori 450-620 nm sohasidagi yutilish spektrlari bo‘yicha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eritma tayyorlanadi: A (tekshiriladigan qon), B (COHb + Hb), V (faqat COHb).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A: tekshiriladigan qon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B: A + natriy ditionit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V: CO bilan to‘yingan qon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eritma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 va B eritmalarni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 eritma: 1 ml quyqasiz qonga 100 ml bo‘lguncha pH = 7,38 fosfat bufer yoki 0,1% ammiak suvli eritmasi qo‘shiladi; eritma tiniq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 eritma: spektrofotometr kyuvetasiga A eritmadan qo‘yilib, 3-4 mg natriy ditionit (Na2S2O4·2H2O)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 oksigemoglobin to‘liq deoksigemoglobingacha qaytariladi; eritma tiniq bo‘lishi nazorat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 eritmani tayyorlash: CO bilan to‘yintirish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 konsentrlangan H2SO4 va chumoli kislotasidan hosil qilinadi; 10% ishqor eritmasi chumoli kislota bug‘ini ushlab qoladi, so‘ng suvdan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Gaz A eritmali idishga yuboriladi: oksigemoglobin to‘liq karboksigemoglobinga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Metgemoglobinni deoksigemoglobinga o‘tkazish uchun idishga 5-7 mg natriy ditionit qo‘shilib, yana is gazi bilan to‘yintiriladi; eritma tiniq bo‘lishi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 maksimumlari va izobestik nuqtalar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Deoksigemoglobin (B eritma) 557 nm da bitta spektral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Karboksigemoglobin 541 va 571 nm da ikkita maksimum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Spektrlar 550, 565 va 580 nm da kesishadi — izobestik nuqtalar.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1459"/>
                <a:gridCol w="222651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Birikma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Maksimum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Deoksigemoglobin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557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Karboksigemoglobin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541 va 571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Izobestik nuqtalar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550, 565, 580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Maksimumlar (nm)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Optik zichlikni o‘lchash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Karboksigemoglobin 538 nm to‘lqin uzunligida o‘lchanadi (D1); ikkinchi o‘lchash — izobestik nuqtada (D2).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Aynan shu to‘lqin uzunligida karboksigemoglobin va deoksigemoglobin optik ko‘rsatkichlari orasidagi masofa eng katta qiymatga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D2 izobestik nuqtada o‘lchanadi; solishtiruvchi eritma — 0,1% ammiak yoki bufer.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84-85, 84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Aniqlash tartibi: ammiakli variant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Karboksigemoglobin miqdorini aniqlashda bufer o‘rniga ammiak eritmasidan foydalanish ham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100 ml li o‘lchov kolbasiga solinib, belgigacha 0,1% ammiak suvli eritmasi bilan to‘ldiriladi va 1 sm kyuvetaga solinadi.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Eritmaga natriy gidrosulfit kristallari qo‘shilib chayqatiladi, so‘ng optik zichlik 538 nm da va izobestik nuqtada o‘lchanadi.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84, 84-85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Karboksigemoglobin foizini hisoblash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DCOHb — qo‘shimcha CO bilan to‘yintirilgan V eritmaning 538 nm dagi optik zichligi; DHbCOHb — B eritmaning ditionitdan keyingi 538 nm dagi optik zichligi.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DHbi — B eritmaning izobestik nuqtadagi optik zichligi; koeffitsient K = 0,372.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Hisoblash: P = 100 - [(DV - DB)·100] / (Dizob · K); DV va DB — V va B eritmalarning 538 nm dagi optik zichliklari, Dizob — B eritmaning izobestik nuqtadagi zichligi.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82; Yuldashev Z.A., Umarova G.Q., Toksikologik kimyo modulidan o‘quv-uslubiy majmua, betlar: 82-85; Malaka materiali №014 (TFI Toksikologik kimyo kafedrasi)., 14-ma’ruza: Is gazi bilan zaharlanish; karboksigemoglobinni qondan kimyoviy va fizik-kimyoviy usullarda tahlil qilish, betlar: ma’ruza matni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usullarning umumiy tamoyili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usullar karboksigemoglobinning oksigemoglobinga qaraganda barqaror modda ekanligiga asoslanadi.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Zaharlanmagan qon suv bilan suyultirilsa qo‘ng‘ir rang hosil bo‘ladi; karboksigemoglobinli qon to‘q qizil rangini o‘zgartirmaydi.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Normal qonga o‘yuvchi ishqor ta’sir ettirilsa ko‘kimtir qora suyuqlik hosil bo‘ladi; is gazi bilan zaharlangan qon rangini saqlab qoladi.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usullar: tanin, sariq qon tuzi, qo‘rg‘oshin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Normal qon + tanin: kulrang modda; COHb li qon rangini o‘zgartirmaydi.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Sariq qon tuzi + sirka kislota normal qonda qo‘ng‘ir rang beradi; zaharlangan qonda o‘zgarmaydi.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Qo‘rg‘oshin atsetati normal qonni iflos-ko‘k rangga bo‘yaydi; karboksigemoglobinli qon rangini saqlaydi.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283"/>
                <a:gridCol w="2286691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Normal qon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Tanin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Kulrang 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K4[Fe(CN)6] + CH3COOH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Pb(CH3COO)2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Iflos-ko‘k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Normal / COHb qon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Kimyoviy usullar: formalin va mis sulfat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Formalin normal qon bilan iflos-qo‘ng‘ir modda hosil qiladi; karboksigemoglobinli qon bilan hech qanday o‘zgarish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sulfat eritmasi bilan toza qon yashil rangga o‘tadi; is gazi bilan zaharlangan qon to‘q qizil rangini o‘zgartirmaydi.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Hoppe-Seyler sinamasi: 0,5 ml qonga 1 ml 30% NaOH qo‘shib 1 daqiqa qoldiriladi; COHb li qon yorqin qizil rangini saqlaydi (normal qon bilan solishtiriladi).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85; Malaka materiali №015 (O‘zR SSV Bosh byuro)., Muolajani bajarish yo‘riqnomasi № RIP.G.244.2013: Qonda karboksigemoglobinni sud-kimyoviy aniqlash, betlar: yo‘riqnoma matni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Mikrodiffuziya va PdCl2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Kameraga 1 ml qon olinib, 1 ml 10% H2SO4 qo‘shiladi; ichki kameraga 2 ml 0,1% PdCl2 eritmasi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Kamera 1 soatga qoldiriladi: CO + PdCl2 + H2O -&gt; 2HCl + CO2 + Pd; metall Pd kul rang pardani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usul CO ni qondan mikrodiffuziya orqali aniqlashga imkon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Tashqi kamera: qon + H2SO4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Ichki kamera: PdCl2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 -&gt; Pd (kul rang parda)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CO mikrodiffuziyasi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№014 (TFI Toksikologik kimyo kafedrasi)., 14-ma’ruza: Is gazi bilan zaharlanish; karboksigemoglobinni qondan kimyoviy va fizik-kimyoviy usullarda tahlil qilish, betlar: ma’ruza matni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baholash: o‘limga olib keluvchi COHb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Karboksigemoglobin miqdori 70-80% ga yetganda o‘lim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holatlar tashqi muhit va odam organizmiga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Miqdoriy usulda COHb 3 dan 20% bo‘lsa ±3%, 20% dan ko‘p bo‘lsa ±5% xatolikka ruxsat etiladi.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82; Malaka materiali №014 (TFI Toksikologik kimyo kafedrasi)., 14-ma’ruza: Is gazi bilan zaharlanish; karboksigemoglobinni qondan kimyoviy va fizik-kimyoviy usullarda tahlil qilish, betlar: ma’ruza matni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 GSX bilan (bosh fazali tahlil), ob’ekt — o‘pka va bosh miya.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 gazi gemoglobin bilan barqaror karboksigemoglobin hosil qiladi; aniqlanadigan modda — COHb.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Usullar: kimyoviy sinamalar, spektroskopiya, spektrofotometriya (A, B, V eritmalar, 538 nm, K = 0,372).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COHb darajalari, izobestik nuqtalar, ditionitning vazifasi, kimyoviy sinamalar.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80-81, 82, 83-85, 82-85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gazining gemoglobin bilan birikish tezligi kislorodnikidan 300 marta, karboksigemoglobindan ajralishi esa 3600 barobar sekinroq — shuning uchun HbCO uzoq saqlanadi.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Havodagi is gazini aniqlash uchun havo hayvon qoni orqali o‘tkaziladi va shu qon tahlil qilinadi — aniqlanadigan modda har doim karboksigemoglobin.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organizmda 25-40 soatdan so‘ng aniqlanmaydi degan fikr ham, 122 kungacha saqlanadi degan fikr ham kitobda keltirilgan.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mushak to‘qimasida karboksimioglobin (COMHb) sifatida ham bo‘ladi.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Metan va is gazi (CO) bilan zaharlanish. Qonda karboksigemoglobinni kimyoviy va SF usulda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80-85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79-80, 82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№014 (TFI Toksikologik kimyo kafedrasi). 14-ma’ruza: Is gazi bilan zaharlanish; karboksigemoglobinni qondan kimyoviy va fizik-kimyoviy usullarda tahlil qilish (2009). qo‘shimcha ma’lumot (kitobda bo‘lmagan joylar uchun)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№015 (O‘zR SSV Bosh byuro). Muolajani bajarish yo‘riqnomasi № RIP.G.244.2013: Qonda karboksigemoglobinni sud-kimyoviy aniqlash.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