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metallarni boshqa zaharlar kabi haydab yoki ekstraksiya qilib ajratib bo‘lmaydi? Doskada: reja bandlari. Tipik xato: mineralizatsiyani ob’ektni oddiy kuydirish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metall birikmalar qaysi yo‘llar bilan kiradi? Doskada: kirish yo‘llari. Tipik xato: faqat og‘iz orqali kirishini hisobga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ob’ektda dastlabki birikma shakli o‘zgargan bo‘ladi? Doskada: PbCO3 → PbCl2 → PbCO3 → PbS. Tipik xato: topilgan birikmani zaharlanishga sabab bo‘lgan shakl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valentlik o‘zgarishi nima uchun tahlilda hisobga olinadi? Doskada: As5+ → As3+; Hg → Hg2+. Tipik xato: As(+5) ni As(+3) dan zaharliroq deb o‘ylash — kitob teskarisini aytadi.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sistein metall bilan qaysi guruh orqali bog‘lanadi? (–SH va –COOH, –NH2). Doskada: metall + aminokislota kompleksi. Tipik xato: metallarni faqat erkin ion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oddiy ekstraksiya yetarli emas? (kompleks va kolloid shakllar). Doskada: kompleks → mineralizatsiya → ion. Tipik xato: mineralizatsiyasiz metall miqdorini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ro‘yxatdagi 13 ta metallni sanab bering. Doskada: jadvalni yodlash. Eslatma: kitobda talliy Tl+2 deb yozilgan; slaydda zaryad ko‘rsatilmadi. Elementlar soni: 1 + 4 + 6 + 2 =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simob quruq va ho‘l kuydirishda yo‘qoladi? (uchuvchan; kitob: ho‘l usul simobdan tashqari). Doskada: ikki ustun — quruq va ho‘l. Tipik xato: ho‘l usulni simob uchun ham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oksidlovchi qo‘shishdan maqsad nima? Doskada: oksidlovchilar ro‘yxati. Tipik xato: quruq usulda uchuvchan metallarni (simob, margimush) ushlab qolish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tarixiy usullar bugungi usullarga qanday zamin yaratgan? Doskada: 1820, 1824, 1844 sanalari. Tipik xato: sanalarni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xlor usuli simob uchun nima uchun qulay? Doskada: xlor hosil bo‘lish tenglamasi. Tipik xato: xlor usulini margimush uchun tavsiya etish — kitobga ko‘ra margimush ko‘p yo‘qoladi.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atomar kislorod qaysi reaksiyalardan hosil bo‘ladi? Doskada: H2SO4 → H2SO3 + O; HNO3 → HNO2 + O. Tipik xato: kislotalar nisbatini 4:1 deb teskari yozish. Malaka materialida olim nomi «Ravdaniks» shaklida yozilgan; slaydda kitobdagi imlo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simob bu usulda yo‘qoladi? (uchuvchan; kitob faqat faktni aytadi). Doskada: qulaylik va kamchilik. Tipik xato: bu usulni simob tahlili uchun tavsiya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nitrolanish yon jarayon hisoblanadi? Doskada: H2SO4 + 2NH4NO3 → 2HNO3 + (NH4)2SO4. Tipik xato: bu usul bilan mineralizatsiya to‘liq boradi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Muhokama: azot oksidlovchilarining yo‘qligi nima uchun afzallik? (denitratsiya kerak emas). Doskada: qulaylik va kamchilik. Tipik xato: perhidrolni eng yaxshi usul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xavfsizlik choralari? (kitob xavfni ta’kidlaydi). Doskada: reaksiya sxemasi. Tipik xato: HClO4 ni ehtiyotsiz ishlatish. Mineralizatsiya texnikasi laboratoriya mashg‘ulotida ko‘rib chiqiladi. Kitobda: «xlorat kislotasi» — Kaan usulida HClO4, ya’ni perxlorat kislota.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simobni aniqlash uchun xlor usuli yoki maxsus usul kerak? Tipik xato: Kaan usulidagi kislotalarni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oksidlovchi qolsa, margimush tahliliga qanday xalal beradi? (kitobda xalal berishi qayd etilgan). Doskada: usul — tozalash juftliklari. Tipik xato: oksidlovchilarni yo‘qotmasdan cho‘ktirishni boshlash.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dexlorlash va denitratsiyalash qaysi usulga mos? Doskada: 12-13 soat va 2-3 soat. Tipik xato: havo o‘tkazish usulini uzoq (12-13 soat) usul deb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nitrozil sulfat kislota boshqa oksidlovchilardan qiyinroq yo‘qotiladi? Doskada: HNO2 + H2SO4 → nitrozil sulfat kislota + H2O. Tipik xato: faqat HNO3 ni yo‘qotishga e’tibor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difenilamin sinovi nimani ko‘rsatadi? (oksidlovchi qoldig‘ini). Doskada: gidroliz sxemasi. Tipik xato: sinovsiz mineralizatni keyingi bosqichga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gidroliz usuli bilan solishtirganda kimyoviy usulning afzalligi? (5-10 daqiqa va 9-17 soat). Doskada: reagentlar jadvali. Tipik xato: urotropin yoki boshqa reagent bilan almashtirish; kitob faqat shu to‘rt usulni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niqoblash va ajratishning farqi? (niqoblashda ion eritmada qoladi, lekin halaqit bermaydi). Doskada: uch asos. Tipik xato: niqoblangan ionni tahlildan chiqib ketgan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ftorid qo‘shilgach qizil rang yo‘qoladi? (rangsiz [FeF6]3− kompleksi). Doskada: kobalt va temir rodanidlari ranglari. Tipik xato: kobaltni temir ishtirokida to‘g‘ridan-to‘g‘ri aniqlash. Demaskirovka (niqoblangan ionni niqoblovchidan ozod qilish) ham tilga olinadi. Kitobda: Fe3+ + 3NH4CNS → Fe(CNS)3 (ion tenglamasi to‘liq emas) — tenglashtirildi.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reagent qaysi ionlarni niqoblaydi? Doskada: reagent — ionlar jadvali. Tipik xato: bitta reagent hamma ionni niqoblaydi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demaskirovka niqoblashdan nimasi bilan farq qiladi? Tipik xato: demaskirovkani yangi niqoblash usuli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sianid niqoblashda keng qo‘llanadi? (kerak bo‘lganda komplekslardan oson ozod qilinadi). Doskada: mis kompleksi hosil bo‘lishi. Tipik xato: sianidni kislotali eritmaga qo‘shish. Kitobda xato: 56-betda CuCN + 2KCN → K3[Cu(CN)4] yozilgan (K3 uchun 3KCN kerak); to‘g‘ri variant 55-betda, slaydda shu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gidroksilaminning ikki xil rolini tushuntiring. Doskada: reagent — ion — kompleks. Tipik xato: gidroksilaminni faqat qaytaruvchi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mis avval qaytariladi? Tipik xato: Cu2+ ni to‘g‘ridan-to‘g‘ri kompleks hosil qiladi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gidroksilamin qachon oksidlovchi, qachon qaytaruvchi? (ion tabiatiga qarab). Tipik xato: faqat qaytaruvchi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trilon B nima uchun 1:1 nisbatda reaksiyaga kirishadi? (kitob faktni aytadi). Doskada: reagent — ionlar. Tipik xato: trilon B ni faqat titrlash uchun deb hisoblash — niqoblashda ham ishlatiladi.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askorbin kislotasi boshqa reagentlardan nimasi bilan farq qiladi? (qaytaruvchi). Doskada: kislota — ionlar. Tipik xato: askorbin kislotani kompleks hosil qiluvchi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Doskada: jadvalni to‘ldiring. Tipik xato: limon va vinotosh kislotalari ro‘yxatini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Muhokama: simobni qaysi usullar bilan aniqlaymiz? Tipik xato: ho‘l usulni simob uchun ham umumiy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H2S usuli tashlandi? (kitob: ko‘p kamchiliklar). Doskada: ikki usul. Tipik xato: H2S usulini hozirgi amaliyot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eng zaharli metall qaysi? (kitob qiymatlariga ko‘ra kadmiy 0,03 g). Doskada: LD50 qatori. Tipik xato: LD50 ni bir martalik zaharli doza bilan almashtirish. Kitobda ZnCl2 uchun birlik ko‘rsatilmagan («5,0»), keyingi qiymat gramm bilan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qusuq rangi qaysi metallga yo‘llanma beradi? Doskada: yashil — Cr, Cu; qo‘ng‘ir — Mn. Tipik xato: rangni yakuniy isbot deb hisoblash. Eslatma: kitobda «qora jigar» deb yozilgan, ma’nosi aniq emas (o‘qituvchi aniqlashtiradi).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tahlil zanjirini aytib bering: mineralizatsiya → oksidlovchini yo‘qotish → niqoblash → kasrli aniqlash. Doskada: shu zanjir. Tipik xato: bosqichlarning tartibini buzish.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«Metall zaharlar»: ob’ektni ho‘l mineralizatsiyalash (H2SO4+HNO3, H2O2, HClO4), denitratsiya, niqoblash; Krilova kasrli usuli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metall birikmalarining organizmga shimilishi; mineralizatsiya usullari; mineralizatni tahlilga tayyorlash; halaqit beruvchi ionlarni niqoblash.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ob’ektni mineralizatsiyalab ajratib olinadigan va sud-kimyo amaliyotida tahlil qilinishi shart bo‘lgan zaharli metall birikmalar guruhi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metall birikmalari, mineralizatsiya, denitratsiya, kasrli usul, niqoblash.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 zaharlar guruhi va shimilish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guruhga kiruvchi zaharli va kuchli ta’sir etuvchi moddalar tarkibida og‘ir metallar, margimush (As) va surma (Sb)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saqlovchi zaharlarning shimilishi va ajralishi nafas yo‘llarida (alveolalarda).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Oshqozon-ichak shilliq pardalarida, qon tomirlar va turli membranalarda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birikmalari oshqozon-ichak tizimida asosan ingichka ichakda qonga shimiladi.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Metall zaharlar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Tarkibida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Og‘ir metallar  ·  Margimush (As)  ·  Surma (Sb)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Shimilish joylari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Alveolalar (nafas yo‘llari)  ·  Oshqozon-ichak shilliq pardasi  ·  Qon tomirlar, membranalar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Metall zaharlar guruhi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49,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Organizmga tushgan birikmalarning o‘zgarishi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PbCO3 yoki BaCO3 oshqozonga tushib, oshqozon sharbati kislotasi ta’sirida xloridlarga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Ichak va oshqozon osti bezi sharbatining ishqoriy muhitida karbonatlarga aylanadi; yo‘g‘on ichakda metallar sulfidlar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shimilishi birikma shakliga bog‘liq: anorganik birikmalarga nisbatan metall-organik birikmalar yaxshi shimiladi.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PbCO3, BaCO3 oshqozonga tushadi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Oshqozon HCl: xloridlarga o‘tadi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Ichak ishqori: karbonatlarga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Yo‘g‘on ichakda sulfidlar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Ingichka ichakda qonga shimiladi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Birikmalarning o‘zgarishi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Valentlik o‘zgarishi va zaharlilik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O‘zgaruvchan valentli metall birikmalari organizmda oksidlanadi va qaytariladi.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As(+5) As(+3) holatiga, ya’ni kuchliroq zaharli ta’sirli holatga o‘tadi va oqsillar bilan barqaror komplekslar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holdagi simob yuqori valentgacha (Hg2+) oksidlanib, kuchli zaharli ta’sir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Margimush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As(+5) → As(+3)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Kuchliroq zaharli holat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Oqsil bilan barqaror kompleks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Simob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Metall holdagi simob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Hg(+2) gacha oksidlanadi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zaharli ta’sir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Valentlik o‘zgarishi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Metallarning oqsillar bilan komplekslari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Simob, qo‘rg‘oshin, mis, rux, kadmiy, nikel, kobalt oqsillar bilan barqaror koordinatsion birikmalar (albuminatlar)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Komplekslar oqsil, peptid va aminokislotalardagi –COOH, –SH, –NH2 kabi funksional guruhlar bilan hosil bo‘ladi (gistidin, sistein misolida).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Nuklein va limon kislotalari hamda –OH, –PO3H, –SO3H guruhlari ham kompleks hosil bo‘lishida muhim.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Albuminatlar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Hg, Pb, Cu, Zn  ·  Cd, Ni, Co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Funksional guruhlar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–COOH, –SH, –NH2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Aminokislotalar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Gistidin, sistein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Metall + oqsil kompleksi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Nima uchun mineralizatsiya kerak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birikmalari qon va to‘qima suyuqliklarida ion va neytral molekulalar ko‘rinishida tarqaladi; erkin ionlar qon tarkibidan tez chiqib ketadi.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Katta kompleks va kolloid birikmalar jigar va qoratalokda ushlab qolinadi; dispers kolloidlar qon tomirlarida uzoq harakatlanadi.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Ularni ushlab qolish uchun ion holatga o‘tkazish zarur; shu maqsadda ob’ekt mineralizatsiyalanadi (kuydiriladi) va ion holatiga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Kompleks va kolloidlar ushlanadi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Jigar va qoratalokda yig‘iladi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Ion holatga o‘tkazish zarur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kuydiriladi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Metall ion holatda ajraladi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Nima uchun mineralizatsiya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50, 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Tekshiriladigan 13 metall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ekspertiza buyruqlariga ko‘ra 13 ta metallga tekshirish o‘tkazish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2-guruh: Ba; 3-guruh: Mn, Cr, Zn, Tl; 4-guruh: Pb, Cu, Hg, Cd, Ag, Bi; 5-guruh: As va Sb.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900"/>
                <a:gridCol w="336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Kationlar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2-analitik 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3-analitik guruh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Mn, Cr, Zn, 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4-analitik 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Pb, Cu, Hg, Cd, Ag, Bi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5-analitik guruh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 (III va V), Sb (III va V)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13 metall analitik guruhlar bo‘yicha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Mineralizatsiya usullarining ikki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Mineralizatsiya usullari ikki guruhga bo‘linadi: quruq kuydirish va ho‘l usul.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kuydirish usullari xususiy usullar bo‘lib, uchmaydigan metall kationlarini ajratishda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Ho‘l usul — kislotali muhitda turli oksidlovchilar ishtirokida mineralizatsiyalash; umumiy usul, simobdan tashqari barcha metallar uchun.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Quruq kuydirish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Xususiy usullar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Uchmaydigan kationlar uchun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Oddiy; oksidlovchi qo‘shib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Ho‘l usul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Kislotali muhitda oksidlovchilar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 usul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Simobdan tashqari barcha metallar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Mineralizatsiya usullari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Quruq kuydirish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Oddiy kuydirish usuli.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Oksidlovchilar qo‘shib kuydirish: H2O2, NH4NO3, HNO3, (HNO3 + H2O2), (NaNO3 + Na2CO3).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Kuydirishdan hosil bo‘lgan kulsimon qoldiq azot va xlorid kislota aralashmasida eritiladi, filtrlanadi, filtrat quriguncha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suvda eritilgach, uchmaydigan kationlar uchun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Kulsimon qoldiq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HNO3 + HCl aralashmasida eritiladi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Filtrat quriguncha bug‘latiladi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suvda eritiladi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Kulni tahlilga tayyorlash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51, 53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Mineralizatsiya tarixi: Nelyubin va xlor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zaharlarni aniqlash uchun mineralizatsiya zarurligini 1824 yil rus olimi Nelyubin nazariy asoslagan.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1844 yilda frantsuz kimyogarlari Frezenius va Babo ob’ektni ajralib chiqayotgan xlor bilan ishlash usulini taklif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usul sud kimyosida 100 yildan ortiq qo‘llanilgan.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1820 yilda Dyufeo va Millon taklif etgan gaz holdagi xlor bilan rangsizlantirish usuli asosida vujudga kelgan.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151"/>
                <a:gridCol w="1455420"/>
                <a:gridCol w="2554403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Hissasi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1820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Dyufeo, Millon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Gaz xlor bilan rangsizlantirish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Nelyubin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Mineralizatsiya zarurligi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Frezenius, Babo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Ajralayotgan xlor usuli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Meyler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H2SO4 + HNO3 o‘rgandi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1908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Ravnadiks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H2SO4 + HNO3 usuli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1932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H2SO4 + HNO3 + HClO4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Mineralizatsiya tarixi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49; Yuldashev Z.A., Umarova G.Q., Toksikologik kimyo modulidan o‘quv-uslubiy majmua, betlar: 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 usuli: reaksiya va kamchiliklar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Reaksiya: KClO3 + 6HCl = 3Cl2 + KCl + 3H2O; Cl2 + HOH → HCl + HClO; HClO → HCl + 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 bilan ishlash asosan simobni aniqlash uchun qulay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Kamchiliklari: organik moddalar chala parchalanadi; 100 g ob’ektni kuydirish uchun 18-20 soat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va simob tahlilida ko‘p yo‘qotiladi; oxirgi katta hajm sezgirlikni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oksidlovchi qo‘shish xavfli: portlash sodir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KClO3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6 HCl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Cl2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KCl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H2O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Cl2 + H2O → HCl + HClO; HClO → HCl + 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Atomar kislorod oksidlaydi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 ajralishi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51; Malaka materiali №055 (TFI Toksikologik kimyo kafedrasi)., Mineralizatsiya, betlar: ma'ruza: mineralizatsiya, denitratsiya (2012)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va nitrat kislotalar bilan mineralizatsiya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1908 yil rus olimi Ravnadiks sulfat va nitrat kislota bilan mineralizatsiyalashni, Meyler (1902) chuqur o‘rgandi.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Kislotalar ob’ektga nisbatan 1:4 nisbatda bo‘lishi kerakligi tavsiya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asosida reaksiyalar natijasida ajraluvchi atomar kislorod bilan ob’ektning oksidlanishi yotadi.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50; Yuldashev Z.A., Umarova G.Q., Toksikologik kimyo modulidan o‘quv-uslubiy majmua, betlar: 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Atomar kislorod va usulning qulayliklari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Atomar kislorod H2SO4 → H2SO3 + O, HNO3 → HNO2 + O, H2O2 → H2O + O va 2HNO2 → N2 + H2O + 3O reaksiyalaridan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Qulayliklari: organik birikmalar to‘liq parchalanadi; nisbatan qisqa vaqt talab qiladi; kam hajmdagi mineralizat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 — simobning deyarli hammasi yo‘qotiladi.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Qurilma: Kyeldal kolbasi va ajratgich voronka.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691"/>
                <a:gridCol w="300128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H2SO4 → H2SO3 + 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HNO3 → HNO2 + 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H2O2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H2O2 → H2O + 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HNO2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2HNO2 → N2 + H2O + 3O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Atomar kislorod manbalari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52; Malaka materiali №055 (TFI Toksikologik kimyo kafedrasi)., Mineralizatsiya, betlar: ma'ruza: mineralizatsiya, denitratsiya (2012)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Stepanov–Neymark usuli (H2SO4 + NH4NO3)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A.V. Stepanov va Neymark usuli: sulfat kislota va ammoniy nitrat ishtirokida mineralizatsiyalash; H2SO4 + 2NH4NO3 → 2HNO3 + (NH4)2SO4.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usulda ob’ekt oksidlanishidan tashqari nitrolanadi ham; mineralizatda ko‘p miqdorda (NH4)2SO4 tuzi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Mineralizatsiya xlor usuliga nisbatan to‘liqroq boradi, ammo oxirigacha bormaydi.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H2SO4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NH4NO3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HNO3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(NH4)2SO4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Hosil bo‘lgan HNO3 oksidlaydi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Oksidlanish va nitrolanish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Stepanov–Neymark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H2SO4 + H2O2 (perhidrol)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H2SO4 va H2O2 (perhidrol) qo‘llash praktik ahamiyatga deyarli ega bo‘lmagan.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Sabablari: to‘liq mineralizatsiya bormasligi va qimmat baho perhidrolni qo‘llash.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Qulayligi: reaksiya oxirida ortiqcha azot oksidlovchilarining yo‘qligi.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Kaan usuli (H2SO4 + HNO3 + HClO4)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1932 yili frantsuz olimi Kaan sulfat, nitrat va perxlorat kislotalar ishtirokida mineralizatsiyalashni taklif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Mineralizatsiya to‘liq boradi; metallar yuqori valentli holda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Ammo perxlorat kislota o‘ta xavfli, tez alangalanuvchi va portlovchi mahsulotlar hosil qilishi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51; Yuldashev Z.A., Umarova G.Q., Toksikologik kimyo modulidan o‘quv-uslubiy majmua, betlar: 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Ho‘l mineralizatsiya usullari: solishtirma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Xlor usuli (Frezenius–Babo): organik moddalar chala parchalanadi, 100 g ob’ekt uchun 18-20 soat kerak; simob aniqlashga qulay.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H2SO4 + HNO3 (Ravnadiks, Meyler): to‘liq parchalanadi, tez, mineralizat hajmi kam; simob deyarli yo‘qoladi.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H2SO4 + NH4NO3 xlorga nisbatan to‘liqroq, lekin oxirigacha bormaydi; H2SO4 + H2O2 amaliy ahamiyatga ega emas.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Kaan usuli (H2SO4 + HNO3 + HClO4) to‘liq boradi, metallar yuqori valentli holda; perxlorat kislota portlovchi mahsulotlar hosil qilishi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516"/>
                <a:gridCol w="2488458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Asosiy 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 (Frezenius, Babo)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Sekin; Hg uchun qulay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H2SO4 + 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To‘liq; Hg yo‘qoladi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H2SO4 + NH4NO3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Nitrolanadi; to‘liq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H2SO4 + H2O2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Amaliy ahamiyati kam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H2SO4 + HNO3 + HClO4 (Kaan)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To‘liq; HClO4 xavfli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51, 52, 53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Mineralizatni tahlilga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Ho‘l usulda olingan mineralizat avval oksidlovchilardan tozalanadi.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Chunki oksidlovchilar margimush, qo‘rg‘oshin kabi elementlar tahliliga va metall kationlarini sulfidlar holida cho‘ktirishga xalal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Oksidlovchilarni yo‘qotish qaysi usulda mineralizatsiyalanganiga bog‘liq: xlor usulida — dexlorlash, nitrat kislota ishtirokida — denitratsiyalash.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Xlor usulida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Dexlorlash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Nitrat kislotada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Denitratsiyalash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Oksidlovchilarni yo‘qotish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Dexlorlash va denitratsiyalash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Dexlorlash: minerallizat 5-6 barobar hajmdagi suv bilan, HCl konsentratsiyasi taxminan 2% bo‘lguncha 50 °C suv hammomida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xlor yodkraxmal qog‘ozi bilan tekshiriladi yoki mineralizatdan toza havo o‘tkaziladi: birinchi usul 12-13 soat, ikkinchisi 2-3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Denitratsiyalash nitrat kislota yoki uning tuzlari ishtirokida mineralizatsiyalanganda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 hajmi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5-6 barobar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HCl konsentratsiyasi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taxminan 2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 hammomi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Yodkraxmal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12-13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 o‘tkazish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2-3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Dexlorlash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Nitrozil sulfat kislotasi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Nitrat kislota ishtirokida oksidlovchi sifatida HNO3, HNO2, azot oksidlari va nitrozil sulfat kislota hosil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Ichida eng qiyin yo‘qotiladigani nitrozil sulfat kislota.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Nitrozil sulfat kislota toza holda rangsiz kristall modda (70 °C da suyuqlanadi), nam havoda va suvda tez gidrolizlanadi.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Odatda sulfat kislota konsentratsiyasi 57,5% dan yuqori bo‘lsa hosil bo‘ladi; konsentrlangan sulfat kislotada eriydi, shu sababli mineralizat suyultiriladi.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H2SO4 konsentratsiyasi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&gt; 57,5</a:t>
            </a:r>
            <a:r>
              <a:rPr sz="14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Toza holda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rangsiz kristall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Nitrozil sulfat kislotasi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53; Yuldashev Z.A., Nurmatova M.I., Toksikologik kimyo modulidan o‘quv-uslubiy majmua, betlar: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Gidroliz usulida denitratsiyalash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 5-10 qism distillangan suv bilan suyultiriladi va oq sulfit angidridi hosil bo‘lguncha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9-17 soat vaqt talab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Oksidlovchilarning bor-yo‘qligi difenilaminning konsentrlangan sulfat kislotadagi eritmasi bilan tekshirilib aniqlanadi; oksidlovchi bo‘lsa ko‘k rang.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Suyultirish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5-10 qism suv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Vaqt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9-17</a:t>
            </a:r>
            <a:r>
              <a:rPr sz="12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Difenilamin bilan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ko‘k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Gidroliz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Denitratsiyalashning kimyoviy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usullar oksidlovchilarni uchuvchan gazlarga aylantirib mineralizatdan chiqarishga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Denitratsiya uchun 5-10 daqiqa vaqt sarflanadi — tez va oson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Tozalangan mineralizat 180 ml gacha suyultirilib qaynatiladi, so‘ng kationlarni aniqlashda ishlatiladi.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Formaldegid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4HNO3 + 3CH2O → 4NO + 3CO2 + 5H2O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Sulfit tuzlari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HNO3 + SO2 → HNO2 + SO3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Mochevina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H2N-CO-NH2 + 2HNO2 → CO2 + 2N2 + 3H2O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Ammoniy tuzlari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(NH4)2SO4 + 2HNO2 → 2N2 + H2SO4 + 4H2O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Kimyoviy denitratsiya reagentlari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54; Yuldashev Z.A., Nurmatova M.I., Toksikologik kimyo modulidan o‘quv-uslubiy majmua, betlar: 53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Kasrli usulda niqoblash: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Metallar tahlili ikki bosqichda: avval halaqit beruvchi ionlar tegishli reaktiv yoki aralashma bilan yo‘qotiladi.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rang yoki cho‘kma hosil qiluvchi reaktiv bilan metallar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Niqoblash asosida: halaqit beruvchi ionlarni turg‘un kompleksga aylantirish, valentligini o‘zgartirish, pH muhitini o‘zgartirish yotadi.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Niqoblashda komplekson III (trilon B), limon, vino va askorbin kislotalari keng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Niqoblash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Turg‘un kompleks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Halaqit beruvchi ion bog‘lanadi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Valentlik o‘zgarishi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Oksidlovchi yoki qaytaruvchi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pH muhitini o‘zgartirish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Niqoblash asoslari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54, 55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Niqoblash misoli: kobalt va temir (III)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Co2+ ioniga ammoniy rodanid qo‘shib ko‘k rangli (NH4)2Co(CNS)4 hosil qilib aniqlashda Fe3+ halaqit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Fe3+ + 3NH4CNS → Fe(CNS)3 + 3NH4+ — qizil qon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Fe3+ ni niqoblashda ftorid va fosfatlardan foydalaniladi: Fe3+ + ftorid → [FeF6]3− (rangsiz).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Fe3+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NH4CNS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Fe(CNS)3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NH4+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Co2+ ni aniqlashda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qon rang — halaqit beradi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Fe3+ halaqiti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Niqoblash reagentlari ro‘yxati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Demaskirovka — niqoblangan ionni niqoblovchi reaktivdan ozod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Reagentlar: sianidlar, ftoridlar, fosfatlar, tiosulfatlar, tiomochevina, gidroksilamin.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Glitserin, kompleksonlar (trilon B), limon, vino, oksalat va askorbin kislotalari.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Limon kislotasi Bi, Cu, Fe, Sb, Hg, Ag, Cd ni; vino kislotasi Cu, Fe, Al, Bi, Cd, Hg, Pb, Zn ni niqoblashda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55, 55-56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Demaskirovka: niqoblangan ionni ozod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Demaskirovka — niqoblangan ionni niqoblovchi reaktivdan ozod qilish.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geksasianoferrat(II) kompleksi simob(II) ioni bilan reaksiyaga kirishib, sianidni Hg(CN)2 ko‘rinishida bog‘laydi.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Sianidlarni qo‘llash kerak bo‘lganda ularning komplekslaridan oson ozod qilish bilan tushuntiriladi.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[Fe(CN)6]4−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Hg2+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Hg(CN)2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Fe2+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Niqoblangan ion ozod bo‘ladi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Demaskirovka misoli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55,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Sianidlar bilan niqoblash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Sianidlar Cu2+, Co2+, Fe2+, Fe3+, Ni2+, Zn2+, Cd2+, Hg2+, Ag+ ionlari bilan turli komplekslar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 (II) avval qaytariladi (2Cu(CN)2 → 2CuCN + (CN)2), so‘ng kompleks hosil bo‘ladi: CuCN + 3KCN → K3[Cu(CN)4].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Sianidlar zaharli; nordon eritmalarga qo‘shib bo‘lmaydi — kislotada uchuvchan va zaharli vodorod sianid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Tajribalar so‘ruvchi javon ostida bajariladi.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CuCN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KCN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K3[Cu(CN)4]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Avval Cu(II) qaytariladi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Rangsiz kompleks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Misni sianid bilan niqoblash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56, 55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Ftorid, fosfat, tiosulfat, gidroksilamin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Ftoridlar Fe3+ ionlarini rangsiz barqaror [FeF6]3− kompleksi sifatida; fosfatlar kislotali sharoitda Fe3+ ni [Fe(PO4)2]3− sifatida niqoblaydi.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Tiosulfatlar Ag, Pb, Cu, Fe ionlarini niqoblaydi: [Ag(S2O3)3]4−, [Pb(S2O3)3]4−, [Fe(S2O3)2]−; mis avval Cu+ ga qaytariladi.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Gidroksilamin Co bilan [Co(NH2OH)6]2+ kompleksini hosil qiladi; Fe3+ ni qaytaradi, AsO2− va SbO2− ni oksidlaydi; ortiqchasi formaldegid bilan bartaraf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Misni tiosulfat bilan niqoblash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Tiosulfat va mis ionlarining reaksiyasi ikki bosqichda boradi: avval Cu2+ Cu+ ga qaytariladi, so‘ngra kompleks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CuSO4 + Na2S2O3 → CuS2O3 + Na2SO4; 4CuS2O3 → 2Cu2S2O3 + S4O6 2−.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Cu2S2O3 + Na2S2O3 → Na2[Cu2(S2O3)2] — niqoblovchi kompleks.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Cu(II) tuzi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CuSO4 + Na2S2O3 → CuS2O3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Qaytarilish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4CuS2O3 → 2Cu2S2O3 + S4O6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Kompleks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Cu2S2O3 + Na2S2O3 → Na2[Cu2(S2O3)2]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Mis + tiosulfat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Gidroksilamin: ikki xil 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Gidroksilamin bir ion bilan kompleks hosil qiladi, ikkinchisi bilan oksidlanish-qaytarilish reaksiyasiga kirishadi.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Kobalt ionlari bilan [Co(NH2OH)6]2+ kompleksi hosil bo‘ladi; Fe3+ ni qaytaradi, AsO2− va SbO2− ionlarini oksidlaydi.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gidroksilamin formaldegid bilan bartaraf etiladi, formaldoksim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Kompleks hosil qiladi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Co bilan [Co(NH2OH)6]2+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Qaytaruvchi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Fe3+ ni qaytaradi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Oksidlovchi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AsO2− va SbO2− ni oksidlaydi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Gidroksilamin vazifalari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Tiomochevina, glitserin, kompleksonlar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Tiomochevina vismut, temir, surma, kadmiy, simob, kumush va boshqa ionlarni niqoblaydi; barqaror ichki komplekslar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Glitserin vismut, qo‘rg‘oshin, kadmiy bilan glitseratlar hosil qiladi; ayrim ionlar (Cu2+) bilan rangli birikma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Komplekson III (trilon B) kadmiy, kobalt, mis, temir, marganets, qo‘rg‘oshin, rux, magniy ionlarini niqoblaydi.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Valentligidan qat’i nazar 1:1 nisbatda reaksiyaga kirishadi.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Limon, oksalat va askorbin kislotalari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Limon kislota va sitratlar vismut, mis, temir (III), surma (III), kadmiy, simob, kumush va boshqa ionlarni niqoblaydi.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Oksalat kislota va oksalatlar mis, temir, alyuminiy, vismut, kadmiy, simob, qo‘rg‘oshin, rux ionlari bilan suvda eruvchan barqaror komplekslar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Askorbin kislotasining niqoblash xususiyati qaytaruvchilik xossalariga asoslangan; Fe3+ va Sn4+ ionlarini niqoblash uchun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Limon kislota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Bi, Cu, Fe(III), Sb(III)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Cd, Hg, 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Oksalat kislota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Cu, Fe, Al, Bi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Cd, Hg, Pb, Zn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eruvchan kompleks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Askorbin kislota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Fe3+ va Sn4+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Qaytaruvchilik asosida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Organik kislotalar bilan niqoblash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Niqoblash reagentlari: qaysi ionlar uchun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Limon kislotasi Bi, Cu, Fe, Sb, Hg, Ag, Cd ni; vinotosh kislotasi Cu, Fe, Al, Bi, Cd, Hg, Pb, Zn ni niqoblaydi.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Tiosulfatlar Ag, Pb, Cu, Fe ni; tiomochevina Bi, Fe, Sb, Cd, Hg, Ag, Pb ni; glitserin Bi, Pb, Cd ni niqoblaydi.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Komplekson III (trilon B) Cd, Co, Cu, Fe, Mn, Pb, Zn, Mg ionlarini niqoblaydi, ionlar bilan 1:1 nisbatda reaksiyaga kirishadi.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43891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Niqoblanadigan ionlar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Limon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Bi, Cu, Fe, Sb, Hg, Ag, Cd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Vinotosh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Cu, Fe, Al, Bi, Cd, Hg, Pb, Zn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Tiosulfatlar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Ag, Pb, Cu, Fe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Tiomochevina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Bi, Fe, Sb, Cd, Hg, Ag, Pb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Glitserin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Bi, Pb, Cd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Trilon 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Cd, Co, Cu, Fe, Mn, Pb, Zn, Mg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Reagent — ionlar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55,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Ho‘l usul: qulayliklar va kamchiliklar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Qulayliklari: organik birikmalar to‘liq parchalanadi, nisbatan qisqa vaqt talab qilinadi, kam hajmdagi mineralizat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simobning deyarli hammasi yo‘qotiladi.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Mineralizatsiya uchun Kyeldal kolbasi va ajratgich voronka ishlatiladi; ular laboratoriya mashg‘ulotida kerakli asbob-uskunalar qatoriga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Qulayliklari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Organik birikmalar to‘liq parchalanadi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Nisbatan qisqa vaqt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Mineralizat hajmi kam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Kamchiligi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Simobning deyarli hammasi yo‘qoladi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H2SO4 + HNO3 usuli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52, 193, 333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Metallarni aniqlash: H2S usuli va kasrli usul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Vodorod sulfid usuli — kationlarni analitik guruhlar bo‘yicha umumiy cho‘ktiruvchilar asosida ajratish; 1970 yillargacha qo‘llangan, hozir qo‘llanilmaydi.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Hozir sud-kimyo laboratoriyalarida xususiy kasrli usul keng qo‘llaniladi; u kimyo fanlari doktori A.N. Krilova tomonidan tavsiya etilgan.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Kasrli usul o‘ziga xos va sezgir reaksiyalar yordamida kationlarni mineralizatdan ekstraksiya va reekstraksiya bilan ajratib olish va aniqlashga asoslangan.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Boshqa kationlar ta’sirini yo‘qotish: kompleks hosil qilish, oksidlanish-qaytarilish, pH o‘zgartirish, kam hajmli mineralizat olish, suyultirish.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Vodorod sulfid usuli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Analitik guruhlar bo‘yicha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1970 yillargacha qo‘llangan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Hozir qo‘llanilmaydi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Kasrli usul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Krilova taklif etgan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Ekstraksiya va reekstraksiya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Hozir keng qo‘llaniladi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Metallarni aniqlash usullari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57,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 zaharlarning o‘rtacha o‘lim dozasi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va surma birikmalari uchun LD50=0,08-0,1 g; talliy — 0,5 g; xrom — 0,2-1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Kadmiy — 0,03 g; simob — 0,2-0,3 g; ZnCl2 — 5,0; KMnO4 — 15-20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 va marganets uchun yuqori valentli birikmalari kuchliroq ta’sirga ega; simobning organik birikmalari kuchli zaharli.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va simob bilan zaharlanganda 50% holda o‘lim bilan tugaydi.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As, Sb birikmalari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0,08-0,1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Talliy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Xrom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0,2-1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Kadmiy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0,03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Simob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0,2-0,3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KMnO4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LD50 va o‘lim dozalari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belgilari va tekshiruv ob’ektlari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Og‘ir metall tuzlari va margimush bilan zaharlanganda chanqash, qayd qilish, ich ketishi, oshqozonda og‘riq, ichki a’zolardan qon ketishi kuzatiladi.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Qusuq massasi rangi: xrom va mis birikmalarida yashil, marganetsda qo‘ng‘ir; og‘izda metall ta’mi seziladi.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Qo‘rg‘oshinda tish milkida qora dog‘lar, vismut va simobda oq dog‘lar; mis va rux birikmalari tana haroratini 40 °C va undan yuqoriga ko‘taradi.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Ob’ekt sifatida oshqozon, ingichka va yo‘g‘on ichak, jigar va o‘t pufagi, buyrak, peshob, qora jigar, qusuq massasi, soch, tirnoq va suyaklar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Metall zaharlanishi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Qusuq rangi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Xrom, mis: yashil  ·  Marganets: qo‘ng‘ir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Og‘iz belgilari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Metall ta’mi  ·  Qo‘rg‘oshin: qora dog‘lar  ·  Vismut, simob: oq dog‘lar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Umumiy belgilar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Chanqash, qayd, ich ketishi  ·  Oshqozonda og‘riq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Zaharlanish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birikmalari organizmda oqsillar bilan barqaror komplekslar hosil qiladi, shu sababli tahlil uchun ob’ekt mineralizatsiyalanadi.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Ho‘l mineralizatsiya (H2SO4 + HNO3, H2O2, HClO4) simobdan tashqari barcha metallar uchun; mineralizat oksidlovchilardan tozalanadi (dexlorlash, denitratsiya).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Kasrli usulda halaqit beruvchi ionlar niqoblanadi (sianid, ftorid, fosfat, tiosulfat, trilon B va b.); usul Krilova tomonidan tavsiya etilgan.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50-51, 51-54, 54-57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1824 yil rus olimi Nelyubin metall zaharlarni aniqlash uchun mineralizatsiya zarurligini nazariy asoslagan va ob’ektni «toza» nitrat kislota bilan tiniq eritma hosil bo‘lguncha qizdirgan.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Frezenius va Babo xlor usuli (1844) sud kimyosida 100 yildan ortiq qo‘llanilgan; 100 g ob’ektni kuydirish uchun 18-20 soat kerak bo‘lgan.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Nitrozil sulfat kislota toza holda rangsiz kristall modda bo‘lib, 70 °C da suyuqlanadi, suvda tez gidrolizlanadi.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va simob bilan zaharlanganda 50% holda o‘lim bilan tugaydi.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«Metall zaharlar»: ob’ektni ho‘l mineralizatsiyalash (H2SO4+HNO3, H2O2, HClO4), denitratsi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49-58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49-53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№055 (TFI Toksikologik kimyo kafedrasi). Mineralizatsiya, denitratsiya (taqdimot).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