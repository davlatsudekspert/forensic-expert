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Qanday predmetlar ashyoviy dalil bo‘ladi? Doskada: Ashyoviy dalil turlari. Tipik xato: Faqat qurolni ashyoviy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Klinitsist hodisa joyida nimalarni qila oladi? Doskada: Mutaxassis—shifokor rollari. Tipik xato: Klinitsist laboratoriya xulosasini beradi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Izning shakli nimani ko‘rsatadi? Doskada: Iz turlari jadvali. Tipik xato: Izning shaklini yuzaga bog‘lamay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Dog‘ shaklidan harakat yo‘nalishi qanday aniqlanadi? Doskada: Dog‘ shakllari. Tipik xato: Barcha dog‘larni bir xil balandlikdan tushgan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nazorat namunasi olinadi? Doskada: Namuna olish qadamlari. Tipik xato: Yangi doka-bint bo‘lagidan foydalanish.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taxminiy usul qat’iy emas? Doskada: Savollar zanjiri. Tipik xato: Taxminiy sinamaga tayanib qon borligini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usul tur mansubligini beradi? Doskada: Usullar jadvali. Tipik xato: Mikroskopik usulni eng ishonchli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bir necha tizim kerak? Doskada: Tizimlar ro‘yxati. Tipik xato: Faqat AVO bo‘yicha muayyan shaxsni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Qon izining muddatini nega aniq aytib bo‘lmaydi? Doskada: Ko‘rsatkichlar ro‘yxati. Tipik xato: HbFni homilador ayollarda hech uchramaydi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ikki tomondan namuna olinadi? Doskada: Namunalar ro‘yxati. Tipik xato: So‘lakni og‘iz chayilmay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Qachon morfologik usul qo‘llanmaydi? Doskada: Usullar jadvali. Tipik xato: Spermatozoidning faqat boshi topilsa ham musbat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Ajratuvchanlik nimani anglatadi? Doskada: Ajratma—test juftliklari. Tipik xato: Najasda guruhiy mansublikni aniqlash mumkin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quritiladi? Doskada: Qoidalar ro‘yxati. Tipik xato: Namunalarni bir o‘ramda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beshta sohadan olinadi? Doskada: Soch namunasi sxemasi. Tipik xato: Bitta soch tolasi bilan shaxsni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odam sochini ko‘rsatadi? Doskada: Ikki ustun: odam / hayvon. Tipik xato: Pigment joylashuvini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Yulingan va to‘kilgan sochni qanday ajratamiz? Doskada: Soch ildizi belgilari. Tipik xato: Soch bo‘yicha shaxsni qat’iy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Gistologiya qaysi savollarga javob beradi? Doskada: Vazifalar ro‘yxati. Tipik xato: Chirigan murdada gistologiya bo‘lmaydi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Arxiv nega kerak? Doskada: Muddatlar jadvali. Tipik xato: Arxivni ekspertizadan keyin yo‘q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tekshiruv qaysi savolga javob beradi? Doskada: Besh tur jadvali. Tipik xato: Barcha turlarni bir xil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Situatsion tekshiruvda nima solishtiriladi? Doskada: Uch bosqich. Tipik xato: Mikroizlarni ko‘z bilan ko‘rinadigan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ikkita usul? Doskada: Dastlabki va tasdiqlovchi usullar. Tipik xato: Bitta rangli reaksiya bilan yakuniy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Tibbiyotda harakatsizlik jinoyat bo‘ladimi? Doskada: Jinoyat belgilari. Tipik xato: Har qanday salbiy oqibatni jinoyat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To‘g‘ri va egri qasd farqi nima? Doskada: Qasd turlari jadvali. Tipik xato: Tibbiy xodimlarning ko‘p jinoyatlarini qasddan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O‘z-o‘ziga ishonish va beparvolikni farqlang. Doskada: Ikki shakl jadvali. Tipik xato: Beparvolikni qasd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Misollarni turlarga ajrating. Doskada: Ikki misol jadvali. Tipik xato: Standartni bilmaslikni sababsiz holat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Oxirgi zaruriyat shartlarini sanang. Doskada: Shartlar ro‘yxati. Tipik xato: Har qanday zararni zarurat bilan oqlash.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Qachon tavakkalchilik asosli? Doskada: Shartlar ro‘yxati. Tipik xato: Har qanday tavakkalni oqlash.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sud-tibbiy ekspertiza kerak? Doskada: Qaror zanjiri. Tipik xato: Noxush oqibatni avtomatik ayb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Savol komissiya vakolatidan tashqarida bo‘lsa nima qilinadi? Doskada: qaror tuzilishi. Tipik xato: ekspertiza arizachi iltimosi bilan tayinlanadi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ko‘chirma yetarli emas? Doskada: hujjatlar ro‘yxati. Tipik xato: kseronusxani asl nusxa o‘rnida har doim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hodisa bo‘lgan muassasa vakili a’zo bo‘lolmaydi? Doskada: komissiya tarkibi. Tipik xato: etakchi ekspertga ustunlik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Ikki xulosa mos kelmasa nima qilinadi? Doskada: «xulosa → baholash → qaror». Tipik xato: ekspert xulosasini majburiy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Bemor tushunchasiga sog‘lom murojaat etuvchi ham kiradimi? Doskada: uchta ta’rifni qisqa yozing. Tipik xato: standartni «qat’iy buyruq»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TYON «huquqiy tushuncha emas»? Doskada: TYON ta’rifini o‘z so‘zingiz bilan yozdiring. Tipik xato: har bir nuqsonni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guruh ekspertizada eng ko‘p uchraydi deb o‘ylaysiz? Doskada: to‘rt guruhli jadval. Tipik xato: guruhlarni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Kech tashxis va noto‘g‘ri tashxis farqi nimada? Doskada: to‘rt turni sanang. Tipik xato: asoratni aniqlamaslikni davolash nuqsoni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Joy bo‘yicha tasnif nima uchun kerak? Doskada: uch ustunli jadval. Tipik xato: tez yordamni shifoxona bosqichiga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Uch guruhdan qaysi biri vrachga bog‘liq emas? Doskada: jadval. Tipik xato: obyektiv sababni vrach aybi deb qarash.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Bilvosita bog‘lanish javobgarlik asosi bo‘ladimi? Doskada: bevosita va bilvosita bog‘lanishni solishtiring. Tipik xato: har qanday nuqsonni oqibat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 munosabat bemorga qanday zarar yetkazadi? Doskada: «xavf → himoya → zarar» zanjiri. Tipik xato: uni ehtiyotkorlik deb maqtash.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ketma-ketlikni o‘zgartirib bo‘lmaydi? Doskada: 3 bosqichli sxema. Tipik xato: oqibatdan boshlab, «teskari»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Uch variantdan qaysi biri javobgarlikka eng yaqin? Doskada: jadval. Tipik xato: bilvosita bog‘lanishni bevosita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Ashyoviy dalillar sud tibbiy ekspertizasi. Tibbiy xodimlarning kasb xuquqbuzarligi xolatlarida sud-tibbiy ekspertiza. Mazkur ekspertizalarni o‘tkazishda klinitsist- mutaxassislarning o‘rni. Jinoyat tushunchasi. Aybning turlari; qasddan, extiyotsizlik orqasidan, oxirgi zaruriyat. Tibbiy yordam ko‘rsatish nuqsonlari. Tibbiy yordam nuqsonlari tasnifi. Nuqsonlar mohiyati va ularni yuzaga kelish sabablari. Tibbiy yordam nuqsonlarining oqibatiga ta’siri.Ularning o‘rganishning tibbiy yordam sifatini yaxshilashdagi ahamiyati.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JPK 203: ashyoviy dalil — kelib chiqishi, tegishliligi, foydalanilishi yoki ta’sir omillari aniqlanishi mumkin bo‘lgan fizikaviy alomatli narsa.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dalillarga jinoyat quroli, jinoyat izlarini saqlagan predmetlar va jinoiy harakatlar ob’ekti bo‘lgan narsalar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ashyoviy dalillar — to‘qima qismlari, qon, ajratmalar (so‘lak, siydik, ter, maniy, najas) va ularning dog‘lari, sochlar.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Ashyoviy dalil (JPK 203)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Jinoyat quroli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Izlarni saqlagan narsa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Jinoiy harakat obyekti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Biologik dalillar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To‘qima, qon, ajratmalar  ·  Dog‘lar va sochlar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Ashyoviy dalillar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 tekshiradi va klinitsistning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dalillar ekspertizasi sud-biologik, sud-gistologik, tibbiy kriminalistika va sud kimyo laboratoriyalarida maxsus mutaxassislar tomonidan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dalillarning sud-tibbiy tekshiruvi klinitsist-shifokorlarga yuklanmaydi.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hollarda umumiy amaliyot shifokorlari hodisa joyini ko‘zdan kechirish, ashyoviy dalillarni topish, tavsiflash va namuna olishga jalb qilinishi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Laboratoriyalar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Sud-biologik, sud-gistologik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kriminalistika, sud kimyo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Klinitsist-shifokor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Tekshiruv unga yuklanmaydi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 shifokor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Hodisa joyini ko‘zdan kechirish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Topish, tavsiflash, namuna olish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Biologik ashyoviy dalillar ekspertizasi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izlarining ko‘rinishlari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izlari hodisa joyida, jabrlangan va ayblanuvchining tanasi, kiyimi, poyafzalida, shikastlovchi qurolda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ko‘p yo‘qotilganda yoki singdirish xususiyati past materialda qon ko‘lmagi; yaxshi singdiradigan materialda singdirilgan iz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Qiya yuzada oqma shaklidagi izlar; sirpanishdan surtma izlar; sirpanishsiz kontaktdan bosma izlar.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Qon izlari shakllari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Ko‘lmak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qon yoki singdirmaydigan material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Singdirilgan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Yaxshi singdiradigan material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Oqma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Qiya yuzada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Surtma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Sirpanishdan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Bosma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Sirpanishsiz kontaktdan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izlarining ko‘rinishlari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303, 303–304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tomchisi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10–15 sm balandlikdan gorizontal yuzaga tushgan tomchi dumaloq, chetlari tekis dog‘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Harakatdagi tana qismidan yoki qiya yuzaga tushsa dog‘ noksimon, undov belgisi shaklida; ensiz tomoni harakat yo‘nalishiga qaraydi.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 katta bo‘lsa, dog‘ cheti mayda tishsimon, atrofida sachralar; sachra keskin siltanish yoki yirik arteriyadan fontan bo‘lib oqishda ham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10–15 sm balandlik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Gorizontal yuza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Dumaloq, chetlari tekis dog‘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Harakat yoki qiya yuza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Noksimon, undov belgisi shaklida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Ensiz tomoni harakat yo‘nalishiga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Katta balandlik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Cheti mayda tishsimon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Atrofida sachralar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Fontan bo‘lib oqishda ham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tomchisi izlari shakllari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303–304, 304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 olish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dalillarni, jumladan qon izlarini hodisa joyidan olish tergovchi tomonidan amalga oshiriladi; zarurat bo‘lsa shifokorlar jalb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predmetlar butunligicha olinadi; katta buyumdan dog‘li bo‘lak va nazorat uchun toza bo‘lak qirqib olinadi; qattiq yuzadan quruq qon qirindisi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ko‘lmagidan namuna 10 ml dan kam bo‘lmagan miqdorda flakonga; qordagi izlar eritiladi, tuproq va qum dog‘i to‘liq qalinligida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Kim oladi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Tergovchi; zarurat bo‘lsa shifokorlar jalb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Kichik predmet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Butunligicha olinadi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Katta buyum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Dog‘li bo‘lak va nazorat uchun toza bo‘lak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Qattiq yuza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qon qirindisi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Ko‘lmak, qor, tuproq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≥10 ml flakonga; qor eritiladi; tuproq to‘liq qalinlikda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izlarini olish qoidalari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304, 304–305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ekspertizasida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Ketma-ketlik: qon borligi, tur, guruh, muayyan shaxs; taxminiy sinamalar nospetsifik.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usullar: benzidin, peroksid, lyuminol, fenolftalein sinamalari, ultrabinafsha nur.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bormi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Tur mansubligi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Guruhiy mansublik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Muayyan shaxs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ekspertizasi savollari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305–306, 305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borligi va tur mansubligini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Ishonchli usullar: mikroskopik, mikrokristallik, spektral, xromatografik; hozirda ishonchli tarzda asosan xromatografik usul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 mansubligi: Chistovich—Ulengut pretsipitatsiya reaksiyasi, elektroforez, Ouxterloni usuli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ABAcard testi dog‘da qon borligi va uning insonga mansubligini bir vaqtda aniqlaydi.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Qon borligi (ishonchli)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Mikroskopik, mikrokristallik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Spektral, xromatografik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Hozir asosan xromatografik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Tur mansubligi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Chistovich—Ulengut pretsipitatsiyasi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Elektroforez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Ouxterloni usuli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ABAcard testi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borligi va insonga mansubligi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vaqtda aniqlaydi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borligi va tur mansubligi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306, 306–307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Qonning guruhiy mansubligi va shaxsga tegishliligi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Eritrotsitar, zardob, leykotsitar va ferment guruhiy tizimlari mavjud; tekshiruv odatda AVO tizimidan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tekshiruvda AVO tizimining ham agglyutinogenlari, ham agglyutininlari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Qonning muayyan shaxsga tegishliligi so‘nggi davrda qat’iy tarzda DNK tekshiruvi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Qon guruh tizimlari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Eritrotsitar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Zardob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Leykotsitar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Ferment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AVO tizimi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Tekshiruv shundan boshlanadi  ·  Agglyutinogen va agglyutininlar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DNK tekshiruvi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Muayyan shaxsga tegishlilik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Guruhiy mansublik va shaxsga tegishlilik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Qon: jins, hudud, yosh va homiladorlik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mansublik X- va Y-xromatinni aniqlash bilan yoki DNK tekshiruvi orqali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yoshlilarda gemoglobin HbA, go‘daklarda HbF; HbF ishqor denaturatsiyasiga chidamliroq. 15–20 kunlik dog‘da farqlab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dog‘i bo‘yicha homiladorlikni qat’iy aniqlab bo‘lmaydi; 1 litr suyuq qondan taxminan 210 g quruq qoldiq 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 yoshli gemoglobini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HbA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Go‘dak gemoglobini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HbF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HbF dog‘da farqlanmaydi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15–20 kun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 l suyuq qondan quruq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~210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Jins</a:t>
            </a:r>
          </a:p>
          <a:p>
            <a:pPr algn="l">
              <a:spcAft>
                <a:spcPts val="100"/>
              </a:spcAft>
            </a:pPr>
            <a:r>
              <a:rPr sz="1900" b="1">
                <a:solidFill>
                  <a:srgbClr val="0B1F3A"/>
                </a:solidFill>
                <a:latin typeface="Calibri"/>
              </a:rPr>
              <a:t>X-, Y-xromatin / DNK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dog‘i: gemoglobin va ko‘rsatkichlar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307–308, 308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izlari va ularni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Maniy izlari jinsiy jinoyatlar va ayrim jinsiy holatlar ekspertizasida sud-biologik bo‘limda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Dog‘lar chetlari landkartasimon, kraxmal zichligida; to‘q matoda oqimtir, yorqin matoda sarg‘imtir; qon bilan aralashsa pushti.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Gumondorlardan va jabrlanuvchidan qon va so‘lak namunalari olinadi; so‘lak olishdan oldin og‘iz chayiladi, 2–3 ml yig‘iladi.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Maniy izlari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Ko‘rinishi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Landkartasimon, kraxmal zichligi  ·  Qon bilan aralashsa pushti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Matnda rangi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 matoda oqimtir  ·  Yorqin matoda sarg‘imtir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Namuna olish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va so‘lak namunalari  ·  So‘lak: og‘iz chayiladi, 2–3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Maniy izlari ekspertizasi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308–309, 309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borligini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usullar: kartoshka sharbati reaksiyasi, ultrabinafsha nurda och havorang nur; Florans va Barberio reaksiyalari amaliy ahamiyatga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Ishonchli usullar: morfologik — bitta bo‘lsa-da butun spermatozoid (bosh, tana, dum) topilishi musbat natija; xromatografiya.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Azospermiya va nekrospermiyada qog‘ozda xromatografiya: xolin, spermin va nordon fosfataza birga topilsa, maniy borligi ishonchli.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Taxminiy usullar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Kartoshka sharbati reaksiyasi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 nurda och havorang nur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Florans, Barberio — amaliy 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Ishonchli usullar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Butun spermatozoid topilishi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Xromatografiya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Azo-/nekrospermiya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Qog‘ozda xromatografiya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Xolin + spermin + nordon fosfataza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Maniy borligini aniqlash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Ajratuvchanlik va boshqa ajratmalar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80% odamda guruhiy antigenlar ajratmalarda (maniy, siydik, o‘t, so‘lak, najas) topiladi — «ajratuvchilar».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So‘lak borligi amilaza fermenti orqali, ter — serin aminokislotasi, siydik — kreatinin va mochevina orqali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Najas mikroskopik tekshiruvda ovqat qoldiqlari, mikroorganizmlar, gelmint tuxumlari orqali; siydik va najasning tur mansubligi aniqlanmaydi.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Ajratuvchilar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odam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So‘lak belgisi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amilaza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 belgisi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serin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 belgisi</a:t>
            </a:r>
          </a:p>
          <a:p>
            <a:pPr algn="l">
              <a:spcAft>
                <a:spcPts val="100"/>
              </a:spcAft>
            </a:pPr>
            <a:r>
              <a:rPr sz="1900" b="1">
                <a:solidFill>
                  <a:srgbClr val="0B1F3A"/>
                </a:solidFill>
                <a:latin typeface="Calibri"/>
              </a:rPr>
              <a:t>kreatinin, mochevina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Najas tekshiruvi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mikroskopik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Ajratuvchanlik va boshqa ajratmalar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311, 311–312, 312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Namunalarni saqlash va yuborish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ob’ektlari xona haroratida, quyosh nuri tushmaydigan, issiqlik manbaidan uzoq, hasharotlar kirmaydigan sharoitda quritilib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ob’ekt alohida o‘raladi; tekshiruv ob’ekti va nazorat ob’ekti bir o‘ramda bo‘lishi mumkin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joyidan ob’ektlarni olishda qo‘lga rezina qo‘lqop kiyiladi, kichik predmetlar pinset bilan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Xona harorati, quyosh nurisiz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Himoya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Issiqdan uzoq, hasharotsiz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Qadoqlash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 bir ob’ekt alohida o‘raladi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Nazorat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Tekshiruv va nazorat ob’ekti birga emas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qo‘lqop, pinset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Namunalarni saqlash va yuborish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312, 311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Sochni tekshirish: namuna va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 qotillik, jinsiy jinoyat, tan jarohati va yo‘l-transport hodisalarida tekshiriladi; pinset bilan olinib, har sohadan alohida paketga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Taqqoslash namunasi boshning besh sohasidan (peshona, tepa, ikki chekka, ensa) 20–30 tola tutami teriga yaqin qirqib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Savollar: tola sochmi, odam yoki hayvonniki, guruhiy va regional mansubligi, o‘zi tushganmi yoki yulinganmi, ta’sir turi, muayyan shaxsga mansubligi.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Soch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Qachon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Qotillik, jinsiy jinoyat  ·  Tan jarohati, YTH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Taqqoslash namunasi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 soha: peshona, tepa, 2 chekka, ensa  ·  Har sohadan 20–30 tola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Savollar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Soch yoki odam/hayvon  ·  Yulingan yoki tushgan  ·  Shaxsga mansublik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Soch ekspertizasi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312–313, 313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Odam va hayvon sochi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Odamda kutikula mayda zich tishchali; hayvonda yirik, ba’zan arrasimon, uzoq tishchali.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Odamda po‘stloq mag‘izdan kengroq; hayvonda mag‘iz asosiy qalinlikni egallaydi.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Odam sochi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Kutikula mayda zich tishchali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Po‘stloq mag‘izdan kengroq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Hayvon sochi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Kutikula yirik, ba’zan arrasimon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Mag‘iz asosiy qalinlikni egallaydi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Odam va hayvon sochi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313–314, 314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Soch: hudud, shikast va shaxsga mansublik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Boshdagi soch qalinligi 0,1 mm gacha, qosh-kiprik 0,11–0,12 mm, soqol-mo‘ylov 0,15–0,17 mm.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 °C dan yuqori haroratda soch ko‘mirlanadi; o‘tkir jismdan kesilgan joy tekis, o‘tmas jismdan sterjen ezilib tolalanadi.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Yulingan sochda piyozcha va qin xaltasi qoldig‘i bo‘ladi; shaxsga mansublik ehtimol ko‘rinishida hal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Boshdagi soch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mm 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Qosh-kiprik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0,11–0,12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Soqol-mo‘ylov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0,15–0,17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Ko‘mirlanish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Yulingan sochda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piyozcha bor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Soch qalinligi va shikast belgilari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Sud-gistologik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ekspertizasi o‘tkazilgan barcha holatlarda sud-gistologik tekshiruv uchun ichki a’zo va to‘qima bo‘lakchalari olinishi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va boshqa o‘limdan keyingi o‘zgarishlar tekshiruvdan rad etish uchun asos bo‘la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Preparatlar hamma holatda gematoksilin-eozin bilan bo‘yaladi; kerak bo‘lsa selektiv bo‘yash, muzlatilgan kesmalar, lyuminessent va polyarizatsion mikroskopiya.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Material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Murda ekspertizasida har doim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Rad etish uchun asos emas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Bo‘yash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Gematoksilin-eozin; kerak bo‘lsa selektiv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Qo‘shimcha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Muzlatilgan kesma, polyarizatsion mikroskopiya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Sud-gistologik tekshiruv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Sud-gistologik tekshiruv: diatom va arxiv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Sud-gistologik bo‘limda suvga tirik yoki o‘lik holda tushganlik masalasida diatom planktoni tekshiriladi; suv namunalari ham taqdim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dalolatnomada: kirish, tekshiruv, sud-gistologik tashxis, xotima.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a’zo-to‘qimalari birlamchi (formalinli) arxivi kamida 2 yil, preparatlar va bloklar kamida 3 yil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Birlamchi arxiv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2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Preparat va bloklar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Dalolatnoma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 qism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Diatom tekshiruvi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suvga tushish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Gistologik arxiv va dalolatnoma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316, 316–317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Tibbiy-kriminalistik tekshiruvlar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Tibbiy-kriminalistika bo‘limida diagnostik, identifikatsion, situatsion masalalar hal etiladi: trassologik, ballistik, identifikatsion, mikrologik, situatsion.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Trassologik tekshiruvning asosiy maqsadi — jarohat yoki izlar bo‘yicha shikastlovchi omilni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Ballistik tekshiruv o‘qotar jarohatlar va portlash travmasida: jarohatlar soni, otish ketma-ketligi, distansiya, qurol va snaryad turi.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kriminalistika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Trassologik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Shikastlovchi omilni aniqlash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Ballistik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Soni, ketma-ketligi, distansiya  ·  Qurol va snaryad turi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Identifikatsion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Mikrologik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Situatsion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Tibbiy-kriminalistika bo‘limi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317, 317–318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Identifikatsion, mikrologik, situatsion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Identifikatsion tekshiruv shaxsi noma’lum murda yoki qoldiqning muayyan shaxsga tegishliligini aniqlaydi; so‘nggi bosqichda aynanlik haqida xulosa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 qoldiqlaridan tur, murdalar soni, irq, jins, taxminiy yosh, bo‘y uzunligi, kasallik va jarohatlar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Mikrologik tekshiruv mikroizlar va mikrozarralarning o‘tishini, situatsion tekshiruv esa ma’lum harakatni sodir etish imkoniyatini o‘rganadi.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Identifikatsion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Noma’lum murda aynanligi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Suyaqdan: irq, jins, yosh, bo‘y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Mikrologik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Mikroiz va zarralar o‘tishi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Situatsion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 harakat imkoniyati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Tekshiruvlar farqi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318, 318–319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kimyo tekshiruvlari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tekshiruvi biologik ob’ektlarda toksik moddalar yoki hosilalarining mavjudligini tasdiqlash yoki inkor etish maqsadida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Vazifalar: toksikologik ahamiyatli moddalarni topish va miqdoriy aniqlash, dori va narkotiklarni aniqlash, natijalarni izohlash, nobiologik dalillar tahlili.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Toksikologik tekshiruvda imkon qadar turli prinsipli kamida ikkita usul tavsiya etiladi; arxiv ob’ektlar spirtda sovutkichda bir yilgacha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Maqsad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Toksik moddalar bor-yo‘qligi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Toksikologik ahamiyatli moddalar, miqdori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Dori, narkotik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Aniqlash va izohlash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Usullar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2 xil prinsipli usul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Arxiv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Spirtda sovutkichda 1 yilgacha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Sud-kimyo tekshiruvi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319–320, 320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Jinoyatning belgilari: jamiyat uchun xavf, jinoiy huquqbuzarlik, aybdorlik va jazo.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kodeksda jazo tahdidi bilan taqiqlangan, aybli ijtimoiy xavfli qilmish (harakat yoki harakatsizlik) jinoyat deb topiladi (JK 14-modda).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xavfli qilmish Kodeks qo‘riqlaydigan ob’ektlarga zarar yetkazadi yoki real zarar xavfini keltirib chiqaradi.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Jamiyat uchun xavf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Ijtimoiy xavfli qilmish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Jinoiy huquqbuzarlik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JK 14: jazo tahdidi bilan taqiqlangan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Aybdorlik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Aybli harakat yoki harakatsizlik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Jazo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Jazo ko‘zda tutiladi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Jinoyatning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Aybning turlari: qasd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Ayb uchun qilmish ong va iroda nazorati ostida sodir etilgan bo‘lishi kerak; shaxs qasddan yoki ehtiyotsizlik orqasidan aybdor deb topiladi (JK 20-modda).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qasd: shaxs oqibatlarga ko‘zi yetgan va ularning yuz berishini istagan. Egri qasd: oqibatlarga ongli tarzda yo‘l qo‘ygan (JK 21-modda).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 faoliyati uchun to‘g‘ri qasddan sodir etilgan jinoyatlar xos emas; jinoiy abort va mansab soxtakorligi bunday jinoyatlarga taalluqli.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To‘g‘ri qasd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Oqibatlarga ko‘zi yetgan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Yuz berishini istagan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Egri qasd (JK 21)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Oqibatlarga ko‘zi yetgan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Ongli ravishda yo‘l qo‘ygan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Tibbiyotda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To‘g‘ri qasd xos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jinoiy abort, soxtakorlik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Qasd turlari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115, 115–116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Aybning turlari: ehtiyotsizlik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O‘z-o‘ziga ishonish: oqibat kelib chiqishi mumkinligiga ko‘zi yetgan, lekin ularning kelib chiqmasligiga asossiz umid qilgan (JK 22-modda).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Beparvolik: oqibatlarga ko‘zi yetmagan, lekin yetishi lozim va mumkin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holatlarda tibbiy xodimlar ehtiyotsizlik orqasidan sodir etilgan jinoyatlar uchun javobgarlikka tortiladi.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O‘z-o‘ziga ishonish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Oqibatga ko‘zi yetgan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Asossiz umid (JK 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Beparvolik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Ko‘zi yetmagan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Yetishi lozim va mumkin 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Amaliyotda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xodimlar aksariyat shu sababli javobgar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Ehtiyotsizlik turlari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Ehtiyotsizlik: ikki misol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Sababsiz, tayyorgarliksiz va yordamchilarsiz rejali operatsiya — o‘z-o‘ziga ishonish.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standartlarni bilmadi, asorat o‘limga olib keldi — beparvolik.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830"/>
                <a:gridCol w="1932144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Tayyorgarliksiz rejali operatsiya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O‘z-o‘ziga ishonish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Standartni bilmaslik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Beparvolik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Misollar va 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Oxirgi zaruriyat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zaruriyatda xavfni boshqa choralar bilan qaytarib bo‘lmasa va keltirilgan zarar oldi olingandan kam bo‘lsa, qilmish jinoyat emas (JK 38-modda).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muassasadan tashqarida laringospazmda improvizatsiya vositalari bilan traxeostoma o‘rnatilgan; bemor hayoti saqlandi, keyin yiringli asorat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Vrachning bunday harakatini jinoyat sifatida baholash mumkin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Xavf boshqa chora bilan qaytmaydi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 oldi olingandan kam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JK 38: jinoyat topilmaydi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Misol: laringospazmda traxeostoma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Oxirgi zaruriyat mantig‘i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tavakkalchilik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 zamonaviy ilmiy bilimga muvofiq bo‘lsa, maqsadga tavakkalsiz erishib bo‘lmasa va zarar oldi olinsa, tavakkalchilik asosli (JK 41-modda).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tavakkalchilikda ijtimoiy foydali natijaga erishilmasa ham zarar uchun javobgarlik yuzaga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halok bo‘lish xavfini bila turib qilingan tavakkalchilik asosli deb topilmaydi.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Ilm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Zamonaviy ilmiy bilimga muvofiq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Zarurat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Tavakkalsiz erishib bo‘lmaydi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Oldini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Zarar oldini olish choralari ko‘rilgan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Istisno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Halok bo‘lish xavfini bila turib — asossiz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41: asosli tavakkalchilik shartlari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 aybini aniqlashning murakkabligi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tuman shifoxonasida yurak jarohati bor bemorda maxsus sharoit yo‘q, ko‘chirish va mutaxassis chaqirish imkonsiz; navbatchi jarroh yurak jarohatini tikdi.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qaror hayot uchun ma’lum xavf tug‘diradi, ammo birdan-bir to‘g‘ri qaror bo‘lgan; kasb bilan bog‘liq tavakkalchilik asosli, harakat jinoyat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xodimining aybini aniqlash sud-tergov idoralari uchun alohida murakkab holat.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117, 117–118, 118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Komission ekspertizani tayinlash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surishtiruvchi, tergovchi, prokuror qarori yoki sud ajrimi.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bayon qismida ish tafsiloti, so‘ng ekspertiza turi va kimga tayinlangani, qaror qismida savollar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 aniq, tushunarli bo‘lib, ekspertlar komissiyasi tasarrufidan chetga chiqmasligi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Surishtiruvchi, tergovchi, prokuror qarori yoki sud ajrimi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Bayon qismi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tafsiloti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Tayinlash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Ekspertiza turi va kimga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Qaror qismi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Aniq savollar, komissiya tasarrufida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Qaror tarkibi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Taqdim etiladigan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Komissiyaga ish materiallari, tibbiy hujjatlar va tekshiruv uchun zarur obyektlar taqdim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 kasallik tarixidan ko‘chirma va ma’lumotnomalar asosida ekspertiza o‘tkazilishiga yo‘l qo‘yilmaydi.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Javobgarlikka tortilayotgan xodimning tavsifnomasi, idoraviy tekshiruvlar; o‘lim holatida — murda xulosasi yoki patologo-anatomik bayonnoma.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Taqdim etiladi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 materiallari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Xodim tavsifnomasi, idoraviy tekshiruv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 bo‘lsa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xulosasi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Yoki patologo-anatomik bayonnoma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Mumkin emas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 tarixidan ko‘chirma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Ma’lumotnomalar asosida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Komissiyaga hujjatlar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134, 135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Ekspertlar komissiyasi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Komission ekspertiza faqat sud-tibbiy ekspertiza byurolarida o‘tkaziladi; komissiya kamida uch kishidan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Muhokama qilinayotgan hodisa yuz bergan muassasa rahbarlari va natijadan manfaatdor shaxslar a’zo bo‘lolmaydi.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Etakchi ekspert, ma’ruzachi va a’zolar teng protsessual huquq va majburiyatga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Komissiya tarkibi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 kishi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Joy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sud-tibbiy byuro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A’zo bo‘la olmaydi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muassasa rahbarlari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Huquq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hammasida teng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Ekspertlar komissiyasi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135, 136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baholash va so‘roq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Qatnashchilar komissiya majlisida va to‘xtam tuzish bosqichida ishtirok eta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 a’zolari faqat mavjud xulosa bo‘yicha, xulosa taqdim etilgandan keyin so‘roq qilinishi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JPK 187-moddaga ko‘ra xulosa boshqa dalillar bilan birga baholanadi va ustuvor kuchga ega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Qatnashchilar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Majlis va to‘xtam tuzishda ishtirok etmaydi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Xulosa taqdim etilgandan keyin, faqat xulosa bo‘yicha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JPK 187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Boshqa dalillar bilan birga baholanadi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Ustuvor kuchga ega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Xulosani baholash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— kasallik bor-yo‘qligidan qat’i nazar tibbiy yordamga murojaat etgan shaxs.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sifati — yordamning zamonaviy fan va standartlarga mosligini ko‘rsatuvchi belgilar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standart — davolash-diagnostika choralarining hajmi va xarakteri tartibga solingan ketma-ketligi.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Bemor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Yordamga murojaat etgan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 sifati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Standartlarga moslik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Choralar ketma-ketligi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asosiy tushuncha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nuqsoni (TYON) huquqiy tushuncha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Keng ma’noda — umum qabul qilgan qoida, yo‘riqnoma, nizomni bajarmaslik yoki lozim bajarmaslik; noxush oqibat keltirgan yoki keltirishi mumkin bo‘lgan holat.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huquqi nuqtai nazaridan faqat sababiy bog‘liqlikda noxush oqibat keltirgan nuqsonlar inobatga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TYON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Huquqiy tushuncha emas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Keng ma’noda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Yo‘riqnomani bajarmaslik  ·  Lozim bajarmaslik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Jinoyat huquqida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sababiy bog‘liqdagi nuqson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 yordam nuqsoni (TYON)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144, 145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Nuqsonlar mohiyati bo‘yicha to‘rt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Nuqson mohiyatiga (yo‘l qo‘yilgan kamchilik mazmuniga) ko‘ra to‘rt guruh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Guruhlar: diagnostika, davolash, profilaktika va boshqa nuqsonlar.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Diagnostika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Kech tashxis qo‘yish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Davolash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Dorini noto‘g‘ri qo‘llash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Profilaktika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Sanitar qoidalarni buzish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 yuritish xatosi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Mohiyati bo‘yicha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Tashxisot va davolashdagi nuqsonlar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kasallik (jarohat)ni yoki uning asoratini aniqlamaslik.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hamroh kasallikni aniqlamaslik.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Kechikib shifoxonaga yotqizish; jarrohlik usulida davolashdagi kamchiliklar.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muolajalarni tayinlash va o‘tkazishdagi xatolar; tug‘ruqni noratsional olib borish.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Dori-darmonlardan noto‘g‘ri foydalanish va davolashdagi boshqa nuqsonlar.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Tashxisotdagi nuqson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Asosiy kasallik yoki asorat topilmagan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Muhim hamroh kasallik topilmagan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Kech tashxis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Davolashdagi nuqson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Kechikib yotqizish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Jarrohlik, muolajalardagi xato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Tug‘ruqni noratsional olib borish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Dori-darmondan noto‘g‘ri foydalanish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Nuqsonlar mohiyati bo‘yicha: tashxisot va davolash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joyi bo‘yicha: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Nuqson yo‘l qo‘yilgan joyga ko‘ra uch guruh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Bular: shifoxonagacha bosqich, shifoxona bosqichi va boshqa muassasalar.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Muassasa misoli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Shifoxonagacha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Qishloq vrachlik punkti, poliklinika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Shifoxona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Tuman shifoxonasi, tug‘ruq bo‘limi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Sanatoriy, bolalar uyi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Joy bo‘yicha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TYON sabablari: uch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sabablari — uni yuzaga keltirgan tafsilotlar; shartli ravishda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Guruhlar: subyektiv, tashkiliy va obyektiv sabablar.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Subyektiv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E’tiborsizlik, malaka yetishmasligi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Tashkiliy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Vositalar yo‘qligi, tashkil kamchiligi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Obyektiv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Kech murojaat, atipik kechish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Sabab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Oqibatga ta’siri va sababiy bog‘lanish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huquqida nuqson natijasida oqibat mavjudligi juda muhim, shuning uchun oqibatga ta’sir alohida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davolash muddatini cho‘zishi, nogironlik yoki o‘limga ta’sir etishi mumkin; ba’zan oqibatga umuman ta’sir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bevosita sabab-oqibat bog‘lanishi vrachni javobgarlikka tortish uchun asos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Nuqson va oqibat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Oqibat zarur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Jinoyat huquqida muhim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 turlari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Davolash muddatini cho‘zish  ·  Nogironlik yoki o‘lim  ·  Ta’sir qilmasligi mumkin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Javobgarlik asosi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bevosita sabab-oqibat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TYONning oqibatga ta’siri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«Vrachning himoyalangan munosabati»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Noxush oqibat xavfi ba’zan vrachni tibbiy muolajalarni minimal hajmda o‘tkazishga undaydi — bu «himoyalangan munosabat».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Chet el adabiyotida u «himoyalangan tibbiyot» (defensive medicine)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Uni aniqlash qiyin: tibbiy hujjatlar va huquqbuzarlikning subyektiv tomoni haqidagi materiallar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Noxush oqibat xavfi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Minimal hajmda muolaja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«Himoyalangan munosabat»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Defensive medicine (chet 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Himoyalangan munosabat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148, 149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Baholash algoritmi: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Algoritm TYON tahlilini ma’lum ketma-ketlikda olib borishni talab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bemordagi patologiya; 2) vrach harakatlarini baholash; 3) harakat va oqibat o‘rtasida sababiy bog‘lanish.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Patologik holat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Vrach harakatlari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Sababiy bog‘lanish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algoritmi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Oqibatga ta’sirning uch varianti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Patologiya tabiiy rivojlangan; TYON ta’sir qilmagan — sababiy bog‘lanish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ahvolni og‘irlashtirgan, moyillik yaratgan — bilvosita bog‘lanish.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TYON yangi patologik jarayonga olib kelgan — bog‘lanish 3 xil ko‘rinishda.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Variant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Bog‘lanish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Tabiiy rivojlanish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Ahvolni og‘irlashtirgan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Bilvosita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Yangi jarayon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Bevosita yoki bilvosita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Oqibatga ta’sir variantlari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baholash mezonlari — shartlilik, asoslanganlik, o‘z vaqtidalik, texnika, to‘laqonlik (besh «to‘g‘ri» harakat belgisi).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 tarkibida hodisa yuz bergan muassasa rahbarlari bo‘lishi mumkin emas — xolislikni saqlash qoidasi.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ko‘lmagi ko‘p qon yo‘qotilganda yoki singdirish xususiyati past materialda hosil bo‘ladi; tomchining tushish balandligi katta bo‘lsa, dog‘ atrofida sachralar paydo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1985 yilda A. Djeffris inson genomida minisatellit markerlarning yuqori polimorf oilasini aniqlagan va DNK tekshiruvining sud-biologik ahamiyatini ilgari surgan.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 sud tibbiy ekspertizasi. Tibbiy xodimlarning kasb xuquqbuzarligi xolatla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13. Ashyoviy dalillarni sud-tibbiy tekshirish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11-bob. Tibbiy yordam nuqsonlari; bet 143-154; 9-bob. Tibbiy xodimlarning jinoiy javobgarligi; bet 115-133; 10-bob. Tibbiy xodimlarning kasb huquqbuzarliklari bo‘yicha tekshiruvlar; bet 134-142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7-modul. Ashyoviy dalillar ekspertizasi; bet 460-491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X bo‘lim. Biologik ashyoviy dalillar tekshiruvi; bet 192-213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23. Principles of forensic science, pp. 216–234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