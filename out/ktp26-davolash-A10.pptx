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Qanday predmetlar ashyoviy dalil bo‘ladi? Doskada: Ashyoviy dalil turlari. Tipik xato: Faqat qurolni ashyoviy dalil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Klinitsist hodisa joyida nimalarni qila oladi? Doskada: Mutaxassis—shifokor rollari. Tipik xato: Klinitsist laboratoriya xulosasini beradi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Izning shakli nimani ko‘rsatadi? Doskada: Iz turlari jadvali. Tipik xato: Izning shaklini yuzaga bog‘lamay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Dog‘ shaklidan harakat yo‘nalishi qanday aniqlanadi? Doskada: Dog‘ shakllari. Tipik xato: Barcha dog‘larni bir xil balandlikdan tushgan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nazorat namunasi olinadi? Doskada: Namuna olish qadamlari. Tipik xato: Yangi doka-bint bo‘lagidan foydalanish.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taxminiy usul qat’iy emas? Doskada: Savollar zanjiri. Tipik xato: Taxminiy sinamaga tayanib qon borligini tasdiqlash.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Qaysi usul tur mansubligini beradi? Doskada: Usullar jadvali. Tipik xato: Mikroskopik usulni eng ishonchli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bir necha tizim kerak? Doskada: Tizimlar ro‘yxati. Tipik xato: Faqat AVO bo‘yicha muayyan shaxsni aniqlash.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Qon izining muddatini nega aniq aytib bo‘lmaydi? Doskada: Ko‘rsatkichlar ro‘yxati. Tipik xato: HbFni homilador ayollarda hech uchramaydi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ikki tomondan namuna olinadi? Doskada: Namunalar ro‘yxati. Tipik xato: So‘lakni og‘iz chayilmay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Qachon morfologik usul qo‘llanmaydi? Doskada: Usullar jadvali. Tipik xato: Spermatozoidning faqat boshi topilsa ham musbat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Ajratuvchanlik nimani anglatadi? Doskada: Ajratma—test juftliklari. Tipik xato: Najasda guruhiy mansublikni aniqlash mumkin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Nega quritiladi? Doskada: Qoidalar ro‘yxati. Tipik xato: Namunalarni bir o‘ramda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beshta sohadan olinadi? Doskada: Soch namunasi sxemasi. Tipik xato: Bitta soch tolasi bilan shaxsni aniqlash.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Qaysi belgi odam sochini ko‘rsatadi? Doskada: Ikki ustun: odam / hayvon. Tipik xato: Pigment joylashuvini hisobga olmaslik.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Yulingan va to‘kilgan sochni qanday ajratamiz? Doskada: Soch ildizi belgilari. Tipik xato: Soch bo‘yicha shaxsni qat’iy aniqlash.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Gistologiya qaysi savollarga javob beradi? Doskada: Vazifalar ro‘yxati. Tipik xato: Chirigan murdada gistologiya bo‘lmaydi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Arxiv nega kerak? Doskada: Muddatlar jadvali. Tipik xato: Arxivni ekspertizadan keyin yo‘q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Qaysi tekshiruv qaysi savolga javob beradi? Doskada: Besh tur jadvali. Tipik xato: Barcha turlarni bir xil usul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Situatsion tekshiruvda nima solishtiriladi? Doskada: Uch bosqich. Tipik xato: Mikroizlarni ko‘z bilan ko‘rinadigan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ikkita usul? Doskada: Dastlabki va tasdiqlovchi usullar. Tipik xato: Bitta rangli reaksiya bilan yakuniy xulosa berish.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Tibbiyotda harakatsizlik jinoyat bo‘ladimi? Doskada: Jinoyat belgilari. Tipik xato: Har qanday salbiy oqibatni jinoyat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To‘g‘ri va egri qasd farqi nima? Doskada: Qasd turlari jadvali. Tipik xato: Tibbiy xodimlarning ko‘p jinoyatlarini qasddan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O‘z-o‘ziga ishonish va beparvolikni farqlang. Doskada: Ikki shakl jadvali. Tipik xato: Beparvolikni qasd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Misollarni turlarga ajrating. Doskada: Ikki misol jadvali. Tipik xato: Standartni bilmaslikni sababsiz holat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Oxirgi zaruriyat shartlarini sanang. Doskada: Shartlar ro‘yxati. Tipik xato: Har qanday zararni zarurat bilan oqlash.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Qachon tavakkalchilik asosli? Doskada: Shartlar ro‘yxati. Tipik xato: Har qanday tavakkalni oqlash.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sud-tibbiy ekspertiza kerak? Doskada: Qaror zanjiri. Tipik xato: Noxush oqibatni avtomatik ayb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Savol komissiya vakolatidan tashqarida bo‘lsa nima qilinadi? Doskada: qaror tuzilishi. Tipik xato: ekspertiza arizachi iltimosi bilan tayinlanadi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Nega ko‘chirma yetarli emas? Doskada: hujjatlar ro‘yxati. Tipik xato: kseronusxani asl nusxa o‘rnida har doim qabul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hodisa bo‘lgan muassasa vakili a’zo bo‘lolmaydi? Doskada: komissiya tarkibi. Tipik xato: etakchi ekspertga ustunlik berish.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Ikki xulosa mos kelmasa nima qilinadi? Doskada: «xulosa → baholash → qaror». Tipik xato: ekspert xulosasini majburiy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Bemor tushunchasiga sog‘lom murojaat etuvchi ham kiradimi? Doskada: uchta ta’rifni qisqa yozing. Tipik xato: standartni «qat’iy buyruq» deb tushunish.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TYON «huquqiy tushuncha emas»? Doskada: TYON ta’rifini o‘z so‘zingiz bilan yozdiring. Tipik xato: har bir nuqsonni jinoyat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Qaysi guruh ekspertizada eng ko‘p uchraydi deb o‘ylaysiz? Doskada: to‘rt guruhli jadval. Tipik xato: guruhlarni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daq. Muhokama: Kech tashxis va noto‘g‘ri tashxis farqi nimada? Doskada: to‘rt turni sanang. Tipik xato: asoratni aniqlamaslikni davolash nuqsoni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daq. Muhokama: «Noratsional» so‘zi nimani anglatadi? Doskada: 5 ta ko‘rinishni ro‘yxat qiling. Tipik xato: faqat jarrohlik xatolarini nazarda tutish.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daq. Muhokama: Joy bo‘yicha tasnif nima uchun kerak? Doskada: uch ustunli jadval. Tipik xato: tez yordamni shifoxona bosqichiga kiritish.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daq. Muhokama: Uch guruhdan qaysi biri vrachga bog‘liq emas? Doskada: jadval. Tipik xato: obyektiv sababni vrach aybi deb qarash.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Bilvosita bog‘lanish javobgarlik asosi bo‘ladimi? Doskada: bevosita va bilvosita bog‘lanishni solishtiring. Tipik xato: har qanday nuqsonni oqibat sababi deb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Bu munosabat bemorga qanday zarar yetkazadi? Doskada: «xavf → himoya → zarar» zanjiri. Tipik xato: uni ehtiyotkorlik deb maqtash.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Nega ketma-ketlikni o‘zgartirib bo‘lmaydi? Doskada: 3 bosqichli sxema. Tipik xato: oqibatdan boshlab, «teskari»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Uch variantdan qaysi biri javobgarlikka eng yaqin? Doskada: jadval. Tipik xato: bilvosita bog‘lanishni bevosita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Ashyoviy dalillar sud tibbiy ekspertizasi. Tibbiy xodimlarning kasb xuquqbuzarligi xolatlarida sud-tibbiy ekspertiza. Mazkur ekspertizalarni o‘tkazishda klinitsist- mutaxassislarning o‘rni. Jinoyat tushunchasi. Aybning turlari; qasddan, extiyotsizlik orqasidan, oxirgi zaruriyat. Tibbiy yordam ko‘rsatish nuqsonlari. Tibbiy yordam nuqsonlari tasnifi. Nuqsonlar mohiyati va ularni yuzaga kelish sabablari. Tibbiy yordam nuqsonlarining oqibatiga ta’siri.Ularning o‘rganishning tibbiy yordam sifatini yaxshilashdagi ahamiyati.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Ashyoviy dalil tushunchasi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 sud tibbiy ekspertizasi. Tibbiy xodimlarning kasb xuquqbuzarligi xolatla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JPK 203-moddasiga ko‘ra ashyoviy dalil — kelib chiqishi, tegishliligi, foydalanilishi yoki ta’sir etgan omillar aniqlanishi mumkin bo‘lgan fizikaviy alomat va belgilarga ega narsa.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Ashyoviy dalillarga jinoyat quroli, jinoyat izlarini saqlagan predmetlar va jinoiy harakatlar ob’ekti bo‘lgan narsalar kiradi.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Biologik ashyoviy dalillar — to‘qima qismlari, qon, ajratmalar (so‘lak, siydik, ter, maniy, najas) va ularning dog‘lari, sochlar.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Kim tekshiradi va klinitsistning o‘rni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 sud tibbiy ekspertizasi. Tibbiy xodimlarning kasb xuquqbuzarligi xolatla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Biologik ashyoviy dalillar ekspertizasi sud-biologik, sud-gistologik, tibbiy kriminalistika va sud kimyo laboratoriyalarida maxsus mutaxassislar tomonidan o‘tkaziladi.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Ashyoviy dalillarning sud-tibbiy tekshiruvi klinitsist-shifokorlarga yuklanmaydi.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Ayrim hollarda umumiy amaliyot shifokorlari hodisa joyini ko‘zdan kechirish, ashyoviy dalillarni topish, tavsiflash va namuna olishga jalb qilinishi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 izlarining ko‘rinishlari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 sud tibbiy ekspertizasi. Tibbiy xodimlarning kasb xuquqbuzarligi xolatla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 izlari hodisa joyida, jabrlangan va ayblanuvchining tanasi, kiyimi, poyafzalida, shikastlovchi qurolda topilishi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 ko‘p yo‘qotilganda yoki singdirish xususiyati past materialda qon ko‘lmagi; yaxshi singdiradigan materialda singdirilgan iz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Qiya yuzada oqma shaklidagi izlar; sirpanishdan surtma izlar; sirpanishsiz kontaktdan bosma izlar.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303, 303–304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 tomchisi izlari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 sud tibbiy ekspertizasi. Tibbiy xodimlarning kasb xuquqbuzarligi xolatla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10–15 sm balandlikdan gorizontal yuzaga tushgan tomchi dumaloq, chetlari tekis dog‘ hosil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Harakatdagi tana qismidan yoki qiya yuzaga tushsa dog‘ noksimon, undov belgisi shaklida; ensiz tomoni harakat yo‘nalishiga qaraydi.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Balandlik katta bo‘lsa, dog‘ cheti mayda tishsimon, atrofida sachralar; sachra izlari keskin siltanish yoki yirik arteriyadan fontan bo‘lib oqishda ham hosil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303–304, 304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 izlarini olish qoidalari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 sud tibbiy ekspertizasi. Tibbiy xodimlarning kasb xuquqbuzarligi xolatla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Ashyoviy dalillarni, jumladan qon izlarini hodisa joyidan olish tergovchi tomonidan amalga oshiriladi; zarurat bo‘lsa shifokorlar jalb qilinadi.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Kichik predmetlar butunligicha olinadi; katta buyumdan dog‘li bo‘lak va nazorat uchun toza bo‘lak qirqib olinadi; qattiq yuzadan quruq qon qirindisi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 ko‘lmagidan namuna 10 ml dan kam bo‘lmagan miqdorda flakonga; qordagi izlar eritiladi, tuproq va qum dog‘i to‘liq qalinligida olinadi.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304, 304–305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 ekspertizasida hal etiladigan masalalar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 sud tibbiy ekspertizasi. Tibbiy xodimlarning kasb xuquqbuzarligi xolatla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Ketma-ketlik: qon borligi, tur, guruh, muayyan shaxs; taxminiy sinamalar nospetsifik.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Taxminiy usullar: benzidin, peroksid, lyuminol, fenolftalein sinamalari, ultrabinafsha nur.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Qon bormi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Tur mansubligi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Guruhiy mansublik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Muayyan shaxs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Qon ekspertizasi savollari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305–306, 305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 borligi va tur mansubligini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 sud tibbiy ekspertizasi. Tibbiy xodimlarning kasb xuquqbuzarligi xolatla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Ishonchli usullar: mikroskopik, mikrokristallik, spektral, xromatografik; hozirda ishonchli tarzda asosan xromatografik usul qo‘llanadi.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Tur mansubligi: Chistovich—Ulengut pretsipitatsiya reaksiyasi, elektroforez, Ouxterloni usuli va boshqalar.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ABAcard testi dog‘da qon borligi va uning insonga mansubligini bir vaqtda aniqlaydi.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306, 306–307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Qonning guruhiy mansubligi va shaxsga tegishliligi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 sud tibbiy ekspertizasi. Tibbiy xodimlarning kasb xuquqbuzarligi xolatla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Eritrotsitar, zardob, leykotsitar va ferment guruhiy tizimlari mavjud; tekshiruv odatda AVO tizimidan boshlanadi.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Sud-tibbiy tekshiruvda AVO tizimining ham agglyutinogenlari, ham agglyutininlari o‘rganiladi.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Qonning muayyan shaxsga tegishliligi so‘nggi davrda qat’iy tarzda DNK tekshiruvi bilan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Qon: jins, hudud, yosh va homiladorlik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 sud tibbiy ekspertizasi. Tibbiy xodimlarning kasb xuquqbuzarligi xolatla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Jinsiy mansublik X- va Y-xromatinni aniqlash bilan yoki DNK tekshiruvi orqali hal etiladi.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Katta yoshlilarda gemoglobin HbA, go‘daklarda HbF; HbF ishqor denaturatsiyasiga chidamliroq. 15–20 kunlik dog‘da farqlab bo‘lmaydi.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 dog‘i bo‘yicha homiladorlikni qat’iy aniqlab bo‘lmaydi; 1 litr suyuq qondan taxminan 210 g quruq qoldiq qoladi.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307–308, 308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Maniy izlari va ularni olish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 sud tibbiy ekspertizasi. Tibbiy xodimlarning kasb xuquqbuzarligi xolatla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Maniy izlari jinsiy jinoyatlar va ayrim jinsiy holatlar ekspertizasida sud-biologik bo‘limda tekshiriladi.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Dog‘lar chetlari landkartasimon, kraxmal zichligida; to‘q matoda oqimtir, yorqin matoda sarg‘imtir; qon bilan aralashsa pushti.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Gumondorlardan va jabrlanuvchidan qon va so‘lak namunalari olinadi; so‘lak olishdan oldin og‘iz chayiladi, 2–3 ml yig‘iladi.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308–309, 309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Maniy borligini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 sud tibbiy ekspertizasi. Tibbiy xodimlarning kasb xuquqbuzarligi xolatla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Taxminiy usullar: kartoshka sharbati bilan reaksiya, ultrabinafsha nurda och havorang flyuoressensiya; Florans va Barberio reaksiyalari amaliy ahamiyatga ega emas.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Ishonchli usullar: morfologik — bitta bo‘lsa-da butun spermatozoid (bosh, tana, dum) topilishi musbat natija; xromatografiya.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Azospermiya va nekrospermiyada qog‘ozda xromatografiya: xolin, spermin va nordon fosfataza birga topilsa, maniy borligi ishonchli.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Ajratuvchanlik va boshqa ajratmalar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 sud tibbiy ekspertizasi. Tibbiy xodimlarning kasb xuquqbuzarligi xolatla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Taxminan 80% odamda guruhiy antigenlar ajratmalarda (maniy, siydik, o‘t, so‘lak, najas) topiladi — «ajratuvchilar».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So‘lak borligi amilaza fermenti orqali, ter — serin aminokislotasi, siydik — kreatinin va mochevina orqali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Najas mikroskopik tekshiruvda ovqat qoldiqlari, mikroorganizmlar, gelmint tuxumlari orqali; siydik va najasning tur mansubligi aniqlanmaydi.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311, 311–312, 312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Namunalarni saqlash va yuborish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 sud tibbiy ekspertizasi. Tibbiy xodimlarning kasb xuquqbuzarligi xolatla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Tekshiruv ob’ektlari xona haroratida, quyosh nuri tushmaydigan, issiqlik manbaidan uzoq, hasharotlar kirmaydigan sharoitda quritilib yuboriladi.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Har bir ob’ekt alohida o‘raladi; tekshiruv ob’ekti va nazorat ob’ekti bir o‘ramda bo‘lishi mumkin emas.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Hodisa joyidan ob’ektlarni olishda qo‘lga rezina qo‘lqop kiyiladi, kichik predmetlar pinset bilan olinadi.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312, 311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Sochni tekshirish: namuna va masalalar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 sud tibbiy ekspertizasi. Tibbiy xodimlarning kasb xuquqbuzarligi xolatla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Soch qotillik, jinsiy jinoyat, tan jarohati va yo‘l-transport hodisalarida tekshiriladi; pinset bilan olinib, har sohadan alohida paketga solinadi.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Taqqoslash namunasi boshning besh sohasidan (peshona, tepa, ikki chekka, ensa) 20–30 tola tutami teriga yaqin qirqib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Savollar: tola sochmi, odam yoki hayvonniki, guruhiy va regional mansubligi, o‘zi tushganmi yoki yulinganmi, qanday ta’sir ko‘rsatilgan, muayyan shaxsga mansubligi.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312–313, 313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Odam va hayvon sochi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 sud tibbiy ekspertizasi. Tibbiy xodimlarning kasb xuquqbuzarligi xolatla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Odamda kutikula mayda zich tishchali; hayvonda yirik, ba’zan arrasimon, uzoq tishchali.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Odamda po‘stloq mag‘izdan kengroq; hayvonda mag‘iz asosiy qalinlikni egallaydi.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6369"/>
                <a:gridCol w="1795916"/>
                <a:gridCol w="1895689"/>
              </a:tblGrid>
              <a:tr h="86868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Odam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Hayvon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Kutikula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Mayda zich tishcha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Yirik, uzoq tishcha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Mag‘iz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Ingichka yoki yo‘q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Asosiy qalinlik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Odam va hayvon sochi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313–314, 314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Soch: hudud, shikast va shaxsga mansublik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 sud tibbiy ekspertizasi. Tibbiy xodimlarning kasb xuquqbuzarligi xolatla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Boshdagi soch qalinligi 0,1 mm gacha, qosh-kiprik 0,11–0,12 mm, soqol-mo‘ylov 0,15–0,17 mm.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200 °C dan yuqori haroratda soch ko‘mirlanadi; o‘tkir jismdan kesilgan joy tekis, o‘tmas jismdan sterjen ezilib tolalanadi.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Yulingan sochda piyozcha va qin xaltasi qoldig‘i bo‘ladi; shaxsga mansublik ehtimol ko‘rinishida hal etiladi.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Sud-gistologik tekshiruv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 sud tibbiy ekspertizasi. Tibbiy xodimlarning kasb xuquqbuzarligi xolatla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 ekspertizasi o‘tkazilgan barcha holatlarda sud-gistologik tekshiruv uchun ichki a’zo va to‘qima bo‘lakchalari olinishi kerak.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Chirish va boshqa o‘limdan keyingi o‘zgarishlar tekshiruvdan rad etish uchun asos bo‘la olmaydi.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Preparatlar hamma holatda gematoksilin-eozin bilan bo‘yaladi; kerak bo‘lsa selektiv bo‘yash, muzlatilgan kesmalar, lyuminessent va polyarizatsion mikroskopiya.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Sud-gistologik tekshiruv: diatom va arxiv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 sud tibbiy ekspertizasi. Tibbiy xodimlarning kasb xuquqbuzarligi xolatla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Sud-gistologik bo‘limda suvga tirik yoki o‘lik holda tushganlik masalasida diatom planktoni tekshiriladi; suv namunalari ham taqdim etiladi.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Natija dalolatnomada: kirish, tekshiruv, sud-gistologik tashxis, xotima.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 a’zo-to‘qimalari birlamchi (formalinli) arxivi kamida 2 yil, preparatlar va bloklar kamida 3 yil saqlanadi.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316, 316–317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Tibbiy-kriminalistik tekshiruvlar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 sud tibbiy ekspertizasi. Tibbiy xodimlarning kasb xuquqbuzarligi xolatla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Tibbiy-kriminalistika bo‘limida diagnostik, identifikatsion va situatsion masalalar hal etiladi: trassologik, ballistik, identifikatsion, mikrologik, situatsion.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Trassologik tekshiruvning asosiy maqsadi — jarohat yoki izlar bo‘yicha shikastlovchi omilni aniqlash.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Ballistik tekshiruv o‘qotar jarohatlar va portlash travmasida: jarohatlar soni, otish ketma-ketligi, distansiya, qurol va snaryad turi.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317, 317–318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Identifikatsion, mikrologik, situatsion tekshiruv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 sud tibbiy ekspertizasi. Tibbiy xodimlarning kasb xuquqbuzarligi xolatla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Identifikatsion tekshiruv shaxsi noma’lum murda yoki qoldiqlarning muayyan shaxsga tegishliligini aniqlash uchun; so‘nggi bosqichda aynanlik haqida xulosa qilinadi.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Suyak qoldiqlaridan tur, murdalar soni, irq, jins, taxminiy yosh, bo‘y uzunligi, kasallik va jarohatlar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Mikrologik tekshiruv mikroizlar va mikrozarralarning o‘tishini, situatsion tekshiruv esa ma’lum harakatni sodir etish imkoniyatini o‘rganadi.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318, 318–319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Sud kimyo tekshiruvlari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 sud tibbiy ekspertizasi. Tibbiy xodimlarning kasb xuquqbuzarligi xolatla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Sud-kimyo tekshiruvi biologik ob’ektlarda toksik moddalar yoki hosilalarining mavjudligini tasdiqlash yoki inkor etish maqsadida o‘tkaziladi.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Vazifalar: toksikologik ahamiyatli moddalarni topish va miqdoriy aniqlash, dori va narkotiklarni aniqlash, natijalarni izohlash, nobiologik ashyoviy dalillar tahlili.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Toksikologik tekshiruvda imkon qadar turli prinsiplarga asoslangan kamida ikkita usul tavsiya etiladi; arxiv ob’ektlar spirtda sovutkichda bir yilgacha saqlanadi.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319–320, 320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Jinoyat tushunchasi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 sud tibbiy ekspertizasi. Tibbiy xodimlarning kasb xuquqbuzarligi xolatla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Jinoyatning belgilari: jamiyat uchun xavf, jinoiy huquqbuzarlik, aybdorlik va jazo.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Jinoiy kodeksda jazo tahdidi bilan taqiqlangan, aybli ijtimoiy xavfli qilmish (harakat yoki harakatsizlik) jinoyat deb topiladi (JK 14-modda).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Ijtimoiy xavfli qilmish Kodeks qo‘riqlaydigan ob’ektlarga zarar yetkazadi yoki real zarar xavfini keltirib chiqaradi.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115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Aybning turlari: qasd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 sud tibbiy ekspertizasi. Tibbiy xodimlarning kasb xuquqbuzarligi xolatla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Ayb mavjud bo‘lishi uchun qilmish ong va iroda nazorati ostida sodir etilgan bo‘lishi kerak; shaxs qasddan yoki ehtiyotsizlik orqasidan aybdor deb topiladi (JK 20-modda).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To‘g‘ri qasd: shaxs oqibatlarga ko‘zi yetgan va ularning yuz berishini istagan. Egri qasd: oqibatlarga ongli tarzda yo‘l qo‘ygan (JK 21-modda).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Tibbiy xodimlar faoliyati uchun to‘g‘ri qasddan sodir etilgan jinoyatlar xos emas; jinoiy abort va mansab soxtakorligi bunday jinoyatlarga taalluqli.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115, 115–116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Aybning turlari: ehtiyotsizlik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 sud tibbiy ekspertizasi. Tibbiy xodimlarning kasb xuquqbuzarligi xolatla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O‘z-o‘ziga ishonish: oqibat kelib chiqishi mumkinligiga ko‘zi yetgan, lekin ularning kelib chiqmasligiga asossiz umid qilgan (JK 22-modda).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Beparvolik: oqibatlarga ko‘zi yetmagan, lekin yetishi lozim va mumkin bo‘lgan.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Aksariyat holatlarda tibbiy xodimlar ehtiyotsizlik orqasidan sodir etilgan jinoyatlar uchun javobgarlikka tortiladi.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116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Ehtiyotsizlik: ikki misol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 sud tibbiy ekspertizasi. Tibbiy xodimlarning kasb xuquqbuzarligi xolatla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Sababsiz, tayyorgarliksiz va yordamchilarsiz rejali operatsiya — o‘z-o‘ziga ishonish.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Vrach standartlarni bilmadi, asorat o‘limga olib keldi — beparvolik.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5830"/>
                <a:gridCol w="1932144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Misol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Tur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Tayyorgarliksiz rejali operatsiya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O‘z-o‘ziga ishonish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Standartni bilmaslik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Beparvolik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Misollar va tur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116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Oxirgi zaruriyat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 sud tibbiy ekspertizasi. Tibbiy xodimlarning kasb xuquqbuzarligi xolatla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Oxirgi zaruriyatda xavfni boshqa choralar bilan qaytarishning iloji bo‘lmasa va keltirilgan zarar oldi olingan zararga qaraganda kam bo‘lsa, qilmish jinoyat deb topilmaydi (JK 38-modda).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Misol: tibbiy muassasadan tashqarida laringospazmda improvizatsiya qilingan vositalar bilan traxeostoma o‘rnatilgan; bemor hayoti saqlandi, keyin yiringli asorat bo‘ldi.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Vrachning bunday harakatini jinoyat sifatida baholash mumkin emas.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117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Asosli tavakkalchilik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 sud tibbiy ekspertizasi. Tibbiy xodimlarning kasb xuquqbuzarligi xolatla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Harakat zamonaviy ilmiy bilimlarga muvofiq bo‘lsa, maqsadga tavakkalsiz erishib bo‘lmasa va zarar oldini olish choralari ko‘rilsa, tavakkalchilik asosli deb topiladi (JK 41-modda).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Asosli tavakkalchilikda ijtimoiy foydali natijaga erishilmasa ham zarar uchun javobgarlik yuzaga kelmaydi.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Odamlar halok bo‘lish xavfini bila turib qilingan tavakkalchilik asosli deb topilmaydi.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117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Tibbiy xodim aybini aniqlashning murakkabligi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 sud tibbiy ekspertizasi. Tibbiy xodimlarning kasb xuquqbuzarligi xolatla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Misol: tuman shifoxonasida yurak jarohati bor bemorda maxsus sharoit yo‘q, ko‘chirish va mutaxassis chaqirish imkonsiz; navbatchi jarroh yurak jarohatini tikdi.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 qaror hayot uchun ma’lum xavf tug‘diradi, ammo birdan-bir to‘g‘ri qaror bo‘lgan; kasb bilan bog‘liq tavakkalchilik asosli, harakat jinoyat emas.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Tibbiyot xodimining aybini aniqlash sud-tergov idoralari uchun alohida murakkab holat.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117, 117–118, 118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Komission ekspertizani tayinlash asoslari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 sud tibbiy ekspertizasi. Tibbiy xodimlarning kasb xuquqbuzarligi xolatla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Asos: surishtiruvchi, tergovchi, prokuror qarori yoki sud ajrimi.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Qaror bayon qismida ish tafsiloti, so‘ng ekspertiza turi va kimga tayinlangani, qaror qismida savollar ko‘rsatiladi.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Savollar aniq, tushunarli bo‘lib, ekspertlar komissiyasi tasarrufidan chetga chiqmasligi kerak.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134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Taqdim etiladigan hujjatlar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 sud tibbiy ekspertizasi. Tibbiy xodimlarning kasb xuquqbuzarligi xolatla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Komissiyaga ish materiallari, tibbiy hujjatlar va tekshiruv uchun zarur obyektlar taqdim etiladi.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Alohida kasallik tarixidan ko‘chirma va ma’lumotnomalar asosida ekspertiza o‘tkazilishiga yo‘l qo‘yilmaydi.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Javobgarlikka tortilayotgan xodimning tavsifnomasi, idoraviy tekshiruvlar; o‘lim holatida — murda xulosasi yoki patologo-anatomik bayonnoma.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134, 135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Ekspertlar komissiyasi tarkibi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 sud tibbiy ekspertizasi. Tibbiy xodimlarning kasb xuquqbuzarligi xolatla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Komission ekspertiza faqat sud-tibbiy ekspertiza byurolarida o‘tkaziladi; komissiya kamida uch kishidan iborat.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Muhokama qilinayotgan hodisa yuz bergan muassasa rahbarlari va natijadan manfaatdor shaxslar a’zo bo‘lolmaydi.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Etakchi ekspert, ma’ruzachi va a’zolar teng protsessual huquq va majburiyatga ega.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135, 136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Xulosani baholash va so‘roq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 sud tibbiy ekspertizasi. Tibbiy xodimlarning kasb xuquqbuzarligi xolatla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Qatnashchilar komissiya majlisida va to‘xtam tuzish bosqichida ishtirok eta olmaydi.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Komissiya a’zolari faqat mavjud xulosa bo‘yicha, xulosa taqdim etilgandan keyin so‘roq qilinishi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JPK 187-moddaga ko‘ra xulosa boshqa dalillar bilan birga baholanadi va ustuvor kuchga ega emas.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141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Asosiy tushunchalar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 sud tibbiy ekspertizasi. Tibbiy xodimlarning kasb xuquqbuzarligi xolatla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Bemor — kasallik bor-yo‘qligidan qat’i nazar tibbiy yordamga murojaat etgan shaxs.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Tibbiy yordam sifati — yordamning zamonaviy fan va standartlarga mosligini ko‘rsatuvchi belgilar majmui.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Tibbiy standart — davolash-diagnostika choralarining hajmi va xarakteri tartibga solingan ketma-ketligi.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9295"/>
                <a:gridCol w="3448679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Tushuncha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Mohiyati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Bemor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Yordamga murojaat etgan shaxs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Yordam sifati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Standartlarga moslik belgilari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Standart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Choralar ketma-ketligi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Uch asosiy tushuncha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143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TYON tushunchasi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 sud tibbiy ekspertizasi. Tibbiy xodimlarning kasb xuquqbuzarligi xolatla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Tibbiy yordam nuqsoni (TYON) huquqiy tushuncha emas.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Keng ma’noda — umum qabul qilgan qoida, yo‘riqnoma, qo‘llanma, nizomni bajarmaslik yoki lozim darajada bajarmaslik; noxush oqibat keltirgan yoki keltirishi mumkin bo‘lgan holat.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Jinoyat huquqi nuqtai nazaridan faqat sababiy bog‘liqlikda noxush oqibat keltirgan nuqsonlar inobatga olinadi.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144, 145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Nuqsonlar mohiyati bo‘yicha to‘rt guruh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 sud tibbiy ekspertizasi. Tibbiy xodimlarning kasb xuquqbuzarligi xolatla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Nuqson mohiyatiga (yo‘l qo‘yilgan kamchilik mazmuniga) ko‘ra to‘rt guruh ajratiladi.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Guruhlar: diagnostika, davolash, profilaktika va boshqa nuqsonlar.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3600"/>
                <a:gridCol w="3224375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Guruh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Misol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Diagnostika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Kech tashxis qo‘yish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Davolash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Dorini noto‘g‘ri qo‘llash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Profilaktika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Sanitar qoidalarni buzish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Boshqa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Hujjat yuritish xatosi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Mohiyati bo‘yicha guruhlar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145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Tashxisotdagi nuqsonlar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 sud tibbiy ekspertizasi. Tibbiy xodimlarning kasb xuquqbuzarligi xolatla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Asosiy kasallik (jarohat)ni yoki uning asoratini aniqlamaslik.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Muhim hamroh kasallikni aniqlamaslik.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Kech tashxis qo‘yish va tashxisotdagi boshqa nuqsonlar.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145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Davolashdagi nuqsonlar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 sud tibbiy ekspertizasi. Tibbiy xodimlarning kasb xuquqbuzarligi xolatla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Kechikib shifoxonaga yotqizish; jarrohlik usulida davolashdagi kamchiliklar.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Tibbiy muolajalarni tayinlash va o‘tkazishdagi xatolar; tug‘ruqni noratsional olib borish.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Dori-darmonlardan noto‘g‘ri foydalanish va davolashdagi boshqa nuqsonlar.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145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TYON joyi bo‘yicha: uch bosqich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 sud tibbiy ekspertizasi. Tibbiy xodimlarning kasb xuquqbuzarligi xolatla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Nuqson yo‘l qo‘yilgan joyga ko‘ra uch guruh farqlanadi.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Bular: shifoxonagacha bosqich, shifoxona bosqichi va boshqa muassasalar.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332"/>
                <a:gridCol w="3139643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Bosqich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Muassasa misoli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Shifoxonagacha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Qishloq vrachlik punkti, poliklinika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Shifoxona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Tuman shifoxonasi, tug‘ruq bo‘limi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Boshqa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Sanatoriy, bolalar uyi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Joy bo‘yicha guruhlar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146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TYON sabablari: uch guruh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 sud tibbiy ekspertizasi. Tibbiy xodimlarning kasb xuquqbuzarligi xolatla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TYON sabablari — uni yuzaga keltirgan tafsilotlar; shartli ravishda uch guruhga bo‘linadi.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Guruhlar: subyektiv, tashkiliy va obyektiv sabablar.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6807"/>
                <a:gridCol w="3721167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Guruh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Misol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Subyektiv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E’tiborsizlik, malaka yetishmasligi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Tashkiliy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Vositalar yo‘qligi, tashkil kamchiligi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Obyektiv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Kech murojaat, atipik kechish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Sabab guruhlari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148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Oqibatga ta’siri va sababiy bog‘lanish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 sud tibbiy ekspertizasi. Tibbiy xodimlarning kasb xuquqbuzarligi xolatla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Jinoyat huquqida nuqson natijasida oqibat mavjudligi juda muhim, shuning uchun oqibatga ta’sir alohida o‘rganiladi.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TYON davolash muddatini cho‘zishi, nogironlik yoki o‘limga ta’sir etishi mumkin; ba’zan oqibatga umuman ta’sir qilmaydi.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Faqat bevosita sabab-oqibat bog‘lanishi vrachni javobgarlikka tortish uchun asos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148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«Vrachning himoyalangan munosabati»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 sud tibbiy ekspertizasi. Tibbiy xodimlarning kasb xuquqbuzarligi xolatla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Noxush oqibat xavfi ba’zan vrachni tibbiy muolajalarni minimal hajmda o‘tkazishga undaydi — bu «himoyalangan munosabat».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Chet el adabiyotida u «himoyalangan tibbiyot» (defensive medicine) deb ataladi.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Uni aniqlash qiyin: tibbiy hujjatlar va huquqbuzarlikning subyektiv tomoni haqidagi materiallar o‘rganiladi.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148, 149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Baholash algoritmi: uch bosqich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 sud tibbiy ekspertizasi. Tibbiy xodimlarning kasb xuquqbuzarligi xolatla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43 / 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Algoritm TYON tahlilini ma’lum ketma-ketlikda olib borishni talab etadi.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1) bemordagi patologiya; 2) vrach harakatlarini baholash; 3) harakat va oqibat o‘rtasida sababiy bog‘lanish.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Patologik holat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Vrach harakatlari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Sababiy bog‘lanish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Baholash algoritmi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149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Oqibatga ta’sirning uch varianti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 sud tibbiy ekspertizasi. Tibbiy xodimlarning kasb xuquqbuzarligi xolatla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44 / 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Patologiya tabiiy rivojlangan; TYON ta’sir qilmagan — sababiy bog‘lanish yo‘q.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TYON ahvolni og‘irlashtirgan, moyillik yaratgan — bilvosita bog‘lanish.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TYON yangi patologik jarayonga olib kelgan — bog‘lanish 3 xil ko‘rinishda.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3987"/>
                <a:gridCol w="2643987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Variant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Bog‘lanish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Tabiiy rivojlanish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Yo‘q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Ahvolni og‘irlashtirgan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Bilvosita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Yangi jarayon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Bevosita yoki bilvosita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Oqibatga ta’sir variantlari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151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 sud tibbiy ekspertizasi. Tibbiy xodimlarning kasb xuquqbuzarligi xolatla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45 / 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Eslab qolish: baholash mezonlari — shartlilik, asoslanganlik, o‘z vaqtidalik, texnika, to‘laqonlik (besh «to‘g‘ri» harakat belgisi).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Komissiya tarkibida hodisa yuz bergan muassasa rahbarlari bo‘lishi mumkin emas — xolislikni saqlash qoidasi.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 ko‘lmagi ko‘p qon yo‘qotilganda yoki singdirish xususiyati past materialda hosil bo‘ladi; tomchining tushish balandligi katta bo‘lsa, dog‘ atrofida sachralar paydo bo‘ladi.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1985 yilda A. Djeffris inson genomida minisatellit markerlarning yuqori polimorf oilasini aniqlagan va DNK tekshiruvining sud-biologik ahamiyatini ilgari surgan.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 sud tibbiy ekspertizasi. Tibbiy xodimlarning kasb xuquqbuzarligi xolatla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46 / 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G‘iyosov Z.A. Sud tibbiyoti: darslik, Toshkent: Global Books nashriyoti. 2018. Bob 13. Ashyoviy dalillarni sud-tibbiy tekshirish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G‘iyosov Z.A. Vrach faoliyatining huquqiy asoslari: darslik, Toshkent: Tafakkur-Bo‘stoni. 2012. 11-bob. Tibbiy yordam nuqsonlari; bet 143-154; 9-bob. Tibbiy xodimlarning jinoiy javobgarligi; bet 115-133; 10-bob. Tibbiy xodimlarning kasb huquqbuzarliklari bo‘yicha tekshiruvlar; bet 134-142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Ромодановский П.О., Баринов Е.Х. Судебная медицина в схемах и рисунках: учебное пособие, М.: Проспект. 2017. 7-modul. Ashyoviy dalillar ekspertizasi; bet 460-491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Харин Г.М. (Kharin G.M.). Краткий курс судебной медицины: учебное пособие, М.: ГЭОТАР-Медиа. 2006. X bo‘lim. Biologik ashyoviy dalillar tekshiruvi; bet 192-213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Payne-James J., Jones R., Karch S.B., Manlove J. Simpson's Forensic Medicine, 13th ed. 2011. Chapter 23. Principles of forensic science, pp. 216–234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