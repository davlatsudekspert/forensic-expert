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genetika yutuqlari axloqiy savollar tug‘diradi? 2) Genom kimning mulki? Doskada: ma’ruza rejasini 4 bosqichli zanjir ko‘rinishida chizdiring. Tipik xato: prenatal va implantatsiyadan oldingi diagnostika manbada batafsil berilgan deb o‘ylash; bu qismni o‘qituvchi qo‘shimcha manbadan to‘ldirishi kerak.</a:t>
            </a:r>
          </a:p>
          <a:p/>
          <a:p>
            <a:r>
              <a:t>Tekshirish kerak (manbada noaniq):</a:t>
            </a:r>
          </a:p>
          <a:p>
            <a:r>
              <a:t>- Implantatsiyadan oldingi va prenatal diagnostika manbada alohida yo‘q; faqat genetik testlar doirasida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Ma’lumotlar banklari nima uchun axloqiy masala bo‘lishi mumkin? 2) Irsiy farmakologiya tibbiyotga qanday ta’sir qiladi? Doskada: yangi sohalarni (genomika, proteomika, irsiy farmakologiya) ro‘yxat qilib yozing. Tipik xato: genomika va proteomikani bir xil tushuncha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texnologiya oqibatlari noaniq bo‘lsa, huquqiy hujjat kerak? 2) Odamlarni sun’iy ‘yetishtirish’ nega xavfli? Doskada: ‘texnologiya → noaniq oqibat → xalqaro hujjat’ zanjirini chizdiring. Tipik xato: Konvensiya qabul qilingan yil (1993) va matn tasdiqlangan sanani (1996-yil noyabr)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Savol: shifokor bemor bilan birga uning kelajak avlodi manfaatini ham ko‘rishi kerakmi?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bemor rad etsa, shifokor sirni buzishi mumkinmi? Kitob (141-bet) avvalo bemor bilan kelishuvni tavsiya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hujjat aynan tibbiyot va biologiya jadal rivojlangan paytda zarur bo‘ldi? Salbiy oqibatlar xavfi nimani anglatadi? Doskada: 4 bosqichli vaqt chizig‘ini chizdiring. Tipik xato: 1993 yil (Bosh assambleya qabuli) va 1996 yil (o‘zgartirilgan matn tasdig‘i)ni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deklaratsiyani avval UNESCO, so‘ng BMT darajasida qabul qilish muhim? G-8 tasdig‘i nimaga xizmat qiladi? Doskada: uchta sanani zanjir shaklida yozdiring. Tipik xato: UNESCO Bosh konferensiyasi (1997) bilan BMT Bosh assambleyasi (1998)ni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‘genom butun insoniyat mulki’ degani nimani anglatadi? Genetik farq nega qadr-qimmat farqi bo‘lmaydi? Doskada: ‘Genom → birlik, qadr-qimmat, xilma-xillik’ sxemasini chizdiring. Tipik xato: 30 000 gen raqamini hozirgi aniq ma’lumot deb olish; manbada u 2001 yilgacha olingan ma’lumot sifatida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genom ‘butun insoniyat mulki’ deyiladi? 2) Irsiy xususiyat (masalan, kasallik moyilligi) inson huquqiga ta’sir qilishi kerakmi? Doskada: 1-modda va 2-modda orasidagi mantiqiy bog‘lanishni o‘q bilan chizing. Tipik xato: 1-moddani ‘barcha odamlar genetik jihatdan bir xil’ deb tushunish. Aslida gap birlik va xilma-xillikni birga e’tirof etish haqida.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Genom qismini tasvirlagan olim nega unga ega bo‘la olmaydi? 2) Patentlash tijoratlashtirish bilan qanday bog‘liq? Doskada: ‘mumkin / mumkin emas’ jadvalini talabalar bilan birga to‘ldiring. Tipik xato: ‘kashf qildim, demak meniki’ degan fikr. Manba bo‘yicha genom tijorat predmeti bo‘lolmaydi.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Ma’lumotlarga erkin kirish inson salomatligiga qanday foyda beradi? 2) Nega bunday tamoyilni yetakchi davlatlar rahbarlari tasdiqlashi muhim? Doskada: ‘Deklaratsiya → Okinava (2000) → Matsuura maktubi’ vaqt chizig‘ini chizing. Tipik xato: erkin kirish tamoyilini tadqiqotchi huquqlarini cheklash deb tushunish. Gap natijalardan butun insoniyat manfaati uchun foydalanish haqida.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Tezkor savol: moddalar mazmunini doskaga aralash yozing (qadr-qimmat; savdo yo‘q; sir saqlash; huquqlar hurmati), talabalar ularni 1-, 2-, 4-, 7-moddalarga moslaydi. Muhokama: nega genomni sotish mumkin emas? Doskada: to‘rt modda raqamini ustunga, mazmunini yoniga yozdiring. Tipik xato: 4-modda (savdo yo‘q) bilan 7-moddani (sir saqlash)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ish beruvchi xodimning genetik ma’lumotini bilishi kerakmi? Ma’lumotlar banki kamsitishga qanday olib kelishi mumkin? Doskada: ‘ma’lumot – saqlash – kamsitish xavfi’ zanjirini chizdiring. Tipik xato: sirni faqat tibbiy maqsadga tegishli deb o‘ylash, aslida ilmiy va boshqa maqsadlar ham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ilm erkinligi va inson qadr-qimmati to‘qnashsa, qaysi biri ustun? Klonlash tadqiqoti bilan inson yaratish klonlashi qanday farq qiladi? Doskada: jadvalni talabalar bilan birga chizdiring. Tipik xato: C bo‘limi klonlash fanini butunlay taqiqlaydi deb o‘ylash. Taqiq faqat inson yaratishga qaratilgan.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Inson yaratish uchun klonlashni taqiqlash bilan klonlash fanini taqiqlash o‘rtasida qanday farq bor? 2) Moratoriy qonuniy taqiqdan nimasi bilan farq qiladi? Doskada: jadvalni chizib, har qatorga misol yozdiring. Tipik xato: talabalar taqiqni klonlash bo‘yicha barcha tadqiqotlarga taalluqli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Talabalar juftlikda ishlasin. Muhokama: 1) 4-modda bilan 1-modda qanday bog‘langan? 2) Genom ‘butun insoniyat mulki’ degani nimani anglatadi? Doskada: vaziyat–modda–xulosa ustunlarini chizdiring. Tipik xato: faqat 4-moddani sanab, 1-modda va qadr-qimmat g‘oyasini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Har bir da’vogar qanday asos keltirishi mumkin? 2) Donor jamoa daromaddan ulush olmasa, manbadagi ‘biologik qaroqchilik’ xavfi paydo bo‘ladimi? Doskada: to‘rt da’vogarni chizib, ularning argumentlarini yozdiring. Tipik xato: savolga manbada tayyor javob bor deb o‘ylash; u ochiq qoldirilgan.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Patent kim manfaatiga xizmat qiladi? 2) Narx va investitsiya o‘rtasida qanday muvozanat topish mumkin? Doskada: ikki ustunli jadval (himoya / cheklash) chizdiring, talabalar foyda va xavfni to‘ldirsin. Tipik xato: patent faqat zararli deb o‘ylash; manbada ikkala tomonning xavfi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OITS dorilari misoli genetik testlarga qanday taalluqli? 2) Qimmat dori kimlar uchun yetib bo‘lmas bo‘lishi mumkin? Doskada: ‘patent → himoya → yuqori narx’ zanjirini chizing. Tipik xato: manbada bo‘lmagan raqam yoki dori nomlarini keltirish.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 (juftlikda 2-3 daq o‘ylash, so‘ng javob). Muhokama: 1) Genomning tabiiy holati va tavsiflangan qismi farqi nimada? 2) Erkin kirish va narx masalasi qanday bog‘liq? Doskada: ‘erkin kirish ≠ bepul foydalanish’ tengsizligini yozing. Tipik xato: ma’lumotlarga erkin kirishni patent narxidan ozod bo‘lish deb tushunish.</a:t>
            </a:r>
          </a:p>
          <a:p/>
          <a:p>
            <a:r>
              <a:t>Tekshirish kerak (manbada noaniq):</a:t>
            </a:r>
          </a:p>
          <a:p>
            <a:r>
              <a:t>- Diqqat: ilmiy ma’lumotlarga erkin kirish ≠ patentlangan mahsulotdan bepul foydalanish; ikkinchisi manbada aniq aytilmagan.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Donorga qanday ma’lumot berilishi shart? 2) Nega keyingi foydalanish alohida jihat sifatida ajratilgan? Doskada: 5 bosqichli zanjirni chizdirib, har bosqichga bittadan axloqiy savol yozdiring. Tipik xato: talabalar rozilikni bir martalik formallik deb o‘ylaydi. Eslatma: prenatal va implantatsiyadan oldingi diagnostika bu manbada alohida berilmagan, shuning uchun u yerda faqat umumiy genetik test tamoyillari aytiladi.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Kitob xavfi: reduksionizm — insonni molekulalar majmuasiga tenglashtirish (148-bet).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Ish beruvchi xodimning genetik ma’lumotini bilishga haqlimi? 2) Genetik ma’lumotni sir saqlash kamsitishning oldini qanday oladi? Doskada: ikki ustun chizdiring: «shaxsga xavf» va «guruhga xavf». Tipik xato: kamsitishni faqat ishdan bo‘shatish bilan cheklab qo‘yish, holbuki manbada katta aholi guruhlari ham tilga olingan. Diqqat: kasallikka moyillik kasallikning o‘zi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Tipik xato: skrining tashxis emas, saralash usuli; natija tasdiqlovchi testni talab qiladi (143-bet).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Rozilik haqiqatan «xabardor» bo‘lishi uchun nima qilish kerak? 2) Donor jamoa daromaddan ulush olishi adolatlimi? Doskada: zanjirni chizib, qaysi bosqichda adolatsizlik boshlanishini belgilashni so‘rang. Tipik xato: manbada bu savollar shaklida qo‘yilgan, talabalar ularni tayyor qonun yoki aniq javob deb qabul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Bu holat nega “biologik qaroqchilik” deb baholanishi mumkin? 2) Rozilik haqiqatan ixtiyoriy bo‘lishi uchun ma’lumot qanday berilishi kerak? Doskada chizish: “jamoa → namuna → tadqiqot → patent → foyda” zanjirini chizib, jamoa qayerda chetda qolganini belgilang. Tipik xato: talabalar imzolangan rozilikni avtomatik ravishda “xabardorlikka asoslangan” deb hisoblaydi, holbuki ma’lumot tushunarli tilda berilishi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Esda tuting: kitob embrion hujayra genomini o‘zgartirishni kattalar genomini qayta qurishdan butunlay boshqacha holat deb hisoblaydi (149-bet).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Galton uchinchi bosqichda qonunlarni keraksiz deb hisoblagan? 2) Jamoatchilik nazorati nimani anglatadi? Doskada chizish: uch bosqichli zanjirni chizib, har bosqichga bittadan misol yozdiring. Tipik xato: Galton bilan Mellerni adashtirish. Atamani Galton kiritgan (1883), “evgenika otasi” esa Meller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Mezonlarni kim va qanday belgilashi kerak? 2) Qolganlarni sterilizatsiya qilish taklifi nega axloqiy jihatdan xavfli? Doskada chizish: uch mezonli jadvalni chizib, har biriga bittadan misol yozdiring. Tipik xato: mezonlarni faqat aql bilan cheklash. Manbada hamkorlik, altruizm va salomatlik ham sanalgan.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bir xil irsiy apparat haqidagi bilim ortiqcha umumlashtirishga olib kelishi mumkin? 2) Oilada uchraydigan nuqson nimani isbotlaydi va nimani isbotlamaydi? Doskada: «Mendel (1900) → xromosoma nazariyasi → inson uchun xulosa» zanjirini chizdiring. Tipik xato: talabalar irsiyatning mavjudligini irsiyat hamma narsani belgilaydi, deb tushunadi.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Nima uchun poligen belgini bitta «yaxshi gen» orqali ko‘paytirib bo‘lmaydi? 2) Tarbiya va muhit irsiy belgining namoyon bo‘lishiga qanday ta’sir qiladi? Doskada: ikki ustunli «irqchilik / relyativizm» solishtirma jadvalini chizdiring. Tipik xato: poligen belgini monogen deb o‘ylash va «irsiyat = taqdir»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Nima uchun «ijobiy» evgenika ham axloqiy savollar tug‘diradi? 2) Qaysi mezon bo‘yicha «maqbul» xususiyatlar tanlanishi kerak? Doskada: ikki yo‘nalish jadvalini chizib, har biriga bittadan tarixiy misol yozdiring. Tipik xato: salbiy va ijobiy evgenikani aralashtirish yoki selektsiyani sterilizatsiya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qobiliyat ota-onadan bolaga odatda o‘tmaydi? 2) Salbiy va ijobiy evgenikaning asosiy farqi nimada? Doskada: ikki ustunli jadval chizdiring – «salbiy: taqiq, sterilizatsiya» va «ijobiy: rag‘bat, selektsiya». Tipik xato: poligen belgini monogen deb o‘ylash va ijobiy evgenikani «zararsiz»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Dalilsiz «zararli gen» tushunchasi nega majburlashni oqlay olmaydi? 2) Immigratsiya cheklovi evgenika bilan qanday bog‘langan? Doskada: 1907–1924–1937 sanalarini vaqt o‘qida chizdiring. Tipik xato: 1924 yilni sterilizatsiya qonuni deb adashtirish – u immigratsiya (muhojirlik) qonuni 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Fan nomidan aytilgan g‘oyalar qanday qilib jinoyatni oqlashga xizmat qildi? 2) Nima uchun «tozalash» maqsadini unutmaslik muhim? Doskada: besh bosqichli zanjirni chizib, har bosqichga bir so‘z yozdiring. Tipik xato: yo‘q qilingan lo‘lilar sonini aniq deb aytish – manbada bu son noma’lum; 6 mln faqat yahudiylarga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6–7 daq. Muhokama: 1) Manbaga ko‘ra sterilizatsiya qilinganlarda zararli genlar borligi haqida hech qanday dalil bo‘lmagan. Maqsad “tozalash” bo‘lsa-da, asos ilmga zid irqchilik qoidalari edi. Bu holat qaysi inson huquqlarini buzdi? 2) Maqsad ezgu bo‘lsa, vosita oqlanadimi? Doskada chizish: “g‘oya → qonun → majburiy amaliyot → jinoyat” zanjiri. Tipik xato: evgenika maqsadini faqat Germaniya bilan bog‘lash; manbada AQSh ham alohida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“Ijobiy” evgenika (rag‘batlantirish, selektsiya) “salbiy” evgenikadan (taqiqlash, sterilizatsiya) nimasi bilan farq qiladi? 2) Nobel sovrindorlari spermasi banki qanday axloqiy savollar tug‘diradi? Doskada chizish: ijobiy va salbiy evgenika ikki ustunli jadvali. Tipik xato: raqamlarni bugungi holat deb o‘ylash; ular manbadagi kitob yozilgan davrga tegishli. Tezkor savol: Serebrovskiy va Meller nimani taklif qilgan?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5–6 daq. Muhokama: 1) Nega faqat dahollardan iborat jamiyat qulay bo‘lmasdi (manbada moslashuvchanlik, emotsional barqarorlik, salomatlik ham zarur deyiladi)? 2) Genni “yaxshi” yoki “yomon” deb ajratish nega qiyin? Doskada chizish: monogen va poligen belgi sxemasi. Diqqat: xato qilish xavfi: poligen ≠ monogen. Tipik xato: “qobiliyatli ota-onadan qobiliyatli bola albatta tug‘iladi”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Shaxs salomatligi va qavm salomatligi ziddiyati haqida Dubinin fikriga qo‘shilasizmi? 2) Nega genofondni o‘zgartirish buyurtmasi sinfiy yoki kasbiy bo‘lmasligi kerak? Doskada: evgenika → tibbiy genetika o‘tish strelkasini va jadvaldagi to‘rt savolni chizing. Tipik xato: talabalar tibbiy genetikani evgenikaning davomi (majburlash usuli) deb tushunadi; aslida vazifa irsiy o‘zgarishlarni boshqarish va sifatli hayot yaratishdir.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Diqqat: Giyosov (2022, 170-bet) xorion biopsiyasini 9–11-haftada deydi; manbalar farqi uchun ikkisini solishtiring.</a:t>
            </a:r>
          </a:p>
          <a:p/>
          <a:p>
            <a:r>
              <a:t>Tekshirish kerak (manbada noaniq):</a:t>
            </a:r>
          </a:p>
          <a:p>
            <a:r>
              <a:t>- Yangi usul (1980) — trofoblast biopsiyasi va molekulyar gibridizatsiya: xorion vorsinkalari zarralarini olish orqali 5–6-haftada tashxis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Genom «insoniyat mulki» degani patent va tijorat uchun nimani anglatadi? 2) Evgenika saboqlaridan bugungi genetik tadqiqotlarda qanday xulosa chiqaramiz? Doskada: to‘rt asosiy xulosani (mulk, kamsitish xavfi, klonlash taqiqi, tibbiy genetika vazifasi) markazga qo‘yib chizing. Tipik xato: klonlash tadqiqotining o‘zi taqiqlangan deb o‘ylash; taqiq inson yaratish maqsadidagi klonlashga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Genetik muhandislik texnologiyalarini qo‘llashda axloqiy masalalar: genetik usullar, implantatsiyadan oldingi va prenatal diagnostika, evgenika, Inson genomi va inson huquqlari deklaratsiyasi (A8)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va 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Genetika yutuqlari tez rivojlanmoqda, ammo ularni amalda qo‘llash oqibatlari noaniq yoki xavfli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Ma’ruza bo‘limlari: xalqaro hujjatlar, genom va patent, genetik ma’lumotlar, evgenika.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Implantatsiyadan oldingi va prenatal diagnostika manbada alohida yo‘q; faqat genetik testlar doirasida ko‘riladi.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Xalqaro hujjatlar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Genom va patent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Genetik ma’lumotlar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Evgenika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 rejasi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3-bo‘lim, II bob, 3-4-bo‘limlar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XX asr ikkinchi yarmi: genomika va proteomika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Asrning ikkinchi yarmida fundamental tibbiyot-biologiya fanlari jadal rivojlandi, inson genomi tuzilishini o‘rganish deyarli yakunlandi.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Genetikaning yangi sohalari — genomika va proteomika kashf etildi, tegishli ma’lumotlar banklari tashkil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Irsiy farmakologiya vujudga keldi; sun’iy vaksinalar muvaffaqiyatli ishlab chiqilmoqda.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genomika ≠ proteomika. Bular genetikaning ikkita alohida yangi sohasi sifatida tilga olingan.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texnologiyalar: noaniqlik va xavf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Ko‘plab yangi texnologiyalar bilan ularni qo‘llash oqibatlarining noaniqligi yoki joriy etishning aniq xavfliligi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Evgenikaning genetikaga asoslangan zamonaviy yo‘nalishi — maqbul xossali odamlarni sun’iy yetishtirish — ijtimoiy jihatdan juda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1980-yillar oxirida Yevropa Kengashi salbiy oqibatlar xavfi real bo‘lgani uchun umumevropa ahamiyatidagi hujjat yaratishga qaror qildi.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1993-yilda Yevropa Kengashi Bosh assambleyasi inson huquqlari va qadr-qimmatini himoya qiluvchi Konvensiyani qabul qildi; matn 1996-yil noyabrda tasdiqlandi.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genetika axloqining o‘ziga xosligi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Irsiy kasalliklar avlodlarga o‘tadi, shu sababli tibbiy genetika muammolari shaxsiy emas, ko‘proq oilaviy va avlodlararo xususiyatga ega.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Ko‘pchilik irsiy kasalliklarni samarali davolash usuli yo‘q; ko‘pincha faqat tashxis va oldini olish choralari qoladi.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Genetik amaliyot asosan tug‘ilmagan bolalar — kelajak avlodlar sog‘lig‘iga g‘amxo‘rlikdir.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Kelajak avlodlar manfaatini e’tiborsiz qoldirish «naslli xudbinlik» shakli, ammo ularni asossiz ustun qo‘yish ham adolatga zid.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Tibbiy genetika axloqi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Irsiy kasallik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Avlodlarga o‘tadi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Davolash cheklangan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Tashxis va oldini olish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Kelajak avlodlar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G‘amxo‘rlik obyekti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Avlodlararo adolat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Resurslarni adolatli taqsimlash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Muxamedova (2021), 138–140-betlar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138-139, 139, 140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Genetik ma’lumot va qarindoshlar xabardorligi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Maxfiylik va bemor avtonomiyasi genetikada ham asosiy tamoyil, ammo ma’lumot qarindoshlarga ham tegishli bo‘lgani uchun savol murakkablashadi.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Hayotga tahdid yoki jiddiy nogironlik xavfi bo‘lgan irsiy kasallikda shifokor bemorga qarindoshlarni xabardor qilish zarurligini tushuntiradi.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Qarindoshga beriladigan ma’lumot faqat o‘zining jiddiy kasallik ehtimoliga oid qismi bilan cheklanishi kerak.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Majburiy genetik tekshiruv natijasi ish beruvchi tomonidan kamsitish vositasiga aylanishi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Maxfiylik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Asosiy qoida va avtonomiya hurmati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Xavf baholanadi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Hayotga tahdid yoki jiddiy nogironlik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Bemorga tushuntirish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Qarindoshlarni xabardor qilish zarurligi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Ma’lumot hajmi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Faqat jiddiy kasallik ehtimoliga oid qism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Murakkab holat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Axloqiy qo‘mita qarori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Qarindoshlarga xabar berish mantig‘i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141, 141-142, 142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Yevropa Kengashi konvensiyasi: vaqt chizig‘i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80-yillar oxirida salbiy oqibatlar xavfi real edi; Yevropa Kengashi umumyevropa hujjatini yaratishga qaror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1993 yilda Bosh assambleya inson huquqi va qadr-qimmatini himoya qiluvchi konvensiyani qabul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Jiddiy o‘zgartirishlardan so‘ng matn 1996 yil noyabrda Parlament assambleyasi majlisida tasdiqlandi.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80-yillar oxiri: qaror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1993: Bosh assambleya qabuli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Matnga jiddiy o‘zgartirishlar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1996-noyabr: matn tasdiqlandi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Konvensiya yo‘li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UNESCO Umumiy deklaratsiyasi: qabul qilinish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1997 yil 11 noyabrda UNESCO Bosh konferensiyasida a’zo davlatlar deklaratsiyani tasdiqladi.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1998 yilda deklaratsiya BMT Bosh assambleyasida ham qabul qilindi.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2000 yil Okinavada Sakkizlik (G-8) rahbarlari genomdan daromad olmaslik kontseptsiyasini tasdiqladi.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1997-yil 11-noyabr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UNESCO Bosh konferensiyasi 29-sessiyasi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1998-yil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BMT Bosh assambleyasi qabul qildi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2000-yil iyul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Okinava: G-8 rahbarlari tasdiqladi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Deklaratsiyaning qabul qilinishi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Deklaratsiyaning 1-moddasi: genom va qadr-qimmat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1-modda: inson genomi inson zotining barcha vakillari birligi, ularning qadr-qimmati va xilma-xilligini e’tirof etish asosida yotadi.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Genom inson qadr-qimmatini ifodalaydi; modda barcha odamlarning tengligi va rang-barangligini falsafiy jihatdan asoslaydi.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Insoniyat million yillar davomida yagona genlar to‘plami asosida rivojlangan, shuning uchun har kimning genomi barchaning boyligidir.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2001 yilgacha olingan ma’lumotga ko‘ra genom 30 000 gendan iborat; ularning variantlari teng qadrli odamlarni shakllantirib kelmoqda.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Har bir genom – butun insoniyat mulki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Inson genomi va inson huquqlari to‘g‘risidagi Umumiy deklaratsiya 1997-yil 11-noyabrda qabul qilindi. 1-modda genomni insonning qadr-qimmati bilan bog‘laydi.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Genlar to‘plami avloddan-avlodga o‘tib kelgan. Million yil oldin genlar kimdan kelganini ham, ming yildan keyin kimga o‘tishini ham hech kim bilmaydi.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har kimning genomi butun insoniyatning mulki va boyligi hisoblanadi. 1-modda barcha odamlarning tengligi va rang-barangligini asoslaydi.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2-modda 1-moddaning mantiqiy davomi: har bir inson irsiy xususiyatlaridan qat’i nazar, huquqlari va qadr-qimmati hurmat qilinishiga haqli.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4-modda: genom daromad manbai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4-modda: inson genomi tabiiy holatda daromad manbai bo‘lib xizmat qila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Tadqiqotchi tasvirlagan («kashf qilingan») genom qismi patentlanib, tijoratga aylantirilmaydi.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tasvirlash (kashf qilish) ≠ egalik qilish. Genom qismi savdo predmeti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6495"/>
                <a:gridCol w="295148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Genomdan tabiiy holda daromad olish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Mumkin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Kashf etilgan genom qismini patentlash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Mumkin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Genomni savdo predmetiga aylantirish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Mumkin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Natijalarga erkin ilmiy kirish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Tamoyil sifatida qo‘llab-quvvatlanadi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Mumkin / mumkin emas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Okinava uchrashuvi va Matsuura murojaati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2000-yil iyulida Okinavada o‘tgan uchrashuvda dunyoning yetakchi sakkiz davlati (G-8) rahbarlari shu konsepsiyani tasdiqladi.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UNESCO Bosh direktori K. Matsuura G-8 ishtirokchilariga maktub yo‘lladi: genom natijalaridan ilmiy hamjamiyat erkin foydalanishi haqida bayonot talab qildi.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Matsuuraga ko‘ra, erkin kirish tamoyili inson huquqi va qadr-qimmatini hurmat qilgan holda tadqiqot va ilmiy natijalarni qo‘llash uchun mo‘ljal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fikr professor Ryuti Ida boshchiligidagi UNESCO Bioetika bo‘yicha xalqaro qo‘mitasi fikrini aks ettiradi.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Deklaratsiya moddalari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1-modda: inson genomi barcha odamlarning birligini, qadr-qimmati va xilma-xilligini tan olishga asoslanadi. Genom inson qadr-qimmatini ifodalaydi.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2-modda: har bir inson irsiy xususiyatlaridan qat’i nazar, o‘z huquqlari va qadr-qimmati hurmat qilinishi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4-modda: tabiiy holatdagi genom daromad manbai bo‘la olmaydi. Eslab qoling: 4-modda – “savdo yo‘q”.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7-modda: shaxsni aniqlash mumkin bo‘lgan genetik ma’lumotlar sir tutilishi kerak. Eslab qoling: 7-modda – “sir saqlash”.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 «Genomika etikasi xalqaro nuqtai nazardan»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7-modda: genetik ma’lumotlar sirini saqlash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Shaxsini aniqlash mumkin bo‘lgan genetik ma’lumotlar qonunga muvofiq himoyalanishi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Himoya ma’lumot ilmiy maqsadda ham, boshqa maqsadda ham saqlanayotgan yoki qayta ishlanayotgan bo‘lsa amal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Xavf: genom ketma-ketligi kasallikka moyillikni ko‘rsatsa, korxona odamni ishdan bo‘shatishi mumkin. Bu kamsitish shakllaridan biri.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7-modda sir saqlashni talab qiladi, 4-modda esa genomdan daromad olishni taqiqlaydi. Ular bir narsa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 «Genomika etikasi xalqaro nuqtai nazardan»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Genom tadqiqotlari: inson huquqi va ilm erkinligi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 bo‘limi ikki tomonni: tekshiriluvchi va tadqiqotchi huquqini ko‘rib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Hech qanday genom tadqiqoti inson huquqi, erkinligi va qadr-qimmatidan ustun qo‘yilishi mumkin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Inson yaratish maqsadida klonlash yo‘l qo‘yilmaydi. Bu klonlash ilmini o‘rganishni taqiqlash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Tekshiriluvchi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Kim: Bemor yoki sog‘lom odam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Himoya: Huquq, erkinlik, qadr-qimmat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Chegara: Tadqiqotdan ustun turadi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Tadqiqotchi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Kim: Ilmiy izlanuvchi olim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Himoya: Ilm bilan shug‘ullanish huquqi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Chegara: Inson huquqidan ustun emas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Tekshiriluvchi va tadqiqotchi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 «Genomika etikasi xalqaro nuqtai nazardan»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Klonlash: nima taqiqlangan, nima taqiqlanmagan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Deklaratsiyaga ko‘ra, inson yaratish maqsadidagi klonlash insonning qadr-qimmatini kamsitadi, shuning uchun unga yo‘l qo‘yilmaydi.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taqiq ≠ fanni to‘xtatish. Klonlash sohasidagi ilmiy ishlarni o‘rganish taqiqlanmaydi.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davlatlar taqiq qonunini qabul qildi. AQSh va Rossiya masalani keyin ko‘rish uchun 5 yilga moratoriy e’lon qildi.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Klonlashga munosabat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Inson yaratuvchi klonlash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Taqiqlanadi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Klonlash ilmiy 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Taqiqlanmaydi, o‘rganiladi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Ayrim davlatlar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Taqiq qonuni qabul qilgan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AQSh va Rossiya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5 yillik moratoriy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Klonlash: holatlar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genom va inson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tadqiqot guruhi inson genomining bir bo‘lagini ta’riflab, uni patentlab, tijorat obyektiga aylantirmoqchi.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Deklaratsiyaning 4-moddasi: inson genomi tabiiy holatda daromad manbai bo‘lolmaydi. Ta’riflangan qismni patentlab, tijoratga aylantirib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1-modda genomni insoniyat birligi va qadr-qimmatining ifodasi deydi. 2-modda: irsiy xususiyatidan qat’i nazar, har kim hurmat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guruhning rejasiga Deklaratsiyaning qaysi moddalari to‘siq bo‘ladi va nima uchun? Javobni moddalar mazmuniga tayanib asoslang.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Irsiy ma’lumot egasi kim?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 to‘rt da’vogarni sanaydi: material bergan inson, olim, tadqiqotchi va tadqiqotga pul bergan firma.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Manbada aniq javob berilmagan: bu savol ochiq qoldirilgan.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Patent arizalari juda ko‘p. Patentlar ko‘payishi davolash va genetik testlarni ko‘pchilik uchun qimmatlashtirmoqda.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Material bergan inson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Bo‘lakni ta’riflagan olim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Uni qo‘llagan tadqiqotchi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Pul bergan firma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Egasi kim? Ochiq savol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Da’vogarlar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Patentlar va narx dilemmasi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Genom ketma-ketligi bo‘yicha patent arizalari juda ko‘p, kelgusi foydasi noma’lum bo‘lsa ham.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Patentlar ko‘payib, davolash va genetik testlar ko‘pchilik odam va mamlakat uchun juda qimmatlashmoqda.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Dilemma: kashfiyotni himoyalash kerakmi yoki himoyani toraytirib, investitsiya kamayishi xavfiga borish kerakmi?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Foydasi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Patentni himoyalash: Daromad va investitsiya rag‘bati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Himoyani toraytirish: Odamlar kashfiyot foydasidan bahramand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Xavfi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Patentni himoyalash: Narx ko‘pchilikka erishilmas bo‘ladi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Himoyani toraytirish: investitsiya kamayadi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Patent dilemmasi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OITS dorilari: patent va narx misoli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OITS (orttirilgan immunitet tanqisligi sindromi) dorilari patent bilan himoyalangan, shu sababli ko‘p mamlakatlarda juda qimmat.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Patent va narx ziddiyati yangi emas: u uzoq vaqtdan beri aynan shu dorilar misolida ko‘rinib kelmoqda.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Genetika sohasidagi kashfiyotlar bu muammo ko‘lamini yanada kengaytiradi.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patent va mulk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genom kimning mulki? Manbaga ko‘ra, har kimning genomi barchaning boyligi, butun insoniyat mulki.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patent narxga qanday ta’sir qiladi? Patentlar ko‘payishi bilan davolash va testlar qimmatlashmoqda.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Deklaratsiya 4-moddasi: inson genomi tabiiy holatda daromad manbai bo‘la olmaydi; tavsiflangan qismni patentlab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ilmiy ma’lumotlarga erkin kirish ≠ patentlangan mahsulotdan bepul foydalanish; ikkinchisi manbada aniq aytilmagan.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Genetik ma’lumotlar banki: axloqiy jihatlar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Genetik ma’lumotni yig‘ish, qayta ishlash, saqlash va ishlatish axloqiy savollar tug‘diradigan soha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YUNESKO huzuridagi Bioetika bo‘yicha xalqaro qo‘mita bu masalaga alohida hisobot bag‘ishladi.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Ijtimoiy, diniy yoki etnik guruhning tanaga an’anaviy munosabatini hisobga olish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Qarindoshlikni aniqlaydigan testlarni o‘tkazishda ehtiyotkor bo‘lish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Ma’lumot yig‘ish maqsadi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Donorga axborot berish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Ixtiyoriy, xabardor rozilik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Sir saqlash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Keyingi foydalanish nazorati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Qo‘mita ko‘rgan jihatlar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Inson genomi loyihasi: uch daraja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Inson genomi loyihasi (HGP) xalqaro tadqiqot bo‘lib, DNK nukleotidlari ketma-ketligini aniqlash va genlarni ajratishni maqsad qilgan.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Annas va Elias loyihaning ijtimoiy-axloqiy oqibatlarini uch darajada kuzatishni tavsiya qiladi: shaxs va oila, jamiyat, inson haqidagi falsafiy tushuncha.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Shaxs va oila darajasida genetik axborotga egalik qilishda tabiiy assimetriya bor: ota-ona bola genomi ma’lumotiga kiradi, aksincha emas.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Maxfiylik va avtonomiya tushunchalari endi shaxsga emas, oilaga yoki qarindosh oilalar guruhiga ham tegishli bo‘lishi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Loyiha oqibatlari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Shaxs va oila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Genetik axborotga egalik  ·  Oilaviy maxfiylik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Jamiyat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Genetik ta’lim  ·  Xizmatga adolatli kirish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Falsafiy daraja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Inson haqidagi tasavvur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Annas va Elias bo‘yicha uch daraja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145, 146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Kamsitish xavfi: ish va aholi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 ma’lumotlar banklarining keng tarqalishi ortida kamsitishning turli shakllari xavfi yotadi.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Genomik ketma-ketlik mavjud yoki rivojlanishi mumkin bo‘lgan kasallikka ishora qilsa, odam ishdan bo‘shatilishi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xavf korxonaning kasbiy kasalliklarga qarshi kurash siyosati natijasida paydo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 tadqiqot natijalariga qarab aholining katta guruhlari ham kamsitilishi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Genetik skrining: noto‘g‘ri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Skrining jiddiy irsiy kasalliklar genlari tashuvchilarini aholi orasidan aniqlaydi; klassik misol — fenilketonuriya skriningi.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Noto‘g‘ri salbiy natijada bemor sog‘lom deb topiladi va zarur davoni olmaydi.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Noto‘g‘ri ijobiy natijada sog‘lom odam patologik gen tashuvchisi deb tashxislanadi: bola va ota-onaga ruhiy zarar, asossiz davolash xavfi.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Noto‘g‘ri salbiy va noto‘g‘ri ijobiy natijalar soni o‘zaro bog‘liq: birini kamaytirsak, ikkinchisi ko‘payadi.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Noto‘g‘ri salbiy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Bemor sog‘lom deb topiladi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Zarur davo olinmaydi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Noto‘g‘ri ijobiy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Sog‘lom odam tashuvchi deb topiladi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Ruhiy zarar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Asossiz davolanish xavfi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Skrining xatolari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143, 143-144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Tub xalqlar, rozilik va “biologik qaroqchilik”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Xabardorlikka asoslangan rozilik tub xalqlar orasida ma’no kasb etadimi, degan savol qo‘yiladi.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Rozilik uchun zarur axborot tub xalqlarga qaysi tilda beriladi, degan masala ham ochiq qolmoqda.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 patent bilan mustahkamlansa-yu, donor jamoa daromaddan ulush olmasa, bu “biologik qaroqchilik” bo‘lmaydimi?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Jamoa genetik material beradi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Axborot tili va rozilik masalasi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Tadqiqot natija beradi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Natijaga patent olinadi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Ulush berilmasa: qaroqchilik?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Muammo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genetik ma’lumot va rozilik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uzoq jamoadan genetik namuna olindi, tadqiqot natijasi patentlandi, lekin jamoa daromaddan hech qanday ulush olmadi.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 shunday holatni “biologik qaroqchilik” bo‘lmasmikan, deb savol ostiga qo‘yadi: donor jamoa foydadan chetda qolmoqda.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Rozilik muammosi: tub xalqlar zarur ma’lumotni qaysi tilda oladi? “Xabardorlikka asoslangan rozilik” ular uchun ma’noga egami?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Oldini olish: jamoa tadqiqotda ixtiyoriy qatnashishi va u haqida to‘liq ma’lumotga ega bo‘lishi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Gen muhandisligi: liberal va konservativ yondashuv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Bioetik metodologiyada genetika muammolariga ikki yondashuv paydo bo‘lgan: «liberal» va «konservativ».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Liberal tarafdorlari genetik terapiya va biotexnologiyada katta istiqbol ko‘radi; cheklov ularga ilmiy taraqqiyotni to‘xtatish bo‘lib ko‘rinadi.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Liberal qarash ko‘pincha molekulyar biologlar va genetiklar orasida, pragmatizm va utilitarizmga tayanadi.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Konservativ qarash huquqshunoslar, ilohiyotchilar, ayrim faylasuflar va olimlar orasida ham keng tarqalgan.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Liberal yondashuv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Genetik terapiyada katta istiqbol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Cheklov — taraqqiyotni to‘xtatish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Pragmatizm, utilitarizm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Konservativ yondashuv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Huquqshunos, ilohiyotchi, faylasuf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Ehtiyotkorlik, aralashuv chegarasi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yondashuv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149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Evgenika: Galton ta’rifi va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“Evgenika” atamasini 1883 yilda ingliz olimi F. Galton taklif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Galton ta’rifi: kelajak avlod fazilatlariga ta’sir etuvchi, jamoatchilik nazoratini talab qiladigan omillarni o‘rganish.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Oxirgi bosqichda qonunlar keraksiz bo‘ladi, chunki odamlar evgenika zarurligini o‘zlari tushunib yetadi.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Ilmiy ishlov va targ‘ibot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Amaliy tadbirlar, qonunlar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Qonunlar keraksiz bo‘ladi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Galton bo‘yicha uch bosqich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Meller g‘oyasi va tanlash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Meller (AQSh) Yer yuzini daho odamlar bilan to‘ldirishni orzu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eng aqlli odamlarni tanlab, qolganlarini sterilizatsiya qilishni taklif qilgan va tanlash mezonlarini ishlab chiqqan.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atamani Galton (1883) kiritgan; “evgenika otasi” deb Meller ataladi. Ular bir kishi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Meller mezonlari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Zehn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Zehnlilik, aqliy salohiyat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Uyushqoqlik, altruizm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Boshqalar bilan hamkorlikda ishlay olish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Salomatlik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Jismoniy va ruhiy salomatlik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Meller mezonlari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Mendel qonunlari va irsiyat xulosalari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1900 yilda G. Mendel nomi bilan bog‘liq tug‘ma belgilarning ajralish qonunlari kashf etildi. Ular barcha o‘simlik va hayvonlarga tegishli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Irsiyatning xromosoma nazariyasi qaror topgach, barcha tirik mavjudotlarda irsiy apparat o‘xshash ekani ayon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inson uchun ham to‘g‘ri: jismoniy yoki aqliy nuqsonlar kuzatilgan oilalarda ular avloddan avlodga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nazariyalarga tayanib turlar va irqlar haqida katta xulosalar chiqarildi. Biroq irsiyat rolini oshirib yuborish xato.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Madaniy relyativizm va poligenlik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Aqliy qobiliyat monogen emas, poligen: u bir nechta genning o‘zaro ta’siri bilan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Genlar bola o‘sgan va tarbiyalangan sharoitga qarab namoyon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irsiyat ≠ taqdir. Nasl sifati ko‘p omilga, ayniqsa irsiyat va madaniy muhitga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Irqchilik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Asosiy g‘oya: Irqlar qobiliyati jihatidan farq qiladi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Omillar: Faqat tug‘ma belgilar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Irqlarga qarash: Yuqori va past irqlar bor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Oqibat: Fashizm asosi bo‘ldi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Relyativizm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Asosiy g‘oya: Fazilatlar ko‘p omilga bog‘liq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Omillar: Irsiyat va madaniy muhit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Irqlarga qarash: Irqchi g‘oyalar rad etiladi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Oqibat: Irsiyat rolini oshirmaslik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Irqchilik va relyativizm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Salbiy va ijobiy evgenika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yo‘nalish ham irsiyatni yaxshilashni maqsad qiladi, lekin usuli bilan farq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Salbiy evgenika dramatik tarixga ega: majburiy sterilizatsiya qonunlari qabul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salbiy evgenika ≠ ijobiy evgenika. Birinchisi taqiqlaydi, ikkinchisi rag‘batlantiradi.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Salbiy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Usul: Taqiqlash choralari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Vosita: Sterilizatsiya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Maqsad: Zararli irsiy belgilardan tozalash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Misol: 1907 yil Indiana qonuni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Ijobiy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Usul: Rag‘batlantirish choralari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Vosita: Selektsiya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Maqsad: Noyob irsiy belgilar bilan boyitish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Misol: Nobel sohiblari sperma banki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Salbiy va ijobiy evgenika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evgenika tushunchalari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Moslang: Galton – «evgenika» atamasini 1883 yilda taklif qilgan olim; Meller (AQSh) – «evgenika otasi», eng aqlli kishilarni tanlash tarafdori.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Meller mezonlaridan qaysi biri ro‘yxatda yo‘q – zehnlilik, uyushqoqlik va altruizm, jismoniy va ruhiy salomatlik, boylik?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salbiy evgenika – “taqiq/sterilizatsiya”; ijobiy evgenika – “rag‘bat/selektsiya”.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monogen ≠ poligen. Aqliy qobiliyat bitta genga emas, bir necha genning o‘zaro ta’siriga va tarbiya muhitiga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AQShda majburiy sterilizatsiya: sanalar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xasta, aqli zaif, jinsiy jinoyatda sudlanganlar; ayrim shtatlarda ichkilikbozlar, yetimlar ham sterilizatsiya qilindi.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sterilizatsiya qilinganlarda zararli genlar borligiga hech qanday dalil bo‘lmagan.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G‘oya tarqalishiga sabab: muhojirlar “yuksak” anglosakslarni siqib chiqaryapti, degan qarash edi.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1907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Indiana: majburiy sterilizatsiya qonuni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1924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Shimolliklarga qulay, janub/sharqqa qiyin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1937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Jorjiya: oxirgi majburiy qonun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100 mingdan ortiq kishi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Majburiy sterilizatsiya sanalari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Germaniya: irqiy tozalik va fashizm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 ruhiy xastalar va Fransiya armiyasi askarlaridan tug‘ilgan metislar sterilizatsiya qilindi.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Gollandiyada XX asr o‘rtalarida qabul qilingan (yashirin bajarilgan) qonunlar haqida ma’lumot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 – aholini zararli irsiy belgilardan “tozalash”; asosi ilmga zid irqchilik qoidalari edi.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«Irqiy tozalik» kitoblari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1933: Gitler, davlat dasturi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Dastlab: sterilizatsiya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O‘lim lagerlari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 mln dan ortiq yahudiy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Germaniya: vaqt chizig‘i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evgenika va inson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AQShda 1907-yilda Indiana shtatida majburiy sterilizatsiya qonuni qabul qilindi. Oxirgi shunday qonun 1937-yilda Jorjiyada chiqdi.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Qonunlar amalda bo‘lgan davrda 100 mingdan ortiq kishi, jumladan ko‘plab habashlar, majburan sterilizatsiya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Germaniyada 1933-yildan irqchilik davlat dasturiga aylandi. Avval ruhiy xastalar sterilizatsiya qilindi, keyin o‘lim lagerlari boshlandi.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“zararli genlardan tozalash” maqsadi nega huquqbuzarlikka olib keldi? Sterilizatsiya qilinganlar haqida qanday dalil yetishmagan edi?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Ijobiy evgenika: banklar va g‘oyalar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Grem Nobel sovrindorlari spermasi bankini tashkil etdi; undan ayollarni ixtiyoriy urug‘lantirish mo‘ljallangan.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Serebrovskiy va Meller donorlarning muzlatilgan spermasini urug‘lantirish uchun saqlashni taklif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Meller: yadro urushidan keyin erkaklar nasl qoldirish qobiliyatini yo‘qotsa, yashovchan spermaga talab oshadi.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379"/>
                <a:gridCol w="1101090"/>
                <a:gridCol w="239450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Bank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 va to‘qima banklari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1000 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Inson hujayra, to‘qimalarini saqlash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hujayra banklari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343 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hujayralarni saqlash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Embrion hujayra banklari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 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Embrion hujayralarini saqlash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Yagona uyushma (1976)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Barcha banklar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 standartlar ishlab chiqdi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AQShdagi hujayra banklari (kitob yozilgan davrda)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Qobiliyat poligen: nega “dahollar” yaratib bo‘lmaydi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Qobiliyat poligen: u bir necha yoki ko‘p genlarning tasodifiy chatishuvidan iborat, ya’ni monogen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Qobiliyatli ota-ona bolasida qobiliyat genlari ajralib ketadi, keyingi avlodlarda tarqaladi. Qobiliyat odatda ota-onadan o‘tmaydi.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odamda, qobiliyatlisida ham, yashirin holda bir nechta “zararli” gen bor. Ular jiddiy jismoniy va aqliy nuqson keltirishi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Genotipda nomaqbul genlar bor-yo‘qligini 100% ishonch bilan aniqlash hozircha mumkin emas. Yashirin ma’lumotni o‘qisak ham, uni to‘liq tushunish qiyin.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Evgenikadan tibbiy genetikaga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Evgenika qo‘ygan maqsad – insoniyatni zararli irsiyatdan xalos etish – endi tibbiy genetika zimmasida.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Dubininga ko‘ra, tibbiyot qavm irsiyatini zaiflashtiradi: shaxs va qavm salomatligi o‘zaro ziddiyatda.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evgenika – o‘tmish, qo‘yilgan maqsadlar esa tibbiy genetikaga o‘tgan.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7057"/>
                <a:gridCol w="32609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Savol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Javob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Kim amalga oshiradi?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Faqat umuminsoniy; sinfiy/kasbiy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Qanday xislatlar kerak?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Aql, moslashuvchanlik, salomatlik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Bugungi asosiy vazifa?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Irsiy o‘zgarishlarni boshqarish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Adaptiv muhit nima?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Iqlim, parhez, dori-darmonlar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Savol-javob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Prenatal diagnostika: usullar va muddatlar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An’anaviy usul — amniotsentezda olingan hujayralar karyotipini sitogenetik tahlil qilish (kitobda 13 yoki 14-hafta).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Yangi usul (1980) — trofoblast biopsiyasi va molekulyar gibridizatsiya: xorion vorsinkalari zarralarini olish orqali 5–6-haftada tashxis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Genetik anomaliya topilsa, 9–10-haftada homiladorlikni ixtiyoriy tugatish masalasini ko‘rib chiqish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Embrion sifatini aniqlash uchun urug‘lantirishdan oldin tashxis qo‘yish evgenikaga o‘tib ketishi xavfi bilan bog‘liq deb ko‘rsatilgan.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Amniotsentez (karyotip)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13–14-hafta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Xorion biopsiyasi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5–6-hafta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Tugatishni ko‘rish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9–10-hafta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Yangi usul joriy etildi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Prenatal tashxis muddatlari (Muxamedova)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Muxamedova Z.M., Bioetika, betlar: 237, 238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texnologiya, huquq va mas’uliyat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Inson genomi – butun insoniyat mulki: tabiiy holatda daromad manbai bo‘lolmaydi, inson yaratish uchun klonlash esa taqiqlanadi.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 ma’lumotlar banklari kamsitish (masalan, ishdan bo‘shatish) xavfini tug‘diradi; patentlar davolash va testlarni qimmatlashtiradi.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Evgenika saboqi: u majburiy sterilizatsiya va irqchilik jinoyatlarini oqlashga xizmat qilgan. Bugun tibbiy genetika hayot sifatiga xizmat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Mustaqil ish: genetik ma’lumotlar banklarining salbiy oqibatlari; xabardorlikka asoslangan rozilik mazmuni; inson biotexnologik yaratilishi nega taqiqlangan?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 «Genomika etikasi xalqaro nuqtai nazardan», II bob, 4-bo‘lim «Evgenika va bioetika»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Fakt: «evgenika» atamasini 1883 yilda F. Galton taklif qilgan. U uch bosqichni nazarda tutgan: ilmiy ishlov va targ‘ibot, amaliy tadbirlar va qonunlar, so‘ng qonunlarga ehtiyoj qolmasligi. Bu g‘oyaning keyingi qismi tarixda qanday oqibatlarga olib kelganini muhokama qiling.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«biologik qaroqchilik». Tub xalq jamoasidan olingan genetik material asosida patent olinadi, jamoa esa daromaddan ulush olmaydi. Savollar: rozilik uchun ma’lumot qaysi tilda berilgan? «Xabardorlikka asoslangan rozilik» bu jamoada ma’noga egami?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(Deklaratsiya moddalari): 1 – birlik va qadr-qimmat; 2 – har kimning huquqi, genetik xususiyatidan qat’i nazar; 4 – genom daromad manbai emas; 7 – genetik ma’lumotlar sir saqlanadi. Raqamlarni «Birlik–Huquq–Daromad yo‘q–Sir» tartibida eslang.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(evgenika turlari): salbiy evgenika taqiqlash choralari va sterilizatsiya bilan bog‘liq («S–S»). Ijobiy evgenika rag‘batlantirish va selektsiya bilan bog‘liq («I–S»). Diqqat: ularni adashtirmang.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Tahlil: nega «daholar banki» g‘oyasi ishonchsiz? Qobiliyat ko‘p genli (poligen) bo‘lib, bolada genlar to‘plami ajralib ketadi. Qobiliyat odatda ota-onadan bolaga o‘tmaydi, har kimda esa yashirin «zararli» genlar bor.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Muhamedova Z.M. Bioetika (o‘quv qo‘llanma, falsafa fakulteti), Toshkent, 2006. 2006. II bob 3-bo‘lim «Genomika etikasi xalqaro nuqtai nazardan» (klonlash va ildiz hujayra bandlaridan tashqari qismlar); 4-bo‘lim «Evgenika va bioetika»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