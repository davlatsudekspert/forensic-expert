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jarohat yoshini bilish sud jarayoniga ta’sir qiladi? 2) Gistologiya sud tibbiyotida qaysi savollarga javob beradi? Doskada: mavzu rejasini 4 blokda chizing (tushuncha, usullar, belgilar, raqamli gistologiya). Tipik xato: gistologiyani faqat o‘lim sababini aniqlash usuli deb o‘ylash. U jarohat vitalligi va yoshini ham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Agonal davrda yetkazilgan jarohatni qanday talqin qilamiz? 2) Jarohat yoshi aniq bo‘lsa, vitalliklik savoli hal bo‘ladimi? Doskada: jadvalni o‘zlari chizib, har qatorga bittadan misol yozsin. Tipik xato: ikki tushunchani bir xil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belgi eng erta paydo bo‘ladi? 2) Nima uchun bitta belgi yetarli emas? Doskada: zanjirni chizib, har bosqich yoniga mikroskopda ko‘rinadigan hujayralarni yozing. Tipik xato: qon quyilishining o‘zini vitallikning qat’iy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H&amp;E yolg‘iz vitallikni isbotlay olmaydi? 2) IGK oddiy gistologiyadan nimasi bilan farq qiladi? Doskada: uch usulning ustunli jadvalini chizdiring. Tipik xato: vitallikni (jarohat tirik paytda yetkazilganmi) jarohat yoshi (qancha vaqt o‘tgan) bilan aralashtirish. Diqqat: vitallik ≠ jarohat yoshi.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Nega IGK eng ko‘p o‘rganilgan usul? 2) Nega standart usul yo‘q? Doskaga chizing: 632 → 137 voronkasi. Tipik xato: sharh natijasini yagona tasdiqlangan protokol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Jarohatlar tartibi nima uchun sud jarayoniga ta’sir qiladi? 2) Qaysi qo‘shimcha usullar kerak bo‘ladi? Doskada: vaqt chizig‘i (tirik – agonal – o‘limdan keyin) chizdiring va unga jarohatlarni joylashtiring. Tipik xato: tashqi ko‘rinishga qarab, mikroskopsiz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miya jarohatlari ko‘p o‘rganilgan? 2) Tajriba va tekshiruv tadqiqotlari qanday farq qiladi? Doskada: uch to‘qimani yozib, har biriga bittadan sabab yozdiring. Tipik xato: tajriba tadqiqotlarini avtomatik tarzda inson uchun to‘liq mos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faqat bitta manbaga tayanib bo‘lmaydi? 2) Qaysi manba vaqt aniqligi bo‘yicha ustun? Doskada: shu uch ustunli jadvalni talabalar bilan birga chizing. Tipik xato: autopsiya namunasini har doim eng ishonchli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Hayvon natijasini odamga ko‘chirishda qanday xavf bor? 2) Yolg‘on manfiy natija sud uchun nega xavfli? Doskada: ‘hayvon → odam’ ko‘chirish zanjirini va noaniq joyini belgilang. Tipik xato: hayvon tajribasini odamga to‘g‘ridan-to‘g‘ri tatbiq etish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 va B ni solishtirib, qaysi birining cheklovi og‘irroq? 2) Nazorat guruhi va markerning o‘limdan keyingi barqarorligi nega muhim? Doskada: A va B uchun ‘afzallik / xavf’ ikki ustunini chizing. Tipik xato: faqat vaqt aniqligiga qarab B ni tanlash, namuna hajmi va sharoitni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qonama rangi bo‘yicha yosh aniqlash sud jarayonida xavfli? 2) Chuqurlik va teri rangi rangga qanday ta’sir qiladi? Doskaga: ‘vitallik’ va ‘jarohat yoshi’ tushunchalarini ikki ustunda yozing (tirik paytda hosil bo‘lganmi / necha vaqt yashagan). Tipik xato: qonama rangini aniq soatga bog‘lash, ko‘z bilan baholashni yakuniy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6 soatdan oldingi jarohatda gistologiya kam yordam beradi? 2) Bo‘yoqlarni qachon birga qo‘llash kerak? Doskaga: jadvalni ko‘chirib, har bo‘yoq yoniga o‘zingizning misolingizni yozing. Tipik xato: H&amp;E ni vitallikning mustaqil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Reanimatsiyadan keyin topilgan qon quyilishini qanday talqin qilasiz? 2) Qanday qo‘shimcha usullar (immunogistokimyo, molekulyar) kerak? Doskaga: ‘ekstravazatsiya → vital?’ savol belgisi bilan sxema chizing va ikki yo‘lni (tirik / o‘limdan keyin) ko‘rsating. Tipik xato: qizil qon hujayralari topilsa, jarohatni avtomatik vital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talabalarga og‘zaki bering, javobni slaydda oxirida oching. Muhokama: nima uchun H&amp;E yagona dalil bo‘la olmaydi? Eritrotsit ekstravazatsiyasi nega vitallikning ishonchsiz belgisi? Doskada chizing: «vitallik» va «jarohat yoshi» uchun ikki ustunli qisqa jadval. Tipik xato: vitallik tushunchasini jarohat yoshi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bir vaqtda bir nechta markerni aniqlash foydali? Antigen-antitana reaksiyasi to‘qimada nimani ko‘rsatadi? Doskada chizing: antigen → antitana → ko‘rinadigan signal sxemasi. Tipik xato: IGK ni oddiy H&amp;E bo‘yash bilan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IGK ni nima uchun ‘oltin standart’ deyish mumkin, lekin kamchiliklari qanday? Eski ishlarni qayta ko‘rish sud-tibbiyotda nima uchun muhim? Doskada chizing: jadvalni daftarga ko‘chirib, har ustunga bittadan misol qo‘shing. Tipik xato: ‘oltin standart’ni xatosiz va to‘liq standartlashgan usul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ivindi yetilgani sari fibrin rangi o‘zgaradi deb o‘ylaysiz? 2) Bu usul jarohat yoshini aniqlashda yagona dalil bo‘la oladimi? Doskada: vaqt o‘qini chizib, qizil–binafsha–ko‘k bosqichlarini rangli bo‘r bilan belgilang. Tipik xato: 12–24 soat oralig‘i uchun manbada rang berilmagan, talabalar uni o‘zlaricha to‘ldirib yuboradi. Shuningdek, FXIII ni rang beruvchi omil deb adashtirmang: u ivindini mustahkamlovchi oqsil.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Nega elektrolitlar jarohat yoshi markeri bo‘la oladi? 2) Nega ular sudda ishlatilmaydi? Doskaga chizing: usul-ion daraxti. Tipik xato: elektrolit o‘zgarishini faqat jarohatga bog‘lash (o‘limdan keyingi o‘zgarishlar ham bor).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 savollari: 1) Chirigan jasadda IGK natijasini qanday tekshirasiz? 2) Qaysi qo‘shimcha usullarni tanlaysiz va nima uchun? Doskada: ikki ustunli ‘IGK ishonchli / ehtiyot talab’ sxemasini chizdiring. Tipik xato: IGK ijobiy chiqdi, demak jarohat hayotlik davrida bo‘lgan deb darhol xulosa qilish. Manbada chirish ta’siri bo‘yicha dalillar kam ekani ta’kidlangan.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erta jarohatlarda mRNA ga asoslangan tahlil qulay? 2) Reference gen noto‘g‘ri tanlansa natijaga nima bo‘ladi? Doskada: to‘rt bosqichli zanjirni chizib, qPCR da normallashtirish qadamini alohida belgilang. Tipik xato: har qanday uy xo‘jaligi genini barqaror deb hisoblash; manbada ba’zilari jarohatdan keyin ifodasi oshishi aytilgan, shuning uchun barqaror genni tanlash muhim.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yuqori o‘tkazuvchan usullar narxni kamaytiradi? 2) Nega laboratoriyalararo solishtirish qiyin? Doskada chizing: gen (mRNK) → oqsil → morfologiya zanjiri va har bosqichga mos usulni yozing. Tipik xato: Western blot/ELISA ni gistologik usul deb o‘ylash; ular oqsil miqdorini o‘lchaydi, joylashuvini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 javobni yopiq daftarda yozsin, so‘ng juftlikda tekshirsin. Muhokama: mRNA beqarorligiga qaramay nega erta jarohatda foydali? Doskada: ‘mRNA → oqsil → morfologiya’ zanjirini chizing. Tipik xato: elektrolit tahlilini uzoq o‘tgan o‘limda ham ishonchli deb o‘ylash.</a:t>
            </a:r>
          </a:p>
          <a:p/>
          <a:p>
            <a:r>
              <a:t>Tekshirish kerak (manbada noaniq):</a:t>
            </a:r>
          </a:p>
          <a:p>
            <a:r>
              <a:t>- Savol: mikroRNK (miRNA) nega erta belgi bo‘lishi mumkin? Javob: u oqsil sintezini boshqaradi, o‘zgarishi oqsildan oldin ko‘rinishi kutiladi.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gistologiya erta jarohatda zaif, kechda esa ishonchli? Qaysi vaziyatda usullar kombinatsiyasi kerak? Doskada: vaqt o‘qini (3 daq – 6 soat – 12 soat – 24 soat) chizib, usullarni joylashtiring. Tipik xato: 12 va 24 soat chegaralarini qat’iy qoida deb qabul qilish; ular umumiy tendensiya.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bu holatda qanday usullar kombinatsiyasini tanlaysiz? Nega holat ma’lumotlari (tibbiy tarix, tergov) muhim? Doskada: ‘jarohat → o‘lim’ oralig‘ini daqiqalarda chizib, usullarni ko‘rsating. Tipik xato: eritrotsitlar ekstravazatini vitallikning yagona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sudtibbiyotchi yallig‘lanish hujayralarini vaqt bo‘yicha xaritalaydi? 2) Diabetli mayitda jarohat yoshini baholash nega qiyin? Doskada: uch bosqichli zanjirni chizing va teri hamda mushak ustunlarini to‘ldiring. Tipik xato: bitish bosqichlarini yagona, hammaga bir xil vaqt jadvali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β-amiloid prekursor oqsili nima uchun akson shikasti markeri bo‘la oladi? 2) Miyadagi mahalliy reaksiya teri yallig‘lanishidan nimasi bilan farq qiladi? Doskada: neyron tanasi, akson va uzilish joyini chizib, oqsil to‘planishini ko‘rsating. Tipik xato: miya yallig‘lanishini teri bilan to‘liq bir xil deb hisoblash, glial hujayralar migratsiyasini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har bir marker uchun nazorat guruhi kerak? 2) Mavsum o‘zgarishi marker barqarorligiga qanday ta’sir qilishi mumkin? Doskada: soat o‘qini chizib, 3 soat, 12 soat, 18 soat, 48 soat va 4 sutkani belgilang, markerlarni joylashtiring. Tipik xato: barcha mRNA va oqsillar o‘limdan keyin bir xil tezlikda parchalanadi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qoldiq hayot vital reaksiyani taqlid qiladi? 2) Reanimatsiya qaysi topilmalarni sun’iy hosil qiladi? Doskada chizing: o‘limdan yolg‘on vital belgigacha va holatni tekshirishgacha bo‘lgan zanjir. Tipik xato: topilma bor ekan, jarohat tirikligida bo‘lgan deb xulosa qilish. Diqqat: qoldiq hayot belgisi ≠ haqiqiy vitalitet.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Reanimatsiya haqidagi ma’lumot xulosani qanday o‘zgartiradi? 2) Qaysi qo‘shimcha ma’lumotlar kerak? Doskada chizing: qaror daraxti (qon quyilishi → reanimatsiya bo‘lganmi → boshqa belgilar). Tipik xato: faqat bitta belgiga tayanib vitalitet haqida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Qaysi cheklov eng xavfli xatoga olib keladi? 2) Diabetda qanday qo‘shimcha parametrlar kerak bo‘lishi mumkin? Doskada chizing: 4 ta cheklov (qoldiq hayot, chirish, diabet, manipulyatsiya) va har birining ta’siri. Tipik xato: normal yara mezonlarini diabetli kishiga o‘zgartirmay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bitta marker yoshni aniq ko‘rsatmaydi? 2) Matematik modelni ob-havo prognoziga o‘xshatish nimani anglatadi? Doskada: jadvalni chizing va har yondashuv yoniga ‘oraliq torayadi’ deb yozing. Tipik xato: mualliflar ko‘p markerli tizim ‘tayyor’ deb o‘ylash; aslida hali yagona tizim yoki model taklif etilmagan. Operator mahorati va to‘qima tiklanishidagi ko‘p omillar aniqlikka hali to‘sqinlik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Nega patolog tajribasi muhim? 2) Nega matematik model kalibr talab qiladi? Doskaga chizing: besh bosqichli yo‘l. Tipik xato: kelajakdagi usulni hozirgi isbotlangan standart deb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ikki haftalik tanaffus kerak? 2) Bir kuzatuvchining ikki usuldagi tashxisini solishtirish nimani ko‘rsatadi? Doskada: flow zanjirini chizing va CAP shartlarini (60 holat, 95%) yoniga yozing. Tipik xato: CAP minimumi 60 holatni iForensic soni (100)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Nega preparatlar turli o‘lim turlaridan tanlangan? 2) Maxsus bo‘yoqlar nima uchun kerak? Doskaga chizing: 100 ta preparat taqsimoti. Tipik xato: faqat H&amp;E ni yagona bo‘yoq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97,8% natija nimani isbotlaydi va nimani isbotlamaydi? 2) WSI ta’lim va masofaviy maslahatda qanday foyda beradi? Doskada: 95% chegarani va 97,8% natijani son o‘qida chizing. Tipik xato: CSUQ ballini foizga aylantirish; u 1–7 shkalada, yuqori ball yuqori qoniqishni bildiradi (mualliflar shkalani shunday qo‘llagan). H&amp;E — gematoksilin-eozin bo‘yog‘i.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WSI an’anaviy mikroskopiyadan qaysi jihatda qulay? 2) AI tahlili nega subyektivlikni kamaytiradi? Doskada chizish: xizmat – tadqiqot – ta’lim uchta ustunli sxema, har biriga bittadan misol yozing. Tipik xato: WSI ni mikroskopni butunlay almashtiradi deb o‘ylash. Manbada u mikroskopdan kam bo‘lmagan aniqlik berishi aytilgan (non-inferiority), almashtirish haqida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 2 kishilik guruhda ishlaydi. Muhokama: 1) Nega kechikish sud-tibbiyotda ayniqsa muhim? 2) Raqamli tashxis qanday validatsiya qilinishi kerak (CAP ko‘rsatmasidagi mos kelish chegarasi 95% dan yuqori)? Doskada chizish: preparat – skaner – server – neyropatolog zanjiri. Tipik xato: validatsiyani unutish. Raqamli tasvir shisha preparat bilan bir xil tashxis berishi tekshirilishi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Nega bitta usul sud uchun yetarli emas? 2) Raqamli usullar kompleks yondashuvga qanday hissa qo‘shadi? Doskada chizish: morfologik, immunogistokimyoviy va molekulyar usullarni birlashtiruvchi uchburchak. Tipik xato: immunogistokimyoni mutlaq aniq usul deb hisoblash. Manbada u operatorga bog‘liq va standart protokoli yo‘qligi ta’kidlangan.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Gistomorfologik diagnostika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gistomorfologik diagnostika nima?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tizimli gistologik tekshiruv so‘nggi ikki o‘n yillikda asta-sekin o‘z o‘rnini topdi, ayniqsa sud-tibbiy yorib ko‘rishda.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H&amp;E bilan bo‘yash, maxsus bo‘yoqlar va immunogistokimyo (IHC) jarohat yoshi, vitalligi va o‘lim sababini aniqlashga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yoshini aniqlash jinoyat joyini qayta tiklashga va gumonlanuvchini ushlashga yordam beradi. Jazo jarohat og‘irligiga qarab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vitalliklik va jarohat yoshi, morfologik va molekulyar usullar, vitalliklik belgilari, so‘ng raqamli gistologiya (WSI).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39836212;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Vitalliklik va jarohat yoshi: ikki savol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Zo‘ravonlik o‘limida asosiy e’tibor ikki savolga qaratiladi.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Vitalliklik jarohat tirikligida yetkazilganini, jarohat yoshi esa jabrlanuvchining omon qolgan davrini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vitalliklik ≠ jarohat yoshi. Biri tirikligini, ikkinchisi yashagan vaqtni aniqlaydi.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Vitalliklik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Savol: jarohat tirikligida yetkazilganmi?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Davrlar: tirik, agonal, o‘limdan keyin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Jarohat yoshi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Savol: jarohatdan keyin qancha yashagan?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Omon qolgan davrni ko‘rsatadi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tushuncha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 reaksiyalar zanjiri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Jarohatdan keyin qon quyilishi, yallig‘lanish hujayralari infiltratsiyasi va granulyatsion to‘qima hosil bo‘lishi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tirikligidagi reaksiyalar yig‘ma ravishda vitalliklik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qon hujayralarining tomirdan chiqishi o‘limdan keyin ham uchraydi; yolg‘iz ishonchli belgi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yetkazilishi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quyilishi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Yallig‘lanish infiltratsiyasi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Granulyatsion to‘qima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Yig‘ma nomi: vitalliklik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Vitalliklik belgilari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Gistologik usullar: umumiy ko‘rinish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Gematoksilin-eozin (H&amp;E) va maxsus bo‘yoqlar jarohat yoshi va vitalligini baholashga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Gistologiya o‘lim sababini aniqlash va tabiiy yoki tabiiy bo‘lmagan o‘limni ajratishda ham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Immunogistokimyo (IGK) antigen–antitana reaksiyasiga asoslanadi; gistologiya yolg‘iz yetarli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1927859"/>
                <a:gridCol w="72359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H&amp;E (gematoksilin-eozin)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Eritrotsit, yallig‘lanish, fibroblast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Operatorga bog‘liq; artefaktlar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Prussian ko‘k, elastika-van Gizon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Tirik reaksiyalarni ko‘rsatadi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Gistologiya yolg‘iz yetarli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Immunogistokimyo (IGK)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Sitokinlar, yallig‘lanish hujayralari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Yagona xalqaro protokol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Maiese sharhi: 137 maqola tuzilmasi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Qidiruvda 632 maqola topildi, takrorlari olib tashlangach 598 qoldi; sarlavha va annotatsiya bo‘yicha 201 ta, yakunda 137 ta ilmiy maqola tanlandi.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Maqolalar uch guruhga bo‘lindi: biologik suyuqlik va to‘qimada miqdoriy tahlil (24), immunogistokimyo (84), RNK tadqiqotlari (20 mRNK, 21 miRNK).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Eng ko‘p o‘rganilgan to‘qima — teri; eng ko‘p qidirilgan oqsil — fibronektin (15/85 maqola).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Vitallik va jarohat yoshini isbotlovchi standart, xalqaro tan olingan usul yo‘q; IGK eng ko‘p o‘rganilgan va «oltin standart» deb hisoblanishi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Topilgan maqola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Takrorsiz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598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Tanlangan (yakuniy)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IGK maqolalari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Miqdoriy tahlil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mRNK / miRNK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 / 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Maiese va boshq. (2022) sharhi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35805886, 3-bo‘lim, PMID 35805886, 4-bo‘lim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jarohat tirik paytda yetkazilganmi?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jasadda bir nechta jarohat bor va ularni turli shaxslar yetkazgan deb taxmin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Jazo odatda jarohat og‘irligiga qarab farqlanadi, shuning uchun jarohatlar vaqti va tartibini aniqlash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 ikki savol qo‘yadi: jarohat tirik paytdami, agonal yoki o‘limdan keyingi davrdami? Jabrlanuvchi undan keyin qancha yashagan?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jarohatga faqat ko‘z bilan qarab xulosa qilish ishonchli emas?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 yoshini aniqlashda ko‘p o‘rganiladigan to‘qimalar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Teri, skelet mushagi va miya jarohat atrofida eng ko‘p o‘rganilgan, chunki amaliyotda tez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Ko‘rib chiqilgan tadqiqotlarda asosan kesilgan yoki ezilgan jarohatlar o‘rganilgan.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Tadqiqotlar asosan hayvon va otopsiya namunalariga tayangan; ba’zilari tirik odamlardan olingan.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Ko‘p o‘rganilgan to‘qimalar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Amaliyotda tez uchraydi  ·  Ko‘proq tekshiruv tadqiqotlari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Skelet mushagi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Amaliyotda tez uchraydi  ·  Ko‘proq tajriba tadqiqotlari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Zo‘ravon o‘limda ko‘p  ·  Jarohat yoshi tadqiqotlari ko‘p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Jarohat yoshi bo‘yicha asosiy to‘qimalar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manbalari: hayvon, autopsiya, tirik odam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Hayvonda vaqt nazorat qilinadi, bitish jarayoni odamnikiga o‘xshash.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Autopsiya namunasi eng real, lekin hujjatlar yetarli emas va postmortem o‘zgarishlar xalaqit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odam namunasida vaqt aniq yozilgan, lekin u odatda kasal bemorlardan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Hayvon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Vaqt nazorat qilinadi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Takrorlanuvchan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Odamga qo‘llanishi noaniq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Autopsiya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Eng real; yoshi ma’lum bo‘lsa aniq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Ma’lumot yetishmaydi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Chirish o‘zgarishlari xalaqit beradi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Tirik odam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Odam namunasi, vaqti aniq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Sog‘lom emas, namuna kam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Surtma: yolg‘on manfiy xavfi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namuna manbasi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 va namuna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Odamlarda tadqiqot mahalliy etika qo‘mitasi tasdig‘ini talab qiladi. Tirik donor to‘qimasini ishlatish ham muhim etik masala.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Vaqti ma’lum odam namunalarini olish etik muammolarga ega va oson emas, shuning uchun hayvon tadqiqotlari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hayvon natijasi ≠ odamda isbotlangan natija. Yuqori gomologiyali markerlar o‘xshash vazifa bajarishi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odamdan namuna noinvaziv (surtma) olinadi. Hajm yetarli bo‘lmasa, natija ishonchsiz, ba’zan yolg‘on manfiy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qaysi namunaga tayanamiz?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 — autopsiya namunasi, jarohat vaqti noma’lum; B — tirik odamdan olingan, vaqti aniq yozilgan namuna.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 da chirish, parchalanish, qurish, odam yoshi, jarohat joyi va yashash vaqti hisobga olinishi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 da vaqt aniq, lekin namuna kichik bo‘lishi va yolg‘on manfiy natija chiqishi mumkin. Probirkada saqlash vital reaksiyani bostiradi.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namunaga tayanasiz va postmortem ta’sirni qanday nazorat qilasiz?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Makroskopik baholash: gematoma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Ko‘k-qonama rangiga qarab uning yoshini aniqlashga urinishlar uzoq vaqtdan beri qo‘llanib kelinadi.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usul amaliy qo‘llash uchun juda o‘zgaruvchan. Qonama rangi va paydo bo‘lish vaqtiga chuqurlik, joylashuv va teri rangi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Terida yumshoq to‘qimalarga qon quyilishi qonamaning vitalligini, rang o‘zgarishi esa yashash vaqtini ko‘rsatishi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 ko‘z bilan ko‘rib baholash vitallikni isbotlash uchun ishonchli usul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H&amp;E, Berlin ko‘ki va boshqa bo‘yoqlar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Oddiy gistologiya (H&amp;E, Berlin ko‘ki) jarohatdan taxminan 6 soat o‘tgach o‘zgarishlarni ko‘rsatishi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H&amp;E bilan birga Prussiya ko‘ki va elastika-van Gizon bo‘yoqlari vital reaksiyalarni ko‘rinadigan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qo‘llanilishi cheklangan: faqat gistologiya vitallikni isbotlash uchun yetarli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1128742"/>
                <a:gridCol w="152271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Bo‘yoq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H&amp;E (gematoksilin-eozin)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Vital reaksiyalarni ko‘rsatish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Operator va bo‘yash artefaktlari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Berlin ko‘ki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soatdan keyin o‘zgarishni ko‘rsatish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Amaliy qo‘llanish cheklangan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Prussiya ko‘ki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Vital reaksiyalarni ko‘rinadigan 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gistologiya yetarli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Elastika-van Gizon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Vital reaksiyalarni ko‘rinadigan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Operator va artefaktlar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Gistologik bo‘yoqlar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eritrotsit ekstravazatsiyasi ishonchlimi?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Qizil qon hujayralarining to‘qimaga chiqishi (ekstravazatsiya) vital reaksiya belgisi sanaladi.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ekstravazatsiya ≠ vitallik isboti. U o‘limdan keyin ham paydo bo‘lishi mumkin, shuning uchun ishonchli marker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Reanimatsiya choralari qon aylanishini saqlab, o‘limdan keyingi eritrotsit ekstravazatsiyasini keltirib chiqarishi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Gistologiyada operator bog‘liqligi va bo‘yash artefaktlari bor. Bunday belgilar vital jarohatlanmagan terida ham uchragan.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gistologiya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1-savol: vitallik va jarohat yoshi farqi? Javob: vitallik jarohat tirikligida hosil bo‘lganini, yosh esa jarohatdan keyin qancha yashalganini bildiradi.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2-savol: H&amp;E yolg‘iz o‘zi vitallikni isbotlaydimi? Javob: yo‘q — operatorga bog‘liq, artefaktlar bor, belgilar vital jarohatlanmagan terida ham uchrashi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3-savol: H&amp;E va Berlin ko‘ki jarohatdan necha soat keyin o‘zgarishni ko‘rsata oladi? Javob: taxminan 6 soatdan keyin, ammo amaliy qo‘llanishi cheklangan.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eritrotsit ekstravazatsiyasi ≠ vitallikning ishonchli isboti. U o‘limdan keyin ham paydo bo‘lishi mumkin, shuning uchun yagona marker bo‘la olmaydi.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35805886;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Immunogistokimyo va immunofluoressensiya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Immunogistokimyo (IGK) antigen bilan antitana orasidagi immunologik reaksiyaga asoslanadi. Bu reaksiya to‘qimadagi kerakli molekulani ko‘rinadigan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Eng ko‘p qo‘llanadigan bo‘yashlar sitokinlarni (IL-1, IL-6, TNF-α), semiz hujayralar kabi yallig‘lanish hujayralarini va shikastga oid molekulalarni ko‘rsatadi.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Ba’zi molekulalarning ifodalanishi vaqt o‘tishi bilan o‘zgaradi, shuning uchun ulardan jarohat yoshini aniqlashda foydalanish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IGK va immunofluoressensiya erta jarohatlarda to‘qima omillari joyini ko‘rsatadi. Ko‘p bo‘yash usuli 3-4 markerni bir vaqtda aniqlashga imkon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IGK ko‘rsatadi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Sitokinlar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IL-1, IL-6, TNF-α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Yallig‘lanish hujayralari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Semiz hujayralar va b.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Shikastga oid molekulalar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Vaqt o‘tishi bilan ifodasi o‘zgaradi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Ko‘p bo‘yash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3–4 markerni bir vaqtda aniqlash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Immunogistokimyo imkoniyatlari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35805886;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IGK: afzallik va kamchilik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IGK morfologik usul: molekulalar jarohatlangan to‘qimada qayerda joylashganini va qancha ekanini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Parafinli bloklarda qo‘llanadi, shuning uchun eski, ochilmagan ishlarni qayta ko‘rish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miqdorni baholash operatorga bog‘liq, shuning uchun natija xato yoki takrorlanmas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Afzalliklari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‘Oltin standart’ deb hisoblanishi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Qimmat uskuna shart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Parafinli bloklarda ishlaydi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Molekula taqsimotini ko‘rsatadi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Kamchiliklari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Yagona xalqaro protokol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Bo‘yash sifati ko‘p omilga bog‘liq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Miqdorni baholash operatorga bog‘liq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Xato yoki takrorlanmas natija mumkin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IGK: afzallik va kamchilik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Fibrin va Pikro-Mallori bo‘yog‘i vaqt chizig‘i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Pikro-Mallori bo‘yog‘ida fibrin rangi ivindining yetilishiga qarab qizildan ko‘kka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FXIII fibrin monomerlarining o‘zaro bog‘lanishini boshqaradi va ivindini mustahkamlaydi.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Hayotlik davrida hosil bo‘lgan suyak sinishlarida fibrin cho‘kmalari 34 daqiqadan 26 kungacha topilgan.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30 daqiqa–6 soat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Fibrin qizil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6–12 soat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Fibrin binafsha yoki ko‘k-binafsha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24 soatdan eski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Fibrin ko‘k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Pikro-Mallori: ivindi yoshi (12–24 soat manbada ko‘rsatilmagan)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Kvantitativ markerlar va elektrolitlar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Oqsil miqdori radioimmunoanaliz, ELISA, elektroforez, MALDI-TOF, nano-LC MS va HPLC bilan, ionlar atom-absorbsion spektrofotometriya bilan o‘lchanadi.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Magniy va kalsiy ferment boshqaruvi va mushak qisqarishida muhim; sink kechki tiklanish bosqichida ko‘payadi.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Natriy va kaliy o‘zgarishi travmadagi membrana buzilishi va membrana potensialining o‘zgarishi bilan bog‘liq bo‘lishi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Bu yo‘nalishdagi maqolalar oz (24/137), usullar sud maqsadlarida foydalanish uchun yetarli sinalmagan.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Kvantitativ tahlil (24/137)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Oqsil o‘lchash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Radioimmunoanaliz, ELISA  ·  Elektroforez, MALDI-TOF  ·  HPLC, nano-LC 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Ionlar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Atom-absorbsion spektrofotometriya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Elektrolitlar roli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Mg, Ca: ferment, mushak  ·  Zn: kechki tiklanish  ·  Na, K: membrana buzilishi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Cheklov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Sudda ishlatish uchun yetarli sinalmagan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Miqdoriy markerlar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35805886, 3-bo‘lim, PMID 35805886, 4-bo‘lim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IGK natijasi shubhali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vaziyat: jasad chirigan, teri jarohatida immunogistokimyo (IGK) vital marker uchun ijobiy chiqdi. Natijaga ishonish mumkinmi?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mualliflar IGK chirigan jasadda ham ishonchli ekanini ko‘rsatgan, biroq bunday tadqiqotlar atigi uchta topilgan.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Chirish to‘qima tuzilishini buzadi. Bu bo‘yalish kuchiga ham, belgining joylashuviga ham ta’sir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Xatoni kamaytirish uchun morfologik va molekulyar ko‘rsatkichlarni birgalikda qo‘llash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35805886;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mRNA tahlili va real-time PCR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Jarohatdan keyin sitokin va ferment mRNA darajasi oqsil va gistomorfologiyadan oldin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Real-time PCR (polimeraza zanjir reaksiyasi) gen ifodasidagi ozgina farqni ham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Normallashtirishda reference gen kerak; ba’zi uy xo‘jaligi genlari jarohatdan keyin faollashadi.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yetkazilishi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mRNA darajasi o‘zgaradi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Oqsil darajasi o‘zgaradi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Gistomorfologik o‘zgarish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O‘zgarishlar ketma-ketligi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o‘tkazuvchan usullar va oqsil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Gen chiplari, yuqori o‘tkazuvchan sekvenirlash va 384 mikroplastinka tizimi bir vaqtda o‘nlab–yuzlab genni tahlil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Bunday usullar tahlil narxini ancha kamaytiradi, natijalarni takrorlanuvchan va barqaror qiladi hamda marker tanlashga yordam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Western blot va ELISA (fermentga bog‘liq immunosorbent tahlil) immunogistokimyodan sezgirroq; oqsil mikroarrayi ko‘p oqsilni bir namunada tahlil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laboratoriyalar natijalarini solishtirish qiyin — protseduralar murakkab, sharoitlarni nazorat qilish ham oson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Yuqori o‘tkazuvchan usullar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Gen darajasi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Gen chiplari  ·  Yuqori o‘tkazuvchan sekvenirlash  ·  384 mikroplastinka tizimi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Oqsil darajasi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Western blot  ·  ELISA (IGK dan sezgirroq)  ·  Oqsil mikroarrayi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Cheklov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Laboratoriyalararo solishtirish qiyin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Mikro-usullar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molekulyar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erta jarohatda nega mRNA (xabarchi RNK) tahlili afzal? Javob: mRNA darajasi oqsil va gistomorfologiyadan oldin o‘zgaradi.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real-time PCR da mos yozuv geni nega kerak? Javob: ba’zi uy genlari jarohatdan keyin ortadi, normalizatsiya buziladi.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mikroRNK (miRNA) nega erta belgi bo‘lishi mumkin? Javob: u oqsil sintezini boshqaradi, o‘zgarishi oqsildan oldin ko‘rinishi kutiladi.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elektrolit va oqsil o‘lchashning afzalligi va cheklovi? Javob: operatorga bog‘liq emas; odatda o‘limdan 48 soat ichida ishlaydi.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Usullarning vaqt bo‘yicha ‘oynasi’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Gistologik reaksiya odatda 24 soatdan keyin, mRNA va oqsil o‘zgarishi taxminan 12 soatda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Erta jarohatga mRNA va oqsil usullari, kechroq jarohatga gistologiya mosroq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bitta usulga tayanmang; morfologik va molekulyar belgilar birga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647197"/>
                <a:gridCol w="218535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Gistologik belgilar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 24 soatdan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Kechroq jarohat uchun ishonchli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mRNA va oqsil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Taxminan 12 soatda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jarohat uchun mos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H&amp;E, Berlin 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Jarohatdan 6 soat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Amaliy qo‘llanishi cheklangan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P-selektin (IGK)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Jarohatdan 3 daqiqada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1998 yilgi kuzatuv, erta belgi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 va aniqlanish vaqti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juda erta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jarohat o‘limdan bir necha daqiqa oldin yetkazilgan. Savol: gistologiya yetarlimi? Yo‘q: dastlabki daqiqa-soatlarda u hal qila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Molekulyar usul imkon beradi: mRNA darajalari oqsil va gistomorfologiyaga qaraganda tezroq o‘zgaradi.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Dressler va boshq. 1998 yilda jarohatdan 3 daqiqa o‘tib P-selektinga kuchli musbat immunogistokimyoviy reaksiyani kuzatgan.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o‘lim zahoti ‘qoldiq hayot hodisalari’ vital reaksiyani taqlid qilishi mumkin; holat ma’lumotlari ham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Teri va skelet mushagi: bitish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Bitish uch bosqichdan iborat: yallig‘lanish, proliferatsiya va yetilish.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Sudtibbiyotda yallig‘lanish hujayralarining paydo bo‘lishi va yo‘qolishi vaqt bo‘yicha xaritalanadi.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Diabetda bitish oddiy jarohatdan farq qiladi, shuning uchun oddiy parametrlar mos kelmasligi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2282190"/>
                <a:gridCol w="1077926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Teri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Skelet mushagi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Yallig‘lanish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Neytrofil va makrofaglar keladi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Neytrofil va makrofaglar keladi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Proliferatsiya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Reepitelizatsiya, granulyatsion to‘qima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Satellit hujayralar miotsitga farqlanadi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Bitish bosqichlari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jarohati biomarkerlari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Markaziy nerv sistemasi mexanik, ishemik va toksik ta’sirga juda sezgir. Neyronlar yangilanmagani uchun miya shikasti qaytmasdir.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Mexanik shikast ko‘pincha epidural, subdural, subaraxnoidal va parenximal qon quyilish bilan keladi; qon quyilish yoshi H&amp;E va IGK bilan baholanadi.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Diffuz aksonal shikast og‘ir, erta tashxisi qiyin. β-amiloid prekursor oqsili akson uzilgan joyda aniqlanadi — sezgir, o‘ziga xos marker.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Mikroglia faollashadi, reaktiv astrositlar ko‘payadi. Glial va yallig‘lanish hujayralari dinamikasi miya jarohati vaqtini aniqlashda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Miya jarohati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quyilish turlari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Epidural, subdural  ·  Subaraxnoidal, parenximal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Diffuz aksonal shikast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β-amiloid prekursor oqsili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Glial javob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Mikroglia faollashadi  ·  Reaktiv astrositlar ko‘payadi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Miya jarohati yoshini baholash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Postmortem barqarorlik: marker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Chirish, parchalanish va qurish mRNA hamda oqsillarni buzadi; o‘limdan keyin barqaror markerlar tanlanadi.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Matriks metalloproteinaza-2 va TIMP-2 mRNA 12 soatda sezilarli parchalangan.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Postmortem interval ta’sirini bartaraf etish uchun nazorat guruhi va mavsumiy omillar hisobga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9547"/>
                <a:gridCol w="277842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Marker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Argininosuksinat liaza mRNA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 soatgacha barqaror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SNAT2 mRNA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48 soatgacha barqaror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LC3-II va p62 oqsillari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 sutkagacha barqaror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Kannabinoid retseptor-2 mRNA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 soatda sezilarli parchalangan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Markerlar barqarorligi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Qoldiq hayot hodisalari va postmortem manipulyatsiyalar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keyin qisqa vaqt hujayralar faol qolib, vital reaksiyani taqlid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Ventilyatsiya emfizemani, reanimatsiya qon quyilishini sun’iy hosil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intervali uzaysa, biomarkerlar ishonchliligi pasayadi; immunogistokimyo nisbatan chidamli.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O‘lim yuz beradi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hayot hodisalari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Ventilyatsiya / reanimatsiya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Yolg‘on vital belgi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Holatni tekshirish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Yolg‘on vital belgi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35805886, 4-bo‘lim (Discussion)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5: reanimatsiyadan keyingi topilma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reanimatsiya o‘tkazilgan jasadning to‘qimasida eritrotsitlar chiqishi (qon quyilishi)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Reanimatsiya qon aylanishini saqlagani uchun postmortem eritrotsit ekstravazatsiyasini hosil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eritrotsit ekstravazatsiyasi ≠ vitalitet isboti, chunki u o‘limdan keyin ham paydo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topilmani qanday baholaysiz? Holat ma’lumotlari, tergov va kasallik tarixi bilan solishtiring.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35805886, 4-bo‘lim (Discussion); Li N va boshq., Vitality and wound-age estimation in forensic pathology: review and future prospects, betlar: PMID 32490306, Methods: Other methods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cheklovlar va xatolar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qoldiq hayot nima? Javob: o‘limdan keyin qisqa vaqt davom etuvchi reaksiyalar, vitalni taqlid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chirish nimaga ta’sir qiladi? Javob: biomarkerlar ishonchliligini pasaytiradi, to‘qima tuzilishini o‘zgartirishi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diabetli kishida normal yara mezonlari mosmi? Javob: yo‘q, diabetda yara tiklanishi farq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reanimatsiya va ventilyatsiya nimani hosil qiladi? Javob: qon quyilishi va emfizemaga o‘xshash yolg‘on belgilar.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35805886, 4-bo‘lim (Discussion); Li N va boshq., Vitality and wound-age estimation in forensic pathology: review and future prospects, betlar: PMID 32490306, Biomarkers: Skin and skeletal muscle injury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Ko‘p markerli yondashuv va tahlil modellari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ko‘rsatkich jarohat yoshini aniqlashga yetmaydi; bir necha ko‘rsatkichni birlashtirish xatoni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 mRNA (xabarchi RNK)ning yuqoriga/o‘zgarishsiz/pastga modeli jarohat yoshi oralig‘ini toraytirdi.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CD14, CD32B, CD68 birgalikda bitta markerdan o‘ziga xosroq bo‘ldi; ehtimollik ballari tizimlari ham tuzilgan.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Ko‘p markerli yondashuv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4 ta mRNA modeli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Yuqoriga/o‘zgarishsiz/pastga  ·  Yosh oralig‘ini toraytirdi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CD14 + CD32B + CD68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 jarohati, torroq oraliq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Ehtimollik ballari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Morfologik belgilarni ballash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Matematik model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Hayvon ma’lumoti + autopsiya kalibri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Tahlil modellari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Kelajak yo‘nalishlari: jarohat yoshini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Erta bosqichda jarohat yoshini aniqlash ko‘p jihatdan patologning tajribasiga bog‘liq.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Marhum yoshi, jinsi, o‘lim sababi, jarohat og‘irligi, o‘limdan keyingi vaqt, fasl va saqlash sharoitini hisobga oluvchi hayvon modeli kerak.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Ko‘p marker va yuqori o‘tkazuvchan tahlil, morfologiya bilan genomika, proteomika, metabolomika birlashtirilishi taxmin qilinadi.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Matematik model katta hayvon tadqiqotlariga asoslanib, inson autopsiyasi bilan kalibrlanishi kerak; yagona ko‘p markerli tizim hozircha taklif etilmagan.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Hayvon modeli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Yosh, PMI, fasl, saqlash sharoiti hisobga olinadi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Ko‘p marker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Yuqori o‘tkazuvchan tahlil: mRNK va oqsil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Omika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Genomika, proteomika, metabolomika + morfologiya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Matematik model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Hayvon ma’lumoti, autopsiya bilan kalibr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Amaliyot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Hozircha yagona tizim taklif etilmagan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Kelajak yo‘li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32490306, Problems and future perspectives, PMID 32490306,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Raqamli WSI: validatsiya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WSI — butun shisha preparatning yuqori aniqlikdagi raqamli tasviri; u kompyuter ekranida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CAP (Amerika patologlar kolleji): kamida 60 holat, ikki hafta tanaffus, moslik 95% dan yuqori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iForensic: 6 sud patologi 100 preparatni avval mikroskopda, ikki haftadan so‘ng WSIda baholadi.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100 preparat mikroskopda ko‘rildi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Skanerlash (Aperio GT 450 DX)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 hafta tanaffus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WSI ekranda ko‘rildi (O3 viewer)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Moslikni solishtirish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iForensic dizayni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iForensic: preparatlar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ta sud-tibbiy ahamiyatli shisha preparat tanlandi: turli a’zo va to‘qimalar.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turi bo‘yicha: qotillik 10, suitsid 15, tabiiy 30, baxtsiz hodisa 15, tibbiy javobgarlik 30 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80 preparat oddiy gematoksilin-eozin bilan, 20 tasi gistokimyoviy bo‘yoqlar (PTAH, PAS, Masson, Perls, Von Kossa) va IGK markerlari bilan bo‘yalgan.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Skanerlash o‘rtacha 44 soniya, fayl hajmi 119–997 (o‘rtacha 640) megabayt.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Qotillik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Suitsid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Tabiiy 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Baxtsiz hodisa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Tibbiy javobgarlik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H&amp;E / maxsus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 /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iForensic: o‘lim turi va bo‘yash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39836212, Results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iForensic natijalari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6 sud patologi (har biri 500 dan ortiq autopsiya o‘tkazgan) 100 preparatni baholadi.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 va WSI tashxislari o‘rtacha 97,8% mos keldi — bu CAP chegarasidan yuqori; qoniqish ham yuqori.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Fayl hajmi 119–997 megabayt (o‘rtacha 640); tasvir sifati va ekranda yurish qulayligi yuqori baholandi.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Preparatlar soni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H&amp;E bo‘yalgan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Maxsus bo‘yoq / IGK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O‘rtacha moslik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97,8 %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CSUQ (qulaylik)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6,6 /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Skanerlash vaqti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≈44</a:t>
            </a:r>
            <a:r>
              <a:rPr sz="1500" b="0">
                <a:solidFill>
                  <a:srgbClr val="6B7280"/>
                </a:solidFill>
                <a:latin typeface="Calibri"/>
              </a:rPr>
              <a:t>  soniya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iForensic asosiy natijalari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WSI imkoniyatlari: xizmat, tadqiqot, ta’lim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Xizmat: yuqori sifatli raqamli tasvir boshqa joydagi mutaxassisga tez yuboriladi; real vaqtda konsultatsiya o‘tkaziladi, namuna jo‘natishni kutish shart emas.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Tadqiqot: sun’iy intellekt (AI) hujayra zichligi, to‘qima tuzilishi va yallig‘lanish javobini miqdoriy baholay oladi. Bu subyektivlikni kamaytiradi.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Eski ishlarni qayta o‘rganish ham mumkin. Katta hajmli va retrospektiv tadqiqotlarda bu yangi ma’lumot berishi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Ta’lim: talabalar laboratoriyada bo‘lmasdan masofadan tasvirni ko‘radi. Ular topilmalarni birga muhokama qiladi, mutaxassisdan fikr 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WSI imkoniyatlari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Xizmat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Masofadagi mutaxassis bilan maslahat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Tadqiqot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AI hujayra zichligini baholaydi  ·  Eski ishlarni qayta o‘rganish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Masofadan ko‘rish va muhokama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Raqamli gistologiya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6: raqamli konsultatsiya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(o‘quv misoli): otopsiyada miya to‘qimasi preparatida murakkab o‘zgarish topildi. Ekspert tashxisga to‘liq ishonmayapti.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Preparat skanerlanadi va raqamli tasvir neyropatologga yuboriladi. U tasvirni real vaqtda ko‘rib, o‘z fikrini bildiradi.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Jismoniy namunani jo‘natish odatda kechikish keltiradi. Raqamli almashinuv bu kechikishni bartaraf etib, xulosani tezlashtiradi.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raqamli konsultatsiya qaysi ikki afzallikni beradi va qaysi muhim tekshiruv shart bo‘lib qoladi?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standart va kompleks yondashuv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Jarohatning tirik davrda yetkazilganligini va yoshini isbotlashning xalqaro tan olingan standart usuli hozircha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faqat gistologiya ≠ yetarli isbot. Gistologik, immunogistokimyoviy va genetik usullarni birlashtirgan kompleks yondashuv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yoshini baholash murakkab, shuning uchun bitta ko‘rsatkich yetmaydi. Bir nechta belgini birga qo‘llash xatoni kamaytiradi.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Raqamli WSI mikroskop bilan 97,8% mos keldi, ya’ni 95% chegarasidan yuqori. Bu raqamli yo‘nalishni kelajak uchun istiqbolli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35805886; Li N va boshq., Vitality and wound-age estimation in forensic pathology: review and future prospects, betlar: PMID 32490306; Pigaiani N va boshq., iForensic, betlar: PMID 39836212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1998-yilda Dressler va hamkasblari jarohat yetkazilgandan atigi 3 daqiqa o‘tib P-selektin uchun kuchli musbat immunogistokimyoviy reaksiyani kuzatgan. Bu erta jarohat yoshini baholash mumkinligini ko‘rsatadi.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(svetofor qoidasi): Pikro-Mallori bo‘yog‘ida fibrin rangi pixish davriga bog‘liq. 30 daqiqa–6 soatda qizil, 6–12 soatda binafsha, 24 soatdan keyin ko‘k bo‘ladi: «qizil – binafsha – ko‘k» = yangidan eskiga.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qayta jonlantirish choralari qon aylanishini saqlab, o‘limdan keyin to‘qimaga eritrotsitlar chiqishini (ekstravazatsiya) chaqirishi mumkin. Sun’iy ventilyatsiya esa emfizemani taqlid qilishi mumkin. Shu sababli «hayotiylik» belgisi sohta bo‘lishi ehtimol.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jarohat yoshini baholash murakkab va ko‘p omilli muammo bo‘lib, mualliflar uni ob-havo prognoziga o‘xshatadi. Shuning uchun bir nechta ko‘rsatkichni birga qo‘llash xatoni kamaytirishi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Raqamli gistologiya: 6 sud-tibbiyot patologi 100 ta shisha preparatni mikroskopda, ikki hafta «yuvilish» (wash-out) oralig‘idan so‘ng esa WSI (to‘liq preparat raqamli tasviri) orqali ko‘rdi. O‘rtacha moslik 97,8% bo‘ldi, CAP (Amerika Patologlar Kolleji) chegarasi esa 95% dan yuqori edi.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Li N va boshq. Vitality and wound-age estimation in forensic pathology: review and future prospects, Forensic Sciences Research. 2018. PMID 32490306; DOI 10.1080/20961790.2018.1445441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Maiese A va boshq. State-of-the-Art on Wound Vitality Evaluation: A Systematic Review, International Journal of Molecular Sciences. 2022. PMID 35805886; DOI 10.3390/ijms23136881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Pigaiani N va boshq. iForensic, multicentric validation of digital whole slide images (WSI) in forensic histopathology setting according to the College of American Pathologists guidelines, International Journal of Legal Medicine. 2025. PMID 39836212; DOI 10.1007/s00414-025-03421-5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