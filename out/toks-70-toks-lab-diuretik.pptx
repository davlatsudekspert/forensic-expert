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diuretiklar nima uchun sud-kimyo tahlili ob’ekti? Doskada: mashg‘ulot rejasi. Syllabus mavzusida gipotiazid ham bor, lekin mashg‘ulot matni (253-255) faqat furosemid va asetazolamidni o‘z ichiga oladi; gipotiazid ma’ruza matnidan (136-137) qisqa berildi. Tipik xato: gipotiazid uchun mashg‘ulotdagi ajratish tartibi mavjud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Kutilayotgan natija: ajratma va YuQX protokoli. Muhokama: «skrining» nima? Doskada: 4 natija. Tipik xato: ajratish tartibini (pH, erituvchi)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universal indikator kerak? (pH 2,0-3,0 va 3,0-4,0 ga keltirish — toks 253-254.) Doskada: jihozlar. Tipik xato: pH ni tekshirmay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har bir erituvchi qaysi moddaga mos? Doskada: modda — erituvchi jadvali. Reaktivlarni tayyorlash retseptlari bu sahifalarda berilmagan. Tipik xato: furosemid va asetazolamidning erituvchilarini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biologik ob’ekt va reaktivlar bilan ishlashda qanday himoya vositalari kerak? Doskada: himoya vositalari ro‘yxati. Tipik xato: reaktivni (kislota, simob tuzi, brom) qo‘lqopsiz va so‘rish shkafisiz ishlatish — mashg‘ulot oldidan o‘qituvchi alohida eslatadi. Manba malaka 117 (sanasi va raqami ko‘rsatilmagan qoidalar loyihasi) —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mashg‘ulotda qaysi guruhlar tahlil qilinadi? (Furosemid va asetazolamid.) Doskada: tasnif jadvali. Kitob tasnifi shu ko‘rinishda keltirilgan; furosemid va etakrin kislotaning alohida guruhi nomi yozilmagan. Tipik xato: furosemidni tiazid deb atash.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elektrolit buzilishlari qaysi organlarga ta’sir qiladi? Doskada: 4 guruh belgilar. Tipik xato: belgilarni faqat bitta organ tizimiga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nega NaCl bilan to‘yintiriladi? (Kitob sababini yozmagan; o‘qituvchi aytadi.) Doskada: 5 bosqichli sxema. Tipik xato: aseton qatlamini uchirmay ekstraksiyaga o‘tish.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ishchi standart eritma. Muhokama: ikki bosqichli suyultirish nega kerak? Doskada: suyultirish koeffitsienti (50 ml, so‘ng 25 ml). Tipik xato: suyultirishni bir bosqichda bajarish.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quruq qoldiq (miqdoriy tahlil uchun). Muhokama: furosemid nega kislotali muhitdan efirga o‘tadi? (Kitob buni yozmaydi; kislota xossasi — o‘qituvchi tushuntiradi.) Tipik xato: pH=2,0 o‘rniga neytral muhitda ekstraksiya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tahlil uchun quruq qoldiq. Muhokama: qon va peshobdan ajratishdagi farq: pH=2,0 (qon) va 2,0-3,0 (peshob). Tipik xato: qon uchun 0,2 n HCl ishlatish: qonda konsentrlangan HCl ko‘rsatilgan.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Rf=0,55 da qo‘ng‘ir dog‘. Muhokama: nega dog‘ faqat chetda purkaladi, qolgani eluat uchun saqlanadi? (Kitob buni aytmagan.) Tipik xato: butun plastinkani FeCl3 bilan purkash.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20 daqiqa. Kutilayotgan natija: tekshiriluvchi dog‘ va standart dog‘i bir balandlikda. Muhokama: UV nurda tovlanish qanday yordam beradi? Doskada: jadvalni nusxalang. Tipik xato: standartsiz natija chiqarish.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Kutilayotgan natija: yashil — to‘q qizil o‘tish va qizil binafsha azobo‘yoq (ma’ruza matni, toks 136; mashg‘ulot bosqichlarida yo‘q). Muhokama: ammoniy sulfamat nega kerak? Doskada: azobo‘yoq sxemasi. Tipik xato: ammoniy sulfamatni nitritdan oldin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furosemid va metabolitning maksimumi qanchaga farq qiladi? (7 nm.) Doskada: jadvalni nusxalang; etakrin kislota — 278 nm. Tipik xato: erituvchini (spirt) ko‘rsatmay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nega har bir diuretik uchun alohida ochuvchi reaktiv? Doskada: jadvalni nusxalang. Mashg‘ulot matni gipotiazidni qamramaydi; bu ma’ruza ma’lumoti (toks 137). Tipik xato: bitta ochuvchini barcha diuretiklar uchun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Kitobda ziddiyat: asetazolamid standart eritmasi matnida «furosemid namunasi» yozilgan (copy-paste); slaydda asetazolamid namunasi olindi. Muhokama: standartni nima uchun alohida tayyorlash kerak? Doskada: 0,05 g, 50 ml, 1 ml → 25 ml. Tipik xato: furosemid standartini asetazolamid uchun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quruq qoldiq. Muhokama: furosemidga nisbatan pH va erituvchi qanday farq qiladi? (pH=2,0-3,0, efir.) Tipik xato: efirni asetazolamid uchun ham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40 daqiqa. Kutilayotgan natija: quruq qoldiq jigar ekstraktidan. Muhokama: suvli aseton usuli umumiy sxemasi (toks 136) bilan solishtiring. Tipik xato: sentrifugalash tezligini o‘zgartirish.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25 daqiqa. Kutilayotgan natija: Rf=0,55 da qo‘ng‘ir dog‘. Kitobda ziddiyat: tahlil bosqichida «furosemid» deb yozilgan va Rf=0,55 furosemid bilan bir xil (copy-paste); slaydda asetazolamid uchun shu matn olindi, o‘qituvchi standart bilan tekshiradi. Tipik xato: Dragendorf o‘rniga FeCl3 ishlatish.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YuQX-skrining nima uchun yakuniy emas? Doskada: «Rf + ochuvchi + standart». Skrining natijasi tasdiqlovchi usullar (UB, azobo‘yoq) bilan to‘ldiriladi. Tipik xato: Rf ning mosligini yakuniy isbot deb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11 savolni guruhlarga taqsimlang. Doskada: savollarni raqamlab yozing. Tipik xato: javobda pH va ekstragentni aytmaslik.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Hisobot: ish daftariga ajratish sxemasi, Rf va xulosa yoziladi. Muhokama: 3 asosiy xulosa. Doskada: pH va Rf qiymatlari. Tipik xato: pH=2,0 va 3,0-4,0 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Diuretiklarni ajratish va YuQX-skrining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Mashg‘ulot maqsadi va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Mavzu: diuretik dori moddalarini biologik ob’ektlardan ajratib olish va YuQX-skrining usulida tahlil qilish.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Maqsad: talabalarni furosemid va asetazolamid dori vositalarining toksikologik ahamiyati hamda tahlil usullari bilan tanishtirish.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furosemidning toksikologik ahamiyati; asetazolamidning toksikologik ahamiyati; ularning tahlil usullari.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Kutilayotgan natijalar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Talabalar furosemid va asetazolamid dori vositalarini toza eritmalarda hamda noma’lum tarkibdagi eritmada sifat reaksiyalarini o‘tkazish sharoitini o‘zlashtiradilar.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Furosemidni qon va peshobdan ajratib olishni o‘rganadilar.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Asetazolamidni qon, peshob va biologik ob’ektdan (jigar) ajratib olishni o‘rganadilar.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YuQX-skriningda Rf=0,55 dog‘ni aniqlab, standart bilan solishtiradilar.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253, 254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Asbob-uskunalar va jihozlar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vositalar: probirkalar, ajratgich voronkalar, reaktivlar, ko‘rgazmali materiallar.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Laboratoriya jihozlari: maxsus laboratoriya vositalari bilan jihozlangan xona.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50 ml va 25 ml o‘lchov kolbalari, ajratgich voronka, chinni idish, universal indikator qog‘ozi, «Silufol» va KSK plastinkalari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Jigardan ajratish uchun elektr chayqatgich, doka filtr va 3000 ayl/daqiqa tezlikda ishlaydigan sentrifuga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253, 253-254, 254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Reaktivlar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Standart eritma uchun asetonitril; ekstraksiya uchun dietil efiri, etilatsetat-izopropil spirti (4:1), 10% va to‘yingan NaCl, quruq Na2SO4.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pH sozlash uchun konsentrlangan HCl, 0,2 n va 0,1 n HCl eritmalari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 uchun: xloroform-toluol-etanol-25% ammiak (15:5:30:2), benzol-2-propanol (8:2); ochuvchilar — 5% temir (III) xlorid va Mune bo‘yicha Dragendorf.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253-254, 254-255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Xavfsizlik va tayyorgarlik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Talaba laboratoriya ishi uchun o‘zi bilan rezina qo‘lqop, salfetka va yuzga tutish uchun niqob keltiradi.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ventilyatsiya va so‘rish shkafi bor, ish tugagach berkitiladigan va muhrlanadigan xonalarda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Infeksiyali (sil, gepatit, OITS) shaxslardan ob’ektlar maxsus konteynerda keladi va hujjatlarda belgilanadi.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166; Malaka materiali №117 (O‘zR SSV, loyiha matni)., Sud-kimyo ekspertiza va tekshiruvlarini o‘tkazish qoidalari, betlar: 6-band, 7-band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 vositalar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Diuretiklar: ksantin hosilalari, karboangidraza ingibitorlari, tiazidlar, kaliy saqlovchilar.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Furosemid va etakrin kislota tiazidlar bilan birga qavs ichida keltirilgan (halqali diuretiklar o‘rnida).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7401"/>
                <a:gridCol w="311057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Vakillari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Ksantin hosilalari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Nefronga ta’sir etuvchi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Karboangidraza ingibitorlari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Atsetazolamid va osmotik diuretiklar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Tiazidlar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Gidroxlortiazid (furosemid, etakrin kislota)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Kaliyni saqlovchilar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Spironolakton, triamteren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 tasnifi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135, 136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Diuretiklarning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bosimining tushishi, taxikardiya, kollaps, aritmiya, aplastik anemiya.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Gipokaliemiya, gipomagniemiya, giperglikemiya, xolesterin oshishi, podagra.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Ishtahaning yo‘qolishi, og‘iz qurishi, kuchli chanqash, ko‘ngil aynishi, qayt qilish, diareya, pankreatit.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aylanishi, uyquchanlik, muskullar bo‘shashishi, eshitish va ko‘rish buzilishi; allergik reaksiyalar.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Suvli aseton usuli bilan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aseton-suv (5:3) aralashmasiga bo‘ktirilib, NaCl bilan to‘yintiriladi.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Aseton uchiriladi; suvli qatlam kislotali va ishqoriy sharoitda etilatsetat bilan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Ishqoriy suvli qatlam xloroform bilan qayta ekstraksiyalanadi; organik qatlamlar YuQX da tozalanadi.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+ aseton-suv (5:3)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NaCl bilan to‘yintirish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 uchiriladi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Etilatsetat bilan ekstraksiya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YuQX da tozalash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Suvli aseton usuli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Furosemidning standart eritmasi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50 ml o‘lchov kolbasiga 0,05 g furosemid namunasi solinadi va 5 ml asetonitrilda eritiladi.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Belgigacha yetkaziladi; 1 ml eritma 25 ml kolbada asetonitril bilan belgigacha yetkaziladi.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0,05 g furosemid kolbaga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asetonitrilda eritiladi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50 ml gacha yetkaziladi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 ml → 25 ml kolba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Asetonitril bilan belgigacha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Standart eritma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253; Yuldashev Z.A., Nurmatova M.I., Toksikologik kimyo modulidan o‘quv-uslubiy majmua, betlar: 262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Furosemidni qondan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 ml qon konts. HCl bilan pH=2,0 ga keltirilib, 2 g 10% NaCl solinadi va tindiriladi.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Tiniq qismi voronkada 10 ml dietil efiri bilan ikki marta ekstraksiyalanadi.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Ekstraktlar 5,0 g quruq Na2SO4 filtridan o‘tkazilib, xona haroratida quritiladi.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qon, HCl bilan pH=2,0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+ 2 g NaCl, tindirish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 10 ml × 2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 filtrdan o‘tkazish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Xona haroratida quritish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Qondan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262; Yuldashev Z.A., Umarova G.Q., Toksikologik kimyo modulidan o‘quv-uslubiy majmua, betlar: 253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Furosemidni peshobdan ajratib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25 ml peshob namunasiga 2 g NaCl solib, to‘liq erib ketguncha aralashtiriladi.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pH universal indikator bilan 0,2 n HCl yordamida 2,0-3,0 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 ml dietil efiri bilan ekstraksiya; ekstrakt 5,0 g Na2SO4 filtridan o‘tkazilib quritiladi.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25 ml peshob + 2 g NaCl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0,2 n HCl bilan pH 2,0-3,0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10 ml dietil efiri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Na2SO4 filtri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Quritish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Peshobdan ajratish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253; Yuldashev Z.A., Nurmatova M.I., Toksikologik kimyo modulidan o‘quv-uslubiy majmua, betlar: 262-263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Furosemidni xromatografik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5 ml asetonda eritilib, «Silufol» start chizig‘iga 1-2 sm kenglikda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Plastinka xloroform-toluol-etanol-25% ammiak (15:5:30:2) kamerasida 10 sm gacha ko‘tarilguncha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5% FeCl3 bilan qo‘ng‘ir dog‘ (Rf=0,55); eluat 25 ml etil spirtida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5 ml asetonda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Silufol start chizig‘iga chiziq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Xloroform-toluol-etanol-NH3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5% FeCl3: qo‘ng‘ir dog‘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Eluat 25 ml spirtda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Tozalash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263; Yuldashev Z.A., Umarova G.Q., Toksikologik kimyo modulidan o‘quv-uslubiy majmua, betlar: 254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Furosemid: YuQX-skrining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Tekshiriluvchi eritma KSK plastinkaga nuqta ko‘rinishida, yoniga standart tomiziladi.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Xloroform-toluol-etanol-25% ammiak (15:5:30:2) kamerasida xromatografiyalanadi; UV nurda tovlanish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5% temir (III) xlorid bilan qo‘ng‘ir dog‘ (Rf=0,55) hosil bo‘lsa, eritmada furosemid borligini bildiradi.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63524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6758"/>
                <a:gridCol w="388848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Qiymat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Sistema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Xloroform-toluol-etanol-NH3 15:5:30:2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Ochuvchi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5% temir (III) xlorid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Dog‘ va 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Qo‘ng‘ir, Rf=0,55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Furosemid — YuQX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263; Yuldashev Z.A., Umarova G.Q., Toksikologik kimyo modulidan o‘quv-uslubiy majmua, betlar: 254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Furosemid: chinlik reaksiyalari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Furosemidning spirtdagi eritmasi p-dimetilaminobenzaldegid ta’sirida yashil birikma hosil qiladi, u to‘q qizilga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Azobo‘yoq: 1 mol/l HCl bilan qizdirib gidrolizlanadi; NaNO2, so‘ng ammoniy sulfamat va N-(1-naftil)-etilendiamin gidroxlorid qo‘shilsa, qizil binafsha azobo‘yoq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Ammoniy sulfamat eritmadagi natriy nitritning ortiqchasini parchalash uchun qo‘shiladi.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Diuretiklarning UB-spektrlari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Furosemid spirtda 274 nm da, metaboliti 4-xlor-5-sulfamoilantranil kislota 267 nm da maksimum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Gidroxlortiazid 272 nm, atsetazolamid 264 nm, etakrin kislota 278 nm da (spirtdagi eritmalar).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763"/>
                <a:gridCol w="2350211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λmax, nm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Furosemid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Furosemid metaboliti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Gidroxlortiazid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272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Atsetazolamid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264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UB maksimumlar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Gidroxlortiazid va YuQX ochuvchilari (ma’ruza)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Kobalt xlorid bilan havo rangli, mis (II) sulfat bilan yashil-havo rangli cho‘kma.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YuQX sistemalari: xloroform-benzol-2-propanol (2:4:1) va xloroform-etilatsetat-2-propanol (10:5:1).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190"/>
                <a:gridCol w="300578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Gidroxlortiazid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 (II) sulfat + difenilkarbazid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Furosemid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Temir (III) xlorid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Atsetazolamid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Mune Dragendorf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Etakrin kislota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0,5% kaliy permanganat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Ochuvchi reaktivlar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Asetazolamidning standart eritmasi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50 ml o‘lchov kolbasiga 0,05 g namuna solinadi va 5 ml asetonitrilda eritiladi; belgisigacha yetkaziladi.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Tayyor eritmadan 1 ml olib, 25 ml kolbada asetonitril bilan belgigacha yetkaziladi.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Furosemidning standart eritmasi bilan bir xil tartibda tayyorlanadi.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254, 253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Asetazolamidni qon va peshobdan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 (5 ml): 0,1 n HCl bilan pH 3,0-4,0, 2 g 10% NaCl; etilatsetat-izopropanol (4:1) 2 marta.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Peshob: 25 ml peshob, 2 g NaCl, 0,2 n HCl bilan pH=3,0-4,0; xuddi shu aralashma bilan ikki marta ekstraksiya.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Ekstraktlar 5,0 g quruq Na2SO4 filtridan o‘tkazilib, xona haroratida quritiladi.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556"/>
                <a:gridCol w="1191569"/>
                <a:gridCol w="2990849"/>
              </a:tblGrid>
              <a:tr h="8686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Ob’ekt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Ekstragent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Qon (5 ml)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3,0-4,0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Etilatsetat-izopropanol 4:1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Peshob (25 ml)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3,0-4,0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Etilatsetat-izopropanol 4:1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Asetazolamid: ajratish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263; Yuldashev Z.A., Umarova G.Q., Toksikologik kimyo modulidan o‘quv-uslubiy majmua, betlar: 254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Asetazolamidni jigardan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100 ml kolbaga 50 g maydalangan jigar va 50 ml aseton solinib, 1 soat elektr chayqatgichda aralashtiriladi.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Qattiq qismga yana 50 ml aseton solinib, 30 daqiqa chayqatiladi; jarayon 2 marta takrorlanadi; atseton qavatlari 3000 ayl/daqiqada 5 daqiqa sentrifugalanadi.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Sentrifugatga to‘yingan NaCl qo‘shilib, aseton qavat bug‘latiladi; suvli qism pH 3,0-4,0 da etilatsetat-izopropil spirti (4:1) bilan ekstraksiyalanadi.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254, 255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Asetazolamid: xromatografik tozalash va tahlil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Qoldiq 5 ml asetonda, «Silufol» ga 50 mkg; benzol-2-propanol (8:2), 10 sm gacha.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Mune Dragendorf bilan qo‘ng‘ir dog‘ (Rf=0,55); eluat 10 ml etil spirtida eritiladi.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Qoldiq 5 ml asetonda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Silufol, 50 mkg, 8:2 sistema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Mune Dragendorf purkaladi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Qo‘ng‘ir dog‘, Rf=0,55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Eluat 10 ml spirtda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Asetazolamid — YuQX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Natijani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Plastinkada standart bilan bir joyda Rf=0,55 dog‘ hosil bo‘lishi tekshiriluvchi eritmada tegishli dori vositasi borligini bildiradi.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 uchun ochuvchi — temir (III) xlorid, asetazolamid uchun — Mune bo‘yicha Dragendorf; UV nurda tovlanish ham kuzatiladi.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Toza dog‘dan olingan eluat keyingi (UB-SF) tahlil uchun saqlanadi.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254, 254-255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Nazorat savollari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Diuretik dori vositalarining toksikologik ahamiyati va tasnifi.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 va asetazolamidning toksikologik va narkologik ahamiyati; formulalarini yozing; asetazolamidning asosiy metaboliti qaysi modda?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Furosemidni peshob va qondan qanday ajratiladi? Asetazolamidni peshob va qondan qanday ajratiladi?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 va asetazolamidni YuQX bilan aniqlashni izohlang.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hisobot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Furosemid: pH=2,0 (qon), 2,0-3,0 (peshob), dietil efiri; YuQX (15:5:30:2), FeCl3 bilan Rf=0,55; UB 274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Asetazolamid: pH=3,0-4,0, etilatsetat-izopropil spirti (4:1); YuQX benzol-2-propanol (8:2), Mune Dragendorf; UB 264 nm.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Jigardan suvli aseton usuli: 50 g jigar, 50 ml aseton, sentrifuga 3000 ayl/daqiqa, 5 daqiqa.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137, 253-254, 137, 254-255, 254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Furosemidning metaboliti 4-xlor-5-sulfamoilantranil kislota spirtda 267 nm da maksimum nur yutadi.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Diuretik vositalar biologik ob’ektdan suvli aseton usulida ajratib olinadi: ob’ekt aseton-suv (5:3) aralashmasiga bo‘ktiriladi.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Gidroxlortiazid kobalt xlorid bilan havo rangli, mis (II) sulfat bilan yashil-havo rangli cho‘kma beradi.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Furosemidning azobo‘yoq reaksiyasida ammoniy sulfamat natriy nitritning ortiqchasini parchalash uchun qo‘shiladi.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Diuretiklarni ajratish va YuQX-skrining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135-137, 166, 253-255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262-264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№117 (O‘zR SSV, loyiha matni). Sud-kimyo ekspertiza va tekshiruvlarini o‘tkazish qoidalari (6-ilova; sanasi va raqami ko‘rsatilmagan loyiha).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