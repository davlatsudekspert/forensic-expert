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diuretiklar nima uchun sud-kimyo tahlili ob’ekti? Doskada: mashg‘ulot rejasi. Syllabus mavzusida gipotiazid ham bor, lekin mashg‘ulot matni (253-255) faqat furosemid va asetazolamidni o‘z ichiga oladi; gipotiazid ma’ruza matnidan (136-137) qisqa berildi. Tipik xato: gipotiazid uchun mashg‘ulotdagi ajratish tartibi mavjud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Kutilayotgan natija: ajratma va YuQX protokoli. Muhokama: «skrining» nima? Doskada: 4 natija. Tipik xato: ajratish tartibini (pH, erituvchi)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universal indikator kerak? (pH 2,0-3,0 va 3,0-4,0 ga keltirish — toks 253-254.) Doskada: jihozlar. Tipik xato: pH ni tekshirmay ekstraksiya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bir erituvchi qaysi moddaga mos? Doskada: modda — erituvchi jadvali. Reaktivlarni tayyorlash retseptlari bu sahifalarda berilmagan. Tipik xato: furosemid va asetazolamidning erituvchilarini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biologik ob’ekt va reaktivlar bilan ishlashda qanday himoya vositalari kerak? Doskada: himoya vositalari ro‘yxati. Tipik xato: reaktivni (kislota, simob tuzi, brom) qo‘lqopsiz va so‘rish shkafisiz ishlatish — mashg‘ulot oldidan o‘qituvchi alohida eslatadi.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mashg‘ulotda qaysi guruhlar tahlil qilinadi? (Furosemid va asetazolamid.) Doskada: tasnif jadvali. Kitob tasnifi shu ko‘rinishda keltirilgan; furosemid va etakrin kislotaning alohida guruhi nomi yozilmagan. Tipik xato: furosemidni tiazid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elektrolit buzilishlari qaysi organlarga ta’sir qiladi? Doskada: 4 guruh belgilar. Tipik xato: belgilarni faqat bitta organ tizimiga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pH kislotali? Doskada: pH jadvali. Tipik xato: furosemid va atsetazolamid pH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NaCl bilan to‘yintiriladi? (Kitob sababini yozmagan; o‘qituvchi aytadi.) Doskada: 5 bosqichli sxema. Tipik xato: aseton qatlamini uchirmay ekstraksiyaga o‘tish.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aseton uch marta ishlatiladi? Doskada: qadamlar. Tipik xato: sentrifuga tezligini noto‘g‘ri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ishchi standart eritma. Muhokama: ikki bosqichli suyultirish nega kerak? Doskada: suyultirish koeffitsienti (50 ml, so‘ng 25 ml). Tipik xato: suyultirishni bir bosqichda bajarish.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25 daqiqa. Kutilayotgan natija: quruq qoldiq (miqdoriy tahlil uchun). Muhokama: furosemid nega kislotali muhitdan efirga o‘tadi? (Kitob buni yozmaydi; kislota xossasi — o‘qituvchi tushuntiradi.) Tipik xato: pH=2,0 o‘rniga neytral muhitda ekstraksiya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ikki ob’ekt uchun hajmlar farq qiladi? Doskada: ikki ustun. Tipik xato: qon uchun 25 ml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20 daqiqa. Kutilayotgan natija: tahlil uchun quruq qoldiq. Muhokama: qon va peshobdan ajratishdagi farq: pH=2,0 (qon) va 2,0-3,0 (peshob). Tipik xato: qon uchun 0,2 n HCl ishlatish: qonda konsentrlangan HCl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25 daqiqa. Kutilayotgan natija: Rf=0,55 da qo‘ng‘ir dog‘. Muhokama: nega dog‘ faqat chetda purkaladi, qolgani eluat uchun saqlanadi? (Kitob buni aytmagan.) Tipik xato: butun plastinkani FeCl3 bilan purkash.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eluat nimaga kerak? Doskada: raqamlar. Tipik xato: eluat hajmini 10 ml deb yozish (u atsetazolamid uchun).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20 daqiqa. Kutilayotgan natija: tekshiriluvchi dog‘ va standart dog‘i bir balandlikda. Muhokama: UV nurda tovlanish qanday yordam beradi? Doskada: jadvalni nusxalang. Tipik xato: standartsiz natija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standart nima uchun kerak? Doskada: sxema. Tipik xato: faqat rangga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yashil — to‘q qizil o‘tish va qizil binafsha azobo‘yoq (ma’ruza matni, toks 136; mashg‘ulot bosqichlarida yo‘q). Muhokama: ammoniy sulfamat nega kerak? Doskada: azobo‘yoq sxemasi. Tipik xato: ammoniy sulfamatni nitritdan oldin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rang o‘tishi nimani bildiradi? Doskada: sxema. Tipik xato: yashil rangni barqaror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sulfamat nima uchun? Doskada: qadamlar. Tipik xato: tartibni buzish.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furosemid va metabolitning maksimumi qanchaga farq qiladi? (7 nm.) Doskada: jadvalni nusxalang; etakrin kislota — 278 nm. Tipik xato: erituvchini (spirt) ko‘rsatmay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metabolit maksimumi nega farq qiladi? Doskada: raqamlar. Tipik xato: gidroxlortiazid va furosemid qiymatlarini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nega har bir diuretik uchun alohida ochuvchi reaktiv? Doskada: jadvalni nusxalang. Mashg‘ulot matni gipotiazidni qamramaydi; bu ma’ruza ma’lumoti (toks 137). Tipik xato: bitta ochuvchini barcha diuretiklar uchun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har modda uchun alohida reagent? Doskada: daraxt. Tipik xato: reagentlarni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ranglar farqi. Doskada: sxema. Tipik xato: reaktivlarni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Kitobda ziddiyat: asetazolamid standart eritmasi matnida «furosemid namunasi» yozilgan (copy-paste); slaydda asetazolamid namunasi olindi. Muhokama: standartni nima uchun alohida tayyorlash kerak? Doskada: 0,05 g, 50 ml, 1 ml → 25 ml. Tipik xato: furosemid standartini asetazolamid uchun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25 daqiqa. Kutilayotgan natija: quruq qoldiq. Muhokama: furosemidga nisbatan pH va erituvchi qanday farq qiladi? (pH=2,0-3,0, efir.) Tipik xato: efirni asetazolamid uchun ham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Rf bir xil bo‘lsa, qanday farqlanadi? Doskada: ikki ustun. Tipik xato: sistemalarni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40 daqiqa. Kutilayotgan natija: quruq qoldiq jigar ekstraktidan. Muhokama: suvli aseton usuli umumiy sxemasi (toks 136) bilan solishtiring. Tipik xato: sentrifugalash tezligini o‘zgartirish.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tozalash nima uchun kerak? Doskada: oqim. Tipik xato: quritish bosqichini tushirib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jigar nega maydalanadi? Doskada: raqamlar. Tipik xato: 50 g va 50 ml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25 daqiqa. Kutilayotgan natija: Rf=0,55 da qo‘ng‘ir dog‘. Kitobda ziddiyat: tahlil bosqichida «furosemid» deb yozilgan va Rf=0,55 furosemid bilan bir xil (copy-paste); slaydda asetazolamid uchun shu matn olindi, o‘qituvchi standart bilan tekshiradi. Tipik xato: Dragendorf o‘rniga FeCl3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eluat nima uchun olinadi? Doskada: qadamlar. Tipik xato: sistemani furosemidnikiga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YuQX-skrining nima uchun yakuniy emas? Doskada: «Rf + ochuvchi + standart». Skrining natijasi tasdiqlovchi usullar (UB, azobo‘yoq) bilan to‘ldiriladi. Tipik xato: Rf ning mosligini yakuniy isbot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farqlar sabablari. Doskada: ikki ustun. Tipik xato: ekstragentlarni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11 savolni guruhlarga taqsimlang. Doskada: savollarni raqamlab yozing. Tipik xato: javobda pH va ekstragentni aytmaslik.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ish daftariga ajratish sxemasi, Rf va xulosa yoziladi. Muhokama: 3 asosiy xulosa. Doskada: pH va Rf qiymatlari. Tipik xato: pH=2,0 va 3,0-4,0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Diuretiklarni ajratish va YuQX-skrining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diuretik dori moddalarini biologik ob’ektlardan ajratib olish va YuQX-skrining usulida tahlil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talabalarni furosemid va asetazolamid dori vositalarining toksikologik ahamiyati hamda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furosemidning toksikologik ahamiyati; asetazolamidning toksikologik ahamiyati; ularning tahlil usullari.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furosemid va asetazolamidni toza eritmalarda hamda noma’lum eritmada sifat reaksiyalari bilan aniqlash sharoitini o‘zlashtiradilar.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Furosemidni qon va peshobdan ajratib olishni o‘rganadilar.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Asetazolamidni qon, peshob va biologik ob’ektdan (jigar) ajratib olishni o‘rganadilar.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YuQX-skriningda Rf=0,55 dog‘ni aniqlab, standart bilan solishtiradilar.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253, 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50 ml va 25 ml o‘lchov kolbalari, ajratgich voronka, chinni idish, universal indikator qog‘ozi, «Silufol» va KSK plastinkalari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Jigardan ajratish uchun elektr chayqatgich, doka filtr va 3000 ayl/daqiqa tezlikda ishlaydigan sentrifuga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253, 253-254, 254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Standart eritma uchun asetonitril; ekstraksiya uchun dietil efiri, etilatsetat-izopropil spirti (4:1), 10% va to‘yingan NaCl, quruq Na2SO4.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pH sozlash uchun konsentrlangan HCl, 0,2 n va 0,1 n HCl eritmalari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uchun: xloroform-toluol-etanol-25% ammiak (15:5:30:2), benzol-2-propanol (8:2); ochuvchilar — 5% temir (III) xlorid va Mune bo‘yicha Dragendorf.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253-254, 254-255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Diuretik vositalar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Diuretiklar: ksantin hosilalari, karboangidraza ingibitorlari, tiazidlar, kaliy saqlovchilar.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 va etakrin kislota tiazidlar bilan birga qavs ichida keltirilgan (halqali diuretiklar o‘rnida).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3383"/>
                <a:gridCol w="304459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Vakillari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Ksantin hosilalari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Nefronga ta’sir etuvchi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Karboangidraza ingibitorlari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Atsetazolamid va osmotik diuretiklar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Tiazidlar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Gidroxlortiazid (+ furosemid, etakrin)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Kaliyni saqlovchilar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Spironolakton, triamteren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 tasnifi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135, 136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Diuretiklarning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bosimining tushishi, taxikardiya, kollaps, aritmiya, aplastik anemiya.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Gipokaliemiya, gipomagniemiya, giperglikemiya, xolesterin oshishi, podagra.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Ishtahaning yo‘qolishi, og‘iz qurishi, kuchli chanqash, ko‘ngil aynishi, qayt qilish, diareya, pankreatit.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 aylanishi, uyquchanlik, muskullar bo‘shashishi, eshitish va ko‘rish buzilishi; allergik reaksiyalar.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Diuretik zaharlanish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Yurak-qon tomir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bosim tushishi, taxikardiya  ·  kollaps, aritmiya  ·  aplastik anemiya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Almashinuv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gipokaliemiya  ·  gipomagniemiya  ·  giperglikemiya, podagra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Oshqozon-ichak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ishtaha yo‘qolishi  ·  qayt qilish, diareya  ·  pankreatit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Asab va sezgi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 aylanishi  ·  eshitish buzilishi  ·  ko‘rish buzilishi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Toksikologik ta’sir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Ajratish sharoitlari: pH va tuz miqdorlari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 uchun qon pH=2,0 ga, peshob pH=2,0-3,0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Atsetazolamid uchun qon va peshob pH=3,0-4,0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Qonga 2 g 10% NaCl, peshobga 2 g NaCl qo‘shiladi; ekstrakt 5,0 g quruq Na2SO4 filtridan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Furosemid, qon 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Furosemid, peshob 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2,0-3,0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Atsetazolamid 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3,0-4,0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NaCl miqdori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Quruq Na2SO4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5,0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Ajratish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253, 254, 253-254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Suvli aseton usuli bilan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aseton-suv (5:3) aralashmasiga bo‘ktirilib, NaCl bilan to‘yintiriladi.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uchiriladi; suvli qatlam kislotali va ishqoriy sharoitda etilatsetat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suvli qatlam xloroform bilan qayta ekstraksiyalanadi; organik qatlamlar YuQX da tozalanadi.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+ aseton-suv (5:3)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NaCl bilan to‘yintirish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Aseton uchiriladi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Etilatsetat bilan ekstraksiya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 da tozalash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Suvli aseton usuli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Jigardan suvli aseton usuli: qadamlar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ml kolbaga 50 g maydalangan jigar va 50 ml aseton solinib, 1 soat elektr chayqatgichda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qismga yana 50 ml aseton solinib, 30 daqiqa chayqatiladi; jarayon ikki marta takrorlanadi.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qavatlar birlashtirilib, 3000 ayl/daqiqa tezlikda 5 daqiqa sentrifuga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Birinchi 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50 g jigar + 50 ml aseton, 1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Qayta 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50 ml aseton, 30 daqiqa, 2 marta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Sentrifuga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3000 ayl/daqiqa, 5 daqiqa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To‘yintirish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sentrifugatga NaCl to‘yingan eritmasi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Aseton bug‘latish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 hammomida porlatiladi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Suvli qism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pH 3,0-4,0, etilatsetat-izopropanol (4:1)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Atsetazolamid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Furosemidning standart eritmasi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 ml o‘lchov kolbasiga 0,05 g furosemid namunasi solinadi va 5 ml asetonitrilda eritiladi.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Belgigacha yetkaziladi; 1 ml eritma 25 ml kolbada asetonitril bilan belgigacha yetkaziladi.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0,05 g furosemid kolbaga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ml asetonitrilda eritiladi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50 ml gacha yetkaziladi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ml → 25 ml kolba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Asetonitril bilan belgigacha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Standart eritma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253; Yuldashev Z.A., Nurmatova M.I., Toksikologik kimyo modulidan o‘quv-uslubiy majmua, betlar: 262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Furosemidni qondan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qon konts. HCl bilan pH=2,0 ga keltirilib, 2 g 10% NaCl solinadi va tindiriladi.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Tiniq qismi voronkada 10 ml dietil efiri bilan ikki marta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Ekstraktlar 5,0 g quruq Na2SO4 filtridan o‘tkazilib, xona haroratida quritiladi.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ml qon, HCl bilan pH=2,0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+ 2 g NaCl, tindirish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 10 ml × 2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Na2SO4 filtrdan o‘tkazish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Xona haroratida quritish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Qondan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262; Yuldashev Z.A., Umarova G.Q., Toksikologik kimyo modulidan o‘quv-uslubiy majmua, betlar: 253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Furosemid: qon va peshobdan ajratish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Qon: 5 ml qon konsentrlangan HCl bilan pH=2,0 ga keltiriladi, 2 g 10% NaCl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Peshob: 25 ml peshobga 2 g NaCl solinib, 0,2 n HCl bilan pH=2,0-3,0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holda ham 10 ml dietil efiri bilan ekstraksiya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 ml qon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konts. HCl, pH=2,0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 g 10% NaCl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 ml dietil efiri, 2 marta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Peshob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25 ml peshob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0,2 n HCl, pH=2,0-3,0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 g NaCl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 ml dietil efiri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Furosemid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Furosemidni peshobdan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25 ml peshob namunasiga 2 g NaCl solib, to‘liq erib ketguncha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 universal indikator bilan 0,2 n HCl yordamida 2,0-3,0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dietil efiri bilan ekstraksiya; ekstrakt 5,0 g Na2SO4 filtridan o‘tkazilib quritiladi.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25 ml peshob + 2 g NaCl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0,2 n HCl bilan pH 2,0-3,0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ml dietil efiri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Na2SO4 filtri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Quritish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Peshobdan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253; Yuldashev Z.A., Nurmatova M.I., Toksikologik kimyo modulidan o‘quv-uslubiy majmua, betlar: 262-263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Furosemidni xromatografik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5 ml asetonda eritilib, «Silufol» start chizig‘iga 1-2 sm kenglikda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Plastinka xloroform-toluol-etanol-25% ammiak (15:5:30:2) kamerasida 10 sm gacha ko‘tarilguncha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5% FeCl3 bilan qo‘ng‘ir dog‘ (Rf=0,55); eluat 25 ml etil spirtida eritiladi.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5 ml asetonda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Silufol start chizig‘iga chiziq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Xloroform-toluol-etanol-NH3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5% FeCl3: qo‘ng‘ir dog‘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Eluat 25 ml spirtda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Tozalash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263; Yuldashev Z.A., Umarova G.Q., Toksikologik kimyo modulidan o‘quv-uslubiy majmua, betlar: 254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 YuQX: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Xromatografiya xloroform-toluol-etanol-25% ammiak (15:5:30:2) kamerasida 10 sm gacha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Ochuvchi reagent 5% temir (III) xlorid; qo‘ng‘ir dog‘ Rf=0,55.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 qismidan eluat olinib, 25 ml etil spirtida eritiladi.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Sistema nisbati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15:5:30:2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Ko‘tarilish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Start chizig‘i kengligi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1-2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Eluat hajmi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Furosemid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Furosemid: YuQX-skrining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Tekshiriluvchi eritma KSK plastinkaga nuqta ko‘rinishida, yoniga standart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Xloroform-toluol-etanol-25% ammiak (15:5:30:2) kamerasida xromatografiyalanadi; UV nurda tovlanish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5% temir (III) xlorid bilan qo‘ng‘ir dog‘ (Rf=0,55) hosil bo‘lsa, eritmada furosemid borligini bildiradi.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63524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88848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Xloroform-toluol-etanol-NH3 15:5:30:2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5% temir (III) xlorid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Dog‘ va Rf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Qo‘ng‘ir, Rf=0,55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Furosemid — YuQX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263; Yuldashev Z.A., Umarova G.Q., Toksikologik kimyo modulidan o‘quv-uslubiy majmua, betlar: 254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 YuQX: ochish reaksiyasi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Plastinka ultrabinafsha nurida ko‘riladi, tovlanish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5% temir (III) xlorid bilan purkalganda qo‘ng‘ir rangli dog‘ (Rf=0,55)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 standart bilan mos kelsa, eritmada furosemid borligi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Furosemid dog‘i (plastinka)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5% temir (III) xlorid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Qo‘ng‘ir dog‘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UB nurda tovlanish ko‘riladi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Qo‘ng‘ir dog‘, Rf=0,55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Furosemid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Furosemid: chinlik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Furosemidning spirtdagi eritmasi p-dimetilaminobenzaldegid ta’sirida yashil birikma hosil qiladi, u to‘q qizilga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Azobo‘yoq: 1 mol/l HCl bilan gidroliz; NaNO2, so‘ng ammoniy sulfamat va N-(1-naftil)-etilendiamin gidroxlorid — qizil binafsha azobo‘yoq.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Ammoniy sulfamat eritmadagi natriy nitritning ortiqchasini parchalash uchun qo‘shiladi.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Furosemid: p-dimetilaminobenzaldegid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Furosemidning spirtdagi eritmasi p-dimetilaminobenzaldegid ta’sirida yashil rangli birikma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Yashil birikma to‘q qizil rangga o‘tib ketadi.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Furosemid (spirtli eritma)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p-dimetilaminobenzaldegid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Yashil birikma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Yashil, so‘ng to‘q qizil rangga o‘tadi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Furosemid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Furosemid: azobo‘yoq reaksiyasi qadamlari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 1 mol/l HCl bilan qizdirilib gidrolizlanadi.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Eritmaga avval natriy nitrit, biroz o‘tgach ammoniy sulfamat va N-(1-naftil)-etilendiamin gidroxlorid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Qizil binafsha rangli azobo‘yoq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Gidroliz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mol/l HCl bilan qizdirish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Nitrit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natriy nitrit eritmasi qo‘shiladi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Sulfamat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ammoniy sulfamat ortiqcha nitritni parchalaydi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Birikish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N-(1-naftil)-etilendiamin gidroxlorid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qizil binafsha azobo‘yoq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Azobo‘yoq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Diuretiklarning UB-spektrlari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 spirtda 274 nm da, metaboliti 4-xlor-5-sulfamoilantranil kislota 267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Gidroxlortiazid 272 nm, atsetazolamid 264 nm, etakrin kislota 278 nm da (spirtdagi eritmalar).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63"/>
                <a:gridCol w="235021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λmax,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Furosemid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Furosemid metaboliti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267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Gidroxlortiazid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Atsetazolamid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264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 maksimumlar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Diuretiklar UB-spektrlari: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Furosemidning spirtdagi eritmasi 274 nm, metaboliti 4-xlor-5-sulfamoilantranil kislota 267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Gidroxlortiazid 272 nm, atsetazolamid 264 nm, etakrin kislota 278 nm da (spirtdagi eritmalar).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Furosemid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274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Furosemid metaboliti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267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Gidroxlortiazid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272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Atsetazolamid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264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Etakrin kislota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278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UB-SF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Gidroxlortiazid va YuQX ochuvchilari (ma’ruza)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Kobalt xlorid bilan havo rangli, mis (II) sulfat bilan yashil-havo rangli cho‘kma.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sistemalari: xloroform-benzol-2-propanol (2:4:1) va xloroform-etilatsetat-2-propanol (10:5:1).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Gidroxlortiazid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Simob (II) sulfat + difenilkarbazid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Furosemid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Temir (III) xlorid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Atsetazolamid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Mune Dragendorf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Etakrin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0,5% kaliy permanganat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Ochuvchi reaktivlar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ochuvchi reagentlar: moddaga mosligi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Gidroxlortiazid uchun simob (II) sulfat eritmasi va difenilkarbazid reaktivi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 uchun temir (III) xlorid, atsetazolamid uchun Mune bo‘yicha modifikatsiyalangan Dragendorf reaktivi.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Etakrin kislota uchun 0,5% kaliy permanganat eritmasi qo‘llaniladi.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Ochuvchi reagent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Gidroxlortiazid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Hg(II) sulfat  ·  difenilkarbazid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Furosemid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temir (III) xlorid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Atsetazolamid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Dragendorf (Mune)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Etakrin kislota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0,5% KMnO4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YuQX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Gidroxlortiazid: cho‘kma reaksiyalari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Gidroxlortiazid kobalt xlorid eritmasi ta’sirida havo rangli cho‘kma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 (II) sulfat ta’sirida yashil-havo rangli cho‘kma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Gidroxlortiazid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Kobalt xlorid yoki mis (II) sulfat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Havo rangli cho‘kma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Yashil-havo cho‘kma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CoCl2: havo rang; CuSO4: yashil-havo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Gidroxlortiazid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Asetazolamidning standart eritmasi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50 ml o‘lchov kolbasiga 0,05 g namuna solinadi va 5 ml asetonitrilda eritiladi; belgisigacha yetkaziladi.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Tayyor eritmadan 1 ml olib, 25 ml kolbada asetonitril bilan belgigacha yetkaziladi.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Furosemidning standart eritmasi bilan bir xil tartibda tayyorlanadi.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254, 253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Asetazolamidni qon va peshobdan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(5 ml): 0,1 n HCl bilan pH 3,0-4,0, 2 g 10% NaCl; etilatsetat-izopropanol (4:1) 2 marta.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Peshob: 25 ml peshob, 2 g NaCl, 0,2 n HCl bilan pH=3,0-4,0; xuddi shu aralashma bilan ikki marta ekstraksiya.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Ekstraktlar 5,0 g quruq Na2SO4 filtridan o‘tkazilib, xona haroratida quritiladi.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556"/>
                <a:gridCol w="1191569"/>
                <a:gridCol w="2990849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Ekstragent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(5 ml)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3,0-4,0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Etilatsetat-izopropanol 4:1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Peshob (25 ml)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3,0-4,0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Etilatsetat-izopropanol 4:1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Asetazolamid: ajratish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263; Yuldashev Z.A., Umarova G.Q., Toksikologik kimyo modulidan o‘quv-uslubiy majmua, betlar: 254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 va atsetazolamid: YuQX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Furosemid: xloroform-toluol-etanol-25% ammiak (15:5:30:2), 5% temir (III) xlorid, Rf=0,55.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Atsetazolamid: benzol-2-propanol (8:2), Mune bo‘yicha Dragendorf, Rf=0,55.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holda ham tekshiriluvchi eritma standart bilan yonma-yon tomiziladi.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Furosemid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xloroform-toluol-etanol-ammiak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nisbat 15:5:30:2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5% FeCl3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qo‘ng‘ir, Rf=0,55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Atsetazolamid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benzol-2-propanol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nisbat 8:2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Dragendorf (Mune)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qo‘ng‘ir, Rf=0,55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YuQX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254, 255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Asetazolamidni jigardan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100 ml kolbaga 50 g maydalangan jigar va 50 ml aseton solinib, 1 soat elektr chayqatgichda aralashtiriladi.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Qattiq qismga yana 50 ml aseton solinib, 30 daqiqa chayqatiladi; jarayon 2 marta takrorlanadi; atseton qavatlari 3000 ayl/daqiqada 5 daqiqa sentrifugalanadi.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Sentrifugatga to‘yingan NaCl qo‘shilib, aseton qavat bug‘latiladi; suvli qism pH 3,0-4,0 da etilatsetat-izopropil spirti (4:1) bilan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254, 255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Ob’ektdan YuQX tahligacha umumiy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Qon, peshob yoki jigardan ajratma tayyorlanadi, quruq Na2SO4 filtridan o‘tkaziladi va quritiladi.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qoldiq asetonda eritilib, «Silufol» start chizig‘iga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Dog‘dan eluat olinib, keyingi tahlil uchun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Qon, peshob yoki jigar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 sozlash va ekstraksiya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Na2SO4 filtri, quritish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«Silufol»da tozalash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Dog‘dan eluat olish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Keyingi tahlil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Umumiy sxema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253-254, 254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Jigardan ajratish: miqdorlar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 g maydalangan jigar va 50 ml aseton 1 soat elektr chayqatgichda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 ekstraksiya 50 ml aseton bilan 30 daqiqa; sentrifuga 3000 ayl/daqiqa, 5 daqiqa.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Jigar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Birinchi aseton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Birinchi chayqatish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Ikkinchi chayqatish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Sentrifuga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3000</a:t>
            </a:r>
            <a:r>
              <a:rPr sz="1200" b="0">
                <a:solidFill>
                  <a:srgbClr val="6B7280"/>
                </a:solidFill>
                <a:latin typeface="Calibri"/>
              </a:rPr>
              <a:t>  ayl/daqiqa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Atsetazolamid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Asetazolamid: xromatografik tozalash va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5 ml asetonda, «Silufol» ga 50 mkg; benzol-2-propanol (8:2), 10 sm 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Mune Dragendorf bilan qo‘ng‘ir dog‘ (Rf=0,55); eluat 10 ml etil spirtida eritiladi.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5 ml asetonda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Silufol, 50 mkg, 8:2 sistema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Mune Dragendorf purkaladi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Qo‘ng‘ir dog‘, Rf=0,55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Eluat 10 ml spirtda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Asetazolamid — YuQX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Atsetazolamid YuQX tozalash: qadamlar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qoldiq 5 ml asetonda eritilib, «Silufol» start chizig‘iga 1-2 sm kenglikda 50 mkg miqdorda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Plastinka benzol-2-propanol (8:2) solingan kamerada 10 sm gacha ko‘tariladi.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Mune bo‘yicha Dragendorf bilan qo‘ng‘ir dog‘ (Rf=0,55); eluat 10 ml etil spirtida eritiladi.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Tomizish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aseton, 50 mkg, chiziq 1-2 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Kamera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benzol-2-propanol (8:2), 10 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uy haroratida quritiladi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Ochish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Mune bo‘yicha Dragendorf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Eluat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dog‘dan 10 ml etil spirtiga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Atsetazolamid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Plastinkada standart bilan bir joyda Rf=0,55 dog‘ hosil bo‘lishi tekshiriluvchi eritmada tegishli dori vositasi borligini bildiradi.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Furosemid uchun ochuvchi — temir (III) xlorid, asetazolamid uchun — Mune bo‘yicha Dragendorf; UV nurda tovlanish ham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Toza dog‘dan olingan eluat keyingi (UB-SF) tahlil uchun saqlanadi.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254, 254-255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Furosemid va atsetazolamid: umumiy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 dietil efiri bilan, atsetazolamid etilatsetat-izopropil spirti (4:1) bilan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 qondan pH=2,0 da, atsetazolamid pH=3,0-4,0 da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 eluati 25 ml, atsetazolamid eluati 10 ml etil spirtida eritiladi.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Furosemid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dietil efiri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pH=2,0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FeCl3 bilan ochiladi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eluat 25 ml spirt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Atsetazolamid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etilatsetat-izopropanol 4:1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pH=3,0-4,0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Dragendorf (Mune)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eluat 10 ml spirt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Taqqoslash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253-254, 254-255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Diuretik dori vositalarining toksikologik ahamiyati va tasnifi.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Furosemid va asetazolamidning toksikologik va narkologik ahamiyati; formulalarini yozing; asetazolamidning asosiy metaboliti qaysi modda?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Furosemidni peshob va qondan qanday ajratiladi? Asetazolamidni peshob va qondan qanday ajratiladi?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Furosemid va asetazolamidni YuQX bilan aniqlashni izohlang.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Furosemid: pH=2,0 (qon), 2,0-3,0 (peshob), dietil efiri; YuQX (15:5:30:2), FeCl3 bilan Rf=0,55; UB 274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Asetazolamid: pH=3,0-4,0, etilatsetat-izopropil spirti (4:1); YuQX benzol-2-propanol (8:2), Mune Dragendorf; UB 264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Jigardan suvli aseton usuli: 50 g jigar, 50 ml aseton, sentrifuga 3000 ayl/daqiqa, 5 daqiqa.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137, 253-254, 137, 254-255, 254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Furosemidning metaboliti 4-xlor-5-sulfamoilantranil kislota spirtda 267 nm da maksimum nur yutadi.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Diuretik vositalar biologik ob’ektdan suvli aseton usulida ajratib olinadi: ob’ekt aseton-suv (5:3) aralashmasiga bo‘ktiriladi.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Gidroxlortiazid kobalt xlorid bilan havo rangli, mis (II) sulfat bilan yashil-havo rangli cho‘kma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Furosemidning azobo‘yoq reaksiyasida ammoniy sulfamat natriy nitritning ortiqchasini parchalash uchun qo‘shiladi.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Diuretiklarni ajratish va YuQX-skrining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135-137, 166, 253-255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262-264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