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har bir vrach tanatologiyani bilishi kerak? 2) Zo‘ravon o‘lim nima? Doskada: «tanatologiya → sud tibbiyoti» sxemasini chizdiring. Tipik xato: tanatologiyani faqat murda ochish bilan cheklab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Ikki ta’rif nega teng emas va bu qanday muammolar tug‘diradi? Doskada: uch atamani solishtiring. Tipik xato: o‘limni yurak to‘xtashi bilan tenglashtirish.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ekspert qotillik yoki o‘z joniga qasd degan xulosa bermaydi? Doskada: daraxt sxemasi. Tipik xato: ekspertga o‘lim turini aniqlashni yuklash.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Uch sababni bitta misolda ajrating. Doskada: zanjir chizing. Tipik xato: bevosita sababni asosiy sabab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Javob: yara — asosiy; peritonit — oraliq; shok yoki shish — bevosita. Muhokama: tashxisda qaysi tartibda yoziladi? Doskada: 3 bo‘g‘inli zanjir. Tipik xato: peritonitni asosiy kasallik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Raqobatchi va qo‘shma jarohat farqi nima? (raqobatchi — bir-biriga bog‘liq emas; qo‘shma — umumiy etiologiya). Doskada: 3 qismli tashxis. Tipik xato: hamroh kasallikni asosiy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O‘lim sababi va mexanizmi qanday farq qiladi? Doskada: «sabab → mexanizm → o‘lim» zanjiri. Tipik xato: mexanizmni sabab bilan bir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Yurak kasalligi topilsa, o‘lim yurakdan deb aytish mumkinmi? Doskada: «topilma ≠ tanatogenez». Tipik xato: kardiosklerozni avtomatik o‘lim sababi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Miya kasalligi topilsa, uning o‘limga qanday olib kelganini qanday aniqlaymiz? Doskada: 3 xil o‘lim uchun 1 ta belgi. Tipik xato: topilgan kasallikni sababiy bog‘lamasdan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Klinik va biologik o‘lim chegarasi nimada? Doskada: 5 bosqichli chiziq. Tipik xato: terminal pauzani agoniya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Agonal jarohat tirik davr jarohatidan nimasi bilan farq qiladi? Doskada: lekotsitar reaksiya sur’atini yozing. Tipik xato: agonal jarohatni o‘limdan keyingi jarohat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30 soniya ichida javob. Muhokama: nega yurak varianti birinchi? Doskada: javoblarni yozing. Tipik xato: mexanizm va sababni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tez o‘limda qon suyuq qoladi? Doskada: tez va sekin o‘lim belgilari jadvali. Tipik xato: qon ivindisini har doim tirik davr tromboziga yo‘yish.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EEG bo‘lmasa o‘limni qanday tasdiqlaymiz? Doskada: «miya → boshqa belgilar» o‘qi. Tipik xato: o‘limni faqat yurak urishi bilan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Beloglazov belgisini qanday tekshiramiz? Doskada: 11 belgidan 5 tasini yozing. Tipik xato: bitta belgiga tayanib o‘limni tasdiqlash.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Transplantologiya qonunga qanday tayanadi? Doskada: pog‘onali sxema. Tipik xato: qonunni «qisman o‘lim bo‘lmaydi»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Supravital reaksiya nima uchun o‘lim vaqtini baholashda ishlatiladi? Doskada: vaqt chizig‘i. Tipik xato: reaksiya sur’atini jadvaldan mexanik o‘qish.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omillar sovish tezligini o‘zgartiradi? Doskada: «1 °C/soat» qoidasi va uning cheklovi. Tipik xato: harorat bo‘yicha aniq soatni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Larshe dog‘lari qaerda va qanday ko‘rinadi? Doskada: ko‘z sxemasi. Tipik xato: pergament dog‘ini jarohat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holatlarda qotish kuchli, qaysilarida kuchsiz? Doskada: vaqt chizig‘i 2–6, 12–24, 3–7. Tipik xato: qotish tartibini qat’iy qoida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Yurak mushagi qotmasa nimani anglatadi? Doskada: 3 omil — kuchli/kuchsiz. Tipik xato: yurak qotishini o‘lim vaqti uchun asosiy belgi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Murda joyidan siljitilganini qanday dalillar ko‘rsatadi? Doskada: «qotish + dog‘lar» juftligi. Tipik xato: murda vaziyatini tekshirmasdan muddat belgilash.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Qaysi bosqichda murda aylantirilsa, ikkita dog‘ guruhi hosil bo‘ladi? Doskada: 3 bosqichli jadval. Tipik xato: bosqichlarni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Rang bo‘yicha qanday zaharni taxmin qilish mumkin? Doskada: 3 rang — 3 zahar. Tipik xato: rangni zaharning aniq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Javob: murda o‘limdan keyin vaziyati o‘zgartirilgan, o‘lim taxminan 12–24 soat oldin bo‘lgan bo‘lishi mumkin. Muhokama: tergovchiga nima deb aytasiz? Doskada: ikki dog‘ guruhi sxemasi. Tipik xato: bir guruh dog‘ni asos qilib vaqtni aniq ko‘rsatish.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Autoliz nega erta o‘zgarish hisoblanadi? Doskada: 6, 12, 18, 24, 36 soat — mikroskopik o‘zgarishlar. Tipik xato: autolizni chirish bilan bir narsa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Simpson va Pigolkin ma’lumotlari vaqt oralig‘i bo‘yicha qanday farq qiladi? Doskada: ikki manbani solishtiring. Tipik xato: bir manba oralig‘ini yagona haqiqat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Nima uchun hodisa joyida muhit haroratini qayd etish zarur? Doskada: nomogramma 3 kirish ma’lumoti. Tipik xato: nomogrammani aniq soat beruvchi usul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Yozda va qishda murda yashilligi vaqti nega farq qiladi? Doskada: chirish bosqichlari. Tipik xato: yashillikni barcha murdalarda bir xil vaqtda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Entomologik tekshiruvning cheklovlari qanday? Doskada: pashsha hayot tsikli. Tipik xato: muddatni hasharot turi va muhitga bog‘lamay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sharoit mumiyalanishga, qaysi biri yog‘ mumiga olib keladi? Doskada: 3 turli jadval. Tipik xato: yog‘ mumini mumiyalanish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Nega bitta usul yetarli emas? Doskada: 3 ko‘rsatkichni yozing. Tipik xato: laboratoriya usulini murda belgilarisiz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O‘lim boshqa joyda yuz bergan bo‘lsa-da, topilgan joy nega hodisa joyi? Doskada: ishtirokchilar sxemasi. Tipik xato: hodisa joyini faqat jinoyat joyi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Mutaxassis qaysi vazifani tergovchi o‘rniga bajarmaydi? Doskada: 9 vazifaning ro‘yxati. Tipik xato: bayonnomani mutaxassis tuzadi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Holat va vaziyat farqi nima? Doskada: ikki bosqichli jadval. Tipik xato: statik bosqichda ashyoga tegish.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kiyim joyida yechilmaydi? Doskada: ko‘rik ketma-ketligi. Tipik xato: murda hodisalarini tartibsiz tekshirish.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jarohat tavsifi morgga olib kelinishidan hosil bo‘lgan jarohatlarni ajratish uchun kerak? Doskada: yarani soat siferblati bilan tavsiflang. Tipik xato: yarani zond bilan tekshirish.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Tergovchiga joyida nima deya olasiz va nimani aytolmaysiz? Doskada: ikki ustun — mumkin / mumkin emas. Tipik xato: joyida o‘lim sababini aniq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O‘ralgan buyumlardan qanday ma’lumot olish mumkin? Doskada: buyumni tasvirlash tartibi. Tipik xato: o‘rovchi buyumlarni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Kirish. Murdani topilgan joyida ko‘zdan kechirish. Sud-tibbiy tanatologiya.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sud-tibbiy tanatologiya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Tanatologiya (yunoncha thanatos — o‘lim) — o‘lim va u bilan bog‘liq jarayonlarni o‘rganuvchi patologiya bo‘limi.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 asosan zo‘ravon o‘limni o‘rganadi, shuning uchun tanatologiya masalalari unda markaziy o‘rin tutadi.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bilimlar sud-tibbiy ekspert yoki ekspertiza harakatlariga jalb etilishi mumkin bo‘lgan har bir vrach uchun majburiy.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67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ta’riflari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— bosh miya po‘stlog‘ining oliy asab faoliyatini bajarish qobiliyatini qaytmas yo‘qotish jarayoni.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An’anaviy ta’rif: organizmning asosiy vazifalari va gomeostaz ko‘rsatkichlarining turg‘un, qaytmas to‘xtashi.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Qisman o‘lim (nekroz) — tirik organizm bir qismining qaytmas tartibsizlanishi.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O‘lim ta’riflari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Miya o‘limi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Oliy asab faoliyati qaytmas yo‘qoladi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Vegetativ o‘lim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Asosiy vazifalar qaytmas to‘xtaydi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Nekroz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Qisman o‘lim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O‘lim tushunchalari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kategoriyalari va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Ijtimoiy-huquqiy belgiga ko‘ra o‘lim zo‘ravonsiz (kasallikdan) va zo‘ravon (tashqi ta’sirdan)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Zo‘ravon o‘lim turlari: qotillik, o‘z joniga qasd va baxtsiz hodisa.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Kategoriya va turni aniqlash ekspert emas, tergov xodimlarining vakolatida.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O‘lim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Zo‘ravonsiz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Kasallikdan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Zo‘ravon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Qotillik  ·  O‘z joniga qasd  ·  Baxtsiz hodisa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O‘lim tasnifi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68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sababi: uch daraja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sababi — o‘z-o‘zidan yoki asoratlari orqali o‘limga olib kelgan jarohat yoki kasallik.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Sababni aniqlash sud-tibbiy ekspertning asosiy vazifasi; avval bevosita sabab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So‘ng oraliq sabab va asosiy sabab (asosiy kasallik yoki jarohat) belgilanadi.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Bevosita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Miya yoki o‘pka shishi, shok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Oraliq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Peritonit, yara yiringlashi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Asosiy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Kalla suyagi sinishi, o‘tkir yara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O‘lim sabablari darajalari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68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sabablar zanjiri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Misol: oshqozon teshilgan yarasida peritonit rivojlanadi; peritonit bu yerda oraliq sabab.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Yara kasalligi asosiy sabab, bevosita sabab esa terminal buzilishning morfologik ekvivalenti (masalan, shok).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zanjirning har bir bo‘g‘inini qaysi atama bilan nomlaysiz?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68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Sud-tibbiy tashxisning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tashxis — jarohat va kasalliklar haqidagi hukmlar majmui, patogenetik ketma-ketlikda.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 uch qismdan iborat: asosiy kasallik (jarohat), uning asoratlari va hamroh kasalliklar.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Tashxisda faqat sabab emas, o‘lim mexanizmi ham hisobga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Asosiy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Kasallik (jarohat)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Asoratlar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Uning asoratlari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Hamroh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Hamroh kasalliklar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Tashxis tarkibi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68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mexanizmi — tanatogenez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mexanizmi (tanatogenez) — kasallik yoki jarohat chaqirgan tuzilish-vazifa buzilishlarining o‘limga olib boruvchi ketma-ketligi.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Tanatogenezga ko‘ra o‘lim miya, o‘pka, yurak, buyrak, jigar, buyrak usti bezi o‘limi kabi xillarga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Chastota bo‘yicha birinchi o‘rinda yurak-qon tomir variantidagi tanatogenez turadi.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Tanatogenez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Yurak-qon tomir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Birinchi o‘rinda (chastota)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Miya, o‘pka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Miya o‘limi  ·  O‘pka o‘limi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Buyrak, jigar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Buyrak o‘limi  ·  Jigar o‘limi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Buyrak usti bezi o‘limi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Tanatogenez xillari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69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Yurak-qon tomir tanatogenezi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 yoki tomirlar gemodinamikani ta’minlay olmasa, qon aylanishi to‘xtab, umumiy gipoksiya va qaytmas o‘zgarishlar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sohada ko‘pgina morfologik o‘zgarishlar tirikligida mavjud bo‘lgan, o‘limga bevosita bog‘liq bo‘lmasligi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tibbiyotida ko‘pincha o‘tkir (kamroq o‘tkir osti) yurak yetishmovchiligi uchraydi.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69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O‘pka, miya va buyrak o‘limi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O‘pka o‘limida gaz almashinuvi to‘siqlari (pnevmoskleroz, bronxospazm, alveola ichidagi ekssudat) hamda o‘pka yuragi kuzatilishi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Miya o‘limi MNS yoki miya pardalari jarayonlari (o‘sma, ensefalit, miya lat yeyishi, gematomalar) bilan xarakterlanadi.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Buyrak o‘limida buyraklarning keng tarqalgan zararlanishi (nefroskleroz, pielonefrit, glomerulonefrit, amiloidoz) uchraydi.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Tanatogenez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O‘pka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Pnevmoskleroz, bronxospazm  ·  Alveola ichida ekssudat, o‘pka yuragi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O‘sma, ensefalit  ·  Lat yeyish, gematomalar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Buyrak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Nefroskleroz, pielonefrit  ·  Glomerulonefrit, amiloidoz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O‘pka, miya, buyrak o‘limi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70, 71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tezligi: 5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jarayoni ko‘pincha 5 bosqichdan iborat (sxemaga qarang).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Klinik o‘limda ong, nafas va yurak faoliyati yo‘q, ammo tiklash hali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o‘lim — bosh miya tuzilishi va vazifasining qaytmas buzilishi.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Preagonal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Boshlang‘ich bosqich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Terminal pauza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Nafas to‘xtaydi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Agoniya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So‘nggi urinish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Klinik o‘lim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Tiklash mumkin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Biologik o‘lim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Qaytmas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O‘lish bosqichlari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Agoniya va agonal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Agoniya — organizm gomeostatik tizimlari muvofiqligi buzilishini aks ettiruvchi patofiziologik jarayonlar majmui.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Agoniya davrida olingan jarohatlar agonal deyiladi; ularga reaksiya boshqa tirik davr jarohatlariga nisbatan sustroq.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Agoniyasiz yoki juda qisqa agoniya bilan, ko‘rinib turgan sog‘lomlikda yuz bergan o‘lim to‘satdan (skoropostizhnaya) o‘lim deyiladi.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72, 71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sabab va mexanizm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bevosita, oraliq va asosiy sabab qaysi tartibda aniqlanadi? Javob: avval bevosita, so‘ng oraliq va asosiy.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o‘limning eng ko‘p uchraydigan tanatogenez varianti qaysi? Javob: yurak-qon tomir.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68, 69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 kelgan o‘lim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Yurak va tomirlarda suyuq qon; ichki a’zolarda venoz to‘laqonlik; yoyiq murda dog‘lari.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Seroz va shilliq pardalarda mayda nuqtali qon quyilishlar; oshqozonosti bezida autoliz.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Agoniya uzoq bo‘lsa, murda qon ivindilari ko‘p va fibringa boy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Tez o‘lim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Suyuq qon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Yoyiq murda dog‘lari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Venoz to‘laqonlik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Mayda nuqtali qon quyilishlar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Sekin o‘lim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ivindilari ko‘p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Fibringa boy ivindi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Distrofiya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O‘lim tezligi va belgilar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O‘limning asosiy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Asosiy belgi — bosh miya tuzilishi va vazifasining qaytmas o‘zgarishi: EEGda elektr faolligi yo‘qligi, neyronlar zararlanishi.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Og‘ir miya shishi yoki hayotiy tuzilmalardagi perifokal shishli qon quyilishlarda o‘limni morfologik tasdiqlash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Qolgan barcha belgilar gomeostatik tizimlarning qaytmas zararlanishi oqibati.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72, 73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faktini aniqlash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Ong va reflekslar (shox parda, ko‘z qorachig‘i) yo‘q; EEG, EKGda elektr faolligi yo‘q; puls, yurak urishi va nafas yo‘q.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Beloglazov belgisi: ko‘z olmasini bosganda qorachiq ovalsimon shaklga o‘tadi; o‘lim ishonchli mezoni, 10–15 daqiqada paydo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Ammo shubhasiz belgi sifatida faqat murda o‘zgarishlari hisoblanadi.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O‘lim belgilari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Ong, reflekslar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Shox parda, qorachiq reflekslari yo‘q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Asboblar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EEG, EKGda faollik yo‘q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Yurak, nafas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Puls, yurak urishi, nafas yo‘q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Beloglazov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Qorachiq ovalsimon  ·  10–15 daqiqada paydo bo‘ladi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O‘lim faktini aniqlash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Sarkisov qonuni va to‘qima yashovchanligi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Sarkisov qonuni: biologik tizim buzilganda avval yuqori darajalar, keyin pastroq darajalar ketma-ket yo‘qoladi.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Demak, avval a’zolar vazifalarining gomeostatik uyg‘unligi buziladi, so‘ng alohida a’zo va to‘qimalar.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To‘qimalarning vaqtincha tirik qolishi supravital reaksiyalar mavjudligiga sabab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Yuqori daraja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Avval yo‘qoladi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Pastroq daraja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Keyin yo‘qoladi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Gomeostaz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A’zolar uyg‘unligi buziladi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To‘qima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Alohida a’zo, to‘qima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Supravital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Vaqtincha tirik to‘qima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Sarkisov qonuni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Supravital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Mushaklarning elektromexanik reaksiyalari 8–12 soatgacha yo‘qoladi.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 toki: 2–3 soatda butun yuz, 3–5 soatda faqat og‘iz doira mushagi qisqaradi.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Qorachiq reaksiyasi 1,5 sutkagacha, ter bezlari reaksiyasi 20 soat ichida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Mushak reaksiyasi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8-12</a:t>
            </a:r>
            <a:r>
              <a:rPr sz="1200" b="0">
                <a:solidFill>
                  <a:srgbClr val="6B7280"/>
                </a:solidFill>
                <a:latin typeface="Calibri"/>
              </a:rPr>
              <a:t>  soat gacha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Butun yuz (elektr)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2-3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Og‘iz doira mushagi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3-5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Qorachiq (dori)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1,5</a:t>
            </a:r>
            <a:r>
              <a:rPr sz="1200" b="0">
                <a:solidFill>
                  <a:srgbClr val="6B7280"/>
                </a:solidFill>
                <a:latin typeface="Calibri"/>
              </a:rPr>
              <a:t>  sutka gacha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Ter bezlari</a:t>
            </a:r>
          </a:p>
          <a:p>
            <a:pPr algn="l">
              <a:spcAft>
                <a:spcPts val="100"/>
              </a:spcAft>
            </a:pPr>
            <a:r>
              <a:rPr sz="2700" b="1">
                <a:solidFill>
                  <a:srgbClr val="0B1F3A"/>
                </a:solidFill>
                <a:latin typeface="Calibri"/>
              </a:rPr>
              <a:t>20</a:t>
            </a:r>
            <a:r>
              <a:rPr sz="1300" b="0">
                <a:solidFill>
                  <a:srgbClr val="6B7280"/>
                </a:solidFill>
                <a:latin typeface="Calibri"/>
              </a:rPr>
              <a:t>  soat ichida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Supravital reaksiyalar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Erta murda o‘zgarishlari: sovish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sovishi issiqlik berish davom etib, endogen issiqlik hosil bo‘lishi to‘xtashi bilan bog‘liq; harorat o‘rtacha soatiga 1 °C pasayadi.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Ochiq tana qismlari tezroq soviydi; harorat qo‘ltiq, to‘g‘ri ichak, jigar to‘qimasida o‘lchanadi.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Termometriya natijasi odatda boshqa topilmalar bilan birga baholanadi; kiyim, vazn kabi tuzatishlar hisobga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Harorat pasayishi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~1</a:t>
            </a:r>
            <a:r>
              <a:rPr sz="1100" b="0">
                <a:solidFill>
                  <a:srgbClr val="6B7280"/>
                </a:solidFill>
                <a:latin typeface="Calibri"/>
              </a:rPr>
              <a:t>  °C/soat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Ochiq qismlar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tezroq soviydi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O‘lchash joyi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qo‘ltiq, ichak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Murda sovishi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74, 75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qurishi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qurishi — teri va shilliq pardalardan suv bug‘lanishi davom etishi, bezlar sekretsiyasi to‘xtashi natijasi.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tez shox qavati yo‘q joylar quriydi: sklera, lablarning qizil hoshiyasi, ssadina yuzasi.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Ochiq ko‘zlarda 4–5 soatdan so‘ng shox parda xiralashadi, sklerada Larshe dog‘lari paydo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Shox parda xiralashadi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4-5</a:t>
            </a:r>
            <a:r>
              <a:rPr sz="14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Larshe dog‘lari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sklerada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Tez quriydigan joy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sklera, 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Murda qurishi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qotishi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Qotish kalsiy qayta taqsimlanishi va aktomiozin polimerlanishi bilan bog‘liq; 2–6 soatda boshlanadi.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Klassik tasavvurda chaynov mushaklaridan pastga tushib, 12–24 soatda maksimumga yetadi.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2-sutka o‘rtasidan yo‘qola boshlab, 3–7 sutkada butunlay yo‘qoladi.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2-6 soat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Boshlanadi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12-24 soat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Maksimum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2-sutka o‘rtasi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Yo‘qola boshlaydi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3-7 sutka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Butunlay yo‘qoladi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Qotish dinamikasi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Qotishga ta’sir etuvchi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Qotish jismoniy mehnat qilganlarda, katta qon yo‘qotishda, tutqanoqli o‘lim oldi davrida kuchli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Bolalar, keksalar va ayrim zaharlar (masalan, oq poganka) bilan zaharlanganda zaif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Yurak qotishi 2–3 soatda boshlanadi va 1,5–2 sutka saqlanadi; yurak qotmasa, yurak tanatogenezi taxmin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Kuchli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Jismoniy mehnat qilganlarda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Katta qon yo‘qotishda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Tutqanoqli o‘lim oldi davrida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Zaif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Bolalar, keksalar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 poganka kabi zaharlar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Yurak qotmasa: yurak tanatogenezi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Qotish darajasiga ta’sir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75, 76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Qotish va tana vaziyati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Qotish dastlabki soatlarda sun’iy buzilsa, qayta tiklanadi, ammo kuchsizroq.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Qotish darajasi boshqa belgilar bo‘yicha aniqlangan muddatga mos kelmasa, bu ahamiyatli.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Yuqori oyoq-qo‘llarda qotish yo‘q, pastkilarda bor bo‘lsa — murda vaziyati o‘zgartirilgan.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dog‘lari: uch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Gipostaz (2–4 soatda paydo bo‘ladi): bosganda yo‘qoladi, murda aylantirilsa ko‘chadi.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Staz (12–24 soat): bosganda oqaradi; murda ag‘darilsa, ikki guruh dog‘ paydo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Imbibitsiya (taxminan 2-sutka): bosganda rang o‘zgarmaydi, joyi ham o‘zgarmaydi.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Gipostaz (2–4 soat)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Bosganda yo‘qoladi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Murda aylantirilsa ko‘chadi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Staz (12–24 soat)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Bosganda oqaradi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Ikki guruh dog‘ paydo bo‘ladi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Imbibitsiya (~2 sutka)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Rangi o‘zgarmaydi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Joyi o‘zgarmaydi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Murda dog‘lari bosqichlari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dog‘lari rangi va gipostaz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Tutun gazida yorqin qizil, siyanidlarda gilos rang, methemoglobin hosil qiluvchilarda kulrang-qo‘ng‘ir.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Sovuqdan o‘lganlarda va suvdagi murdalarda pushti-qizil rang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gipostazi — ichki a’zolar pastki qismlarida o‘limdan keyingi qon to‘lishi.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Murda dog‘i rangi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Yorqin qizil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Tutun gazi (CO)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Gilos rang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Siyanidlar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Kulrang-qo‘ng‘ir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Methemoglobin hosil qiluvchilar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Pushti-qizil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Sovuq, suvdagi murda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Dog‘ rangi va sabab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76,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dog‘lar ikki guruhga bo‘lingan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topildi; uning orqa va yon tomonlarida ham murda dog‘lari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Staz bosqichida (12–24 soat) vaziyat o‘zgarsa, qonning bir qismi ko‘chadi, eski dog‘lar saqlanadi.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holat nimani ko‘rsatadi va o‘lim vaqti haqida nima deyish mumkin?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ivishi va autoliz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O‘limdan so‘ng qon suyuq; uzoq agoniyada 2 soatdan keyin ivishi mumkin, tez o‘limda fibrinoliz tufayli suyuq 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Autoliz — to‘qimalarning o‘z proteolitik fermentlari bilan parchalanishi; avval oshqozon-ichak shilliq pardasi, oshqozonosti bezi zararlanadi.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Autolizni gistologik baholash o‘lim muddatini aniqlashda qo‘llanadi; 6 soatdan keyin qon taqsimoti buzilishi paydo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Simpson: qotish va o‘lim vaqti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Qotish — kislorod yetishmasligidan mushak hujayralarida yuz beradigan, haroratga bog‘liq o‘zgarish.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Mo‘tadil sharoitda yuzda 1–4, oyoq-qo‘llarda 3–6 soatda aniqlanadi; maksimum ~18 soatda.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Qotish o‘lim vaqtini aniq bermaydi; jadvallarga shubha bilan qarash lozim.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Yuzda aniqlanadi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1-4</a:t>
            </a:r>
            <a:r>
              <a:rPr sz="14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Oyoq-qo‘lda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3-6</a:t>
            </a:r>
            <a:r>
              <a:rPr sz="14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Maksimum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~18</a:t>
            </a:r>
            <a:r>
              <a:rPr sz="14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Qotish (Simpson)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43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Simpson: harorat va Henssge nomogrammasi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Harorat uchun 3 taxmin: o‘limda 37 °C, ekstrapolyatsiya mumkin, muhit harorati o‘zgarmas.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Henssge nomogrammasi: 95% aniqlik chegarasi eng ehtimoliy vaqtdan ikki tomonga ko‘pi bilan 2,8 soat.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Muhit haroratining 5 °C o‘zgarishi o‘lim vaqtini kamida 1 soatga o‘zgartirishi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Henssge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Tana harorati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Muhit harorati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5 °C o‘zgarish: ≥1 soat farq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Tana vazni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Tuzatishlar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Aniqlik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95%: ±2,8 soat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Henssge nomogrammasi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46, 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Kech o‘zgarishlar: chirish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Chirish — organik moddalar, ayniqsa oqsillarning bakteriyalar ta’sirida parchalanishi.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Hid 1-sutkadayoq seziladi; yashillik yonbosh sohasidan boshlanadi: yozda 1-sutka oxirida, qishda 2–3-sutkada.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chirish venoz to‘ri va emfizema paydo bo‘lib, tana gaz bilan shishadi.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1-sutka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Chirish hidi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Yozda 1-sutka oxiri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Murda yashilligi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Keyin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Chirish venoz to‘ri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Keyin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Emfizema, gazdan shishish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Chirish ketma-ketligi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78, 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va hasharotlar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Pashshalar (Diptera) tuxum qo‘yadi; 1–2 kunda lichinkalar chiqib to‘qimalarni yeydi.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Taxminan bir haftada lichinkalar g‘umbaklashadi; 7–10 kunda voyaga yetgan pashsha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Lichinka uzunligi o‘lchanadi (larvometriya); u yoshiga mos. Keyin qo‘ng‘izlar keladi.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1–2 kun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Lichinkalar chiqadi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~1 hafta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G‘umbaklash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7–10 kun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Voyaga yetgan pashsha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Keyin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Qo‘ng‘izlar keladi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Hasharotlar bilan yemirilish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79–80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Konservatsiya jarayonlari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Yog‘ mumi kislorod kam, namlik ko‘p muhitda hosil bo‘ladi; to‘liq — taxminan 1 yilda.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Mumiyalanish quruq, shamollatiladigan joyda; katta odamda 2–3 oydan oldin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Torf botqog‘ida gumus kislotalar suyakni yumshatadi, mikrotuzilish uzoq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Konservatsiya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Yog‘ mumi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Kislorod kam, namlik ko‘p  ·  To‘liq ~1 yil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Mumiyalanish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Quruq, shamollatiladigan joy  ·  Kattada 2–3 oydan oldin emas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Torf bilan oshlanish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Torfli botqoq, gumus kislotalar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Tabiiy konservatsiya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79–80, 80, 80–81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vaqtini aniqlashning boshqa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Aniqroq muddat kerak bo‘lsa, qon va ko‘z suyuqligining pH, kaliy va kalsiy ionlari konsentratsiyasi kabi ko‘rsatkichlar o‘rganiladi.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Shuningdek, ko‘z suyuqligidagi gipoksantin, kreatinin, DNK parchalanishi va fermentlar faolligi ham o‘lchanadi.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Eng aniq natijani turli usullar majmuasini qo‘llash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81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Hodisa joyi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Hodisa joyi — yuridik baho talab qiladigan voqea yuz bergan, tergov ko‘rigidan o‘tkaziladigan joy yoki xona.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topilishi o‘zi ham hodisa hisoblanadi, shuning uchun murda topilgan joy doim hodisa joyi.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Murdani joyida ko‘zdan kechirish hodisa joyi ko‘rigining bir qismi; qatnashuvchilar — tergovchi va ikki guvoh.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81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Mutaxassis-vrach vazifalari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Mutaxassis — sud-tibbiy ekspert yoki maxsus bilimli vrach; u ish natijasidan manfaatdor bo‘lmasligi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O‘limni qayd etish yoki birinchi yordam; murda vaziyati, kiyimi va ko‘rinishini tasvirlash.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hodisalari, jarohatlarni tasvirlash; biologik dalillarni olishda yordam; og‘zaki javoblar.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Vrach vazifalari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O‘lim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O‘limni qayd etish  ·  Birinchi yordam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Vaziyat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Vaziyat va kiyim tasviri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Murda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Murda hodisalari  ·  Jarohatlar tasviri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Dalillar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Biologik dalillarni olishda yordam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Mutaxassis-vrach vazifalari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81, 81–82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Ko‘rikning statik va dinamik bosqichi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Statik bosqich: vaziyat buzilmasdan o‘rganiladi, ashyoga tegmay tasvirlanadi va suratga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Statikada murda joyida qoladi; uning o‘rni va tana qismlarining joylashuvi (poza) qayd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Dinamik bosqich: ashyolar qo‘lga olinib, rezina qo‘lqopda ehtiyotkorlik bilan o‘rganiladi.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Statik bosqich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Vaziyat buzilmasdan o‘rganiladi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Ashyoga tegilmaydi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Suratga olinadi, poza qayd etiladi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Dinamik bosqich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Ashyolar qo‘lga olinadi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Rezina qo‘lqopda ehtiyotkorlik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Murda ko‘rigi o‘tkaziladi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Ko‘rik bosqichlari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82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Murdani dinamik bosqichda ko‘rish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Ko‘rik kiyimdan boshlanadi; kiyim joyida yechilmaydi (dalil sifatida olish bundan mustasno).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umumiy tavsif (jins, yosh, tana tuzilishi, bo‘y), so‘ng murda hodisalari standart bo‘yicha.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Sovish, Larshe dog‘lari, murda dog‘lari, qotish, mushak reaksiyalari va to‘g‘ri ichak harorati qayd etiladi.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Kiyim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Joyida yechilmaydi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Umumiy tavsif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Jins, yosh, bo‘y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Murda hodisalari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Standart bo‘yicha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Qayd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Sovish, qotish, dog‘lar, harorat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Dinamik bosqich tartibi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82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Jarohatlarni tasvirlash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Tabiiy teshiklar, begona jismlar, tashqi jinsiy a’zolar va suyaklar qo‘pol harakatsiz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 joyi aniq ko‘rsatiladi; turi (ssadina, ko‘kargan, yara), shakli, rangi, o‘lchami tasvirlanadi.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Yara soat siferblati bo‘yicha tavsiflanadi; yarani zondlash mumkin emas (soxta yo‘l hosil bo‘ladi).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Jarohat tavsifi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Joyi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Aniq ko‘rsatiladi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Turi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Ssadina, ko‘kargan, yara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Xususiyat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Shakli, rangi, o‘lchami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Qoida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Yara soat siferblati bo‘yicha  ·  Yarani zondlash mumkin emas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Jarohatlarni tasvirlash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83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Joyida nimani hal etib bo‘lmaydi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Joyida o‘lim muddatini aniq aytib bo‘lmaydi, ammo guvoh ko‘rsatgan muddat mumkinligi haqida fikr bildirish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sababi faqat murdani to‘liq sud-tibbiy tekshirgandan keyin hal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Qurolning guruh belgilari morgda aniqlanadi; joyida ayrim qurollarni istisno qilish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Hal etib bo‘lmaydi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O‘lim muddatini aniq aytish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O‘lim sababi (to‘liq tekshiruvsiz)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Mumkin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Guvoh muddati mumkinligi haqida fikr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Ayrim qurollarni istisno qilish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Joyida nimani hal etish mumkin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83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Yangi tug‘ilgan chaqaloq topilgan joy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Homila yoki chaqaloq murdalari turli joylarda topiladi; ko‘pincha gazeta, choyshab yoki kiyimga o‘ralgan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bilan topilgan buyumlar batafsil tasvirlanadi; yozuv, tamg‘a, belgilar qidirilib, kimga tegishli ekani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Buyumlar saqlanadi va tergov organlariga topshiriladi.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Chaqaloq topilgan joy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Topilish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Turli joylarda  ·  Gazeta, choyshab, kiyimga o‘ralgan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Buyumlar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Batafsil tasvirlanadi  ·  Yozuv, tamg‘a qidiriladi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Keyingi qadam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Saqlanib, tergovga topshiriladi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Chaqaloq topilgan joy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84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Simpson: tana haroratining 5 °C muhit o‘zgarishi taxminiy o‘lim vaqtini kamida 1 soatga o‘zgartirishi mumkin — shuning uchun muhit haroratini darhol qayd eting.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qolish: murda dog‘lari bosqichlari — 2–4 soat (gipostaz), 12–24 soat (staz), ~2 sutka (imbibitsiya).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pashsha lichinkalari ba’zan murdadan o‘tgan dori moddalarini (opiatlar, benzodiazepinlar) saqlaydi — kimyoviy tekshiruv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Simpson: sarkofag pashshalar tuxum qo‘ygan joydan g‘umbakgacha taxminan 21–24 kun o‘tadi; muddat tur va haroratga bog‘liq.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Kirish. Murdani topilgan joyida ko‘zdan kechirish. Sud-tibbiy tanatolog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Payne-James J., Jones R., Karch S.B., Manlove J. Simpson's Forensic Medicine, 13th ed. 2011. Chapter 4. Identification of the living and the dead, pp. 35–41; Chapter 5. The appearance of the body after death, pp. 42–53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Ромодановский П.О., Баринов Е.Х. Судебная медицина в схемах и рисунках: учебное пособие, М.: Проспект. 2017. 2-modul. Tanatologiya, hodisa joyi, murda ekspertizasi, yangi tug‘ilgan chaqaloq; bet 41-100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Харин Г.М. (Kharin G.M.). Краткий курс судебной медицины: учебное пособие, М.: ГЭОТАР-Медиа. 2006. II bo‘lim (4-6-boblar). Tanatologiya asoslari; hodisa joyi va murdani ko‘zdan kechirish; bet 40-67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Пиголкин Ю.И., Баринов Е.Х., Богомолов Д.В., Богомолова И.Н. Судебная медицина: учебник для вузов, М.: ГЭОТАР-МЕД. 2002. 6-bob. Sud-tibbiy tanatologiya (kitob beti 67-84); bet 67-84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