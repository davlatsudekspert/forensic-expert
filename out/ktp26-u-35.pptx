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Jarohat yoshi bilmasdan jinoyat joyini qayta tiklash nima uchun qiyin? 2) Nega jazo jarohat vaqti va ketma-ketligiga bog‘liq bo‘lishi mumkin? Doskada: ikki jinoyatchi va uch jarohat uchun oddiy vaqt chizig‘ini chizdiring. Tipik xato: talabalar jarohat yoshini o‘lim vaqtini aniqlash bilan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erta bosqichda faqat oddiy gistologiya yetarli emas? 2) Ikki savol javobi ekspert xulosasida qanday farq qiladi? Doskada: ikki ustunli jadval chizdiring (savol 1 va savol 2). Tipik xato: talabalar tirikligida yetkazilgan jarohat bilan o‘limdan keyingi jarohatni faqat qon quyilishiga qarab farqlaydi.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bitta reaksiya antemortem jarohatning yetarli isboti emas? 2) Zanjirning qaysi bo‘g‘ini jarohatdan keyingi vaqt haqida ko‘proq ma’lumot beradi? Doskada: zanjirni chizib, har bo‘g‘in yoniga vaqt belgisi qo‘yishni topshiring. Tipik xato: hayotiylik atamasini faqat tirik yoki o‘lik degan ikki holat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tirik vaqtda va o‘limdan keyin yetkazilgan jarohatni ajratish zarur? 2) Qon quyilishi nega yagona dalil bo‘la olmaydi? Doskada: uch ustunli jadvalni chizing va vital reaksiyalarni yozing. Tipik xato: eritrotsit chiqishini tiriklikning mutlaq belgisi deb hisoblash; agonal davrni postmortem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Ob-havo bashorati o‘xshatishi jarohat yoshiga nimasi bilan mos keladi? 2) Hayvon natijalarini odamga ko‘chirishda qanday xavf bor? Doskada: jarohat yoshiga ta’sir etuvchi omillar ro‘yxatini chizing. Tipik xato: bitta markerga tayanib aniq vaqt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Jarohatlar ketma-ketligi javobgarlikka qanday ta’sir qiladi? 2) Qaysi usullarni birga qo‘llash mumkin? Doskada: ikki jarohat uchun vaqt chizig‘ini chizing. Tipik xato: jarohat og‘irligini uning yoshi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aynan teri, mushak va miya tanlangan? 2) Tajriba va kuzatuv tadqiqotining farqi nimada? Doskada: uchta to‘qimani yozib, har biriga tadqiqot turini bog‘lang. Tipik xato: o‘quvchilar mushak va teri tadqiqot turlarini almashtirib yuboradi (mushak – tajriba, teri – kuzatuv).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hayvon natijasini odamga to‘g‘ridan-to‘g‘ri ko‘chirib bo‘lmaydi? 2) Odam namunasi kalibrlash uchun qanday xizmat qiladi? Doskada: afzallik va cheklov ustunli jadval chizing. Tipik xato: takrorlanuvchanlik odamga qo‘llanish ishonchliligini ham kafolatlaydi,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Autopsiya namunasi eng real bo‘lsa-da, nega ishonchliligi pasayadi? 2) Qat’iy yig‘ish mezonlari natijaga qanday ta’sir qiladi? Doskada: o‘limdan keyingi omillar ro‘yxatini (chirish, parchalanish, quruqlashish) chizing. Tipik xato: o‘limdan keyingi o‘zgarishlarni hisobga olmay, har qanday morfologik belgini hayotiylik belgisi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Aniq vaqt yozuvi nima uchun qimmatli? 2) Surtma bilan olingan kam namuna nima uchun soxta-manfiy natijaga olib keladi? Doskada chizish: ikki ustunli ro‘yxat (afzalliklar / cheklovlar). Tipik xato: tirik odam namunasini sog‘lom odam namunasi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Savollarni ketma-ket o‘qing, talabalar javobini 20 soniya kuting. Muhokama: nima uchun bitta namuna turi yetarli emas? Doskada chizish: uch namuna turi va har biriga bittadan asosiy afzallik. Tipik xato: hayvon tajribasi natijasini odamga to‘g‘ridan-to‘g‘ri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Jarohat vaqti noma’lum bo‘lsa, autopsiya namunasi qanchalik ishonchli? 2) Nazorat guruhi va qat’iy mezonlar natijani qanday yaxshilaydi? Doskada chizish: o‘limdan keyingi o‘zgarishlar ta’sir qiluvchi omillar ro‘yxati. Tipik xato: o‘limdan keyingi o‘zgarishlarni hisobga olmay, natijani aniq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ko‘z bilan ko‘rish usuli ko‘rgazmali, lekin ishonchsiz? 2) Teri rangi va chuqurlik ko‘karish rangiga qanday ta’sir qilishi mumkin? Doskada chizing: ko‘karish rangiga ta’sir qiluvchi 3 omil (chuqurlik, joylashuv, teri rangi) ro‘yxati. Tipik xato: talabalar ko‘karish rangiga qarab aniq soat yoki kunni aytish mumkin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oddiy bo‘yash erta jarohatda yetarli emas? 2) Immunogistokimyo oddiy gistologiyadan nimasi bilan ustun? Doskada chizing: vaqt chizig‘i, 3 daqiqa (P-selektin) va taxminan 6 soat (gematoksilin-eozin). Tipik xato: gematoksilin-eozin va immunogistokimyoning vaqt chegaralarini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Operator mahorati natijaga qanday ta’sir qiladi? 2) Raqamli skanerlash va ko‘p bo‘yash birga qo‘llanganda qanday afzallik bo‘ladi? Doskada chizing: tomir va undan uzoqlashgan yallig‘lanish hujayralari sxemasi, masofa strelkasi bilan. Tipik xato: raqamli skanerlash usuli allaqachon standart va to‘liq tasdiqlangan deb o‘ylash. Manbada bu keyingi tadqiqot talab etadigan yo‘nalish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mRNK erta jarohatlar uchun qulay? 2) Nazorat gen noto‘g‘ri tanlansa natijaga nima bo‘ladi? Doskada: jarohatdan keyingi vaqt o‘qida mRNK, oqsil va gistomorfologiya o‘zgarishining boshlanish tartibini chizdiring. Tipik xato: RNK beqaror, demak foydasiz deb o‘ylash. Aslida RNK uzoq saqlangan namunalarda ham aniqlangan, lekin barqaror nazorat gen tanlash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Yuqori unumli usul oddiy PCRdan nimasi bilan ustun? 2) Oqsil usullarida laboratoriyalararo solishtirish nega qiyin? Doskada: ikki ustunli ro‘yxat tuzdiring: mRNK usullari va oqsil usullari. Tipik xato: impedans spektroskopiyasi va mass-spektrometriyani sud-tibbiyotda keng qo‘llanadigan usullar deb hisoblash. Ular hozircha istiqbolli, xolos.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usul erta jarohat uchun qulay, qaysi biri kech jarohat uchun? 2) Nega birgalikda qo‘llash xatoni kamaytiradi? Doskada: jadvalni talabalar bilan birga to‘ldiring. Tipik xato: eritrotsitlar ekstravazatini hayotiylikning ishonchli belgisi deb hisoblash. U o‘limdan keyin ham paydo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eritrotsit chiqishi o‘limdan keyin ham uchrashi uni ishonchsiz qiladi? 2) Nega bir nechta ko‘rsatkichni birga qo‘llash kerak? Doskada: jadvalni ko‘chirib, har qator uchun ‘ishonchli / ishonchsiz’ belgisini qo‘ying. Tipik xato: eritrotsit ekstravazatsiyasini jarohat tirik paytda yetkazilganining qat’iy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mRNA oqsildan oldin o‘zgaradi deb qaraladi va bu erta jarohatga qanday yordam beradi? 2) RNA beqarorroq bo‘lsa ham, uni tahlilda qo‘llash mumkinmi (manbada uzoq saqlangan namunalardan ajratilgani aytilgan)? Doskada: vaqt o‘qini chizib, mRNA, oqsil va gistomorfologiya o‘zgarishlarining ketma-ketligini belgilang. Tipik xato: gistologiya dastlabki daqiqalarda ham hayotiylikni aniq ko‘rsatadi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Sud-tibbiyot ekspertini yallig‘lanish hujayralarining paydo bo‘lishi va yo‘qolishi nega qiziqtiradi? 2) Teri va skelet mushagida proliferatsiya qanday farq qiladi? Doskada: uch fazali zanjirni chizib, har fazaga asosiy hujayralarni yozing. Tipik xato: fazalarni bir-biridan keskin ajralgan deb tasavvur qilish; ular bir-birini qisman qoplaydi.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sud patologi yallig‘lanish hujayralarining paydo bo‘lishi va yo‘qolishini xronologik xaritalaydi? 2) Nega erta jarohatda mRNK, kechida gistologiya qulayroq? Doskada: vaqt o‘qini chizing (12 soat – mRNK/oqsil, 24 soat – gistologiya). Tipik xato: gistologiya erta jarohatda ham eng sezgir deb o‘ylash. Aslida mRNK va oqsil o‘zgarishlari ertaroq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barqarorlik marker tanlashning birinchi sharti? 2) Parchalanish tezligi mRNK va oqsilda qanday farq qiladi? Doskada: jadvalni ko‘chirib, markerlarni barqarorlik bo‘yicha eng qisqadan eng uzungacha tartiblang. Tipik xato: barcha mRNKlar bir xil tez parchalanadi deb o‘ylash. Aslida SNAT2 mRNKsi 48 soat barqaror.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Talabalarga avval savollarni o‘qing, 1 daqiqa o‘ylashga bering, so‘ng javoblarni oching. Muhokama: nazorat guruhisiz xulosa qanday xatoga olib keladi? Doskada: ’jarohatli to‘qima / nazorat to‘qima’ taqqoslash sxemasini chizing. Tipik xato: o‘limdan keyingi interval ta’sirini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bitta marker yoki parametr jarohat yoshini aniqlashga yetmaydi? 2) Diabetli jasadda sog‘lom odam uchun olingan jadvalni qo‘llash qanday xatoga olib keladi? Doskada: ‘omillar’ (tashqi va ichki) markazda, ularga ‘bitish’ strelkasi bog‘langan sxema chizdiring. Tipik xato: talaba diabet, tomir kasalligi va immunosupressiyaning hammasini bitishni bir xil kechiktiradi deb o‘ylaydi. Aslida diabetda jarayon farq qiladi, tomir kasalligida qiyin, immunosupressiyada esa kechikadi.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neyronlar yangilanmasligi miya jarohatini baholashga ahamiyatli? 2) Qon quyilishning to‘rt turini qanday ajratasiz? Doskada: bosh miya qatlamlarining sodda kesimini chizib, epidural, subdural, subaraxnoidal va parenximatoz qon quyilish o‘rnini belgilang. Tipik xato: miyadagi yallig‘lanishni butunlay teridan farqli deb o‘ylash. Aslida u o‘xshash, faqat glial hujayralar migratsiyasi MAT uchun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diffuz aksonal jarohatning erta tashxisi qiyin? 2) β-amiloid prekursor nima uchun akson uzilgan joyda to‘planadi? Doskada: neyron tanasi, akson va uzilish joyini chizib, β-amiloid prekursor harakati va to‘planishini strelka bilan ko‘rsating. Tipik xato: marker akson shikastini ko‘rsatishini jarohat yoshini aniq beradi deb tushunish.</a:t>
            </a:r>
          </a:p>
          <a:p/>
          <a:p>
            <a:r>
              <a:t>Tekshirish kerak (manbada noaniq):</a:t>
            </a:r>
          </a:p>
          <a:p>
            <a:r>
              <a:t>- Diqqat: bu marker akson shikastini ko‘rsatadi. Jarohat yoshini aniqlash uchun boshqa belgilar bilan birga baholash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5–6 daq. Muhokama: 1) Diabet jarohat bitishini qanday o‘zgartiradi? 2) Bunday holatda yoshni baholashda qanday ehtiyotkorlik kerak? Doskada chizish: ikki ustun — ‘sog‘lom bitish’ va ‘diabetli bitish’ — va ularning farqlarini yozing. Tipik xato: sichqon tajribasi natijasini bevosita odamga ko‘chirish; ‘oddiy jarohat belgisi = diabetli jarohat belgisi’ deb o‘ylash (Diqqat: bu teng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4–5 daq. Muhokama: 1) Nima uchun faqat hayvon tadqiqotlari chiqarib tashlandi? 2) Nima uchun 5 740 yozuvdan faqat 11 tasi qoldi? Doskada chizish: 5 bosqichli voronka sxemasini raqamlari bilan chizing. Tipik xato: 3 812 va 91 raqamlarini aralashtirish; tizimli sharhni oddiy sharh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oddiy gistologiya bu bosqichda yetarli emas? 2) TNF-α tirik va o‘limdan keyingi jarohatni qanday ajratadi? Doskada chizish: 0–1 soat vaqt chizig‘ini 3 va 15 daqiqa belgilari bilan chizing. Tipik xato: CD62p va P-selektinni turli molekula deb o‘ylash (bular bir xil). Eslatma: 3 daqiqa — P-selektin kuzatuvi Li et al. (PMID 32490306) sharhida Dressler (1998) ishiga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sitokinlar hujayra infiltratsiyasidan oldin o‘zgaradi? 2) Nima uchun 10 kundan yoshroq jarohatda bir nechta marker birgalikda aniqroq? Doskada: vaqt o‘qi chizib, TNF-α, CD14 va neytrofil/makrofag cho‘qqilarini joylashtiring. Tipik xato: semiz hujayra va leykotsit infiltratsiyasini bir xil vaqtga qo‘yish; ular alohida bosqichlar. Diqqat: IL-8, MCP-1, MIP-1α — kimyokinlar, CD14 va CD68 esa hujayra markerlari (CD — hujayra yuzasi antigenlari). IHC — immunogistokimyo.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kech jarohatlarda muddatni aniq aytish qiyin? 2) Qaysi markerlar to‘qima qayta qurilishini ko‘rsatadi? Doskada: 0–14 kun o‘qida ORP150 va ubikvitin egri chizig‘ini (7–14 kunda cho‘qqi) chizing. Tipik xato: 7–14 kundagi cho‘qqini jarohat 14 kundan keyin ham o‘sishda davom etadi deb tushunish; cho‘qqidan keyin pasayish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Javoblar: 1 — juda erta (daqiqalar); 2 — o‘rta (1–10 kun); 3 — kech (7 kun va undan keyin). Muhokama: nega bitta marker barcha bosqichni qamrab ololmaydi? Doskada: uch ustunli sodda jadval (juda erta / o‘rta / kech) chizib, talabalar markerlarni joylashtirsin. Tipik xato: CD14 ni juda erta marker deb hisoblash; u soatlarda ko‘tarilsa ham, 1–3 kunda cho‘qqiga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CD14 cho‘qqisi 1–3 kunda bo‘lsa, uni 1-kun va 3-kunni farqlash uchun yetarli deb hisoblash mumkinmi? (2) Neytrofil va makrofag nisbati qanday yordam beradi? Doskada: vaqt o‘qini chizing, unda neytrofil cho‘qqisini makrofag/CD14 cho‘qqisidan oldinroq belgilang. Tipik xato: bitta markerning cho‘qqisini aniq soat deb talqin qilish. Vaziyat faraziy, o‘quv maqsadida tuzilgan.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Nega ob-havo prognozi bilan o‘xshatish keltiriladi? (2) Standartlashtirishning yo‘qligi sud ekspertizasida qanday xavf tug‘diradi? Doskada: jadvaldagi to‘rt yondashuvni ko‘chirib, har biriga bittadan afzallik va kamchilik yozdiring. Tipik xato: ko‘p markerli modelni tayyor, tasdiqlangan usul deb o‘ylash. Aslida yagona tizim hali taklif etilmagan.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(1) Erta, o‘rta va kech jarohat uchun qaysi marker guruhlarini tanlaysiz? (2) Nega morfologiya va molekulyar usullarni birga qo‘llash kerak? Doskada: uchta davr (erta, o‘rta, kech) va ularga mos marker guruhlarini ustunlar shaklida yozdiring. Tipik xato: bitta usulni (masalan, faqat gistologiyani) barcha davrlar uchun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Jarohatlarning yoshini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jarohat yoshini aniqlash nima uchun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yoshini aniqlash sud patologiyasida qiyin vazifa. U jinoyat joyini qayta tiklashga va gumonlanuvchini qo‘lga olishga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necha shaxs turli jarohat yetkazgan bo‘lsa, ekspert jarohatlar vaqtini va ketma-ketligini aniqlaydi, chunki jazo jarohat og‘irligiga qarab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tirikligida yetkazilganini aniqlash va undan o‘tgan vaqtni baholash o‘lim sababi hamda usuli talqiniga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Baholashni to‘qima reaksiyasining o‘zgaruvchanligi, odamlar orasidagi farqlar va o‘limdan keyingi o‘zgarishlar murakkablashtiradi.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Sud-tibbiyot ekspertining ikki asosiy savoli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Zo‘ravonlik oqibatidagi o‘limda birinchi savol: jarohat tirikligida, agonal davrda yoki o‘limdan keyin yetkazilganmi.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savol: jabrlanuvchi jarohat yetkazilgandan keyin qancha vaqt yashagan.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daqiqalar yoki soatlarda gistologik tahlil jarohat o‘limdan oldin yoki keyin yetkazilganini ko‘pincha aniqlay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jarohat yoshi (jarohatdan o‘tgan vaqt) o‘limdan keyingi intervalga teng emas; ikkinchisi namunadagi o‘zgarishlarga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 (vitality) reaksiyalari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quyilishi, yallig‘lanish va granulyatsion to‘qima — jarohatdan keyin tirik organizmdagi reaksiyalar.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reaksiyalar birgalikda “hayotiylik” (vitality)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 jabrlanuvchi jarohat paytida tirikligiga va jarohat o‘limdan qancha oldin yetkazilganiga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Yallig‘lanuvchi hujayralar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Granulyatsion to‘qima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Vital reaksiyalar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Antemortem, agonal va postmortem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savol: jarohat tirikligida, agoniyada yoki o‘limdan keyin yetkazilganmi va jabrlanuvchi qancha yashagan?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TNF-α (o‘sma nekrozi omili-alfa) musbat mast hujayralar 15 daqiqadayoq ko‘payib, vital jarohatni ajratgan.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eritrotsitlarning to‘qimaga chiqishi o‘limdan keyin ham uchraydi, shuning uchun vitallikning ishonchsiz belgisi.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977999"/>
                <a:gridCol w="185455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Antemortem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quyilishi, yallig‘lanish hujayralari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Tiriklik isboti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Agonal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batafsil belgisi berilmagan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 va postmortemdan ajratiladi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Postmortem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Mast hujayra soni past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Eritrotsit chiqishi ishonchsiz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 davrlarini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Nima uchun jarohat yoshini aniqlash qiyin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Markerlar o‘ziga xos emas, takrorlanuvchanligi past va diagnostik ko‘rsatkichi yetarli emas; tasdiqlangan parametr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 murakkab, ko‘p omilli masala, ob-havo bashoratiga o‘xshaydi. Bir necha ko‘rsatkichni birga qo‘llash xatoni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namunalarini qo‘llash axloqiy muammolarga duch keladi. Hayvon tajribalari zarur, lekin natijani odamga ko‘chirish yetarli isbotlanmagan.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bitta marker barcha davrlar uchun yetarli aniqlik bermaydi; morfologiya va marker paneli birga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bir necha jarohat, bir necha shaxs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jasadda bir necha jarohat topilgan va ularni turli shaxslar yetkazgan deb gumon qilinmoqda.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jarohatlar vaqti va ketma-ketligini aniqlashi kerak, chunki jazo jarohat og‘irligiga qarab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 jinoyat joyini qayta tiklashga va gumonlanuvchini aniqlashga yordam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jarohatlar ketma-ketligini qanday aniqlaysiz va nega bitta markerga tayanmaysiz?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yoshini aniqlashda tekshiriladigan to‘qimalar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teri, skelet mushagi va miya to‘qimasi o‘rganilgan; jarohat kesilgan yoki ezilgan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shikasti ko‘p uchraydi va odatda o‘ldiradi, shu sabab bu sohada tadqiqotlar ko‘p.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 ko‘proq tajriba, teri esa ko‘proq kuzatuv tadqiqotlarida o‘rganilgan.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45969"/>
                <a:gridCol w="214091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To‘qima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Tadqiqot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Sabab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Kuzatuv (investigative)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Amaliyotda tez-tez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Skelet mushagi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Tajriba (experimental)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Amaliyotda tez-tez uchraydi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 sonli tadqiqot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 ko‘p, odatda o‘limga olib keladi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to‘qimalar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tajribalari: afzallik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tajribasida sharoit va jarohatdan keyingi vaqt nazorat qilinadi; natija takrorlanuvchan va ishonchli.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tiklanishi odam va hayvonda o‘xshash asosiy fiziologik javob bo‘lgani uchun o‘rganish qulay.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Odamga qo‘llanishi noaniq; yuqori gomologiyali markerlar va odam namunasi bilan kalibrlash taklif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164080"/>
                <a:gridCol w="178658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Afzallik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Nazorat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Sharoit va vaqt boshqariladi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Odamga qo‘llanishi noaniq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Takrorlanuvchan, ishonchli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Odamga o‘tkazishga aniq dalil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Tiklanish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Jarayon odamga o‘xshash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Markerlar gomologiyasi muhim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Hayvon modeli: ikki tomon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Autopsiya namunalari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 namunalari eng aniq va real, ayniqsa jarohat yoshi ma’lum bo‘lsa.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Ma’lumot yetishmasligi va hujjatlashtirish kamligi sababli bunday namunalar kam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Chirish, parchalanish, quruqlashish, yosh, jarohat joyi va yashash vaqti hisobga olinishi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Afzallik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Eng aniq va real namunalar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Ma’lumot va hujjat yetishmaydi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Chirish, parchalanish, quruqlashish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Yechim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Boshqarilgan chirish, qat’iy yig‘ish mezoni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Autopsiya namunasi: muammo va yechim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odamlardan olingan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Namunalar asosan teri kasalliklari yoki jarrohlik yo‘li bilan olib tashlashni talab qiladigan kasalliklari bor bemorlardan, shuningdek sud shifokoriga yuborilgan shaxslardan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Bunday namunalarning vaqt yozuvi aniq va kerakli muddatgacha saqlanadi. Ikki afzalligi: odam to‘qimasi bo‘lishi va vaqt ma’lumotining aniqligi.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Kamchiligi: namuna odatda sog‘lom odamdan olinmaydi, in vitro (probirkada) saqlash esa hayotiy reaksiyalarni susaytiradi.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Namuna noinvaziv (surtma bilan) olinadi, shuning uchun hajmi ko‘pincha kam bo‘ladi va soxta-manfiy natija berishi mumkin. Tadqiqot mahalliy etika qo‘mitasi tasdig‘ini talab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namuna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namunada jarohat vaqtini boshqarish va natijani takrorlash mumkin? Javob: hayvon tajribasida; lekin natijaning odamga qo‘llanishi noaniq.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eng aniq va real namuna qaysi? Javob: autopsiya namunasi, ayniqsa jarohat yoshi ma’lum bo‘lsa; ammo uning hujjatlari ko‘pincha yetarli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vaqt yozuvi aniq va odam to‘qimasi bo‘lgan namuna qaysi? Javob: tirik odamdan olingan namuna.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Hayvon natijasi ≠ odamdagi isbot; hayvon natijalarini odamga o‘tkazish uchun aniq dalil hali yetarli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namuna va etika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autopsiyada jarohat atrofidan namuna olindi, ammo jarohat qachon yetkazilgani noma’lum va hujjatlar yetarli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Natijaga o‘limdan keyingi o‘zgarishlar (chirish, parchalanish, qurish), yosh, jarohat joyi, yashash vaqti va kasallik tarixi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namuna olish mezonlarini qat’iy belgilash, kerak bo‘lsa nazorat ostidagi ex vivo chirishni qo‘llash; odam namunasi hayvon ma’lumotlarini kalibrlash uchun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qaysi namuna turi mos va qanday nazorat kerak? Tirik odam namunasi uchun etika qo‘mitasi tasdig‘i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Morfologik tahlil va ko‘karish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Morfologik tahlil uzoq tarixga ega va eng ko‘p qo‘llanadi. U ko‘rgazmali, obyektiv va markerning to‘qimadagi joyini baholashga imkon beradi.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Ko‘karishning rang o‘zgarishini ko‘zdan kechirish uzoq vaqtdan beri yosh aniqlash vositasi. U jarohat qarishi haqida foydali ma’lumot beradi va hozir ham almashtirib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Ammo rangga asoslangan usul amaliyot uchun juda o‘zgaruvchan. Ko‘karishning paydo bo‘lish vaqti va rangiga chuqurlik, joylashuv va teri rangi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ko‘z bilan baholash ≠ ilmiy asoslangan aniq yosh. Shu sababli muallif masalani ilmiy-eksperimental, ayniqsa molekulyar usullar bilan hal etishni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Gistologiya va immunogistokimyo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Gematoksilin-eozin va Berlin ko‘ki bo‘yashi jarohatdan taxminan 6 soat o‘tgach o‘zgarishlarni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va immunofluoressensiya erta jarohatlar yoshini baholashda foydali. Ular morfologiyani vazifa bilan bog‘laydi.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Dressler va hamkasblari 1998-yilda jarohat hosil bo‘lgandan 3 daqiqa o‘tgach P-selektinga kuchli musbat reaksiyani kuzatgan.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663304"/>
                <a:gridCol w="9881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Ma’lumot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Vaqt/izoh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Gematoksilin-eozin, Berlin ko‘ki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Odatiy gistologik o‘zgarishlar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Taxminan 6 soatdan; qo‘llanishi cheklangan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Immunogistokimyo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 omillari joyini ko‘rsatadi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jarohatlar uchun foydali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Immunofluoressensiya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faollanish bosqichlarini aniqlaydi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jarohatlar uchun foydali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P-selektin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bosqich markeri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daqiqada kuchli musbat (1998)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Gistologiya va IGK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Raqamli skanerlash va ko‘p bo‘yash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immunogistokimyo natijalari aniq va barqaror emas. Ular operator mahoratiga va ‘musbat’ mezonni subyektiv belgilashga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Raqamli kesma skanerlash tizimi namunaning turli joylarini aniqlab tekshiradi. Shu orqali subyektiv omillar avtomatik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Immunofluoressensiya ko‘p bo‘yash usuli 3–4 markerni bir vaqtda aniqlaydi va to‘qimani sifat hamda miqdor jihatdan tahlil qilishga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Yallig‘lanish hujayralarining erkin tomirdan masofasi nazariy jihatdan erta bosqichga bog‘liq, lekin o‘lchash cheklovi tufayli o‘rganilmagan. Skaner bunga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Molekulyar tahlil: mRNK asosida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Jarohatdan keyin mRNK (xabarchi RNK) darajasi oqsil va gistomorfologiyadan oldinroq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Real-time PCR (polimeraza zanjir reaksiyasi) sezgir; to‘g‘ri natija uchun nazorat genlar bilan normallash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ba’zi nazorat genlar jarohatdan keyin faollashadi; barqaror ifodalanadigan genni tanlang.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mRNK darajasi o‘zgaradi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Real-time PCR o‘lchovi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Nazorat gen bilan normallash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yoshi bahosi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mRNK asosida baholash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unumli va oqsil usullari, boshqa yondashuvlar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Gen chipi, yuqori unumli sekvenslash, real-time PCR va 384 mikroplastinka tizimi o‘nlab–yuzlab genni birdan tahlil qiladi. Narx kamayadi, takrorlanuvchanlik oshadi.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Western blot va ELISA (enzimli immunosorbent tahlil) oqsilni immunogistokimyodan sezgirroq baholaydi. Ammo laboratoriyalar natijasini solishtirish qiyin.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Oqsil mikromassivi bitta namunada ko‘p oqsilni bir vaqtda tahlil qilishga imkon beradigan sezgir yuqori unumli usuldir.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Elektr impedans spektroskopiyasi jarohat yoshini tez baholash uchun taklif qilingan. Mass-spektrometriya diffuz aksonal jarohat biomarkerlarini aniqlagan; hozircha kam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Morfologik usul ko‘rinarli va ob’ektiv, lekin rang bo‘yicha baholash juda o‘zgaruvchan.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natijasi operator mahoratiga va ijobiy baho mezoniga bog‘liq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bitta usul yetarli emas; morfologik va molekulyar parametrlar birga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1775879"/>
                <a:gridCol w="134801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Afzallik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Kamchilik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Ko‘rinarli, ob’ektiv; joylashuvni ko‘rsatadi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bosqichda cheklangan; rang o‘zgaruvchan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Immunogistokimyo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jarohatda hujayra holatini ko‘rsatadi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 operator mahoratiga bog‘liq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Molekulyar (mRNK)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o‘zgarishlarni sezgir aniqlaydi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Qadamlar nozik; nazorat gen zarur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Birgalikda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Xatoni kamaytiradi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tizim hali taklif etilmagan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Usullar: afzallik va kamchilik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eritrotsit ekstravazatsiyasi ≠ hayotiylik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Eritrotsitlarning to‘qimaga chiqishi (ekstravazatsiya) odatda hayotiy reaksiya belgisi deb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Lekin u o‘limdan keyin ham paydo bo‘lishi mumkin, shuning uchun hayotiylikning ishonchli markeri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Xatoni kamaytirish uchun morfologik va molekulyar ko‘rsatkichlar birgalikda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077925"/>
                <a:gridCol w="180975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Eritrotsit chiqishi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Hayotda ham, o‘limdan keyin ham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Ishonchli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Gematoksilin-eozin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soatdan keyin o‘zgarish ko‘rinadi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Qo‘llanilishi cheklangan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Morfologiya + molekula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Birgalikda qo‘llanadi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Xatoni kamaytiradi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Markerlarni farqlash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dastlabki daqiqalardagi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jasadda jarohat bor, uni yetkazilganiga atigi daqiqa yoki soatlar o‘tgan. Jarohat tirik paytda hosil bo‘lganmi, noaniq.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Jarohatdan keyingi dastlabki daqiqa va soatlarda gistologik tahlil jarohat o‘limdan oldin yoki keyin yetkazilganini ajrata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Sitokin va fermentlarning mRNA (xabarchi RNK) darajasi oqsil va gistomorfologiyadan oldinroq o‘zgaradi. Shu sabab mRNA asosidagi usullar erta jarohatga mos.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bu holda real-time PCR (polimeraza zanjir reaksiyasi) oddiy gistologiyadan afzal deb hisoblanadi?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bitishining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Yallig‘lanish fazasida xemokinlar ajraladi va neytrofil hamda makrofaglar jarohat joyiga jalb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Proliferatsiya fazasida teri qayta epitelizatsiyalanadi va yangi granulyatsion to‘qima jarohatni yopadi.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Skelet mushagida yo‘ldosh (satellit) hujayralar ko‘payib, miotsitlarga aylanadi va zararlangan tolalarni tiklaydi.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Yallig‘lanish fazasi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Proliferatsiya fazasi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Yetilish (maturatsiya) fazasi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Bitish fazalari ketma-ketligi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va skelet mushagi biomarkerlari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Yallig‘lanish fazasida xemokinlar ajraladi va neytrofil hamda makrofaglar jalb qilinadi. Keyin teri qoplanadi, mushakda yo‘ldosh hujayralar ko‘payadi.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Sud patologi yallig‘lanish hujayralarining paydo bo‘lishi va yo‘qolishini vaqt bo‘yicha xaritalaydi. Musbat hujayralar ulushi, fibroz va hujayra–tomir masofasi jarohat darajasiga bog‘liq.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Adgeziv molekulalar, sitokinlar, xemokinlar va o‘sish omillarining mRNK (xabarchi RNK) hamda oqsil darajalari keng o‘rganilgan.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Gistologik musbat reaktivlik odatda 24 soatdan keyin ko‘rinadi. mRNK va oqsil o‘zgarishlari odatda 12 soatdayoq aniqlanadi. Diqqat: erta jarohatga mRNK/oqsil, kechiga gistologiya 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O‘limdan keyingi barqarorlik: marker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chirish, parchalanish va qurish tufayli RNK hamda oqsil buzilishi muqarrar.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Matriks metalloproteinaza-2 va uning ingibitori-2 mRNKsi 12 soatda sezilarli parchalangan.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o‘limdan keyin birmuncha vaqt barqaror qoladigan markerlar tanlanadi.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1077757"/>
                <a:gridCol w="192802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Barqarorlik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Arginino-suksinat liaza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mRNK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 soat barqaror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SNAT2 (aminokislota tashuvchi)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mRNK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 soat barqaror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LC3-II va p62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oqsil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 kun barqaror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Kannabinoid retseptor-2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mRNK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soatda keskin parchalangan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Marker barqarorligi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marker barqarorligi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jadvaldagi markerlardan qaysilari o‘limdan keyin eng uzoq, 4 kungacha barqaror qoladi?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LC3-II va p62 oqsillari 4 kun barqaror. mRNKlardan SNAT2 48 soat, arginino-suksinat liaza esa 18 soat barqaror.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nima uchun nazorat guruhi kerak? Javob: u o‘limdan keyingi interval (PMI) ta’sirini ajratib, chalkashtiruvchi omilni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biomarker darajasi nazorat guruhiga normallanishi kerak. Mavsumiy muhit farqlari ham hisobga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Bitta parametr yetarli emas; kasalliklar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bitishiga tashqi va ichki omillar ta’sir qiladi, shuning uchun bitta parametr jarohat yoshini aniqlashga yetmaydi.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nechta parametrni birga qo‘llash xatoni kamaytiradi. Bunda markerlar ifodasi nazorat guruhiga nisbatan normallashtiriladi.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Sichqonlarda diabetik jarohat tiklanishi oddiy jarohatdan farq qildi. Shu sababli oddiy jarohat parametrlari diabetda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periferik qon tomir kasalligida bitish qiyin, immunosupressiyada kechikadi. Bunday holatlarda boshqa parametrlar izlanishi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 miya jarohatining o‘ziga xosligi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asab tizimi (MAT) mexanik, ishemik va toksik omillarga juda sezgir.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qon quyilish: epidural, subdural, subaraxnoidal va miya moddasi ichidagi.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quyilish yoshi gematoksilin-eozin va immunogistokimyoviy bo‘yash bilan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41713"/>
                <a:gridCol w="163651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Teri, mushak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Bosh miya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Yallig‘lanish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Neytrofil, makrofag kelishi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va mushakka o‘xshash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 reaksiya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reaksiya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Glial hujayralar migratsiyasi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Tiklanish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Satellit hujayralar ko‘payadi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Neyronlar yangilanmaydi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Teri, mushak va miya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Diffuz aksonal jarohat va β-amiloid prekursor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moddaning diffuz aksonal jarohati travmatik miya shikastining eng og‘ir oqibatlaridan biri bo‘lib, o‘lim yuqori. Erta tashxis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β-amiloid prekursor neyron tanasidan akson chetiga tez transport bilan o‘tadi. Akson uzilsa, jarohat joyida to‘planib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β-amiloid prekursor akson shikastining sezgir va o‘ziga xos markeri sifatida qayd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 marker akson shikastini ko‘rsatadi. Jarohat yoshini aniqlash uchun boshqa belgilar bilan birga baholash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diabetli marhumda jarohat yoshi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autopsiyada diabet kasalligi bor marhumda jarohat topildi. Diabetli shaxslar autopsiyasi tobora ko‘paymoqda.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Sichqonlarda diabetli jarohatning bitishi oddiy jarohatdan farq qildi. Demak, odatdagi yosh belgilari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Periferik qon tomir kasalligida bitish qiyin, immunosupressiyada (immunitet susayganda) esa kechikadi. Bu ham baholashga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sog‘lom odam jarohati uchun mo‘ljallangan belgilarni diabetli marhumga o‘zgartirmay qo‘llash to‘g‘rimi?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jarohatlari bo‘yicha tizimli sharh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PRISMA (tizimli sharhlar hisobot yo‘riqnomasi) bo‘yicha PubMed, Scopus, Web of Science, Cochrane qidirildi.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inson terisi, sud-tibbiy kontekst va jarohat yoshi ma’lum bo‘lgan tadqiqotlar kiritildi.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QUADAS-2 (diagnostik aniqlik sifat vositasi) bilan baholandi; aksariyat tadqiqotda xavf past bo‘ldi.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Qidiruv: 5 740 yozuv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Dublikatsiz: 3 812 yozuv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Annotatsiya: 3 721 chiqarildi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To‘liq matn: 91 ta, 80 chiqdi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Kiritildi: 11 tadqiqot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Tadqiqotlarni saralash jarayoni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Juda erta jarohatlar: daqiqalardan 1 soatgacha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0–1 soat: fibronektin, CD62p, VIII omil antigeni, TNF-α (o‘sma nekrozi omili) va triptaza belgilari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TNF-α musbat semiz hujayralar 15 daqiqadan ko‘paydi; tirik va o‘limdan keyingi jarohat ajratildi.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o‘zgarishni gistologik yallig‘lanishdan oldin, daqiqalar ichida aniqlaydi.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daqiqa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P-selektin kuchli musbat reaksiya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 daqiqa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TNF-α musbat semiz hujayralar ko‘paydi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Daqiqalar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Semiz hujayra degranulyatsiyasi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Qisqa oraliq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Koagulyatsiya belgilari tez ortadi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Erta belgilar vaqt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Erta va o‘rta bosqich: soatlardan 10 kungacha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Semiz hujayralar dastlabki soatlarda vaqtincha ko‘payib, so‘ng kamayadi; o‘limdan keyingi jarohatda ular kam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IL-1β, IL-6 va TNF-α (o‘sma nekrozi omili-alfa) daqiqalarda ko‘tarilib, 1–2 soatda cho‘qqiga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CD14 1–3 kunda cho‘qqiga chiqadi; neytrofillar makrofaglardan oldinroq cho‘qqiga erishadi.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185984"/>
                <a:gridCol w="229224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Markerlar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Juda erta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daqiqa – 1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TNF-α, triptaza, CD62p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necha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semiz hujayra, IL-1β, IL-6, TNF-α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 (hujayralar)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1–10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CD14, CD68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 (kimyokinlar)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1–10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IL-8, MCP-1, MIP-1α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Markerlar bosqichlar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 jarohatlar: 7 kun va undan keyin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Kech jarohatlarda gipoksiyaga javob, angiogenez (yangi qon tomirlar hosil bo‘lishi), hujayra stressi va hujayra tashqi matriksining qayta qurilishi belgilari ustun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Markerlar: ORP150 (kislorod bilan boshqariladigan oqsil 150), ubikvitin, VEGF (qon tomir endoteliy o‘sish omili), matriks metalloproteinazalar, kollagenlar, akvaporinlar.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Gipoksiya oqsillari va ubikvitin dastlab kam, 1 kundan keyin ortadi, 7–14 kunda cho‘qqiga chiqib, so‘ng pasayadi. Granulyatsion to‘qima rivojlanishi bilan hujayra turlari almashadi.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 — kech bosqichda biologik o‘zgaruvchanlik ortadi, shuning uchun aniq muddatni belgilash cheklangan.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markerlar va vaqt oralig‘i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o‘limdan oldingi jarohatda 15 daqiqada TNF-α musbat semiz hujayralar ko‘paydi. Bu qaysi bosqich: juda erta, o‘rta yoki kech?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CD14 ifodasi 1–3 kunda cho‘qqiga chiqdi. Bu qaysi bosqichga mos keladi?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ORP150 va ubikvitin 7–14 kunda cho‘qqiga chiqdi. Bu qaysi bosqich: juda erta, o‘rta yoki kech?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bitta marker hamma bosqichga yetmaydi; morfologiyani marker paneli bilan birga qo‘llang.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teri jarohati va marker paneli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Faraz qilaylik: jasadning terisidagi jarohatda CD14 (makrofag-monosit belgisi) ifodasi yuqori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CD14 soatlar ichida ko‘payib, 1–3 kunda cho‘qqiga chiqadi va keyin kamayadi. 1–3 kunlik jarohatni yaxshi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Neytrofillar makrofaglardan oldin cho‘qqiga chiqadi. Birlashtirilgan markerlar 10 kundan yosh jarohatlarda aniqroq natija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Yagi: CD14, CD32B va CD68 birga baholanganda yosh oralig‘i torayadi. Savol: faqat CD14 yetarlimi, yana nimalar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41631082;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Ko‘p markerli modellar, muammolar va kelajak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Ehtimollik balli tizimlar va ko‘p markerli modellar yosh oralig‘ini toraytiradi.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ball tizimlari va aniq chegara qiymatlari yo‘q, shuning uchun natijalarni solishtirib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Matematik model katta hayvon tajribalariga asoslanib, odam otopsiyasi bilan kalibrlanishi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617126"/>
                <a:gridCol w="162487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Yondashuv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Foydasi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Ehtimollik balli tizim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Morfologik belgilarni ballaydi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 mahoratiga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 markerli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Yosh oralig‘ini toraytiradi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tizim hali taklif etilmagan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Matematik modellashtirish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Murakkab tizimlarda yordam bergan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Omillar o‘zaro ta’siri noma’lum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Hayvon–odam kalibrovkasi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 ma’lumotini tuzatadi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Odamga qo‘llanishi aniq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Yondashuvlar va cheklovlar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Hech bir marker jarohat bitishining barcha fazalarida yetarli aniqlik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Morfologiya va bir-birini to‘ldiruvchi markerlar paneli kerak: erta — gemostaz, mast hujayra, sitokinlar; o‘rta — immun hujayra, xemokinlar; kech — gipoksiya, angiogenez, remodellash.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mRNA va oqsil asosidagi usullar erta jarohatlarga, gistologiya esa kechki jarohatlarga mosroq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protokollar, raqamli kvantifikatsiya va odam materialida tekshirish aniqlik va takrorlanuvchanlikni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41631082;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Ob-havo bashorati o‘xshatmasi: jarohat yoshini aniqlash ob-havoni bashorat qilishga o‘xshash murakkab, ko‘p omilli masala. Shu sababli bitta belgi o‘rniga bir nechta ko‘rsatkichni birga ishlatish xatoni kamaytiradi.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(vaqt zinapoyasi): daqiqalar — gemostaz, semiz hujayralar va TNF-α (o‘sma nekrozi omili alfa); soatlar — sitokinlar; 1–10 kun — CD14, CD68 va xemokinlar; 7 kundan keyin — gipoksiya, angiogenez va to‘qima qayta qurilishi belgilari.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mikroskopda qizil qon tanachalarining to‘qimaga chiqishi topildi. Buni jarohat hayotiyligining yagona isboti deb bo‘lmaydi, chunki bu belgi o‘limdan keyin ham paydo bo‘lishi mumkin. Morfologik va molekulyar ko‘rsatkichlarni birga baholash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oddiy gistologiya erta bosqichda sezgirligi past. Immunogistokimyoda P-selektin jarohatdan 3 daqiqa o‘tib kuchli musbat reaksiya bergan (1998-yil, Dressler). TNF-α musbat semiz hujayralar esa 15 daqiqadayoq ko‘paygan.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xato qilish xavfi: diabetda jarohat bitishi sog‘lom odamnikidan farq qiladi. Shuning uchun oddiy jarohat yoshi uchun ishlatiladigan ko‘rsatkichlar diabetli marhumlarda mos kelmasligi mumkin. Buni sud-tibbiy xulosada albatta hisobga olish lozim.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Li et al. Vitality and wound-age estimation in forensic pathology: review and future prospects, Forensic Sciences Research. 2020. PMID 32490306; DOI 10.1080/20961790.2018.1445441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Ahmed et al. Histological and Immunohistochemical Biomarkers for Wound Age Estimation in Human Skin: A Systematic Review, Cureus. 2026. PMID 41631082; DOI 10.7759/cureus.100607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