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geroin va dionin opiy tarkibida topilmaydi? Doskada: reja 4 qadamda. Tipik xato: yarim sintetik opiatlarni opiyning tabiiy alkaloidlari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6-MAM geroinning belgisi hisoblanadi? Doskada: morfin -&gt; geroin (asetillash); geroin -&gt; 6-MAM. Tipik xato: kodeinni yarim sintetik opiat deb atash — kitobda kodein tabiiy opiatlar qatorida, morfinning monometil efiri.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«yarim sintetik» atamasi nimani anglatadi? Doskada: morfin -&gt; dionin, geroin, apomorfin. Tipik xato: apomorfinni morfinning narkotik hosilasi deb o‘ylash — u analgetik va giyohvand ta’sir ko‘rsatmaydi (p.38).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Marki reaktivi bilan ranglar bir-biriga yaqin? Doskada: 2-jadval ranglari. Eslatma: kitobda 2-raqamli jadval ikki joyda uchraydi (p.24 — Rf, p.32 — Marki ranglari). Buprenorfin p.32 da «binafsha», p.33 da «kul rang-binafsha» deb berilgan — kitobda ikki xil.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sariq tus qaysi guruh uchun xos? Doskada: jadvalni to‘ldiring. Tipik xato: gidrokodon va oksikodon ranglarini aralashtirish (ikkalasi ham sariq-qo‘ng‘ir-binafsha).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sistema morfin va kodeinni eng yaxshi ajratadi? Doskada: jadvalni to‘ldiring; 2-sistemada morfin va kodein ajralmaydi. Tipik xato: sorbfil va silufol qiymatlarini aralashtirish — 3-sistemada morfin silufolda 0,20, sorbfilda 0,27. Eslatma: p.24 dagi Rf (0,32-0,39) boshqa sorbent/sharoit.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UB yagona identifikatsiya usuli bo‘la olmaydi? Doskada: 273-281 nm oralig‘i. Tipik xato: bu qiymatlarni 0,1 M NaOH dagi maksimumlar bilan aralashtirish — ular alohida slaydda.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Silufol bilan solishtiring.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morfin (285) va 6-MAM (287) maksimumlari yaqin bo‘lsa, ajratish uchun nima qilinadi? Doskada: 283-289 nm oralig‘i. Tipik xato: UB bilan morfin, kodein va normorfinni farqlash mumkin deb o‘ylash — hammasi 285 nm.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fenol gidroksili ishqorda spektrni qanday o‘zgartiradi? Doskada: morfin 285 -&gt; 298 nm. Kitobda: 5-jadvalda (p.34) geroin uchun 294 nm (boshqa variant). Qaror: 299 nm (p.37 matni; ishqorda geroin 6-MAM/morfin fenolyatiga gidrolizlanadi — morfin 298 nm ga mos; Clarke ma’lumotlari bilan mos).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YuSSX va GSX da chiqish tartibi qanday farq qiladi? Doskada: YuSSX: morfin &lt; kodein &lt; geroin; GSX: kodein &lt; morfin &lt; geroin. Tipik xato: ushlanish vaqtlarini boshqa sharoitga ko‘chirish — bu qiymatlar kitobdagi aniq sharoit uchun.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dionin organik erituvchilarda yomon erishi ekstraksiyaga qanday ta’sir qiladi? (kitobda ishqoriy muhitdan ekstraksiya ko‘rsatilgan). Doskada: eruvchanlik 1:12 (suv), 1:25 (spirt, malaka). Tipik xato: dioninni kodein bilan bir xil eruvchan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dionin va kodein farqi toksiklik jihatidan nimada? Doskada: dionin 0,03 g; kodein 0,05 g (oldingi ma’ruza). Tipik xato: dioninni kodeinga nisbatan kam zaharli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Marki bilan yashil -&gt; ko‘k -&gt; binafsha ketma-ketligi dioninning qaysi belgisi? Doskada: reaksiyalar ro‘yxati. Eslatma: p.24 dagi Rf jadvalida dionin Marki bilan ko‘k-pushti deb berilgan; ranglar kuzatish sharoitiga bog‘liq.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kodeinning HgCl2 bilan kristallari dioninnikidan qanday farq qiladi? (p.29: kodein — ninasimon va plastinkasimon; dionin — rangsiz yupqa prizmalar). Doskada: 289 nm. Tipik xato: muhit konsentratsiyasini (0,2 M, 0,1 M)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eruvchanlik geroin tuzi va asosini ajratishda qanday ahamiyatga ega? Doskada: geroin formulasi (diasetilmorfin). Tipik xato: geroin tuzlarini ham suvda erimaydi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geroin tibbiyotda ishlatilmaydi? Doskada: 5 marta (nafas markazi). Tipik xato: geroinni morfindan kuchsizroq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geroin o‘zi emas, metabolitlari aniqlanadi? Doskada: geroin -&gt; 6-MAM -&gt; morfin. Tipik xato: morfin topilganda uni geroinning izi sifatida e’tiborsiz qoldirish yoki aksincha — 6-MAM geroin belgisi.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morfin topilganda geroin iste’moli haqida qanday xulosa chiqariladi? (6-MAM qidiriladi, p.36). Doskada: biologik ob’ekt vs kukun. Tipik xato: biologik ob’ektda geroin kukun reaksiyalarini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FeCl3 bilan rang yo‘qligi geroinni morfindan qanday farqlaydi? Doskada: morfin: zangori; geroin: rang yo‘q. Geksaxloroplatinat kislota bilan sariq ignalar (sezgirligi 0,05-0,07 mkg) mikrokristalloskopik reaksiya. Tipik xato: sirka kislota hidi reaksiyasini yagona tasdiq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ikki reaktivning kombinatsiyasi nega to‘rt moddani ajratadi? Doskada: jadvalni to‘ldiring (morfin p.24; kodein p.28; dionin p.35; geroin p.37). Tipik xato: FeCl3 reaksiyasi yo‘qligini moddaning yo‘qligi deb talqin qilish; morfin Frede reaktivi bilan binafsha rang beradi (Marki, Frede, Mandelin, Erdman — binafsha, p.24).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1764 va 1736 sm-1 yutilish asetil guruhlarini bildiradimi? (kitobda izohlanmagan). Doskada: 279/299 nm. Kitobda: 5-jadvalda (p.34) 294 nm — boshqa variant; 299 nm qabul qilindi.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immunoferment tahlil skrining usulimi yoki tasdiqlovchi usulmi? (kitobda faqat «miqdori aniqlanadi» deyilgan; boshqa ma’ruzada ko‘riladi). Doskada: GX-MS, YuSSX-MS, IFT. Tipik xato: IFT natijasini tasdiqlovchi usulsiz yakuniy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asos va tuz eruvchanligi ekstraksiyaga qanday ta’sir qiladi? Doskada: apomorfin formulasi (ikkita fenol -OH). Tipik xato: apomorfin gidroxloridini xloroformda yaxshi eriydi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ekstrakt rangi qanday diagnostik belgi bo‘ladi? Doskada: oksidlanish -&gt; ko‘k-qoramtir. Tipik xato: qoraygan ekstraktni tahlil uchun yaroqsiz deb tashlab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apomorfin tekshirilishi faqat ko‘rsatma bilan o‘tkaziladi? Doskada: apomorfin: qustiruvchi, giyohvand emas. Tipik xato: apomorfinni opiat analgetiklari qatoriga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qayt massalari nima uchun asosiy ob’ekt? Doskada: ob’ektlar ro‘yxati: qayt, ichki organlar, kukun, eritma qoldig‘i. Tipik xato: faqat siydikni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ekstraksiya ham kislotali, ham ishqoriy muhitda mumkin? (kitobda sabab ko‘rsatilmagan). Doskada: ob’ektlar ro‘yxati. Tipik xato: faqat ichki organlarni yuborish — qayt moddalari asosiy ob’ekt.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apomorfin va morfin ranglari qanday farq qiladi? Doskada: jadvalni to‘ldiring. Eslatma: malaka №052 faylida Pellagri reaksiyasida ko‘k rang deyilgan, kitobda (p.39) — yashil; kitob varianti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 daqiqa.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FeCl3 bilan ranglar ketma-ketligi nimaga bog‘liq? Doskada: 273 nm + 305 nm (bo‘rtiq). Tipik xato: bo‘rtiqni maksimum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noma’lum opiat qanday tahlil sxemasi bilan aniqlanadi? Doskada: umumiy sxema. Tipik xato: yagona rangli reaksiya natijasiga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Nazorat savollari 1-4, 8-9.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ob’ektda geroinning o‘zi kam topiladi?</a:t>
            </a:r>
          </a:p>
          <a:p/>
          <a:p>
            <a:r>
              <a:t>Tekshirish kerak (manbada noaniq):</a:t>
            </a:r>
          </a:p>
          <a:p>
            <a:r>
              <a:t>- Keys: murdaning ichki a’zolaridan monoasetilmorfin topildi. Qaysi moddalarga tahlil olib borish zarur? Yechimini bayon 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Yarimsintetik opiatlar: dionin (etilmorfin), geroin (diatsetilmorfin, 6-MAM), apomorfin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Bo‘lim 1.3: sintetik giyohvand analgetiklar — dionin, geroin, apomorfin; ajratib olish va tahlil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iboralar: dionin (etilmorfin), geroin (diasetilmorfin), 6-monoasetilmorfin (6-MAM), apomorfin, Marki reaktivi, Rf, UB-, IQ-spektr.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opiatlarning umumiy ranglari va xromatografiyasi -&gt; dionin -&gt; geroin -&gt; apomorfin.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32, 32-39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Opiatlar: tushuncha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Opiatlar tuzilishiga ko‘ra morfinga o‘xshash va undan olinadigan vositalar: morfin, kodein, morfinning yarim sintetik mahsulotlari.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 (diasetilmorfin) va uning asosiy metaboliti 6-monoasetilmorfin (6-MAM) ham opiatlarga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 kuchli giyohvandlik vositasi; asetillash reaksiyasi yordamida morfindan sintezlanadi.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Opiatlar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Tabiiy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Morfin, kodein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Yarim sintetik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Geroin (diasetilmorfin)  ·  Dionin (etilmorfin)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Metabolit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6-monoasetilmorfin (6-MAM)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Opiatlar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Dionin, geroin va apomorfin: kelib chiqishi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Dionin opiy va omnopon tarkibida uchramaydi; yarim sintetik yo‘l bilan morfinga etil spirtini biriktirib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 ham opiy va omnopon tarkibida uchramaydi; morfindan yarim sintez usulida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Apomorfin ham opiy va omnoponda uchramaydi; morfinni yuqori bosim ostida xlorid kislota ishtirokida qizdirish yo‘li bilan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Dionin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Morfin + etil spirti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Opiyda yo‘q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Geroin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Morfindan yarim sintez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Asetillash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Opiyda yo‘q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Apomorfin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Morfin + HCl, yuqori bosim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Qizdirish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Opiyda yo‘q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Kelib chiqishi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35, 36, 38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Marki reaktivi bilan opiatlar ranglari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Qizil-binafsha rang: morfin, geroin, opiy, benzilmorfin, digidromorfin, tebain.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Binafsha rang: kodein, diamorfin, buprenorfin, digidrokodein, morfilong, 6-monoasetilmorfin, normorfin, folkodin.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Ko‘k-binafsha rang: neopin.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332"/>
                <a:gridCol w="3139643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Qizil-binafsha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Morfin, geroin, opiy, tebain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Binafsha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Kodein, diamorfin, 6-MAM, normorfin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Ko‘k-binafsha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Neopin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Marki reaktivi 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32, 32-33, 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Marki reaktivi bilan opiatlar ranglari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Asetorfin va etorfin: ko‘kish-yashil-sarg‘ish-qo‘ng‘ir rang.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Gidromorfon: sariq-qizil-binafsha; oksikodon va gidrokodon: sariq-qo‘ng‘ir-binafsha.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3053"/>
                <a:gridCol w="193492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sariq-binafsha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etilmorfin, norkodein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sariq-qo‘ng‘ir-binafsha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gidrokodon, oksikodon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sariq-qizil-binafsha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gidromorfon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kul rang-binafsha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buprenorfin, oksimorfon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Sariq va kulrang tuslar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3-jadval: opiatlar Rf qiymatlari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Rf qiymatlari silufol va sorbfilda uch sistemada berilgan (morfin; kodein; geroin tartibida).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 eng yuqori Rf ga ega; metanol-ammiakda morfin va kodein Rf bir xil.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7069"/>
                <a:gridCol w="1030453"/>
                <a:gridCol w="1030453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Sistema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Silufol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Sorbfil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Efir-etanol-ammiak 25% (6:3:1)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0,30; 0,60; 0,80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0,30; 0,45; 0,60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Metanol-ammiak 25% (100:1,5)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0,37; 0,37; 0,40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0,29; 0,29; 0,43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Etilasetat-metanol-ammiak (17:2:1)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0,20; 0,40; 0,52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0,27; 0,49; 0,65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Rf: morfin; kodein; geroin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5-jadval: UB maksimumlari (0,1 M HCl,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273 nm: oksikodon; 278 nm: dekstrometorfan, pentazotsin.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279 nm: rasemorfan, levorfanol, geroin; 280 nm: gidrokodon, gidromorfon.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281 nm: nalokson, naltrekson, oksimorfon.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3525316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273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Oksikodon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278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Dekstrometorfan, pentazotsin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279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Rasemorfan, levorfanol, geroin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280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Gidrokodon, gidromorfon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281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Nalokson, naltrekson, oksimorfon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0,1 M HCl 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33, 33-34,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3-jadval: silufolda Rf qiymatlari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Silufolda dietil efiri-etanol-ammiak 25% (6:3:1) sistemasida: morfin 0,30, kodein 0,60, geroin 0,80.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Metanol-ammiak 25% (100:1,5) sistemasida: morfin 0,37, kodein 0,37, geroin 0,40.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Etilasetat-metanol-ammiak 25% (17:2:1) sistemasida: morfin 0,20, kodein 0,40, geroin 0,52.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159408"/>
                <a:gridCol w="1159408"/>
                <a:gridCol w="1159408"/>
              </a:tblGrid>
              <a:tr h="76809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Sistema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Morfin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Kodein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Geroin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Efir-etanol-NH3 (6:3:1)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0,30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0,60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0,80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Metanol-NH3 (100:1,5)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0,40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EtOAc-MeOH-NH3 (17:2:1)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0,20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0,40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0,52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Silufol: Rf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3-jadval: sorbfilda Rf qiymatlari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Sorbfilda efir-etanol-ammiak (6:3:1): morfin 0,30, kodein 0,45, geroin 0,60.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Metanol-ammiak (100:1,5): morfin 0,29, kodein 0,29, geroin 0,43.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Etilasetat-metanol-ammiak (17:2:1): morfin 0,27, kodein 0,49, geroin 0,65.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159408"/>
                <a:gridCol w="1159408"/>
                <a:gridCol w="1159408"/>
              </a:tblGrid>
              <a:tr h="76809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Sistema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Morfin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Kodein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Geroin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Efir-etanol-NH3 (6:3:1)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0,30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0,45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0,60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Metanol-NH3 (100:1,5)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0,29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0,29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0,43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EtOAc-MeOH-NH3 (17:2:1)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0,27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0,49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0,65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Sorbfil: Rf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5-jadval: UB maksimumlari (0,1 M HCl,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283 nm: digidroksikodein, folkodin; 284 nm: asetilkodein, asetorfin, benzilmorfin, nalbufin (nubain), tebain, etilmorfin.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285 nm: kodein, morfin, nalorfin, normorfin; 286 nm: buprenorfin.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287 nm: 6-monoasetilmorfin; 289 nm: etorfin.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3525316"/>
              </a:tblGrid>
              <a:tr h="43891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283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Digidroksikodein, folkodin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284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Asetilkodein, tebain, etilmorfin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285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Kodein, morfin, nalorfin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286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Buprenorfin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287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6-monoasetilmorfin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289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Etorfin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0,1 M HCl (2)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5-jadval: UB maksimumlari (0,1 M NaOH)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Ishqorda: geroin 299 nm; gidromorfon 290; naltrekson 293; oksimorfon 292; nalbufin 297; morfin 298.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Ikkita maksimum: pentazotsin 240 va 300; rasemorfan va levorfanol 240 va 299; nalorfin 251 va 298.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Buprenorfin 300 nm; etorfin 302 nm; etilmorfin 281 nm.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5475"/>
                <a:gridCol w="2582499"/>
              </a:tblGrid>
              <a:tr h="43891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nm (0,1 M NaOH)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Geroin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299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Morfin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298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Gidromorfon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290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Naltrekson, oksimorfon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293, 292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Pentazotsin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240 va 300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Nalorfin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251 va 298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0,1 M NaOH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33-34,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7- va 8-jadvallar: YuSSX va GSX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Geroin, morfin, kodein YuSSX da maksimum nur yutish: geroin 279 nm, morfin 281 nm, kodein 281 nm.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Ushlanish vaqtlari absolyut daqiqalarda berilgan; GSX da geroin eng kech chiqadi (11,81 daqiqa).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YuSSX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GSX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Geroin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4,68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11,81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Morfin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2,86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9,73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Kodein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4,11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8,38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Ushlanish vaqti, daqiqa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Geroin, morfin, kodein: chiqish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YuSSX: ushlanish vaqti morfin 2,86 daq, kodein 4,11 daq, geroin 4,68 daq (maksimum: geroin 279, morfin va kodein 281 nm).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GSX: kodein 8,38 daq, morfin 9,73 daq, geroin 11,81 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usulda geroin oxirgi chiqadi; morfin va kodein o‘rni almashadi.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YuSSX (daq)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Morfin 2,86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Kodein 4,11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Geroin 4,68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GSX (daq)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Kodein 8,38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Morfin 9,73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Geroin 11,81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Chiqish tartibi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Dionin: tuzilishi va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Dionin — etilmorfin gidroxloridi; prizma shaklidagi rangsiz, hidsiz, achchiq ta’mli tiniq kristallar; suyuqlanish harorati 93°C.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Suvda (1:12) va etil spirtida yaxshi eriydi, organik erituvchilarda yomon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materialida etil spirtida eruvchanligi 1:25 deb aniqlashtirilgan.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Suyuqlanish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93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1:12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Kristall shakli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prizma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Ta’mi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achchiq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Dionin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35; Malaka materiali №052 (TFI Toksikologik kimyo kafedrasi)., Opiatlar, betlar: dionin bo‘limi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Dionin: narkologik ahamiyati va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Dionin ta’siri kodeinga o‘xshash: yo‘talni davolashda va oftalmologiyada tomchi hamda surtma dori sifatida qo‘llaniladi.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Analgetik ta’siri kodeinni eslatadi, giyohvand ta’sirga ega emas; zaharli ta’siri kodeindan yuqori.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marotaba qabul qilinishi mumkin bo‘lgan yuqori dozasi 0,03 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Metabolizmi kodeinga o‘xshash; nordonlashtirilgan suv yoki spirt bilan ajratiladi, ishqoriy muhitda organik erituvchilar bilan ekstraksiyalanadi.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Dionin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Ta’siri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Kodeinga o‘xshash  ·  Giyohvand ta’sir yo‘q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Qo‘llanishi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Yo‘tal  ·  Oftalmologiya: tomchi, surtma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Zaharlilik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Kodeindan yuqori  ·  Bir martalik max 0,03 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Dionin ahamiyati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Dioninni aniqlash: rangli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cho‘ktiruvchi reaktivlar bilan kodeinga o‘xshash cho‘kmalar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Frede reaktivi (ammoniy molibdatning konsentrlangan H2SO4 dagi eritmasi) bilan iflos ko‘k rang.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Marki reaktivi bilan avval yashil, keyin ko‘k, oxirida binafsha rang — shu bilan opiy alkaloidlaridan farq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Morfindan farqli ravishda temir (III) xlorid bilan rang hosil qilmaydi.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083"/>
                <a:gridCol w="2769891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Frede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Iflos ko‘k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Yashil, ko‘k, binafsha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Temir (III) xlorid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Rang bermaydi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Cho‘ktiruvchilar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Kodeinga o‘xshash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Dionin: reaksiyalar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Dionin: mikrokristallar, UB va IQ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muhitdan xloroformli ekstrakt qoldig‘iga 0,1 M HCl va 5% simob (II) xlorid tomizilsa, rangsiz yupqa prizmalar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UB: 0,2 M sulfat kislotadagi eritma 289 nm da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IQ (KBr plastinka): 1064, 1045, 1129, 1499, 1185, 1264 sm-1 sohalarida yutilish.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Miqdori: 0,2 n sulfat kislotadagi eritmani UB-spektrofotometrik usulda yoki GSX, YuSSX usullarida aniqlash.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Qoldiq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Ishqoriy muhitdan xloroformli ekstrakt qoldig‘i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Reaktivlar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0,1 M HCl va 5% HgCl2 tomiziladi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Mikroskop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Rangsiz yupqa prizmalar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Spektr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UB: 0,2 M H2SO4 da 289 nm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Dionin tasdiqlash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35,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Geroin: tuzilishi va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 (diasetilmorfin) — prizma holidagi rangsiz kristallardan iborat kukun.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Suvda erimaydi; spirt, efir, xloroformda yaxshi eriydi; kislotalar bilan tuzlar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 holidagi geroinning suyuqlanish harorati 173°C.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Suyuqlanish (asos)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173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Kristallari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prizma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erimaydi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Spirt, efir, xloroform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yaxshi eriydi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Geroin xossalari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Geroin: narkologik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 juda kuchli zaharli modda: organizmga morfin kabi, lekin kuchliroq ta’sir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olish markazini va sezuvchi nerv uchlarini falajlash kuchi morfinga qaraganda besh marta kuchli.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Tez-tez qabul qilinsa, o‘rganib qolib «morfinizm» kasalligiga duchor bo‘lish mumkin; geroin narkomaniyasidan xalos qilish morfindan qaytarishdan qiyin.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Salbiy xossalari tufayli hozir tibbiyotda ishlatilmaydi.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Nafas markaziga ta’siri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5</a:t>
            </a:r>
            <a:r>
              <a:rPr sz="1100" b="0">
                <a:solidFill>
                  <a:srgbClr val="6B7280"/>
                </a:solidFill>
                <a:latin typeface="Calibri"/>
              </a:rPr>
              <a:t>  marta kuchli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Morfinga nisbatan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kuchliroq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Tibbiyotda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ishlatilmaydi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Geroin morfinga nisbatan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Geroin: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 ishqoriy sharoitda va organizmda juda tez gidrolizlanadi.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 monoasetilmorfin, oxirida morfin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 sababli geroin bilan zaharlanishda ashyoviy dalil tarkibidan asosan monoasetilmorfin va morfin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Geroin (diasetilmorfin)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6-monoasetilmorfin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Morfin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Geroin gidrolizi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Geroinni aniqlash: umumiy qoida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Organizmda, murda organlarida va ishqoriy eritmani xloroform bilan ekstraksiyalashda geroin gidrolizga uchrab morfin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 sababli aniqlash reaksiyalari morfinni aniqlash reaksiyalari bilan bir xil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Ashyoviy dalil sifatida kukun yoki geroin eritmalari yuborilgan bo‘lsa, quyidagi alohida reaksiyalar qo‘llanadi.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Organizm / ekstraksiya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Geroin gidrolizlanib morfin beradi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Reaksiyalar morfinnikidek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Kukun / eritma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Alohida reaksiyalar qo‘llanadi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Marki, Frede, FeCl3, H2PtCl6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Geroin: umumiy qoida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36,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Geroin: reaksiyalar (kukun va eritma)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Frede reaktivi bilan morfin kabi binafsha rang beradi — shu bilan kodeindan farq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Temir (III) xlorid bilan, morfindan farqli ravishda, hech qanday rang bermaydi.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Gidrolizda hosil bo‘lgan sirka kislota: etil spirti va H2SO4 bilan qizdirilsa etilasetat hidi.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5181"/>
                <a:gridCol w="326279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 reaktivi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shu ondayoq binafsha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Frede reaktivi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binafsha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Temir (III) xlorid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rang hosil qilmaydi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H2PtCl6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ignalar (0,05-0,07 mkg)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Geroin: kukun uchun reaksiyalar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Geroin: kukun va eritma uchun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Marki reaktivi (formaldegid + konts. H2SO4) bilan geroin shu ondayoq binafsha rang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Geksaxloroplatinat kislota H2PtCl6 bilan sariq ignasimon mikrokristallar; sezgirligi 0,05-0,07 mkg geroin.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Gidrolizda hosil bo‘lgan sirka kislota etil spirti va konts. H2SO4 bilan qizdirilganda etilasetat hidini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2900"/>
                <a:gridCol w="3365075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Shu zahoti binafsha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Frede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Binafsha (kodeindan farq)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FeCl3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Rang bermaydi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H2PtCl6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ignalar, 0,05-0,07 mkg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EtOH + H2SO4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Etilasetat hidi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Geroin: tasdiqlash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Morfin, kodein, dionin va geroinni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Morfin temir (III) xlorid bilan zangori rang beradi (erkin fenol gidroksili).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Kodein, dionin va geroin temir (III) xlorid bilan rang bermaydi.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Frede reaktivi: kodein va dionin iflos ko‘k, geroin binafsha rang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72"/>
                <a:gridCol w="1658972"/>
                <a:gridCol w="197002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FeCl3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Frede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Morfin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zangori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binafsha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Kodein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rang yo‘q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iflos ko‘k, zangori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Dionin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rang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iflos ko‘k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Geroin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rang yo‘q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binafsha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Farqlovchi reaksiyalar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24, 28, 35,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Geroin: UB va IQ spektrlari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UB: 0,1 M HCl dagi eritma 279 nm da, 0,1 M ishqordagi eritma 299 nm da maksimal nur yutadi.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IQ (KBr plastinka): 1245, 1764, 1178, 1215, 911, 1736 sm-1 sohalarida yutilish.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Hozirgi davrda geroin GSX, GX-MS va immunobiologik usullar yordamida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UB (0,1 M HCl)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279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UB (0,1 M NaOH)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299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IQ chiziqlari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1245, 1764, 1178</a:t>
            </a:r>
            <a:r>
              <a:rPr sz="1100" b="0">
                <a:solidFill>
                  <a:srgbClr val="6B7280"/>
                </a:solidFill>
                <a:latin typeface="Calibri"/>
              </a:rPr>
              <a:t>  sm-1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Zamonaviy usul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GSX, GX-MS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Geroin spektrlari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Geroinning miqdoriy aniqlanishi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 yoki uning metabolitlari 6-monoasetilmorfin va morfin GX-MS hamda YuSSX-MS usullarida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moddalar immunoferment tahlil usullarida ham miqdoriy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Geroinning miqdori fizik-kimyoviy usullar yordamida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Miqdoriy usullar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404872"/>
            <a:ext cx="0" cy="2048256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Xromato-mass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GX-MS  ·  YuSSX-MS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3465576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465576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Immunologik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Immunoferment tahlil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Geroin miqdori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37-38, 38,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Apomorfin: tuzilishi va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Apomorfin suvda yomon, organik erituvchilarda oson eriydi; suvli eritmasi ishqoriy muhitga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Kislotalar bilan suvda yaxshi eruvchan tuzlar hosil qiladi; tibbiyotda gidroxlorid tuzi qo‘llaniladi.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Gidroxlorid tuzi oq yoki sarg‘ish kukun, suv va etil spirtida yaxshi eriydi; efir va xloroformda erimaydi.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Apomorfin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Asos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Suvda yomon  ·  Organik erituvchida oson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Gidroxlorid tuzi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Oq yoki sarg‘ish kukun  ·  Suv, spirtda yaxshi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Eruvchan emas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Efir, xloroformda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Apomorfin xossalari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Apomorfin: beqarorligi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Molekula juda beqaror: ikkita fenol gidroksili guruhini tutgani uchun tez oksidlanadi.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Havoda yoki oksidlovchi ta’sirida ko‘kimtir qora rangga o‘zgaradi va farmakologik ta’sirini yo‘qotadi.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ob’ektni xloroform bilan ekstraksiyalashda ham shu yuz berishi mumkin; xloroform qavati ko‘k-qoramtir bo‘lsa, avval apomorfinga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 ta fenol OH guruhi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Havoda tez oksidlanadi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Ko‘kimtir qora rang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Ta’sirini yo‘qotadi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 qavati ko‘k-qoramtir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Apomorfin beqarorligi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Apomorfin: narkologik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Apomorfin kuchli zaharli; qustirish markazini qo‘zg‘atgani uchun zaharlanishda qustiruvchi sifatida in’eksiya qilinadi; balg‘am ko‘chiruvchi ham.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Xronik alkogolizmga duchor bemorlarni spirtli ichimlikdan ko‘ngli qoldirish uchun ham qo‘llaniladi.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Analgetik va giyohvand ta’sir ko‘rsatmaydi.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Apomorfin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404872"/>
            <a:ext cx="0" cy="2048256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Qo‘llanilishi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Qustiruvchi (in’eksiya)  ·  Balg‘am ko‘chiruvchi  ·  Alkogolizmda ko‘ngil qoldirish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3465576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465576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Ta’siri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Analgetik emas  ·  Giyohvand ta’sir yo‘q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Apomorfin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Apomorfin bilan zaharlanish va metabolizm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Zaharlangan odam qayt qiladi, shuning uchun o‘lim kam sodir bo‘ladi — qayt bilan zaharning ko‘p qismi chiqib ketadi.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Organizm tezda darmonsizlanadi, yurak faoliyati susayadi, aritmiya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marta qabul qilish mumkin bo‘lgan eng yuqori miqdor 0,005 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Metabolizmi: glyukuron kislotasi bilan birikib asosan glyukuronidlar holida, qisman o‘zgarmagan holda peshobda chiqadi.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Bir martalik max doza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0,005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O‘lim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kam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Sababi</a:t>
            </a:r>
          </a:p>
          <a:p>
            <a:pPr algn="l">
              <a:spcAft>
                <a:spcPts val="100"/>
              </a:spcAft>
            </a:pPr>
            <a:r>
              <a:rPr sz="2700" b="1">
                <a:solidFill>
                  <a:srgbClr val="0B1F3A"/>
                </a:solidFill>
                <a:latin typeface="Calibri"/>
              </a:rPr>
              <a:t>qayt chiqaradi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Metabolizm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glyukuronid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Apomorfin zaharlanishi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38, 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Apomorfinni ajratish va ekspertiza ob’ektlari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Apomorfin suvli ajratmalardan organik erituvchilar bilan kislotali va ishqoriy muhitda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Apomorfinga tekshirish faqat sud organlarining ko‘rsatmasiga muvofiq bajariladi.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Kimyo-toksikologik laboratoriyaga qayt moddalari, ichki organlar, kukun yoki ishlatilgan eritma qoldiqlari ashyoviy dalil sifatida yuboriladi.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Qayt moddalari, ichki organlar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Kukun yoki eritma qoldig‘i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Kislotali/ishqoriy ekstraksiya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Faqat sud organlari ko‘rsatmasi bilan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 ob’ektlari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38, 38-39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Apomorfin: rangli reaksiyalar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Alkaloid cho‘ktiruvchi reaktivlar bilan amorf cho‘kmalar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Pellagri: 10% Na2CO3 va yod (spirtda) bilan yashil; efir qatlami qizil-alvon.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322"/>
                <a:gridCol w="308465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Konsentrlangan HNO3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pushti, so‘ng qizil-qo‘ng‘ir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Konsentrlangan H2SO4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pushti, so‘ng qizil-qon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Frede reaktivi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iflos-yashil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 reaktivi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pushti, tezda iflos-yashil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Apomorfin: kislotalar bilan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Apomorfin: rangli reaksiyalar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Konsentrlangan nitrat kislota bilan avval pushti, keyin qizil-qo‘ng‘ir rang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Konsentrlangan sulfat kislota bilan avval pushti, so‘ng qizil-qon rang.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Frede reaktivi bilan iflos-yashil; Marki reaktivi bilan avval pushti, tezda iflos-yashil rang.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2900"/>
                <a:gridCol w="336507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Konts. HNO3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Pushti, so‘ng qizil-qo‘ng‘ir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Konts. H2SO4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Pushti, so‘ng qizil-qon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Frede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Iflos-yashil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Pushti, tez iflos-yashil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Apomorfin: ranglar (2)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Apomorfin: temir (III) xlorid, UB va IQ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suyultirilgan HCl da eritilib quritiladi, suvda eritilib 0,1% FeCl3 qo‘shilsa ko‘k rang; keyin qizil-pushti, pushti, qora rang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UB: 0,1 M sulfat kislotadagi eritma 273 nm da maksimum va 305 nm da bo‘rtiq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IQ (KBr plastinka): 1265, 1460, 792 va 985 sm-1 sohalarida yutilish.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Miqdori: 0,1 M sulfat kislotadagi eritmani UB-spektrofotometrik usulda yoki YuSSX da aniqlash.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FeCl3 konsentratsiyasi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0,1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Rang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ko‘k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UB max (0,1 M H2SO4)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273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UB bo‘rtiq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305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IQ chiziqlari</a:t>
            </a:r>
          </a:p>
          <a:p>
            <a:pPr algn="l">
              <a:spcAft>
                <a:spcPts val="100"/>
              </a:spcAft>
            </a:pPr>
            <a:r>
              <a:rPr sz="1900" b="1">
                <a:solidFill>
                  <a:srgbClr val="0B1F3A"/>
                </a:solidFill>
                <a:latin typeface="Calibri"/>
              </a:rPr>
              <a:t>1265, 1460, 792</a:t>
            </a:r>
            <a:r>
              <a:rPr sz="1100" b="0">
                <a:solidFill>
                  <a:srgbClr val="6B7280"/>
                </a:solidFill>
                <a:latin typeface="Calibri"/>
              </a:rPr>
              <a:t>  sm-1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Apomorfin: FeCl3, UB, IQ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Apomorfin: Pellagri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Xloroformli ajralma porlatilgach, qoldiq suvda eritiladi; natriy karbonatning 10% eritmasi va yodning spirtdagi eritmasi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Apomorfin bo‘lsa yashil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Aralashma dietil efir bilan chayqatilsa, efir qatlamida qizil-alvon rang paydo bo‘ladi; suvli qatlam yashil rangni saqlaydi.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Apomorfin qoldig‘i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10% Na2CO3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Yod (spirtda)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Yashil rang (suvli qatlam)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Dietil efir bilan chayqatiladi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Efir qatlami: qizil-alvon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Pellagri reaksiyasi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Dionin, geroin va apomorfin morfindan yarim sintetik yo‘l bilan olinadi, opiy va omnoponda uchramaydi.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Geroin gidrolizlanib monoasetilmorfin va morfin beradi; ob’ektda asosan shular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Ranglar (Marki, Frede, FeCl3), YuQX/YuSSX/GSX, UB- va IQ-spektrlar va GX-MS identifikatsiyani tasdiqlaydi; apomorfin oksidlanishi bilan ajralib turadi.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35-38, 36, 32-39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savollari: geroin va dionin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Geroinning metabolizmi va kimyoviy tahlil usullarini tushuntiring; narkologik va toksikologik ahamiyati qanday?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Dioninning metabolizmi, kimyoviy va fizik-kimyoviy tahlil usullarini tushuntiring.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Geroinni fizik-kimyoviy usullarda tahlil qilish qanday amalga oshiriladi?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savollari: apomorfin va keys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Apomorfinning metabolizmi, tahlil usullari va narkologik ahamiyatini tushuntiring.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Kishi qoni plazmasi tahlil qilinganda morfin aniqlandi. Bu qanday holatni izohlaydi?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Keys: murdaning ichki a’zolaridan monoasetilmorfin topildi. Qaysi moddalarga tahlil olib borish zarur? Yechimini bayon eting.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Topilma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Monoasetilmorfin (6-MAM)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Manba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Geroin gidrolizi: avval 6-MAM, so‘ng morfin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Tekshiriladi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Morfin, geroin, kodein, dionin va boshqa opiatlar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Xulosa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Geroin iste’moli ehtimoli; qo‘shimcha usullar bilan tasdiqlash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Keys: 6-MAM topildi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40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Geroinning nafas olish markazini va sezuvchi nerv uchlarini falajlash kuchi morfinga qaraganda besh marta kuchli.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Apomorfin xloroformli ekstraktda oksidlanib ko‘k-qoramtir rangga bo‘yaladi; sud kimyogari bu holda birinchi navbatda apomorfinga tekshiradi.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 geksaxloroplatinat kislota bilan sariq ignalar hosil qiladi; sezgirligi 0,05-0,07 mkg geroin.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Dioninning bir marotaba qabul qilinishi mumkin bo‘lgan yuqori dozasi 0,03 g, apomorfinniki 0,005 g.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Yarimsintetik opiatlar: dionin (etilmorfin), geroin (diatsetilmorfin, 6-MAM), apomorfin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24, 28, 32-40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№052 (TFI Toksikologik kimyo kafedrasi). Opiatlar (ma’ruza matni).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