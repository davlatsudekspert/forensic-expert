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geroin va dionin opiy tarkibida topilmaydi? Doskada: reja 4 qadamda. Tipik xato: yarim sintetik opiatlarni opiyning tabiiy alkaloidlari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6-MAM geroinning belgisi hisoblanadi? Doskada: morfin -&gt; geroin (asetillash); geroin -&gt; 6-MAM. Tipik xato: kodeinni yarim sintetik opiat deb atash — kitobda kodein tabiiy opiatlar qatorida, morfinning monometil efiri.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«yarim sintetik» atamasi nimani anglatadi? Doskada: morfin -&gt; dionin, geroin, apomorfin. Tipik xato: apomorfinni morfinning narkotik hosilasi deb o‘ylash — u analgetik va giyohvand ta’sir ko‘rsatmaydi (p.38).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Marki reaktivi bilan ranglar bir-biriga yaqin? Doskada: 2-jadval ranglari. Eslatma: kitobda 2-raqamli jadval ikki joyda uchraydi (p.24 — Rf, p.32 — Marki ranglari). Buprenorfin p.32 da «binafsha», p.33 da «kul rang-binafsha» deb berilgan — kitobda ikki xil.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sariq tus qaysi guruh uchun xos? Doskada: jadvalni to‘ldiring. Tipik xato: gidrokodon va oksikodon ranglarini aralashtirish (ikkalasi ham sariq-qo‘ng‘ir-binafsha).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sistema morfin va kodeinni eng yaxshi ajratadi? Doskada: jadvalni to‘ldiring; 2-sistemada morfin va kodein ajralmaydi. Tipik xato: sorbfil va silufol qiymatlarini aralashtirish — 3-sistemada morfin silufolda 0,20, sorbfilda 0,27. Eslatma: p.24 dagi Rf (0,32-0,39) boshqa sorbent/sharoit.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UB yagona identifikatsiya usuli bo‘la olmaydi? Doskada: 273-281 nm oralig‘i. Tipik xato: bu qiymatlarni 0,1 M NaOH dagi maksimumlar bilan aralashtirish — ular alohida slaydda.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morfin (285) va 6-MAM (287) maksimumlari yaqin bo‘lsa, ajratish uchun nima qilinadi? Doskada: 283-289 nm oralig‘i. Tipik xato: UB bilan morfin, kodein va normorfinni farqlash mumkin deb o‘ylash — hammasi 285 nm.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fenol gidroksili ishqorda spektrni qanday o‘zgartiradi? Doskada: morfin 285 -&gt; 298 nm. Kitobda: 5-jadvalda (p.34) geroin uchun 294 nm (boshqa variant). Qaror: 299 nm (p.37 matni; ishqorda geroin 6-MAM/morfin fenolyatiga gidrolizlanadi — morfin 298 nm ga mos; Clarke ma’lumotlari bilan 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YuSSX va GSX da chiqish tartibi qanday farq qiladi? Doskada: YuSSX: morfin &lt; kodein &lt; geroin; GSX: kodein &lt; morfin &lt; geroin. Tipik xato: ushlanish vaqtlarini boshqa sharoitga ko‘chirish — bu qiymatlar kitobdagi aniq sharoit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dionin organik erituvchilarda yomon erishi ekstraksiyaga qanday ta’sir qiladi? (kitobda ishqoriy muhitdan ekstraksiya ko‘rsatilgan). Doskada: eruvchanlik 1:12 (suv), 1:25 (spirt, malaka). Tipik xato: dioninni kodein bilan bir xil eruvchan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dionin va kodein farqi toksiklik jihatidan nimada? Doskada: dionin 0,03 g; kodein 0,05 g (oldingi ma’ruza). Tipik xato: dioninni kodeinga nisbatan kam zaharli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Marki bilan yashil -&gt; ko‘k -&gt; binafsha ketma-ketligi dioninning qaysi belgisi? Doskada: reaksiyalar ro‘yxati. Eslatma: p.24 dagi Rf jadvalida dionin Marki bilan ko‘k-pushti deb berilgan; ranglar kuzatish sharoitiga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kodeinning HgCl2 bilan kristallari dioninnikidan qanday farq qiladi? (p.29: kodein — ninasimon va plastinkasimon; dionin — rangsiz yupqa prizmalar). Doskada: 289 nm. Tipik xato: muhit konsentratsiyasini (0,2 M, 0,1 M)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eruvchanlik geroin tuzi va asosini ajratishda qanday ahamiyatga ega? Doskada: geroin formulasi (diasetilmorfin). Tipik xato: geroin tuzlarini ham suvda erimaydi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geroin tibbiyotda ishlatilmaydi? Doskada: 5 marta (nafas markazi). Tipik xato: geroinni morfindan kuchsizroq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geroin o‘zi emas, metabolitlari aniqlanadi? Doskada: geroin -&gt; 6-MAM -&gt; morfin. Tipik xato: morfin topilganda uni geroinning izi sifatida e’tiborsiz qoldirish yoki aksincha — 6-MAM geroin belgisi.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morfin topilganda geroin iste’moli haqida qanday xulosa chiqariladi? (6-MAM qidiriladi, p.36). Doskada: biologik ob’ekt vs kukun. Tipik xato: biologik ob’ektda geroin kukun reaksiyalarini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FeCl3 bilan rang yo‘qligi geroinni morfindan qanday farqlaydi? Doskada: morfin: zangori; geroin: rang yo‘q. Geksaxloroplatinat kislota bilan sariq ignalar (sezgirligi 0,05-0,07 mkg) mikrokristalloskopik reaksiya. Tipik xato: sirka kislota hidi reaksiyasini yagona tasdiq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ikki reaktivning kombinatsiyasi nega to‘rt moddani ajratadi? Doskada: jadvalni to‘ldiring (morfin p.24; kodein p.28; dionin p.35; geroin p.37). Tipik xato: FeCl3 reaksiyasi yo‘qligini moddaning yo‘qligi deb talqin qilish; morfin Frede reaktivi bilan binafsha rang beradi (Marki, Frede, Mandelin, Erdman — binafsha, p.24).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1764 va 1736 sm-1 yutilish asetil guruhlarini bildiradimi? (kitobda izohlanmagan). Doskada: 279/299 nm. Kitobda: 5-jadvalda (p.34) 294 nm — boshqa variant; 299 nm qabul qilindi.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immunoferment tahlil skrining usulimi yoki tasdiqlovchi usulmi? (kitobda faqat «miqdori aniqlanadi» deyilgan; boshqa ma’ruzada ko‘riladi). Doskada: GX-MS, YuSSX-MS, IFT. Tipik xato: IFT natijasini tasdiqlovchi usulsiz yakuniy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asos va tuz eruvchanligi ekstraksiyaga qanday ta’sir qiladi? Doskada: apomorfin formulasi (ikkita fenol -OH). Tipik xato: apomorfin gidroxloridini xloroformda yaxshi eriydi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ekstrakt rangi qanday diagnostik belgi bo‘ladi? Doskada: oksidlanish -&gt; ko‘k-qoramtir. Tipik xato: qoraygan ekstraktni tahlil uchun yaroqsiz deb tashlab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apomorfin tekshirilishi faqat ko‘rsatma bilan o‘tkaziladi? Doskada: apomorfin: qustiruvchi, giyohvand emas. Tipik xato: apomorfinni opiat analgetiklari qatoriga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qayt massalari nima uchun asosiy ob’ekt? Doskada: ob’ektlar ro‘yxati: qayt, ichki organlar, kukun, eritma qoldig‘i. Tipik xato: faqat siydikni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ekstraksiya ham kislotali, ham ishqoriy muhitda mumkin? (kitobda sabab ko‘rsatilmagan). Doskada: ob’ektlar ro‘yxati. Tipik xato: faqat ichki organlarni yuborish — qayt moddalari asosiy ob’ekt.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apomorfin va morfin ranglari qanday farq qiladi? Doskada: jadvalni to‘ldiring. Eslatma: malaka №052 faylida Pellagri reaksiyasida ko‘k rang deyilgan, kitobda (p.39) — yashil; kitob varianti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FeCl3 bilan ranglar ketma-ketligi nimaga bog‘liq? Doskada: 273 nm + 305 nm (bo‘rtiq). Tipik xato: bo‘rtiqni maksimum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noma’lum opiat qanday tahlil sxemasi bilan aniqlanadi? Doskada: umumiy sxema. Tipik xato: yagona rangli reaksiya natijasiga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Yarimsintetik opiatlar: dionin (etilmorfin), geroin (diatsetilmorfin, 6-MAM), apomorfin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Bo‘lim 1.3: sintetik giyohvand analgetiklar — dionin, geroin, apomorfin; ajratib olish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dionin (etilmorfin), geroin (diasetilmorfin), 6-monoasetilmorfin (6-MAM), apomorfin, Marki reaktivi, Rf, UB-, IQ-spektr.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opiatlarning umumiy ranglari va xromatografiyasi -&gt; dionin -&gt; geroin -&gt; apomorfin.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32, 32-39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Opiatlar: tushuncha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Opiatlar tuzilishiga ko‘ra morfinga o‘xshash va undan olinadigan vositalar: morfin, kodein, morfinning yarim sintetik mahsulotlari.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(diasetilmorfin) va uning asosiy metaboliti 6-monoasetilmorfin (6-MAM) ham opiatlarga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kuchli giyohvandlik vositasi; asetillash reaksiyasi yordamida morfindan sintezlanadi.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Dionin, geroin va apomorfin: kelib chiqishi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Dionin opiy va omnopon tarkibida uchramaydi; yarim sintetik yo‘l bilan morfinga etil spirtini biriktirib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ham opiy va omnopon tarkibida uchramaydi; morfindan yarim sintez usulida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Apomorfin ham opiy va omnoponda uchramaydi; morfinni yuqori bosim ostida xlorid kislota ishtirokida qizdirish yo‘li bilan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35, 36,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Marki reaktivi bilan opiatlar ranglari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Qizil-binafsha rang: morfin, geroin, opiy, benzilmorfin, digidromorfin, tebain.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Binafsha rang: kodein, diamorfin, buprenorfin, digidrokodein, morfilong, 6-monoasetilmorfin, normorfin, folkodin.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Ko‘k-binafsha rang: neopin.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32, 32-33,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Marki reaktivi bilan opiatlar ranglari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Asetorfin va etorfin: ko‘kish-yashil-sarg‘ish-qo‘ng‘ir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Gidromorfon: sariq-qizil-binafsha; oksikodon va gidrokodon: sariq-qo‘ng‘ir-binafsha.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3053"/>
                <a:gridCol w="193492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etilmorfin, norkodein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sariq-qo‘ng‘ir-binafsha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gidrokodon, oksikodon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sariq-qizil-binafsha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gidromorfon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kul rang-binafsha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buprenorfin, oksimorfon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Sariq va kulrang tuslar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3-jadval: opiatlar Rf qiymatlari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 qiymatlari silufol va sorbfilda uch sistemada berilgan (morfin; kodein; geroin tartibida).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 eng yuqori Rf ga ega; metanol-ammiakda morfin va kodein Rf bir xil.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069"/>
                <a:gridCol w="1030453"/>
                <a:gridCol w="1030453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Silufol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Sorbfil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Efir-etanol-ammiak 25% (6:3:1)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0,30; 0,60; 0,80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0,30; 0,45; 0,60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Metanol-ammiak 25% (100:1,5)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0,37; 0,37; 0,40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0,29; 0,29; 0,43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Etilasetat-metanol-ammiak (17:2:1)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0,20; 0,40; 0,52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0,27; 0,49; 0,65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Rf: morfin; kodein; geroin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5-jadval: UB maksimumlari (0,1 M HCl,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273 nm: oksikodon; 278 nm: dekstrometorfan, pentazotsin.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279 nm: rasemorfan, levorfanol, geroin; 280 nm: gidrokodon, gidromorfon.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281 nm: nalokson, naltrekson, oksimorfon.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33, 33-34,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5-jadval: UB maksimumlari (0,1 M HCl,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283 nm: digidroksikodein, folkodin; 284 nm: asetilkodein, asetorfin, benzilmorfin, nalbufin (nubain), tebain, etilmorfin.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285 nm: kodein, morfin, nalorfin, normorfin; 286 nm: buprenorfin.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287 nm: 6-monoasetilmorfin; 289 nm: etorfin.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5-jadval: UB maksimumlari (0,1 M NaOH)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Ishqorda: geroin 299 nm; gidromorfon 290; naltrekson 293; oksimorfon 292; nalbufin 297; morfin 298.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Ikkita maksimum: pentazotsin 240 va 300; rasemorfan va levorfanol 240 va 299; nalorfin 251 va 298.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Buprenorfin 300 nm; etorfin 302 nm; etilmorfin 281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33-34,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7- va 8-jadvallar: YuSSX va GSX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Geroin, morfin, kodein YuSSX da maksimum nur yutish: geroin 279 nm, morfin 281 nm, kodein 281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Ushlanish vaqtlari absolyut daqiqalarda berilgan; GSX da geroin eng kech chiqadi (11,81 daqiqa).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YuSSX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GSX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4,68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11,81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2,86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9,73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4,11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8,38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Ushlanish vaqti, daqiqa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Dionin: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Dionin — etilmorfin gidroxloridi; prizma shaklidagi rangsiz, hidsiz, achchiq ta’mli tiniq kristallar; suyuqlanish harorati 93°C.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(1:12) va etil spirtida yaxshi eriydi, organik erituvchilarda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materialida etil spirtida eruvchanligi 1:25 deb aniqlashtirilgan.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35; Malaka materiali №052 (TFI Toksikologik kimyo kafedrasi)., Opiatlar, betlar: dionin bo'limi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Dionin: narkologik ahamiyati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Dionin ta’siri kodeinga o‘xshash: yo‘talni davolashda va oftalmologiyada tomchi hamda surtma dori sifatida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Analgetik ta’siri kodeinni eslatadi, giyohvand ta’sirga ega emas; zaharli ta’siri kodeindan yuqori.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marotaba qabul qilinishi mumkin bo‘lgan yuqori dozasi 0,03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Metabolizmi kodeinga o‘xshash; nordonlashtirilgan suv yoki spirt bilan ajratiladi, ishqoriy muhitda organik erituvchilar bilan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Dioninni aniqlash: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cho‘ktiruvchi reaktivlar bilan kodeinga o‘xshash cho‘kmalar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Frede reaktivi (ammoniy molibdatning konsentrlangan H2SO4 dagi eritmasi) bilan iflos ko‘k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bilan avval yashil, keyin ko‘k, oxirida binafsha rang — shu bilan opiy alkaloidlaridan farq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Morfindan farqli ravishda temir (III) xlorid bilan rang hosil qilmaydi.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Dionin: mikrokristallar, UB va 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muhitdan xloroformli ekstrakt qoldig‘iga 0,1 M HCl va 5% simob (II) xlorid tomizilsa, rangsiz yupqa prizmalar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0,2 M sulfat kislotadagi eritma 289 nm da maksimum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 (KBr plastinka): 1064, 1045, 1129, 1499, 1185, 1264 sm-1 sohalarida yutilish.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Miqdori: 0,2 n sulfat kislotadagi eritmani UB-spektrofotometrik usulda yoki GSX, YuSSX usullarida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35,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(diasetilmorfin) — prizma holidagi rangsiz kristallardan iborat kukun.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erimaydi; spirt, efir, xloroformda yaxshi eriydi; kislotalar bilan tuzlar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holidagi geroinning suyuqlanish harorati 173°C.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Geroin: narkologik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juda kuchli zaharli modda: organizmga morfin kabi, lekin kuchliroq ta’sir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olish markazini va sezuvchi nerv uchlarini falajlash kuchi morfinga qaraganda besh marta kuchli.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Tez-tez qabul qilish juda xavfli: o‘rganib qolib «morfinizm» kasalligiga duchor bo‘lish mumkin; geroin narkomaniyasidan xalos qilish morfindan qaytarishga qaraganda ancha qiyin.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Salbiy xossalari tufayli hozir tibbiyotda ishlatilmaydi.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Geroin: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 ishqoriy sharoitda va organizmda juda tez gidrolizlanadi.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monoasetilmorfin, oxirida morfin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geroin bilan zaharlanishda ashyoviy dalil tarkibidan asosan monoasetilmorfin va morfin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Geroin (diasetilmorfin)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6-monoasetilmorfin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Morfin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Geroin gidrolizi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Geroinni aniqlash: umumiy qoida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Organizmda, murda organlarida va ishqoriy eritmani xloroform bilan ekstraksiyalashda geroin gidrolizga uchrab morfin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aniqlash reaksiyalari morfinni aniqlash reaksiyalari bilan bir xil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sifatida kukun yoki geroin eritmalari yuborilgan bo‘lsa, quyidagi alohida reaksiyalar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36,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Geroin: reaksiyalar (kukun va eritma)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Frede reaktivi bilan morfin kabi binafsha rang beradi — shu bilan kodeindan farq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(III) xlorid bilan, morfindan farqli ravishda, hech qanday rang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Gidrolizda hosil bo‘lgan sirka kislota: etil spirti va H2SO4 bilan qizdirilsa etilasetat hidi.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181"/>
                <a:gridCol w="326279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shu ondayoq 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Frede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Temir (III) xlorid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 hosil qilmaydi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H2PtCl6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ignalar (0,05-0,07 mkg)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Geroin: kukun uchun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Morfin, kodein, dionin va geroinni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Morfin temir (III) xlorid bilan zangori rang beradi (erkin fenol gidroksili).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Kodein, dionin va geroin temir (III) xlorid bilan rang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Frede reaktivi: kodein va dionin iflos ko‘k, geroin binafsha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1658972"/>
                <a:gridCol w="197002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FeCl3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Frede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zangori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iflos ko‘k, zangori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Dionin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iflos ko‘k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rang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Farqlovchi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24, 28, 35,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Geroin: UB va IQ spektrlari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0,1 M HCl dagi eritma 279 nm da, 0,1 M ishqordagi eritma 299 nm da maksimal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 (KBr plastinka): 1245, 1764, 1178, 1215, 911, 1736 sm-1 sohalarida yutilish.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Hozirgi davrda geroin GSX, GX-MS va immunobiologik usullar yordamida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Geroinning miqdoriy aniqlanishi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yoki uning metabolitlari 6-monoasetilmorfin va morfin GX-MS hamda YuSSX-MS usullarida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moddalar immunoferment tahlil usullarida ham miqdoriy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Geroinning miqdori fizik-kimyoviy usullar yordamida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37-38, 38,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Apomorfin: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Apomorfin suvda yomon, organik erituvchilarda oson eriydi; suvli eritmasi ishqoriy muhitga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Kislotalar bilan suvda yaxshi eruvchan tuzlar hosil qiladi; tibbiyotda gidroxlorid tuzi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Gidroxlorid tuzi oq yoki sarg‘ish kukun, suv va etil spirtida yaxshi eriydi; efir va xloroformda erimaydi.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Apomorfin: beqarorligi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Molekula juda beqaror: ikkita fenol gidroksili guruhini tutgani uchun tez oksidlanadi.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Havoda yoki oksidlovchi ta’sirida ko‘kimtir qora rangga o‘zgaradi va farmakologik ta’sirini yo‘qotadi.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ob’ektni xloroform bilan ekstraksiyalashda ham bu yuz berishi mumkin; xloroform qavati ko‘k-qoramtir bo‘lsa, birinchi navbatda apomorfinga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Apomorfin: narkologik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Apomorfin kuchli zaharli modda; qustirish markazini qo‘zg‘atgani uchun qustiruvchi modda sifatida zaharlanishda in’eksiya qilinadi, balg‘am ko‘chiruvchi sifatida ham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Xronik alkogolizmga duchor bemorlarni spirtli ichimlikdan ko‘ngli qoldirish uchun ham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Analgetik va giyohvand ta’sir ko‘rsatmaydi.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Apomorfin bilan zaharlanish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 odam qayt qiladi, shuning uchun o‘lim kam sodir bo‘ladi — qayt bilan zaharning ko‘p qismi chiqib ketadi.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 tezda darmonsizlanadi, yurak faoliyati susayadi, aritmiya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marta qabul qilish mumkin bo‘lgan eng yuqori miqdor 0,005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Metabolizmi: glyukuron kislotasi bilan birikib asosan glyukuronidlar holida, qisman o‘zgarmagan holda peshobda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38,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Apomorfinni ajratish va ekspertiza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Apomorfin suvli ajratmalardan organik erituvchilar bilan kislotali va ishqoriy muhitda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Apomorfinga tekshirish faqat sud organlarining ko‘rsatmasiga muvofiq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Kimyo-toksikologik laboratoriyaga qayt moddalari, ichki organlar, kukun yoki ishlatilgan eritma qoldiqlari ashyoviy dalil sifatida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38, 38-39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Apomorfin: rangli reaksiyalar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 cho‘ktiruvchi reaktivlar bilan amorf cho‘kmalar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Pellagri: 10% Na2CO3 va yod (spirtda) bilan yashil; efir qatlami qizil-alvon.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322"/>
                <a:gridCol w="308465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pushti, so‘ng qizil-qo‘ng‘ir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pushti, so‘ng qizil-qon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Frede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iflos-yashil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pushti, tezda iflos-yashil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Apomorfin: kislotalar 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Apomorfin: temir (III) xlorid, UB va 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uchirilgach, qoldiq suyultirilgan HCl da eritilib quriguncha bug‘latiladi, suvda eritilib 0,1% FeCl3 qo‘shilsa ko‘k rang; miqdoriga qarab qizil-pushti, pushti va qora rang hosil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0,1 M sulfat kislotadagi eritma 273 nm da maksimum va 305 nm da bo‘rtiq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 (KBr plastinka): 1265, 1460, 792 va 985 sm-1 sohalarida yutilish.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Miqdori: 0,1 M sulfat kislotadagi eritmani UB-spektrofotometrik usulda yoki YuSSX da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Dionin, geroin va apomorfin morfindan yarim sintetik yo‘l bilan olinadi, opiy va omnoponda uchramaydi.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gidrolizlanib monoasetilmorfin va morfin beradi; ob’ektda asosan shular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Ranglar (Marki, Frede, FeCl3), YuQX/YuSSX/GSX, UB- va IQ-spektrlar va GX-MS identifikatsiyani tasdiqlaydi; apomorfin oksidlanishi bilan ajralib turadi.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35-38, 36, 32-39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Geroinning nafas olish markazini va sezuvchi nerv uchlarini falajlash kuchi morfinga qaraganda besh marta kuchli.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Apomorfin xloroformli ekstraktda oksidlanib ko‘k-qoramtir rangga bo‘yaladi; sud kimyogari bu holda birinchi navbatda apomorfinga tekshiradi.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 geksaxloroplatinat kislota bilan sariq ignalar hosil qiladi; sezgirligi 0,05-0,07 mkg geroin.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Dioninning bir marotaba qabul qilinishi mumkin bo‘lgan yuqori dozasi 0,03 g, apomorfinniki 0,005 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Yarimsintetik opiatlar: dionin (etilmorfin), geroin (diatsetilmorfin, 6-MAM), apomorfin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24, 28, 32-39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№052 (TFI Toksikologik kimyo kafedrasi). Opiatlar (ma’ruza matni).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