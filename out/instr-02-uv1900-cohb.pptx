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Dars 59 (toks 82–85, 217–220). UV-1900 bosqichlari Shimadzu UV-1900i qo‘llanmasidan; UV-1900 va UV-1900i menyulari farq qilishi mumkin — qurilma yorlig‘ini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Kitob va malaka fayli darajalari farq qiladi; slaydda kitobdagi qiymat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Saqlanish muddati bo‘yicha kitobda ikki xil fikr keltirilgan.</a:t>
            </a:r>
          </a:p>
          <a:p/>
          <a:p>
            <a:r>
              <a:t>Tekshirish kerak (manbada noaniq):</a:t>
            </a:r>
          </a:p>
          <a:p>
            <a:r>
              <a:t>- Saqlanish muddati haqida fikrlar farq qiladi: 122 kungacha yoki 25–40 soatdan keyin aniqlab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Fotometriya tasnifi DVSSM majmuasidan (244-bet); spektrofotometriya ta’rifi toks 108.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l va S (konsentratsiya) belgilarining ma’nosi tenglama yonida yozilmagan; l — qatlam qalinligi, S — konsentratsiya deb o‘qish ustoz tasdig‘ini talab qiladi.</a:t>
            </a:r>
          </a:p>
          <a:p/>
          <a:p>
            <a:r>
              <a:t>Tekshirish kerak (manbada noaniq):</a:t>
            </a:r>
          </a:p>
          <a:p>
            <a:r>
              <a:t>- Kitobda optik zichlik tenglamasi D = E · l · S ko‘rinishida yozilgan; E — molyar nur yutish koeffitsiyenti.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Diapazon — Shimadzu Europa sahifasi (UV-1900 seriyasi); qolgani UV-1900i Operation Guide. Menyular UV-1900 da farq qilishi mumkin.</a:t>
            </a:r>
          </a:p>
          <a:p/>
          <a:p>
            <a:r>
              <a:t>Tekshirish kerak (manbada noaniq):</a:t>
            </a:r>
          </a:p>
          <a:p>
            <a:r>
              <a:t>- UV-1900 seriyasi to‘lqin uzunligi diapazoni 190–1100 nm; ilovada qo‘llanma UV-1900i bo‘yicha.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COHb uchun Quantitation rejimidan foydalanish kitobda ko‘rsatilmagan; bu — qurilma imkoniyati haqida ma’lumot.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Tenglamalar qo‘llanmadan; COHb uchun qaysi biri ishlatilishi tasdiqlanmagan.</a:t>
            </a:r>
          </a:p>
          <a:p/>
          <a:p>
            <a:r>
              <a:t>Tekshirish kerak (manbada noaniq):</a:t>
            </a:r>
          </a:p>
          <a:p>
            <a:r>
              <a:t>- COHb formulasi (kitob) bu tenglamalarning qaysi biriga mos kelishi na kitobda, na qo‘llanmada ko‘rsatilgan — ustoz tasdig‘i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 rejimni qurilma bo‘yicha aytmaydi; bu slayd qo‘llanma imkoniyatlarini kitob usuli bilan moslashtirish. «uncertain».</a:t>
            </a:r>
          </a:p>
          <a:p/>
          <a:p>
            <a:r>
              <a:t>Tekshirish kerak (manbada noaniq):</a:t>
            </a:r>
          </a:p>
          <a:p>
            <a:r>
              <a:t>- Spektr 450–620 nm oralig‘ida olinadi — bu Spectrum rejimiga mos (bizning moslashtirishimiz).</a:t>
            </a:r>
          </a:p>
          <a:p>
            <a:r>
              <a:t>- D1 va D2 ikki to‘lqin uzunligida o‘lchanadi — Photometric 8l rejimida 2–8 to‘lqin uzunligi kiritiladi.</a:t>
            </a:r>
          </a:p>
          <a:p>
            <a:r>
              <a:t>- Qaysi rejim qo‘llanishini ustoz va laboratoriya uslubiyoti belgilaydi.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xavfsizlik ko‘rsatmasi yo‘q: CO zaharli gaz — ustoz mo‘rili shkafda ishlashni eslatadi (bu eslatma kitobdan emas).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Kvars kyuveta UV sohada, plastik — ko‘rinuvchi sohada (rasm izohi Commons dan). COHb 450–620 nm ko‘rinuvchi sohada.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Qiymatlarni (masalan 620→450 nm, tezlik) ustoz/uslub belgilaydi; qo‘llanmada faqat variantlar.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Egasi qarori: 538 nm (docs/toks/kitob_ziddiyatlari.md). Kitob 534 deb yozgan joylar ustoz izohida.</a:t>
            </a:r>
          </a:p>
          <a:p/>
          <a:p>
            <a:r>
              <a:t>Tekshirish kerak (manbada noaniq):</a:t>
            </a:r>
          </a:p>
          <a:p>
            <a:r>
              <a:t>- D1 uchun 538 nm qabul qilindi; kitobning ayrim joylarida 534 nm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WL1=538, WL2=550 nm kiritish — kitob qiymatlarining moslashtirilishi, ustoz tasdiqlashi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Formula kitob 84-betidagi tasvirdan o‘qildi (matn qatlamida yo‘q) — ustoz tasdiqlasin. Qurilma bu formulani o‘zi hisoblamaydi deb faraz qilinadi; hisob qo‘lda/jadvalda (tasdiqlanmagan).</a:t>
            </a:r>
          </a:p>
          <a:p/>
          <a:p>
            <a:r>
              <a:t>Tekshirish kerak (manbada noaniq):</a:t>
            </a:r>
          </a:p>
          <a:p>
            <a:r>
              <a:t>- COHb miqdori: P = 100 − (D_COHb − D_HbCOHb)·100 / (D_HbI·K); K = 0,372.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Natijani baholashda 4-slayd jadvaliga qarang.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218-betda NaOH da toza qon «qo‘ng‘ir», qo‘rg‘oshin atsetatida «qo‘ng‘ir» deyilgan; 85-betda «ko‘kimtir qora» va «iflos ko‘k».</a:t>
            </a:r>
          </a:p>
          <a:p/>
          <a:p>
            <a:r>
              <a:t>Tekshirish kerak (manbada noaniq):</a:t>
            </a:r>
          </a:p>
          <a:p>
            <a:r>
              <a:t>- 85- va 218-betlarda ayrim reaksiyalar (NaOH, qo‘rg‘oshin atsetati) rangi turlicha berilgan — ustoz tasdig‘i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«Xonani shamollating» — qo‘llanmada yonuvchi/toksik namunalar uchun yaxshi shamollatish talabi (iv-bet).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Kitobdagi 24-keys / vaziyatli masala (toks 219). Javob kitobda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Savollar kitobdagi nazorat savollari (toks 220) asosida.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Shimadzu Europa: UV-1900 sahifasi (190–1100 nm).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Shimadzu UV-1900 spektrofotometrida CO (COHb) 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Reja va tayanch so‘zlar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CO zaharlanishi, COHb usullari, spektrofotometriya nazariyasi, UV-1900 da o‘lchash, hisoblash, nazorat.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so‘zlar: COHb, deoksigemoglobin, natriy ditionit, izobestik nuqta, Base Corr., Photometric 8l.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qonda COHb ni kimyoviy va fizik-kimyoviy (spektrofotometrik) usulda tahlil qilish.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 tartibi: darsning yo‘l xaritasi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217, 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manbalari va xavfli konsentratsiyalar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rangsiz, hidsiz, mazasiz; havo bilan 16 dan 73 % gacha aralashmasi portlashi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moddalar, ko‘mir, gaz va boshqa yoqilg‘ilar to‘liq yonmaganda hosil bo‘ladi; tabiiy gazda 4–30 %, «suv gazi»da 40–50 %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Portlash natijasida taxminan 30 % is gazi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 va korxona havosida 0,07–0,08 % is gazi hayot uchun xavfli; ruxsat etilgan konsentratsiya 0,02 mg/l.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Portlash chegarasi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16–73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Tabiiy gazda CO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«Suv gazi»da CO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40–50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Portlashda CO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~30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Havoda xavfli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0,07–0,08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Ruxsat etilgan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0,02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 gazi (toks 81–82)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81, 82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Qonda gemoglobin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 odam qonida deoksigemoglobin (Hb), oksigemoglobin (OHb) va karboksigemoglobin (COHb)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Qisman metgemoglobin (MtHb) ham bo‘lishi mumkin; MtHb is gazi bilan birikmaydi.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karboksigemoglobin aniqlansa, bemorning is gazi bilan zaharlanganligi isbotlanadi.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161974"/>
                <a:gridCol w="172570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Birikma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Deoksigemoglobin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kislorodsiz, COsiz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Oksigemoglobin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OHb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kislorod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Karboksigemoglobin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COHb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 gazi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Metgemoglobin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MtHb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CO bilan birikmaydi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Gemoglobin shakllari (toks 82)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gemoglobin bilan birikishi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 gemoglobin bilan juda oson birikib, barqaror karboksigemoglobin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Birikish tezligi kislorodnikiga nisbatan 300 marta kuchli; CO ning ajralishi esa 3600 barobar sekin.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gazining hidi bo‘lmagani uchun zaharlanish tez va to‘satdan ro‘y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HbO2 (oksigemoglobin)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 (is gazi)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HbCO (karboksigemoglobin)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CO ning birikish tezligi O2 dan 300 marta kuchli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HbO2 + CO → HbCO + 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82, 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COHb miqdori va zaharlanish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20–30 % bo‘lsa kuchsiz zaharlanish; 30–35 % — o‘rtacha; 35–50 % — og‘ir.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50–60 % da kuchli zaharlanish, tirishish, hushdan ketish; 70–80 % ga yetganda o‘lim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 va malaka fayli darajalari farq qiladi; slaydda kitobdagi qiymat keltirildi.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3561289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COHb, %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20–30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kuchsiz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30–35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zaharlanish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35–50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50–60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kuchli, tirishish, hushdan ketish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70–80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COHb darajalari (toks 82)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 belgilar va is gazining chiqishi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 va qon karboksigemoglobin hisobiga to‘q qizil; jigar, buyrak va o‘pka qizargan.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to‘qimalarida qon quyilish alomatlari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organizmdan faqat nafas yo‘li orqali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Saqlanish muddati haqida fikrlar farq qiladi: 122 kungacha yoki 25–40 soatdan keyin aniqlab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Murdada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dog‘lari to‘q qizil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to‘q qizil (COHb)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Jigar, buyrak, o‘pka qizargan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Miyada qon quyilish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 ning chiqishi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nafas yo‘li orqali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fikr: 122 kungacha saqlanadi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fikr: 25–40 soatdan so‘ng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Sud-tibbiy belgilar (toks 82)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COHb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gazini aniqlash qondagi karboksigemoglobinni kimyoviy va fizik-kimyoviy usullar bilan aniqlashga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Fizik-kimyoviy usullar: spektroskopik, spektrofotometrik, fotometrik va gaz xromatografik.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ob’ektdan aniqlash uchun ob’ekt ezilib qoni ajratiladi, so‘ng qon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COHb aniqlash usullari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Rang o‘zgarishini solishtirish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Spektroskopik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Fraungofer chiziqlari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Spektrofotometrik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450–620 nm sohada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Fotometrik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Gaz xromatografik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Usullar (toks 82)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82, 83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Spektroskopik usul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spektroskopda tekshirilganda spektrning D va E sohasida Fraungofer chiziqlari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564–579 va 523–536 nm sohalarda yutilish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Ammoniy sulfid ta’sirida OHb yutilishi 543–596 nm oralig‘ida keng yo‘lga birlashadi; COHb da spektr o‘zgarmaydi.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Oksigemoglobin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Ammoniy sulfid bilan qaytariladi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Spektrlar birlashib keng yo‘l (543–596 nm)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Karboksigemoglobin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Ammoniy sulfid bilan qaytarilmaydi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Spektr o‘zgarmaydi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564–579 va 523–536 nm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Spektroskopik farq (toks 83)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Spektrofotometrik usul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OHb va COHb ni deoksigemoglobingacha qaytarib, optik ko‘rsatkichini aniqlashga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Chinlik va miqdor 450–620 nm to‘lqin uzunligi sohasidagi yutilish spektrlariga asoslanib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eritma tayyorlanadi: A (tekshiriluvchi qon), B (COHb + deoksi), V (faqat COHb).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Spektr sohasi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450–620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 (A eritma)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Suyultirish hajmi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Bufer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7,38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Kyuveta qalinligi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Spektrofotometrik usul (toks 83–84)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Fotometriya turlari va spektrofotometriya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Moddalarning nur yutishi bo‘yicha miqdorini aniqlash fotometriya deyiladi: kolorimetriya, fotokolorimetriya, spektrofotometriya.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Spektrofotometriya monoxromatik nurlarni ko‘rinadigan va unga yondosh ultrabinafsha sohada aniqlashga asoslangan.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Nur yutilishining to‘lqin uzunligiga bog‘liqligi moddaning nur yutish spektri deyiladi.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Spektrofotometriya fotokolorimetriyadan farqli ravishda keng to‘lqin diapazonida va katta aniqlik bilan ishlash imkonini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Fotometriya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Kolorimetriya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Ko‘rish yoki moslama bilan solishtirish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Fotokolorimetriya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Polixromatik nur  ·  Spektrning ko‘rinadigan qismi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Spektrofotometriya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Monoxromatik nur  ·  Ko‘rinadigan va UB soha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Fotometriya turlari (dvssm 244)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Nurmatova M.I., Toksikologik kimyo, betlar: 244, 245; Yuldashev Z.O., Umarova G.Q., Toksikologik kimyo, betlar: 108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Optik zichlik va Lambert–Beer qonuni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optik zichlik tenglamasi D = E · l · S ko‘rinishida yozilgan; E — molyar nur yutish koeffitsiyenti.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Maksimal nur yutish to‘lqin uzunligida E har doim katta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Tekshiriluvchi eritmaning optik ko‘rsatkichi 0,2 dan 1,0 gacha oraliqda bo‘lishi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Pestitsidlar 10–100 mkg/ml konsentratsiyada Buger–Lambert–Ber umumiy qonuniga bo‘ysunadi (qatlam qalinligi 10 mm).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Optik zichlik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D = E·l·S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 oralig‘i 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0,2–1,0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COHb kyuvetasi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Pestitsid qatlami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Qonun doirasi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10–100</a:t>
            </a:r>
            <a:r>
              <a:rPr sz="1400" b="0">
                <a:solidFill>
                  <a:srgbClr val="6B7280"/>
                </a:solidFill>
                <a:latin typeface="Calibri"/>
              </a:rPr>
              <a:t>  mkg/ml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 va qonun (dvssm 245, toks 108, 163)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Nurmatova M.I., Toksikologik kimyo, betlar: 245; Yuldashev Z.O., Umarova G.Q., Toksikologik kimyo, betlar: 108, 163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maksimum to‘lqin uzunligida o‘lchanadi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Optik ko‘rsatkich tekshiriluvchi eritmaning maksimum nur yutishiga mos to‘lqin uzunligida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Maksimumda E eng katta bo‘lgani uchun optik zichlikni o‘lchash sezgirligi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Monoxromatik nur monoxromatorlar yordamida ajratiladi.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Eritma spektri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λmax topiladi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λmax da D o‘lchanadi (E eng katta)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Sezgirlik va aniqlik oshadi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λmax tanlash (toks 108, dvssm 245–246)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108; Yuldashev Z.O., Nurmatova M.I., Toksikologik kimyo, betlar: 245, 246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Spektrofotometriya misoli: kofein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eritma: 0,1 g kofein analitik tarozida tortilib, 100 ml o‘lchov kolbasida etil spirtida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Yutilish spektri 200–400 nm to‘lqin uzunligida o‘lchanadi; kofein etil spirtida 273 nm da maksimumga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Ob’ektdan ajratilgan kofeinning optik zichligi 273 nm da o‘lchanadi; solishtiruvchi eritma — etil spirti.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Standart eritma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0,1 g kofein → 100 ml kolba, etil spirti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Spektr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Yutilish spektri 200–400 nm da o‘lchanadi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Maksimum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Kofein etil spirtida 273 nm da maksimum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Ajratilgan kofein D si 273 nm da o‘lchanadi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Solishtiruvchi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Solishtiruvchi eritma — etil spirti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Rasmiylashtirish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Spektrlar ish daftariga rasmiylashtiriladi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Kofein (toks 108)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UV-1900: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UV-1900 seriyasi to‘lqin uzunligi diapazoni 190–1100 nm; ilovada qo‘llanma UV-1900i bo‘yicha.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Yorug‘lik manbai: WI (galogen) yoki D2 (deyteriy) lampa; holati ekran yuqorisidagi status panelida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O‘rnatish joyi: 15–35 °C, namlik 35–80 %, to‘g‘ridan-to‘g‘ri quyosh nuri va tebranishdan xoli.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To‘lqin diapazoni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190–1100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Lampalar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WI + D2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Xona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15–35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35–80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Massa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16,6</a:t>
            </a:r>
            <a:r>
              <a:rPr sz="1500" b="0">
                <a:solidFill>
                  <a:srgbClr val="6B7280"/>
                </a:solidFill>
                <a:latin typeface="Calibri"/>
              </a:rPr>
              <a:t>  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UV-1900i: asosiy ko‘rsatkichlar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Europa., UV-1900 UV-Vis spektrofotometr, betlar: texnik ko‘rsatkichlar; Shimadzu Corporation., UV-1900i Instruction Manual, betlar: 20, 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UV-1900i o‘lchash rejimlari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Rejim menyusida: Photometric, Spectrum, Quantitation, Kinetics, Time Course, Bio Method.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Photometric rejimi bitta yoki ko‘p to‘lqin uzunligida optik zichlik, o‘tkazuvchanlik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Spectrum rejimi to‘lqin uzunligini skanerlab spektr oladi; cho‘qqi topish va tekislash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192"/>
                <a:gridCol w="2913782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Rejim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Photometric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 ta to‘lqin uzunligi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Photometric 8l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2–8 ta to‘lqin uzunligi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Spectrum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to‘lqin skanerlash, spektr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Quantitation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kalibrlash chizig‘i, 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Kinetics / Time Course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vaqt bo‘yicha o‘zgarish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UV-1900i rejimlari (Operation Guide, 19–23)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19,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UV-1900i: Quantitation rejimi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Quantitation rejimi standart namunadan kalibrovka egri chizig‘ini tuzadi va noma’lum namunani miqdoriy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O‘lchash usullari: bir, ikki va uch to‘lqin uzunligida o‘lchash hamda hosila (Derivative)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Kalibrovka usullari: K Factor, 1 Point Curve va Multi-Point Curve.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O‘lchash usullari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 to‘lqin uzunligi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to‘lqin uzunligi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to‘lqin uzunligi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Hosila (Derivative)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Kalibrovka usullari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 Factor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 Point Curve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Multi-Point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Quantitation (UV-1900i, 22-bet)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UV-1900i: Photometric 8l hisoblash tenglamalari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 to‘lqin uzunligida o‘lchashda eng ko‘pi bilan to‘rt to‘lqin uzunligidagi qiymatlar asosida besh tenglamadan biri tanlanadi.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Photometric 8l rejimida eng ko‘pi bilan sakkiz to‘lqin uzunligi o‘rnatiladi.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formulasi (kitob) bu tenglamalarning qaysi biriga mos kelishi na kitobda, na qo‘llanmada ko‘rsatilgan — ustoz tasdig‘i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№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Tenglama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A1 − A2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A1 / A2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 (A1 dan A3 gacha)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(K1A1+K2A2+K3A3+K4A4) × K5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K5 × (K1A1+K2A2) / (K3A3+K4A4)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UV-1900i, 21-bet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COHb uchun qaysi rejim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 450–620 nm oralig‘ida olinadi — bu Spectrum rejimiga mos (bizning moslashtirishimiz).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D1 va D2 ikki to‘lqin uzunligida o‘lchanadi — Photometric 8l rejimida 2–8 to‘lqin uzunligi kiritiladi.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Qaysi rejim qo‘llanishini ustoz va laboratoriya uslubiyoti belgilaydi.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Spectrum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Skanerlash diapazoni kiritiladi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Spektr real vaqtda chiziladi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Cho‘qqi topish (Peak Pick)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Photometric 8l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2–8 to‘lqin uzunligi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Ketma-ket o‘lchanadi (WL1…WLn)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Natija jadvalda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Moslashtirish: ustoz tasdiqlaydi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72, 64; Yuldashev Z.O., Umarova G.Q., Toksikologik kimyo, betlar: 85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Ishga tushirish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Yoqishdan oldin kyuvetalar bo‘lmasligi kerak: aks holda yorug‘lik to‘silib, tekshiruvda xato chiqishi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Yoqilgach tekshiruvlar va initsializatsiya boshlanadi; so‘ng [Mode Menu] ekrani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Xavfsizlik rejimi yoqilgan bo‘lsa, initsializatsiyadan so‘ng kirish (login) ekrani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Kyuveta yo‘q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Kyuveta xonasi va ushlagich bo‘sh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Yoqish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Quvvat tugmasi; initsializatsiya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Login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Xavfsizlik rejimida kirish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Mode Menu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Rejim tanlanadi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Lampa holati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WI yoki D2 status panelida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Yoqish (Operation Guide, 7, 18, 20)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7,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ta’minoti va favqulodda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ta’minoti 100–240 VAC, 140 VA, 50/60 Hz; asbob erga ulanishi va to‘plam bilan kelgan kabeldan foydalanish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Asbobning chap tomonidan devorgacha kamida 100 mm bo‘sh joy qoldiriladi (ventilyator).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Favqulodda holatda quvvat tugmasi «○» holatiga o‘tkaziladi va tarmoq kabeli 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Asbobning qopqog‘ini ochish, qismlarini o‘zgartirish yoki o‘zi tuzatish mumkin emas — Shimadzu vakiliga murojaat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100–240</a:t>
            </a:r>
            <a:r>
              <a:rPr sz="1500" b="0">
                <a:solidFill>
                  <a:srgbClr val="6B7280"/>
                </a:solidFill>
                <a:latin typeface="Calibri"/>
              </a:rPr>
              <a:t>  VAC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Quvvat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140</a:t>
            </a:r>
            <a:r>
              <a:rPr sz="1500" b="0">
                <a:solidFill>
                  <a:srgbClr val="6B7280"/>
                </a:solidFill>
                <a:latin typeface="Calibri"/>
              </a:rPr>
              <a:t>  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Chastota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50/60</a:t>
            </a:r>
            <a:r>
              <a:rPr sz="1500" b="0">
                <a:solidFill>
                  <a:srgbClr val="6B7280"/>
                </a:solidFill>
                <a:latin typeface="Calibri"/>
              </a:rPr>
              <a:t>  Hz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Chap tomon masofa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Stol chuqurligi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≥600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UV-1900i xavfsizlik (iv–ix)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vi, v, ix, viii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A, B, V eritmalar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 — tekshiriluvchi qon eritmasi; B — A ga natriy ditionit qo‘shilgan (COHb + deoksi); V — CO bilan to‘yintirilgan.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 eritmada OHb to‘liq deoksigemoglobingacha qaytariladi.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 eritmada OHb to‘liq COHb ga o‘tadi; MtHb ni qaytarish uchun ditionit qo‘shilib, yana CO bilan to‘yintiriladi.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 eritma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 ml qon, 100 ml gacha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pH 7,38 bufer yoki 0,1 % ammiak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 eritma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 eritma kyuvetada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3–4 mg Na ditionit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 eritma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 eritma + CO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5–7 mg Na ditionit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qayta CO bilan to‘yintirish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eritma (toks 83)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 eritmani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quyqasiz qonga 100 ml bo‘lguncha pH 7,38 fosfat bufer yoki 0,1 % ammiak eritmasi qo‘shilib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eritma rangi tiniq bo‘lishiga ahamiyat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Ammiak varianti: qon 100 ml li o‘lchov kolbasiga solinib, belgigacha 0,1 % ammiak bilan to‘ldiriladi.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quyqasiz qon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Suyultirish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100 ml gacha bufer yoki 0,1 % ammiak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Aralashtirish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Yaxshilab aralashtiriladi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Eritma tiniq bo‘lishi shart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 eritma (toks 83–84)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83, 84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 eritma: CO bilan to‘yintirish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sulfat va chumoli kislotasidan CO hosil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 10 % ishqor (HCOOH bug‘ini tutadi), so‘ng suv (ishqordan tozalash) orqali o‘tkazilib, A eritmali idishga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5–7 mg natriy ditionit qo‘shilib, yana qo‘shimcha CO bilan to‘yintiriladi.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H2SO4 + HCOOH → CO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10 % ishqor (HCOOH tutadi)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(ishqor izidan tozalash)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 eritmali idish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5–7 mg ditionit, yana 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 olish va yuborish (toks 83)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Kyuveta va solishtiruvchi eritma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 1 sm li spektrofotometr kyuvetasiga solinadi.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Solishtiruvchi sifatida 0,1 % ammiak (yoki qonni suyultirgan bufer/suv)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Kyuvetaga natriy gidrosulfit kristallari qo‘shilib, qopqoqchasi yopib chayqatiladi.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Nolni o‘rnatish: Auto Zero va Base Corr.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Kyuveta bo‘limi qopqog‘i o‘lchash va nol o‘rnatish vaqtida yopiq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 Zero — faqat belgilangan to‘lqin uzunligida; Baseline Correction — belgilangan to‘lqin uzunligi oralig‘ida tuzatish.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o‘lchashdan oldin kyuvetaga bo‘sh (blank) namuna qo‘yilib [Auto Zero] yoki [Base Corr.] bosiladi.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Blank qo‘yish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Solishtiruvchi eritma kyuvetada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Qopqoqni yopish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Tashqi yorug‘lik tushmasin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Photometric: Auto Zero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 Abs (100 %T) o‘rnatiladi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Spectrum, 8l: Base Corr.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Oraliq bo‘yicha baza chizig‘i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Start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O‘lchash boshlanadi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Nol (Operation Guide, 8, 55, 68, 77)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8, 55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Photometric (bir to‘lqin) rejimida o‘lchash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Parametrlar o‘rnatilgach, birinchi o‘lchashdan oldin kyuvetaga blank qo‘yilib, [Auto Zero] bosiladi; qiymat 0 Abs (100 % T)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martada eng ko‘pi bilan 400 ta o‘lchash bajarish mumkin; o‘lchash vaqtida [Stop] dan boshqa amal ishlamaydi.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fotometrik qiymat va K × fotometrik qiymat ko‘rsatiladi; K ni [Recalc.] bilan o‘zgartirib qayta hisoblash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Blank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Kyuvetaga blank qo‘yiladi, [Auto Zero] bosiladi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Noma’lum namuna kyuvetaga qo‘yiladi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Start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[Start] bosiladi, [Photo. Table] ochiladi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Qiymat va K × qiymat ko‘rsatiladi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Qayta hisob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[Recalc.] bilan K o‘zgartirilib hisoblanadi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Photometric rejimi (UV-1900i, 55–58)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55,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Spectrum rejimi parametrlari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Photometric Type: Abs, %T, %R yoki Energy; Scan Range — boshlang‘ich to‘lqin uzunligi tugashidan katta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Scan Speed: Survey, Fast, Medium, Slow, Very Slow; Data Interval: AUTO yoki 0,05–2,0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Nuqtalar soni 2001 tagacha; undan oshsa, interval avtomatik o‘zgartiriladi.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Parametr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Qo‘llanmadagi variantlar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Photometric Type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Abs, %T, %R, Energy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Scan Range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boshlanish &gt; tugash (nm)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Scan Speed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Survey…Very Slow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Data Interval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AUTO; 0,05–2,0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Nuqtalar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≤ 2001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Spectrum: Scan Settings (Operation Guide, 73–74)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Spektrni o‘lchash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Parametrlar o‘rnatilgach, blank bilan [Base Corr.], so‘ng [Start] bosiladi.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O‘lchash vaqtida spektr real vaqtda chiziladi; to‘xtatish faqat [Stop] bilan.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O‘lchangach grafik kattalashtiriladi; cho‘qqi topish, tekislash, arifmetik amallar qo‘llanishi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Parametrlar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[Scan Settings], [Measurement Settings]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Base Corr.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bilan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 va V eritma kyuvetada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Start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Spektr real vaqtda chiziladi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Grafik, Peak Pick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Spektr olish (Operation Guide, 72–78)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77,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Spektrni ko‘rish, saqlash va qayta ishlash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O‘lchash vaqtida spektr real vaqtda chiziladi; to‘xtatish faqat [Stop] bilan.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Kursor (to‘q sariq vertikal chiziq) tanlangan nuqtadagi to‘lqin uzunligi va fotometrik qiymatni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Grafik ko‘rsatish diapazoni yuqori va pastki chegaralarni kiritib, [Apply] bilan o‘zgartiriladi.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[Save Curve] o‘lchangan ma’lumotni saqlaydi, [Print] chop etadi; [Operations] da Arithmetic, Derivative, Peak Pick va boshqalar bor.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Funksiya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Kursor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nuqtadagi to‘lqin uzunligi va qiymat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Masshtab tugmasi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grafik diapazonini kiritish, [Apply]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[Save Curve]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egri chiziqni saqlash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[Print]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o‘lchangan ma’lumotni chop etish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[Operations]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Arithmetic, Derivative, Peak Pick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[Load Curve]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saqlangan egri chiziq [View] 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Spectrum rejimi (UV-1900i, 79–81)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77, 79, 80, 80–81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Kutilgan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Deoksigemoglobin (B eritma) 557 nm da bitta maksimum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541 va 571 nm da ikkita maksimumga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chizmada 550, 565 va 580 nm da izobestik nuqtalar hosil bo‘lishi xarakterli.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Hb maksimumi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557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COHb maksimumlari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541 va 571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Izobestik nuqtalar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550, 565, 580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Spektr belgilari (toks 84)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o‘lchash: ikki to‘lqin uzunligi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Optik zichlik ikki monoxromatik nurda (D1, D2) o‘lchanadi: bu ikki joyda COHb va Hb farqi eng katta.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D2 — 550 nm (izobestik nuqta) 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D1 uchun 538 nm qabul qilindi; kitobning ayrim joylarida 534 nm yozilgan.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D1 to‘lqin uzunligi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538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D2 (izobestik)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550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Koeffitsiyent 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0,372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Kyuveta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Ditionit (B)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3–4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Miqdoriy o‘lchash (toks 84–85)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84, 85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UV-1900i da ikki to‘lqin uzunligini o‘lchash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Photometric 8l rejimida [No. of WLs] 2 dan 8 gacha; o‘lchash [WL1], [WL2]… tartibida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o‘lchashdan oldin blank bilan [Base Corr.] bosiladi, so‘ng [Start].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Natijalar [Photo. Table] da; [Save Table] bilan saqlanadi, [Print] bilan chop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WL1=538, WL2=550 nm kiritish — kitob qiymatlarining moslashtirilishi, ustoz tasdiqlashi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Rejim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Photometric → Photometric 8l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No. of WLs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ta to‘lqin uzunligi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WL1, WL2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538 va 550 nm (ustoz tasdig‘i)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Base Corr.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bilan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Start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Photo. Table da natija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Save Table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Natijani saqlash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Photometric 8l (Operation Guide, 62–69)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64, 68, 69; Yuldashev Z.O., Umarova G.Q., Toksikologik kimyo, betlar: 85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Hisoblash formulasi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COHb miqdori: P = 100 − (D_COHb − D_HbCOHb)·100 / (D_HbI·K); K = 0,372.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D_COHb — CO bilan to‘yingan V eritmaning 538 nm dagi optik zichligi; D_HbCOHb — B eritma, ditionitdan keyin.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D_HbI — B eritmaning 550 nm (izobestik nuqta) dagi optik zichligi.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00"/>
                <a:gridCol w="336507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COHb miqdori,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D_COHb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 eritma, 538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D_HbCOHb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 eritma, ditionitdan keyin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D_HbI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 eritma, 550 nm (izobestik)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koeffitsiyent 0,372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 = 100 − (D_COHb − D_HbCOHb)·100 / (D_HbI·K)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84, 85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Olingan natija is gazi bilan zaharlanishni sud-tibbiy baholashga xizmat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COHb aniqlansa, bemorning is gazi bilan zaharlanganligi isbotlanadi.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Daraja: 20–30 % kuchsiz, 70–80 % — o‘lim (kitob jadvali).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85, 82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usullar: rang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 va toza qon ranglari solishtiriladi: COHb saqlagan qon rangini o‘zgartirmaydi.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sulfat: COHb li qon to‘q qizil; toza qon yashil. NaOH: toza qon qo‘ng‘ir.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Formaldegid: toza qon 5–10 daqiqada qo‘ng‘ir-qoramtir; qo‘rg‘oshin atsetati: toza qon qo‘ng‘ir.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432255"/>
                <a:gridCol w="2282190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COHb li 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Toza 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K3[Fe(CN)6] 1 %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qizil,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sarg‘ayadi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CuSO4 10 %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NaOH 30 %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Formaldegid 40 %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qizil, 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qo‘ng‘ir-qoramtir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Pb atsetat 5 %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qizil,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reaksiyalari (toks 218)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Qo‘shimcha rang reaksiyalari: toza qon va COHb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usullar karboksigemoglobinning oksigemoglobinga qaraganda barqarorligiga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Normal qon suv bilan suyultirilsa qo‘ng‘ir bo‘ladi; COHb li qon to‘q qizil rangini o‘zgartirmaydi.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85- va 218-betlarda ayrim reaksiyalar (NaOH, qo‘rg‘oshin atsetati) rangi turlicha berilgan — ustoz tasdig‘i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555"/>
                <a:gridCol w="1403889"/>
                <a:gridCol w="1573530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Toza 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COHb li 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bilan suyultirish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O‘yuvchi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ko‘kimtir qora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rangi saqlanadi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kulrang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 qon tuzi + sirka k-ta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Qo‘rg‘oshin atsetati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rangi saqlanadi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Formalin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 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o‘zgarmaydi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Kimyoviy usullar (toks 85)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85, 85, 218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 cheklovi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COHb borligini tasdiqlash uchun bir necha reaksiya solishtiriladi; bitta reaksiya xatoga olib kelishi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Yengil zaharlanishda reaktivlar zaharlanmagan qon kabi natija beradi; kimyoviy usullar kam COHb uchun ahamiyatsiz.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Chirigan qonda NaOH bilan yorqin qizil rang (gemoxromogen) COHb bo‘lmasa ham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Spektrofotometriyada eritmaning optik ko‘rsatkichi 0,2 dan 1,0 gacha bo‘lishi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Kimyoviy usullar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Tez, oddiy rang solishtirish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 miqdorda ahamiyatsiz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Chirigan qonda yolg‘on musbat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Spektrofotometriya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Chinlik va miqdor beradi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Optik zichlik 0,2–1,0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 to‘lqin uzunligi,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Taqqos (toks 108, 218)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218, 108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Toksik/biologik xavfli namunalar bilan himoya qo‘lqop va ko‘zoynak taqiladi.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to‘kilsa, uni SDS dagi usul bo‘yicha yo‘q qilinadi; asbob ustiga reaktiv qo‘yilmaydi.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Asbobni tozalashda spirt yoki erituvchi ishlatilmaydi; to‘kilgan suv qoldirilmaydi.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Qiling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Qo‘lqop, ko‘zoynak taqing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To‘kilganini SDS bo‘yicha yo‘qoting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Xonani shamollating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Qilmang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Asbob ustiga reaktiv qo‘ymang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Spirt/erituvchi bilan artmang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To‘kilgan suvni qoldirmang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Operation Guide, vii–viii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Shimadzu Corporation., UV-1900i Instruction Manual, betlar: vii, viii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sifat nazorati: COHb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A, B va V eritmalar tiniq bo‘lishi shart; reaktiv qo‘shilgach tiniqlik nazorat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Kyuveta bo‘limi qopqog‘i o‘lchash va nol o‘rnatish vaqtida yopiq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 va biologik xavfli namunalar bilan himoya qo‘lqop va ko‘zoynak bilan ishlanadi.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COHb borligini tasdiqlash uchun bir necha reaksiya solishtiriladi; bitta reaksiya xatoga olib kelishi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316623"/>
                <a:gridCol w="1397821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Nazorat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Talab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Eritma tiniqligi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A, B, V tiniq bo‘lishi shart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 83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Optik zichlik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0,2–1,0 oralig‘ida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 108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Qopqoq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o‘lchash va nolda yopiq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UV-1900i, 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Nol (blank)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birinchi o‘lchashdan oldin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UV-1900i, 55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Reaksiyalar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bitta reaksiyaga tayanmang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 218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Himoya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qo‘lqop va ko‘zoynak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UV-1900i, vii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Nazorat nuqtalari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83, 218; Shimadzu Corporation., UV-1900i Instruction Manual, betlar: 8, vii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 ml qon taqdim etilgan: tanada pushti dog‘lar, ichki a’zolarda qon juda suyuq, qizil-alvon rangli.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Voqea: uy hammomida vannada cho‘kib vafot etgan; qaysi zaharli modda bilan zaharlanganini aniqlang.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reaksiyalar natijalari «charxpalak» jadvaliga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219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Takrorlash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gazining inson organizmiga ta’siri va uni organizmdan chiqarish usullarini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karboksigemoglobin qancha miqdorda bo‘lganda bemor nobud bo‘lishi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Qondan is gazini sifat va miqdorini aniqlashda qanday fizik-kimyoviy usullar ma’lum?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is gazini aniqlashda qanday rang hosil qiluvchi reaksiyalar tavsiya etilgan?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is gazini spektrofotometrik usulda aniqlash nimalarga va qanday jarayonlarga asoslangan?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220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Z.O., Umarova G.Q. Toksikologik kimyo (majmua), 2025, 81–85, 108, 163, 217–220-betlar.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Corporation. UV-1900i Instruction Manual (Operation Guide), 207-90563, 2019.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Shimadzu Europa: UV-1900 sahifasi (190–1100 nm).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Z.O., Nurmatova M.I. Toksikologik kimyo (DVSSM yo‘nalishi, o‘quv-uslubiy majmua), 2025, 244–246-betlar.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81–85; Shimadzu Corporation., UV-1900i Instruction Manual, betlar: iv–viii, 7–8, 18–23, 55, 62–78; Shimadzu Europa., UV-1900 UV-Vis spektrofotometr, betlar: texnik ko‘rsatkichlar; Yuldashev Z.O., Nurmatova M.I., Toksikologik kimyo, betlar: 244–246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Shimadzu UV-1900 spektrofotometrida CO (COHb)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Nurmatova M.I. Toksikologik kimyo (DVSSM yo‘nalishi, 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Shimadzu Corporation. UV-1900i Instruction Manual (Operation Guide), 207-90563, 2019.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Shimadzu Europa. UV-1900 UV-Vis spektrofotometr (mahsulot sahifasi).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