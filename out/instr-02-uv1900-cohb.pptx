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Dars 59 (toks 82–85, 217–220). UV-1900 bosqichlari Shimadzu UV-1900i qo‘llanmasidan; UV-1900 va UV-1900i menyulari farq qilishi mumkin — qurilma yorlig‘ini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Tekshirish kerak (manbada noaniq):</a:t>
            </a:r>
          </a:p>
          <a:p>
            <a:r>
              <a:t>- Kitob va malaka fayli darajalari farq qiladi; slaydda kitobdagi qiymat keltirildi.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Diapazon — Shimadzu Europa sahifasi (UV-1900 seriyasi); qolgani UV-1900i Operation Guide. Menyular UV-1900 da farq qilishi mumkin.</a:t>
            </a:r>
          </a:p>
          <a:p/>
          <a:p>
            <a:r>
              <a:t>Tekshirish kerak (manbada noaniq):</a:t>
            </a:r>
          </a:p>
          <a:p>
            <a:r>
              <a:t>- UV-1900 seriyasi to‘lqin uzunligi diapazoni 190–1100 nm; ilovada qo‘llanma UV-1900i bo‘yicha.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Kitob rejimni qurilma bo‘yicha aytmaydi; bu slayd qo‘llanma imkoniyatlarini kitob usuli bilan moslashtirish. «uncertain».</a:t>
            </a:r>
          </a:p>
          <a:p/>
          <a:p>
            <a:r>
              <a:t>Tekshirish kerak (manbada noaniq):</a:t>
            </a:r>
          </a:p>
          <a:p>
            <a:r>
              <a:t>- Spektr 450–620 nm oralig‘ida olinadi — bu Spectrum rejimiga mos (bizning moslashtirishimiz).</a:t>
            </a:r>
          </a:p>
          <a:p>
            <a:r>
              <a:t>- D1 va D2 ikki to‘lqin uzunligida o‘lchanadi — Photometric 8l rejimida 2–8 to‘lqin uzunligi kiritiladi.</a:t>
            </a:r>
          </a:p>
          <a:p>
            <a:r>
              <a:t>- Qaysi rejim qo‘llanishini ustoz va laboratoriya uslubiyoti belgilaydi.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Kitobda xavfsizlik ko‘rsatmasi yo‘q: CO zaharli gaz — ustoz mo‘rili shkafda ishlashni eslatadi (bu eslatma kitobdan emas).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Kvars kyuveta UV sohada, plastik — ko‘rinuvchi sohada (rasm izohi Commons dan). COHb 450–620 nm ko‘rinuvchi sohada.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Qiymatlarni (masalan 620→450 nm, tezlik) ustoz/uslub belgilaydi; qo‘llanmada faqat variantlar.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Egasi qarori: 538 nm (docs/toks/kitob_ziddiyatlari.md). Kitob 534 deb yozgan joylar ustoz izohida.</a:t>
            </a:r>
          </a:p>
          <a:p/>
          <a:p>
            <a:r>
              <a:t>Tekshirish kerak (manbada noaniq):</a:t>
            </a:r>
          </a:p>
          <a:p>
            <a:r>
              <a:t>- D1 uchun 538 nm qabul qilindi; kitobning ayrim joylarida 534 nm yozilgan.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Tekshirish kerak (manbada noaniq):</a:t>
            </a:r>
          </a:p>
          <a:p>
            <a:r>
              <a:t>- WL1=538, WL2=550 nm kiritish — kitob qiymatlarining moslashtirilishi, ustoz tasdiqlashi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Formula kitob 84-betidagi tasvirdan o‘qildi (matn qatlamida yo‘q) — ustoz tasdiqlasin. Qurilma bu formulani o‘zi hisoblamaydi deb faraz qilinadi; hisob qo‘lda/jadvalda (tasdiqlanmagan).</a:t>
            </a:r>
          </a:p>
          <a:p/>
          <a:p>
            <a:r>
              <a:t>Tekshirish kerak (manbada noaniq):</a:t>
            </a:r>
          </a:p>
          <a:p>
            <a:r>
              <a:t>- COHb miqdori: P = 100 − (D_COHb − D_HbCOHb)·100 / (D_HbI·K); K = 0,372.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Natijani baholashda 4-slayd jadvaliga qarang.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«Xonani shamollating» — qo‘llanmada yonuvchi/toksik namunalar uchun yaxshi shamollatish talabi (iv-bet).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Kitobdagi 24-keys / vaziyatli masala (toks 219). Javob kitobda berilmagan.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Tekshirish kerak (manbada noaniq):</a:t>
            </a:r>
          </a:p>
          <a:p>
            <a:r>
              <a:t>- Shimadzu Europa: UV-1900 sahifasi (190–1100 nm).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Shimadzu UV-1900 spektrofotometrida CO (COHb) ni aniqlash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Reja va tayanch so‘zlar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Shimadzu UV-1900 spektrofotometrida CO (COHb)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Reja: CO zaharlanishi, COHb aniqlash usullari, UV-1900 da o‘lchash, hisoblash, tozalash.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Tayanch so‘zlar: COHb, deoksigemoglobin, natriy ditionit, izobestik nuqta, Base Corr., Photometric 8l.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Maqsad: qonda COHb ni kimyoviy va fizik-kimyoviy (spektrofotometrik) usulda tahlil qilish.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396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Tayyorlash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1877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151888"/>
            <a:ext cx="5287975" cy="396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Kalibrlash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566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2840736"/>
            <a:ext cx="5287975" cy="396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Namuna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529584"/>
            <a:ext cx="5287975" cy="396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O‘lchash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394411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218432"/>
            <a:ext cx="5287975" cy="396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Hisoblash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770467" y="463296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4907280"/>
            <a:ext cx="5287975" cy="396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Tozalash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Ish tartibi: darsning yo‘l xaritasi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217, 85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Qonda gemoglobin shakllari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Shimadzu UV-1900 spektrofotometrida CO (COHb)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Zaharlangan odam qonida deoksigemoglobin (Hb), oksigemoglobin (OHb) va karboksigemoglobin (COHb)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Qisman metgemoglobin (MtHb) ham bo‘lishi mumkin; MtHb is gazi bilan birikmaydi.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Qonda karboksigemoglobin aniqlansa, bemorning is gazi bilan zaharlanganligi isbotlanadi.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1161974"/>
                <a:gridCol w="1725700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Birikma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Izoh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Deoksigemoglobin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kislorodsiz, COsiz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Oksigemoglobin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OHb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kislorod bilan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Karboksigemoglobin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COHb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is gazi bilan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Metgemoglobin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MtHb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CO bilan birikmaydi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Gemoglobin shakllari (toks 82)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82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 gazi gemoglobin bilan birikishi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Shimadzu UV-1900 spektrofotometrida CO (COHb)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CO gemoglobin bilan juda oson birikib, barqaror karboksigemoglobin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Birikish tezligi kislorodnikiga nisbatan 300 marta kuchli; CO ning ajralishi esa 3600 barobar sekin.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 gazining hidi bo‘lmagani uchun zaharlanish tez va to‘satdan ro‘y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HbO2 (oksigemoglobin)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CO (is gazi)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1933956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HbCO (karboksigemoglobin)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3387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3140964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O2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CO ning birikish tezligi O2 dan 300 marta kuchli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HbO2 + CO → HbCO + O2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82, 81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COHb miqdori va zaharlanish darajasi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Shimadzu UV-1900 spektrofotometrida CO (COHb)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COHb 20–30 % bo‘lsa kuchsiz zaharlanish; 30–35 % — o‘rtacha; 35–50 % — og‘ir.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50–60 % da kuchli zaharlanish, tirishish, hushdan ketish; 70–80 % ga yetganda o‘lim sodir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Kitob va malaka fayli darajalari farq qiladi; slaydda kitobdagi qiymat keltirildi.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685"/>
                <a:gridCol w="3561289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COHb, %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Daraja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20–30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kuchsiz zaharlanish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30–35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o‘rtacha zaharlanish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35–50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og‘ir zaharlanish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50–60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kuchli, tirishish, hushdan ketish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70–80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o‘lim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COHb darajalari (toks 82)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82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COHb aniqlash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Shimadzu UV-1900 spektrofotometrida CO (COHb)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 gazini aniqlash qondagi karboksigemoglobinni kimyoviy va fizik-kimyoviy usullar bilan aniqlashga asoslangan.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Fizik-kimyoviy usullar: spektroskopik, spektrofotometrik, fotometrik va gaz xromatografik.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Biologik ob’ektdan aniqlash uchun ob’ekt ezilib qoni ajratiladi, so‘ng qon tekshiriladi.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COHb aniqlash usullari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Kimyoviy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Rang o‘zgarishini solishtirish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Spektroskopik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Fraungofer chiziqlari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Spektrofotometrik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450–620 nm sohada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Fotometrik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Gaz xromatografik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Usullar (toks 82)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82, 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Spektroskopik usul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Shimadzu UV-1900 spektrofotometrida CO (COHb)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 spektroskopda tekshirilganda spektrning D va E sohasida Fraungofer chiziqlari ko‘rinadi.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COHb 564–579 va 523–536 nm sohalarda yutilish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Ammoniy sulfid ta’sirida OHb yutilishi 543–596 nm oralig‘ida keng yo‘lga birlashadi; COHb da spektr o‘zgarmaydi.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Oksigemoglobin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Ammoniy sulfid bilan qaytariladi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Spektrlar birlashib keng yo‘l (543–596 nm)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Karboksigemoglobin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Ammoniy sulfid bilan qaytarilmaydi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Spektr o‘zgarmaydi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564–579 va 523–536 nm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Spektroskopik farq (toks 83)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83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Spektrofotometrik usul mohiyati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Shimadzu UV-1900 spektrofotometrida CO (COHb)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 OHb va COHb ni deoksigemoglobingacha qaytarib, optik ko‘rsatkichini aniqlashga asoslangan.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Chinlik va miqdor 450–620 nm to‘lqin uzunligi sohasidagi yutilish spektrlariga asoslanib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Uch eritma tayyorlanadi: A (tekshiriluvchi qon), B (COHb + deoksi), V (faqat COHb).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Spektr sohasi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450–620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Qon (A eritma)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Suyultirish hajmi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Bufer pH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7,38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Kyuveta qalinligi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</a:t>
            </a:r>
            <a:r>
              <a:rPr sz="1500" b="0">
                <a:solidFill>
                  <a:srgbClr val="6B7280"/>
                </a:solidFill>
                <a:latin typeface="Calibri"/>
              </a:rPr>
              <a:t>  sm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Spektrofotometrik usul (toks 83–84)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83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UV-1900: umumiy ma’lumot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Shimadzu UV-1900 spektrofotometrida CO (COHb)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UV-1900 seriyasi to‘lqin uzunligi diapazoni 190–1100 nm; ilovada qo‘llanma UV-1900i bo‘yicha.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Yorug‘lik manbai: WI (galogen) yoki D2 (deyteriy) lampa; holati ekran yuqorisidagi status panelida ko‘rinadi.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O‘rnatish joyi: 15–35 °C, namlik 35–80 %, to‘g‘ridan-to‘g‘ri quyosh nuri va tebranishdan xoli.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To‘lqin diapazoni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190–1100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Lampalar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WI + D2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Xona harorati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15–35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Namlik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35–80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Massa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16,6</a:t>
            </a:r>
            <a:r>
              <a:rPr sz="1500" b="0">
                <a:solidFill>
                  <a:srgbClr val="6B7280"/>
                </a:solidFill>
                <a:latin typeface="Calibri"/>
              </a:rPr>
              <a:t>  kg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UV-1900i: asosiy ko‘rsatkichlar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Shimadzu Europa., UV-1900 UV-Vis spektrofotometr, betlar: texnik ko‘rsatkichlar; Shimadzu Corporation., UV-1900i Instruction Manual, betlar: 20, 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UV-1900i o‘lchash rejimlari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Shimadzu UV-1900 spektrofotometrida CO (COHb)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Rejim menyusida: Photometric, Spectrum, Quantitation, Kinetics, Time Course, Bio Method.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Photometric rejimi bitta yoki ko‘p to‘lqin uzunligida optik zichlik, o‘tkazuvchanlik o‘lchaydi.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Spectrum rejimi to‘lqin uzunligini skanerlab spektr oladi; cho‘qqi topish va tekislash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4192"/>
                <a:gridCol w="2913782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Rejim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Vazifa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Photometric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 ta to‘lqin uzunligi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Photometric 8l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2–8 ta to‘lqin uzunligi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Spectrum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to‘lqin skanerlash, spektr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Quantitation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kalibrlash chizig‘i, miqdor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Kinetics / Time Course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vaqt bo‘yicha o‘zgarish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UV-1900i rejimlari (Operation Guide, 19–23)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Shimadzu Corporation., UV-1900i Instruction Manual, betlar: 19,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COHb uchun qaysi rejim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Shimadzu UV-1900 spektrofotometrida CO (COHb)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Spektr 450–620 nm oralig‘ida olinadi — bu Spectrum rejimiga mos (bizning moslashtirishimiz).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D1 va D2 ikki to‘lqin uzunligida o‘lchanadi — Photometric 8l rejimida 2–8 to‘lqin uzunligi kiritiladi.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Qaysi rejim qo‘llanishini ustoz va laboratoriya uslubiyoti belgilaydi.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Spectrum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Skanerlash diapazoni kiritiladi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Spektr real vaqtda chiziladi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Cho‘qqi topish (Peak Pick)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Photometric 8l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2–8 to‘lqin uzunligi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Ketma-ket o‘lchanadi (WL1…WLn)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Natija jadvalda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Moslashtirish: ustoz tasdiqlaydi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Shimadzu Corporation., UV-1900i Instruction Manual, betlar: 72, 64; Yuldashev Z.O., Umarova G.Q., Toksikologik kimyo, betlar: 85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Ishga tushirish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Shimadzu UV-1900 spektrofotometrida CO (COHb)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Yoqishdan oldin kyuvetalar bo‘lmasligi kerak: aks holda yorug‘lik to‘silib, tekshiruvda xato chiqishi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Yoqilgach tekshiruvlar va initsializatsiya boshlanadi; so‘ng [Mode Menu] ekrani chiqadi.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Xavfsizlik rejimi yoqilgan bo‘lsa, initsializatsiyadan so‘ng kirish (login) ekrani chiqadi.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Kyuveta yo‘q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Kyuveta xonasi va ushlagich bo‘sh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Yoqish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Quvvat tugmasi; initsializatsiya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Login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Xavfsizlik rejimida kirish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Mode Menu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Rejim tanlanadi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Lampa holati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WI yoki D2 status panelida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Yoqish (Operation Guide, 7, 18, 20)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Shimadzu Corporation., UV-1900i Instruction Manual, betlar: 7,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A, B, V eritmalar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Shimadzu UV-1900 spektrofotometrida CO (COHb)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 — tekshiriluvchi qon eritmasi; B — A ga natriy ditionit qo‘shilgan (COHb + deoksi); V — CO bilan to‘yintirilgan.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 eritmada OHb to‘liq deoksigemoglobingacha qaytariladi.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 eritmada OHb to‘liq COHb ga o‘tadi; MtHb ni qaytarish uchun ditionit qo‘shilib, yana CO bilan to‘yintiriladi.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 eritma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1 ml qon, 100 ml gacha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pH 7,38 bufer yoki 0,1 % ammiak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 eritma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 eritma kyuvetada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3–4 mg Na ditionit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V eritma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 eritma + CO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5–7 mg Na ditionit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qayta CO bilan to‘yintirish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Uch eritma (toks 83)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83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 eritmani tayyorlash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Shimadzu UV-1900 spektrofotometrida CO (COHb)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 ml quyqasiz qonga 100 ml bo‘lguncha pH 7,38 fosfat bufer yoki 0,1 % ammiak eritmasi qo‘shilib aralashtiriladi.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Olingan eritma rangi tiniq bo‘lishiga ahamiyat beriladi.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Ammiak varianti: qon 100 ml li o‘lchov kolbasiga solinib, belgigacha 0,1 % ammiak bilan to‘ldiriladi.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Qon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 ml quyqasiz qon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Suyultirish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100 ml gacha bufer yoki 0,1 % ammiak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Aralashtirish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Yaxshilab aralashtiriladi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Tekshirish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Eritma tiniq bo‘lishi shart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 eritma (toks 83–84)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83, 84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 eritma: CO bilan to‘yintirish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Shimadzu UV-1900 spektrofotometrida CO (COHb)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Konsentrlangan sulfat va chumoli kislotasidan CO hosil qilinadi.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CO 10 % ishqor (HCOOH bug‘ini tutadi), so‘ng suv (ishqordan tozalash) orqali o‘tkazilib, A eritmali idishga yuboriladi.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Keyin 5–7 mg natriy ditionit qo‘shilib, yana qo‘shimcha CO bilan to‘yintiriladi.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H2SO4 + HCOOH → CO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10 % ishqor (HCOOH tutadi)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 (ishqor izidan tozalash)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 eritmali idish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5–7 mg ditionit, yana 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CO olish va yuborish (toks 83)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83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Kyuveta va solishtiruvchi eritma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Shimadzu UV-1900 spektrofotometrida CO (COHb)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Eritma 1 sm li spektrofotometr kyuvetasiga solinadi.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Solishtiruvchi sifatida 0,1 % ammiak (yoki qonni suyultirgan bufer/suv)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Kyuvetaga natriy gidrosulfit kristallari qo‘shilib, qopqoqchasi yopib chayqatiladi.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84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Nolni o‘rnatish: Auto Zero va Base Corr.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Shimadzu UV-1900 spektrofotometrida CO (COHb)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Kyuveta bo‘limi qopqog‘i o‘lchash va nol o‘rnatish vaqtida yopiq bo‘lishi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Auto Zero — faqat belgilangan to‘lqin uzunligida; Baseline Correction — belgilangan to‘lqin uzunligi oralig‘ida tuzatish.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 o‘lchashdan oldin kyuvetaga bo‘sh (blank) namuna qo‘yilib [Auto Zero] yoki [Base Corr.] bosiladi.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Blank qo‘yish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Solishtiruvchi eritma kyuvetada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Qopqoqni yopish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Tashqi yorug‘lik tushmasin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Photometric: Auto Zero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0 Abs (100 %T) o‘rnatiladi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Spectrum, 8l: Base Corr.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Oraliq bo‘yicha baza chizig‘i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Start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O‘lchash boshlanadi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Nol (Operation Guide, 8, 55, 68, 77)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Shimadzu Corporation., UV-1900i Instruction Manual, betlar: 8, 55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Spectrum rejimi parametrlari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Shimadzu UV-1900 spektrofotometrida CO (COHb)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Photometric Type: Abs, %T, %R yoki Energy; Scan Range — boshlang‘ich to‘lqin uzunligi tugashidan katta bo‘lishi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Scan Speed: Survey, Fast, Medium, Slow, Very Slow; Data Interval: AUTO yoki 0,05–2,0 nm.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Nuqtalar soni 2001 tagacha; undan oshsa, interval avtomatik o‘zgartiriladi.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295"/>
                <a:gridCol w="3448679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Parametr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Qo‘llanmadagi variantlar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Photometric Type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Abs, %T, %R, Energy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Scan Range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boshlanish &gt; tugash (nm)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Scan Speed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Survey…Very Slow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Data Interval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AUTO; 0,05–2,0 nm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Nuqtalar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≤ 2001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Spectrum: Scan Settings (Operation Guide, 73–74)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Shimadzu Corporation., UV-1900i Instruction Manual, betlar: 74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Spektrni o‘lchash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Shimadzu UV-1900 spektrofotometrida CO (COHb)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Parametrlar o‘rnatilgach, blank bilan [Base Corr.], so‘ng [Start] bosiladi.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O‘lchash vaqtida spektr real vaqtda chiziladi; to‘xtatish faqat [Stop] bilan.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O‘lchangach grafik kattalashtiriladi; cho‘qqi topish, tekislash, arifmetik amallar qo‘llanishi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Parametrlar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[Scan Settings], [Measurement Settings]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Base Corr.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Blank bilan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Namuna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 va V eritma kyuvetada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Start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Spektr real vaqtda chiziladi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Ko‘rish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Grafik, Peak Pick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Spektr olish (Operation Guide, 72–78)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Shimadzu Corporation., UV-1900i Instruction Manual, betlar: 77, 78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Kutilgan spektrlar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Shimadzu UV-1900 spektrofotometrida CO (COHb)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Deoksigemoglobin (B eritma) 557 nm da bitta maksimum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COHb 541 va 571 nm da ikkita maksimumga ega.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Umumiy chizmada 550, 565 va 580 nm da izobestik nuqtalar hosil bo‘lishi xarakterli.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Hb maksimumi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557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COHb maksimumlari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541 va 571</a:t>
            </a:r>
            <a:r>
              <a:rPr sz="11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Izobestik nuqtalar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550, 565, 580</a:t>
            </a:r>
            <a:r>
              <a:rPr sz="11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Spektr belgilari (toks 84)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84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Miqdoriy o‘lchash: ikki to‘lqin uzunligi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Shimadzu UV-1900 spektrofotometrida CO (COHb)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Optik zichlik ikki monoxromatik nurda (D1, D2) o‘lchanadi: bu ikki joyda COHb va Hb farqi eng katta.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D2 — 550 nm (izobestik nuqta) da o‘lchanadi.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D1 uchun 538 nm qabul qilindi; kitobning ayrim joylarida 534 nm yozilgan.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D1 to‘lqin uzunligi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538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D2 (izobestik)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550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Koeffitsiyent K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0,372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Kyuveta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</a:t>
            </a:r>
            <a:r>
              <a:rPr sz="1500" b="0">
                <a:solidFill>
                  <a:srgbClr val="6B7280"/>
                </a:solidFill>
                <a:latin typeface="Calibri"/>
              </a:rPr>
              <a:t>  sm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Ditionit (B)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3–4</a:t>
            </a:r>
            <a:r>
              <a:rPr sz="1500" b="0">
                <a:solidFill>
                  <a:srgbClr val="6B7280"/>
                </a:solidFill>
                <a:latin typeface="Calibri"/>
              </a:rPr>
              <a:t>  mg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Miqdoriy o‘lchash (toks 84–85)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84, 85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UV-1900i da ikki to‘lqin uzunligini o‘lchash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Shimadzu UV-1900 spektrofotometrida CO (COHb)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Photometric 8l rejimida [No. of WLs] 2 dan 8 gacha; o‘lchash [WL1], [WL2]… tartibida bajariladi.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 o‘lchashdan oldin blank bilan [Base Corr.] bosiladi, so‘ng [Start].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Natijalar [Photo. Table] da; [Save Table] bilan saqlanadi, [Print] bilan chop etiladi.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WL1=538, WL2=550 nm kiritish — kitob qiymatlarining moslashtirilishi, ustoz tasdiqlashi kerak.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Rejim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Photometric → Photometric 8l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No. of WLs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2 ta to‘lqin uzunligi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WL1, WL2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538 va 550 nm (ustoz tasdig‘i)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Base Corr.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Blank bilan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Start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Photo. Table da natija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8171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8523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Save Table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Natijani saqlash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Photometric 8l (Operation Guide, 62–69)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Shimadzu Corporation., UV-1900i Instruction Manual, betlar: 64, 68, 69; Yuldashev Z.O., Umarova G.Q., Toksikologik kimyo, betlar: 85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Hisoblash formulasi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Shimadzu UV-1900 spektrofotometrida CO (COHb)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COHb miqdori: P = 100 − (D_COHb − D_HbCOHb)·100 / (D_HbI·K); K = 0,372.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D_COHb — CO bilan to‘yingan V eritmaning 538 nm dagi optik zichligi; D_HbCOHb — B eritma, ditionitdan keyin.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D_HbI — B eritmaning 550 nm (izobestik nuqta) dagi optik zichligi.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2900"/>
                <a:gridCol w="3365075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Ma’nosi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COHb miqdori, 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D_COHb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 eritma, 538 nm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D_HbCOHb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 eritma, ditionitdan keyin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D_HbI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 eritma, 550 nm (izobestik)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koeffitsiyent 0,372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 = 100 − (D_COHb − D_HbCOHb)·100 / (D_HbI·K)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84, 85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Natijani baholash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Shimadzu UV-1900 spektrofotometrida CO (COHb)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Olingan natija is gazi bilan zaharlanishni sud-tibbiy baholashga xizmat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Qonda COHb aniqlansa, bemorning is gazi bilan zaharlanganligi isbotlanadi.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Daraja: 20–30 % kuchsiz, 70–80 % — o‘lim (kitob jadvali).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85, 82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Kimyoviy usullar: rang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Shimadzu UV-1900 spektrofotometrida CO (COHb)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Zaharlangan va toza qon ranglari solishtiriladi: COHb saqlagan qon rangini o‘zgartirmaydi.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 sulfat: COHb li qon to‘q qizil; toza qon yashil. NaOH: toza qon qo‘ng‘ir.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Formaldegid: toza qon 5–10 daqiqada qo‘ng‘ir-qoramtir; qo‘rg‘oshin atsetati: toza qon qo‘ng‘ir.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530"/>
                <a:gridCol w="1432255"/>
                <a:gridCol w="2282190"/>
              </a:tblGrid>
              <a:tr h="51206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COHb li qon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Toza qon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K3[Fe(CN)6] 1 %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qizil, o‘zgarmaydi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sarg‘ayadi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CuSO4 10 %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to‘q qizil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yashil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NaOH 30 %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to‘q 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qo‘ng‘ir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Formaldegid 40 %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qizil, o‘zgarmaydi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qo‘ng‘ir-qoramtir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Pb atsetat 5 %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qizil, o‘zgarmaydi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qo‘ng‘ir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Rang reaksiyalari (toks 218)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218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Usullar cheklovi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Shimadzu UV-1900 spektrofotometrida CO (COHb)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Qonda COHb borligini tasdiqlash uchun bir necha reaksiya solishtiriladi; bitta reaksiya xatoga olib kelishi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Yengil zaharlanishda reaktivlar zaharlanmagan qon kabi natija beradi; kimyoviy usullar kam COHb uchun ahamiyatsiz.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Chirigan qonda NaOH bilan yorqin qizil rang (gemoxromogen) COHb bo‘lmasa ham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Spektrofotometriyada eritmaning optik ko‘rsatkichi 0,2 dan 1,0 gacha bo‘lishi lozim.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Kimyoviy usullar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Tez, oddiy rang solishtirish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Kam miqdorda ahamiyatsiz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Chirigan qonda yolg‘on musbat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Spektrofotometriya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Chinlik va miqdor beradi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Optik zichlik 0,2–1,0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Ikki to‘lqin uzunligi,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Taqqos (toks 108, 218)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218, 108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Xavfsizlik va tozalash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Shimadzu UV-1900 spektrofotometrida CO (COHb)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Toksik/biologik xavfli namunalar bilan himoya qo‘lqop va ko‘zoynak taqiladi.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Namuna to‘kilsa, uni SDS dagi usul bo‘yicha yo‘q qilinadi; asbob ustiga reaktiv qo‘yilmaydi.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Asbobni tozalashda spirt yoki erituvchi ishlatilmaydi; to‘kilgan suv qoldirilmaydi.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Qiling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Qo‘lqop, ko‘zoynak taqing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To‘kilganini SDS bo‘yicha yo‘qoting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Xonani shamollating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Qilmang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Asbob ustiga reaktiv qo‘ymang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Spirt/erituvchi bilan artmang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To‘kilgan suvni qoldirmang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Operation Guide, vii–viii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Shimadzu Corporation., UV-1900i Instruction Manual, betlar: vii, viii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Vaziyatli masala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Shimadzu UV-1900 spektrofotometrida CO (COHb)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10 ml qon taqdim etilgan: tanada pushti dog‘lar, ichki a’zolarda qon juda suyuq, qizil-alvon rangli.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Voqea: uy hammomida vannada cho‘kib vafot etgan; qaysi zaharli modda bilan zaharlanganini aniqlang.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Kimyoviy reaksiyalar natijalari «charxpalak» jadvaliga yoziladi.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219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Shimadzu UV-1900 spektrofotometrida CO (COHb)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Yuldashev Z.O., Umarova G.Q. Toksikologik kimyo (majmua), 2025, 81–85, 108, 217–220-betlar.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Shimadzu Corporation. UV-1900i Instruction Manual (Operation Guide), 207-90563, 2019.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Shimadzu Europa: UV-1900 sahifasi (190–1100 nm).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81–85; Shimadzu Corporation., UV-1900i Instruction Manual, betlar: iv–viii, 7–8, 18–23, 55, 62–78; Shimadzu Europa., UV-1900 UV-Vis spektrofotometr, betlar: texnik ko‘rsatkichlar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Shimadzu UV-1900 spektrofotometrida CO (COHb)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Z.O., Umarova G.Q. Toksikologik kimyo (o‘quv-uslubiy majmua), 2025.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Shimadzu Corporation. UV-1900i Instruction Manual (Operation Guide), 207-90563, 2019.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Shimadzu Europa. UV-1900 UV-Vis spektrofotometr (mahsulot sahifasi).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