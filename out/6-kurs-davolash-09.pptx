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Qaysi savollarni faqat tibbiy mutaxassis hal eta oladi? 2) Nega bu holatda bir ekspert yetarli emas? Doskada: mashg‘ulot rejasi. Tipik xato: komission ekspertizani tergovchi o‘zi xohlagan paytda tayinlanadigan ixtiyoriy tadbir deb bilish.</a:t>
            </a:r>
          </a:p>
          <a:p/>
          <a:p>
            <a:r>
              <a:t>Tekshirish kerak (manbada noaniq):</a:t>
            </a:r>
          </a:p>
          <a:p>
            <a:r>
              <a:t>- Mashg‘ulotda tayinlash asoslari, komissiya tarkibi, xulosa tuzilishi, protsess qatnashchilari huquqlari va xulosani baholash ko‘riladi.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Qaysi hujjatlar jinoiy, qaysi biri fuqarolik ishlarida qo‘llanadi? Doskada: 3 hujjat nomi + idoraviy qoidalar. Tipik xato: faqat Jinoyat protsessual kodeksiga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Qo‘shimcha va takroriy ekspertizaning farqi nimada? Doskada: besh tur jadvali. Tipik xato: komission va kompleks ekspertizani bir narsa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Qaror tarkibini sanab bering. Doskada: qaror tuzilishi. Tipik xato: savollarsiz qaror tuzish.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«Vrach aybdormi?» degan savol komissiya vakolatiga kiradimi? (Kharin: aybni hal qilish ekspertga tegishli emas, 217-bet). Doskada: to‘g‘ri / noto‘g‘ri savol misollari. Tipik xato: huquqiy baho berishni ekspertdan talab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ko‘chirma yetarli emas? Doskada: «asl hujjat» tamoyili. Tipik xato: ma’lumotnoma asosida xulosa berish.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Tavsifnoma nima uchun kerak? Doskada: hujjatlar ro‘yxati. Tipik xato: o‘lim holatida patologoanatomik bayonnomani qoldirib ketish.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uch holatda xulosa berish imkonsiz? Doskada: 3 holat. Tipik xato: imkonsizlik haqidagi hujjatni asoslamasdan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tuman bo‘linmasida o‘tkazilmaydi? (manbada sababi aytilmagan). Doskada: «byuro, ≥3». Tipik xato: komissiyani ikki kishidan tuzish (Kharin esa ≥2 mutaxassisni ko‘rsatadi, 216-bet).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Tarkib qaror bilan ko‘rsatilmasa nima bo‘ladi? Doskada: ikki yo‘l. Tipik xato: rahbar tarkibni mustaqil, kelishmasdan belgilaydi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Bu cheklovlar qanday tamoyilni himoya qiladi? Doskada: «xolislik». Tipik xato: o‘sha muassasa mutaxassisini «malakali» deb komissiyaga kiritish.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Ikki rolni taqqoslang. Doskada: jadval. Tipik xato: etakchi ekspertga qo‘shimcha huquq berilgan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Teng huquq xulosa sifatiga qanday ta’sir qiladi? Doskada: «imtiyoz yo‘q». Tipik xato: etakchi ekspert fikrini hal qiluvchi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so‘roq komissiya ishtirokida o‘tadi? Doskada: 2 huquq. Tipik xato: komissiya o‘zi xodimni so‘roq qiladi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Statsionar tekshiruv qachon zarur? Doskada: yo‘llanma zanjiri. Tipik xato: shaxsni komissiya o‘zi yotqizadi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Kirish qismi nima uchun komissiya a’zolarining unvonlarini qayd etadi? Doskada: xulosaning 3 qismi. Tipik xato: kirishda tahlil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Tibbiy hujjatlardan qaysi ma’lumotlar zarur? Doskada: ro‘yxat. Tipik xato: hujjat raqami va muassasasini ko‘rsatmaslik.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manba nimani isbotlaydi? Doskada: manba → dalil. Tipik xato: guvoh ko‘rsatmasini tibbiy hujjat o‘rniga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Varaq ko‘rsatish nimaga xizmat qiladi? Doskada: «ko‘chirma + varaq». Tipik xato: manbasiz ko‘chirma keltirish.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Yaxshi to‘xtam belgilarini sanang. Doskada: 4 talab. Tipik xato: to‘xtamni taxmin asosida «ehtimol» tarzida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Tashabbus bilan yoritiladigan holatlarga misol? (faqat muhokama). Doskada: «rad etish — asos bilan». Tipik xato: savolga javob bermaslikni asoslamaslik.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Alohida fikr qanday rasmiylashtiriladi? Doskada: jarayon sxemasi. Tipik xato: kelishmovchilik bo‘lsa xulosa chiqarmaslik.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Oldini olish tavsiyalarining amaliy ahamiyati? Doskada: sabablar → tavsiya. Tipik xato: tavsiyalarni xulosaning majburiy qismi deb hisoblash (manbada «bo‘lishi mumkin»).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Xulosa oshkor etilsa qanday xavf? Doskada: «faqat tayinlagan organga». Tipik xato: xulosani javobgar xodimga to‘g‘ridan-to‘g‘ri berish.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Qaysi huquq eng ko‘p ishlatiladi? Doskada: huquqlar ro‘yxati. Tipik xato: huquqlarni ekspertiza tugagandan keyin tushuntirish.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Qatnashchi nimaga haqli, nimaga haqsiz? Doskada: ikki ustun. Tipik xato: qatnashchini majlisga kiritish.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So‘roq qachon o‘tkaziladi? Doskada: «xulosadan keyin». Tipik xato: xulosa tayyor bo‘lmasdan ekspertni so‘roq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xulosa ustuvor kuchga ega emas? Doskada: «dalillar yig‘indisi». Tipik xato: ekspert xulosasini sud uchun majburiy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Takroriy ekspertiza qachon tayinlanadi? Doskada: ikki xulosa → asos. Tipik xato: sabab ko‘rsatmasdan bir xulosani tanlash.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Qachon ekspertizani faqat materiallar bo‘yicha o‘tkazish mumkin? Doskada: 2 shart. Tipik xato: ish materiallarida ma’lumot yetmasa ham materiallar bo‘yicha xulosa berish.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Bizning amaliyotda xizmat tekshiruvi qaysi hujjatlar bilan olib boriladi? (faqat muhokama; manba rus amaliyotini tasvirlaydi). Doskada: zanjir. Tipik xato: Rossiya tartibini O‘zbekiston qonuni deb ko‘rsatish.</a:t>
            </a:r>
          </a:p>
          <a:p/>
          <a:p>
            <a:r>
              <a:t>Tekshirish kerak (manbada noaniq):</a:t>
            </a:r>
          </a:p>
          <a:p>
            <a:r>
              <a:t>- Ish qo‘zg‘atilgach, tergovchi odatda komission ekspertiza tayinlaydi. Manba Rossiya tartibini bayon etadi.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Ro‘yxatni O‘zbekiston manbasi (Giyosov) ro‘yxati bilan taqqoslang. Doskada: umumiy hujjatlar. Tipik xato: faqat tibbiy kartani ko‘rib chiqish.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Ekspertlar nimani hal etadi va nimani hal etmaydi? Doskada: ikki ustun (tibbiy / huquqiy). Tipik xato: ekspertdan aybni aniqlashni talab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Savollarni guruhlarga ajrating (diagnostika, davolash, texnika, sababiy bog‘lanish). Doskada: 4 guruh. Tipik xato: savolni «aybdormi?» shaklida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Ekspert nuqsonni qanday tasniflaydi? Doskada: 4 noxush oqibat sababi. Tipik xato: vrach xatosini huquqiy kategoriya deb hisoblash (manba: huquqiy kategoriya emas).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Kharin darsligi Rossiya qonunchiligiga tayanadi; O‘zbekistondagi mos moddalar G‘iyosov darsligida (JK 102–117 va b.). Doskada: daraxtni chizing. Tipik xato: Rossiya JK modda raqamlarini O‘zbekiston JK ga ko‘chirish.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Har xato turiga misol keltiring. Doskada: 4 xato turi. Tipik xato: tashkiliy xatoni diagnostik xato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O‘zbekistondagi mos tartib G‘iyosov darsligida (FK 703–707). Doskada: besh qadamni yozing. Tipik xato: GK moddalari raqamlarini ikki mamlakat o‘rtasida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Mashg‘ulotdan 3 asosiy xulosa. Doskada: umumiy sxema. Tipik xato: xulosani yakuniy hukm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Amaliy mashg’ulot: Komission sud-tibbiy ekspertiza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nega komission ekspertiza kerak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Kasb vazifasini lozim bajarmaslik holatlari bo‘yicha tergov va sudda tibbiyotning maxsus bilim va ko‘nikmalarini talab etuvchi savollar tug‘iladi.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Qonunchilikka muvofiq bunday holatlarda komission sud-tibbiy ekspertiza tayinlanishi lozim.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Mashg‘ulotda tayinlash asoslari, komissiya tarkibi, xulosa tuzilishi, protsess qatnashchilari huquqlari va xulosani baholash ko‘riladi.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Komission ekspertiza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Tayinlash asoslari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Komissiya tarkibi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Xulosa tuzilishi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Qatnashchilar huquqi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Xulosani baholash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Mashg‘ulotda ko‘riladigan masalalar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Me’yoriy asoslar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Komission ekspertizani tayinlash, o‘tkazish va xulosani baholash «Sud ekspertizasi to‘g‘risida»gi Qonun, JPK va FPK da belgilangan.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Komission sud-tibbiy ekspertizalarni o‘tkazish bo‘yicha maxsus idoraviy qoidalar ham mavjud.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Sud ekspertizasi to‘g‘risidagi Qonun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JPK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FPK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Idoraviy qoidalar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Me’yoriy asoslar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Ekspertiza turlari: birlamchi (dastlabki), qo‘shimcha (xulosa yetarli aniq va to‘liq emas), takroriy (xulosa asoslanmagan yoki to‘g‘riligiga shubha).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Komission ekspertiza bir bilim sohasidagi mutaxassislar guruhi tomonidan, kompleks ekspertiza turli maxsus bilimlardan foydalanib o‘tkaziladi.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Murda, tirik odam yoki ashyoviy dalilni bevosita tekshirib bo‘lmaganda materiallar bo‘yicha ekspertiza o‘tkaziladi: birlamchi, takroriy, qo‘shimcha, komission.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Ekspertiza turlari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22120"/>
            <a:ext cx="0" cy="341376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2212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Birlamchi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Dastlabki ekspertiza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40487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100072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100072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Qo‘shimcha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Xulosa yetarli aniq emas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08762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2782824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782824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Takroriy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Asoslanmagan yoki shubhali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377037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465576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465576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Komission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Bir sohadagi mutaxassislar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445312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148328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148328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Kompleks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Turli maxsus bilimlar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12380" y="513588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72400" y="483108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483108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Materiallar bo‘yicha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Obyektni tekshirib bo‘lmaganda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Ekspertiza turlari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Харин Г.М. (Kharin G.M.)., Краткий курс судебной медицины: учебное пособие, betlar: 241, 214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Tayinlash asosi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Komission ekspertiza uchun asos — surishtiruvchi, tergovchi, prokuror qarori yoki sud ajrimi.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Qaror va ajrim bayon qismida ish tafsiloti qisqacha qayd etiladi; so‘ng ekspertiza turi va kimga tayinlangani ko‘rsatiladi.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Qaror qismida ekspertlar komissiyasi hal etishi lozim savollar keltiriladi.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Asos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Surishtiruvchi, tergovchi, prokuror qarori yoki sud ajrimi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Bayon qismi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Ish tafsiloti qisqacha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Tayinlash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Ekspertiza turi va kimga tayinlangani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Qaror qismi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Komissiya hal etadigan savollar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Qaror va ajrim tarkibi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Savollarga qo‘yiladigan talablar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Savollar aniq, tushunarli va sud ekspertizasi maqsadlariga mos bo‘lishi lozim.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Savollar sud-tibbiy ekspertlar komissiyasi tasarrufidan chetga chiqmasligi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Komissiyaga taqdim etiladigan materiallar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Komissiyaga ish materiallari, tibbiy hujjatlar va tekshiruv uchun zarur boshqa obyektlar taqdim etiladi; ular qarorda ko‘rsatiladi.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Istisno holatda muassasa rahbari imzolagan va muhr bilan tasdiqlangan kseronusxalar ishlatilishi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Alohida kasallik tarixidan ko‘chirma va ma’lumotnomalar bo‘yicha komission ekspertiza o‘tkazishga yo‘l qo‘yilmaydi.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Taqdim etiladi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Ish materiallari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Tibbiy hujjatlar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Qarorda ko‘rsatilgan obyektlar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Istisno holat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Rahbar imzolagan, muhrli kseronusxa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Mumkin emas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Kasallik tarixidan ko‘chirma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Ma’lumotnomalar asosida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Materiallar bo‘yicha qoidalar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Javobgarlikka tortish ishlarida qo‘shimcha hujjatlar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Komissiyaga oldin o‘tkazilgan idoraviy va boshqa xizmat tekshiruvlari taqdim etilishi lozim.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Javobgarlikka tortilayotgan xodimga kasbiy tayyorgarligi, tajribasi va mutaxassislik toifasi ko‘rsatilgan tavsifnoma beriladi.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 holatida murda ekspertizasi xulosasi yoki patologoanatomik bayonnoma va qo‘shimcha laborator (gistologik, sud-kimyo) natijalari taqdim etiladi.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Qo‘shimcha hujjatlar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Tekshiruvlar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Idoraviy va xizmat tekshiruvlari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Tavsifnoma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Tayyorgarlik, tajriba, toifa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O‘lim bo‘lsa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Murda ekspertizasi yoki PAB  ·  Gistologik, sud-kimyo natijalari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Javobgarlikka tortish ishlari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134–135, 135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Yetishmagan materiallar va xulosa berish imkonsizligi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Etishmagan ish materiallari komissiya taklifiga ko‘ra ekspertiza muassasasi rahbari tomonidan tayinlagan idoradan talab qilinishi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Savol hal bo‘lmasa, obyekt yaroqsiz yoki yetarli bo‘lmasa, fan imkon bermasa, komissiya xulosa berish imkoni yo‘qligi haqida asoslantirilgan hujjat tuzadi.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Bilim yetmaydi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Obyektlar yaroqsiz yoki yetarli emas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Fan va amaliyot imkon bermaydi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Asoslantirilgan hujjat yuboriladi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Xulosa berish imkonsiz bo‘lgan holatlar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Komissiyaning o‘tkazilish joyi va soni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Komission sud-tibbiy ekspertizalar faqat sud-tibbiy ekspertiza byurolarida o‘tkaziladi; tuman, tumanlararo va shahar bo‘linmalarida yo‘l qo‘yilmaydi.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Komissiya uchtadan kam bo‘lmagan shaxsdan tashkil topadi.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Zarurat bo‘lsa, davlat sud-tibbiy ekspertlaridan tashqari turli profildagi klinik mutaxassislar ham kiritilishi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Komissiya tarkibi</a:t>
            </a:r>
          </a:p>
          <a:p>
            <a:pPr algn="l">
              <a:spcAft>
                <a:spcPts val="100"/>
              </a:spcAft>
            </a:pPr>
            <a:r>
              <a:rPr sz="2700" b="1">
                <a:solidFill>
                  <a:srgbClr val="0B1F3A"/>
                </a:solidFill>
                <a:latin typeface="Calibri"/>
              </a:rPr>
              <a:t>kamida 3 kishi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O‘tkaziladigan joy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sud-tibbiy byuro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Tuman/shahar bo‘linma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yo‘l qo‘yilmaydi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Klinik mutaxassis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kiritilishi mumkin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Komissiya soni va joyi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Komissiya tarkibini kim belgilaydi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Ekspertiza tayinlagan organ tarkibni o‘z ixtiyoriga ko‘ra belgilashi yoki komissiyaga alohida mutaxassisni kiritishi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Qarorda tarkib ko‘rsatilmasa, ekspertiza muassasasi rahbari tayinlagan organ bilan kelishib, o‘z xodimlaridan komissiya tuzadi.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Bilim yetmasa, rahbar boshqa muassasa mutaxassislarini kiritish haqida tavsiyanoma berishi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1: Tayinlagan organ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Tarkibni o‘zi belgilashi mumkin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2: Mutaxassis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Alohida mutaxassisni kiritishi mumkin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3: Ko‘rsatilmasa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Rahbar organ bilan kelishib o‘z xodimlaridan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4: Bilim yetmasa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Boshqa muassasa mutaxassisi tavsiyasi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Tarkibni belgilash tartibi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135–136, 136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Komissiya a’zosi bo‘la olmaydigan shaxslar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 yuz bergan davolash muassasasining rahbarlari va mutaxassislari komissiya tarkibiga kiritilishi mumkin emas.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 natijasidan biron-bir ko‘rinishda manfaatdor shaxslar ham komissiya a’zosi bo‘la olmaydi.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A’zolarga raddiya masalasini ekspertiza tayinlagan organ qonunda belgilangan tartibda ko‘rib chiqadi.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A’zo bo‘la olmaydi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Hodisa muassasasi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Rahbarlari  ·  Mutaxassislari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Manfaatdorlar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Ish natijasidan manfaatdor shaxs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Raddiya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Tayinlagan organ ko‘rib chiqadi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Komissiya a’zosiga cheklov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Etakchi ekspert va ma’ruzachi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Etakchi ekspert odatda ekspertiza muassasasi rahbari yoki profil tuzilma mudiri bo‘ladi; faoliyatni tashkil etish va nazoratni ta’minlaydi.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Ma’ruzachi ijro rejasini tuzadi, tayinlagan shaxs bilan muloqot qiladi, materiallarni majlisga tayyorlaydi, a’zolarni tanishtiradi.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Ma’ruzachi to‘xtam loyihasini tuzadi va xulosani rasmiylashtirishni nazorat qiladi.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6955"/>
                <a:gridCol w="3191019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Vazifa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Etakchi ekspert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Faoliyatni tashkil etish va nazorat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Ish bo‘yicha ma’ruzachi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Reja, muloqot, to‘xtam loyihasi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Boshqa a’zolar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Tekshiruv va xulosada ishtirok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Komissiya rollari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A’zolarning teng huquqi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Komissiyaning barcha a’zolari, etakchi ekspert va ma’ruzachi ham, teng protsessual huquq va majburiyatga ega.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Hech kim, hattoki etakchi ekspert ham, ekspertiza oldiga qo‘yilgan masalalarni hal etishda imtiyozga yoki ustunlikka ega emas.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Etakchi ekspert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Faoliyatni tashkil etadi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Nazoratni ta’minlaydi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Ma’ruzachi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Reja, muloqot, materiallar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To‘xtam loyihasi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Hammasi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Teng protsessual huquq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Hech kimda ustunlik yo‘q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Komissiya a’zolari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Komissiyaning huquqlari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Komissiya tayinlagan organ ruxsati bilan ishga oid jinoiy yoki fuqarolik ishi materiallari bilan tanishish huquqiga ega.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 javobgarlikka tortilgan tibbiy xodimni tushuntirish berishi uchun komissiya ishtirokida so‘roq qilishni talab qilishi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Ruxsat bilan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Jinoiy yoki fuqarolik ish materiallari bilan tanishish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Talab qilishi mumkin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Xodimni komissiya ishtirokida so‘roq qilish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Komissiya huquqlari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 muassasalar yordami va statsionar tekshiruv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Barcha tibbiy muassasalar komissiyaga har tomonlama yordam berishlari shart: mutaxassislar ishtiroki, maslahat, laboratoriya tekshiruvlari.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Ayrim holatda shaxs komissiya tavsiyasi va tayinlagan organ yo‘llanmasi bilan statsionarda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Statsionar natijalari tayinlagan organ orqali komissiyaga taqdim etiladi.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Yordam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Barcha tibbiy muassasalar yordam beradi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Shakli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Mutaxassis, maslahat, laboratoriya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Statsionar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Komissiya tavsiyasi va yo‘llanma bilan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Natija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Tayinlagan organ orqali komissiyaga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Muassasalar yordami va statsionar tekshiruv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xulosasi: kirish qismi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Natijalar tasdiqlangan shaklda ekspertlar xulosasi sifatida rasmiylashtiriladi va uch qismdan iborat.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Kirish: sana, joy, asos, komissiya tarkibi (lavozim, ilmiy daraja, unvon, staj, toifa), ish, maqsad va savollar.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Kirishda shuningdek komissiyaga taqdim etilgan materiallar, hujjatlar va obyektlar ko‘rsatiladi.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Kirish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Tekshiruv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To‘xtamlar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Xulosa qismlari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Tekshiruv qismi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Tekshiruv qismida savollarni hal etish uchun zarur dalillar bilan ishning mohiyati qisqacha bayon etiladi.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Qayd etiladi: ishni qo‘zg‘atish asosi, voqea joyi yoki murda topilgan joyni ko‘zdan kechirish bayonnomasidan ko‘chirma.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 hujjatlar ma’lumotlari: murojaat kunidagi shikoyat va ahvol, dinamik kuzatuv, davolash choralari, konsultatsiya va konsilium, paraklinik natijalar.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Tekshiruv qismi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Ishning mohiyati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Savollarni hal etuvchi dalillar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Boshlanish asosi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Ishni qo‘zg‘atish asosi  ·  Ko‘zdan kechirish bayonnomasi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Tibbiy hujjatlar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Shikoyat va ahvol, dinamika  ·  Davolash, konsilium  ·  Paraklinik natijalar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Tekshiruv qismi mazmuni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Tekshiruv qismi: qo‘shimcha manbalar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ekspertizasi xulosasi (to‘xtamlari bilan) va patologoanatomik bayonnoma (diagnoz, klinik-anatomik epikriz) dan ko‘chirmalar.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Qo‘shimcha laboratoriya (gistologik, toksikologik) ma’lumotlari; klinik-anatomik va klinik konferensiya bayonnomalaridan ko‘chirmalar.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Xodimning xizmat tavsifnomasi, idoraviy va noidoraviy tekshiruvlar, ayblanuvchi, jabrlanuvchi va guvohlar so‘roq bayonnomalaridan ko‘chirmalar.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Qo‘shimcha manbalar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Murda ma’lumotlari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Ekspertiza xulosasi to‘xtamlari  ·  Patologoanatomik bayonnoma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Laboratoriya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Gistologik, toksikologik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Konferensiyalar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Klinik-anatomik, klinik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Xodim va guvohlar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Xizmat tavsifnomasi  ·  So‘roq bayonnomalaridan ko‘chirma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Tekshiruv qismidagi qo‘shimcha manbalar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Ko‘chirmalarni varaq bo‘yicha ko‘rsatish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Barcha ko‘chirma va hujjatlardan olingan ma’lumotlar ish materiallarining qaysi varag‘ida borligi ko‘rsatilib bayon etilishi lozim.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Materiallar bo‘yicha ekspertizada ko‘chirmalar iqtibos ko‘rinishida hujjatning aniq nomi, sanasi va ish tartib raqamiga havola bilan beriladi.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138–139; Харин Г.М. (Kharin G.M.)., Краткий курс судебной медицины: учебное пособие, betlar: 216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To‘xtamlarga qo‘yiladigan talablar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To‘xtamlar savollarga javoblarni o‘z ichiga oladi va xulosaning tekshiruv qismidagi ma’lumotlardan kelib chiqishi, ularga mos bo‘lishi lozim.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To‘xtam obyektiv, ilmiy asoslantirilgan, turli talqinga yo‘l qo‘ymaydigan darajada aniq va tushunarli bo‘lishi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Faqat subyektiv, taxminiy ma’lumotlarga asoslangan, noto‘liq, mavhum yoki o‘zaro zid to‘xtamlarga yo‘l qo‘yilmaydi.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Obyektiv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Ilmiy asoslangan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Aniq va tushunarli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Tekshiruvga mos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To‘xtam talablari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Savollarni rad etish va tashabbus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Obyektlar yoki ekspertlarning maxsus bilimi yetarli bo‘lmasa, komissiya ayrim savollarni hal etishni asoslantirib rad etishi lozim.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Komissiya o‘z tashabbusi bilan ish uchun ahamiyatli, ammo savol qo‘yilmagan holatlarni ham xulosada yoritishi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Savolni rad etish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Obyekt yetarli emas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Maxsus bilim yetmaydi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Asoslantirib rad etiladi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O‘z tashabbusi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Savol qo‘yilmagan holat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Ahamiyatli bo‘lsa xulosada yoritiladi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Komissiya savollarga munosabati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Imzo va alohida fikr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fikrga kelinsa, komissiya birgalikda xulosa tuzadi va imzolaydi.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A’zolar fikri turlicha bo‘lsa, ularning har biri barcha yoki ayrim savollar bo‘yicha alohida xulosa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xulosaga rozi bo‘lmagan ekspert faqat o‘zi rozi bo‘lgan qismini imzolaydi va alohida fikrni umumiy to‘xtamlardan keyin bayon etib imzolaydi.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Umumiy fikr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Birgalikda xulosa tuziladi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Birgalikda imzolanadi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Fikr turlicha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Har bir a’zo alohida xulosa beradi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Rozi bo‘lmagan ekspert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Rozi bo‘lgan qismini imzolaydi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Alohida fikr to‘xtamlardan keyin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Xulosani imzolash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139; Харин Г.М. (Kharin G.M.)., Краткий курс судебной медицины: учебное пособие, betlar: 216–217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Sabablar, sharoitlar va ilovalar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Xulosada huquqbuzarlik sabablari, uni vujudga keltirgan sharoitlar hamda bartaraf etish va oldini olish bo‘yicha tavsiyalar ko‘rsatilishi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Ko‘rgazmali materiallar xulosaga ilova qilinadi va uning tarkibiy qismi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Tekshiruv materiallari ekspertiza muassasasida qonunchilikda belgilangan muddat davomida saqlanadi.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Xulosa tarkibida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Sabablar va sharoitlar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Huquqbuzarlik sabablari  ·  Vujudga keltirgan sharoitlar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Tavsiyalar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Bartaraf etish  ·  Oldini olish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Ilovalar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Ko‘rgazmali materiallar xulosa qismi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Saqlash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Materiallar belgilangan muddat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Xulosadagi qo‘shimcha ma’lumotlar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139, 139–140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Xulosani yuborish va oshkor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tugagach, xulosa ish materiallari va obyektlar bilan birga tayinlagan organga (shaxsga) yuboriladi.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Tayinlagan organning rasmiy ruxsatisiz xulosani protsess ishtirokchilariga taqdim etishga yo‘l qo‘yilmaydi.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Gumon qilinuvchi va ayblanuvchi huquqlari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JPK 179-moddada gumondor, ayblanuvchi va sudlanuvchilarning huquqlari keltirilgan.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Ular ekspertiza boshlanguncha qaror yoki ajrim bilan tanishishi, ekspertga raddiya berishi va ekspert tayinlash haqida tavsiya berishi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Qo‘shimcha savollar qo‘yish, qo‘shimcha materiallar taqdim etish, xulosa bilan tanishish, qo‘shimcha yoki takroriy ekspertiza talab qilish huquqi bor.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JPK 179: huquqlar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Ekspertiza oldidan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Qaror yoki ajrim bilan tanishish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Ekspertga munosabat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Raddiya berish  ·  Ekspert tayinlash tavsiyasi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Savollar va materiallar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Qo‘shimcha savol qo‘yish  ·  Qo‘shimcha materiallar taqdim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Xulosadan keyin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Xulosa bilan tanishish  ·  Qo‘shimcha/takroriy ekspertiza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Gumondor va ayblanuvchi huquqlari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 xodim va protsess qatnashchilari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Ko‘rsatilgan tibbiy yordamni baholash bo‘yicha ekspertizada javobgarlikka tortilayotgan tibbiy xodim ham shu huquqlarga ega.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Qatnashchilar tayinlagan organ ruxsati bilan ishtirok etadi, tekshiruvga aralashmaydi, usul va natijalar mohiyatini tushuntirishni talab qilishi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Protsess qatnashchilarini komissiya yig‘ilishi va to‘xtam tuzish bosqichlariga qo‘yish mumkin emas.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Mumkin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Mumkin emas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Usul va natija mohiyatini so‘rash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Tekshiruvga aralashish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Tushuntirish berish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Komissiya majlisida ishtirok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Ruxsat bilan ishtirok etish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To‘xtam tuzish bosqichida bo‘lish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Qatnashchi: ruxsat etilgan va taqiqlangan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140, 140–141, 141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Komissiya a’zolarini so‘roq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Noaniqlik yoki qo‘shimcha tekshiruv talab qilmaydigan kamchiliklar bo‘lsa, a’zolar surishtiruvchi, tergovchi yoki sud tomonidan so‘roq qilinishi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So‘roq faqat mavjud xulosa bo‘yicha o‘tkaziladi; xulosa taqdim etilguncha a’zolarni so‘roq qilishga yo‘l qo‘yilmaydi.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Xulosani baholash (JPK 187)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JPK 187: komissiya xulosasi boshqa dalillar bilan birga ilmiy asoslanganligi va protsessual me’yorlarga rioya nuqtai nazaridan baholanadi.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Surishtiruvchi, tergovchi va sud uchun xulosa dalil sifatida ustuvor kuchga ega emas.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Xulosaga qo‘shilmaslik asoslantirilgan bo‘lishi lozim.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JPK 187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Boshqa dalillar bilan birga baholanadi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Mezon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Ilmiy asoslangan, protsess me’yorlariga rioya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Kuchi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Dalil sifatida ustuvor emas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Rad etish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Xulosaga qo‘shilmaslik asoslanadi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Komissiya xulosasini baholash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Bir ishda ikkita komissiya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Ayrim holatda bir ish bo‘yicha ikki yoki undan ortiq komission ekspertiza o‘tkazilishi va ularning fikrlari mos kelmasligi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Bunda bir komissiya xulosasi inobatga olinib, ikkinchisi rad etilganining sabablari asoslab berilishi lozim.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Bir ishda ikki komissiya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Fikrlar mos kelmaydi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Bir xulosa inobatga olinadi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Ikkinchisini rad etish sababi asoslanadi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 komissiya fikri mos kelmasa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Materiallar bo‘yicha ekspertiza: maqsad va asoslar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Materiallar bo‘yicha ekspertiza tibbiy yordam ko‘rsatishdagi nuqsonlarning sabab va holatlarini aniqlash maqsadida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Obyekt ekspertga berilishi imkonsiz yoki qiyin bo‘lganda, ishda javob uchun barcha ma’lumot bo‘lganda tayinlanadi.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Odatda tibbiy kartalar, ma’lumotnomalar, patologoanatomik bayonnomalar va birlamchi ekspertiza xulosalari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Materiallar bo‘yicha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Maqsad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Yordam nuqsonlari sabablarini aniqlash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Qachon tayinlanadi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Obyektni berib bo‘lmasa  ·  Javob uchun ma’lumot yetarli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Tekshiriladi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Tibbiy kartalar, ma’lumotnomalar  ·  Patologoanatomik bayonnomalar  ·  Birlamchi ekspertiza xulosalari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Materiallar bo‘yicha ekspertiza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Харин Г.М. (Kharin G.M.)., Краткий курс судебной медицины: учебное пособие, betlar: 214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Ish qo‘zg‘atilishi va xizmat tekshiruvi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 xodimlar ishi odatda bemor (yoki qarindoshlar) shikoyati yoki davolash muassasasi ma’muriyati tashabbusi bilan paydo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Jinoyat ishi qo‘zg‘atilishidan oldin idoraviy maxsus komissiya xizmat tekshiruvi o‘tkazadi, nuqson, sabab va oqibat bog‘lanishini «Xulosa»da qayd 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 qo‘zg‘atilgach, tergovchi odatda komission ekspertiza tayinlaydi. Manba Rossiya tartibini bayon etadi.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Shikoyat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Bemor/qarindoshlar yoki ma’muriyat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Xizmat tekshiruvi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Idoraviy maxsus komissiya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«Xulosa»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Nuqsonlar, sabablar, bog‘lanish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Ish qo‘zg‘atiladi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Jinoyat ishi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Ekspertiza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Tergovchi komission tayinlaydi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Rossiya tartibi (Kharin)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Харин Г.М. (Kharin G.M.)., Краткий курс судебной медицины: учебное пособие, betlar: 215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Materiallar bo‘yicha ekspertiza obyektlari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Obyektlar: voqea joyi va murda topilgan joyni ko‘zdan kechirish bayonnomasi, avvalgi sud-tibbiy ekspertizalar materiallari.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Shuningdek ishdagi tibbiy hujjatlarning asl nusxalari, klinik-anatomik konferensiya bayonnomalari, idoraviy tekshiruv hujjatlari.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Javobgarlikka tortilayotgan tibbiy xodimlarning tavsifnomalari ham obyektlar qatoriga kiradi.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Ekspertiza obyektlari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Bayonnomalar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Voqea joyini ko‘zdan kechirish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Avvalgi ekspertizalar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Sud-tibbiy ekspertiza materiallari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Tibbiy hujjatlar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Asl nusxalar  ·  Klinik-anatomik konferensiya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Xodim va tekshiruv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Idoraviy tekshiruv hujjatlari  ·  Xodim tavsifnomalari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Materiallar bo‘yicha ekspertiza obyektlari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Харин Г.М. (Kharin G.M.)., Краткий курс судебной медицины: учебное пособие, betlar: 216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Komissiya, qaror va ekspert vakolati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Materiallar bo‘yicha ekspertiza komissiyasi kamida ikki mutaxassisdan iborat; biri etakchi ekspert, ikkinchisi tashkiliy ta’minotga javobgar.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Har bir a’zo taqdim etilgan materiallar bilan shaxsan tanishishi shart.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Qasd yoki ehtiyotsizlik, xodimning aybdorligi yoki aybsizligi masalasi ekspertlar vakolatiga kirmaydi, sud vakolatida.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7763"/>
                <a:gridCol w="2350211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Ekspert komissiyasi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Sud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Tibbiy masalalar, sabab-oqibat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Qasd yoki ehtiyotsizlik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Nuqsonlarni aniqlash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Aybdorlik yoki aybsizlik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Ekspert va sud vakolati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Харин Г.М. (Kharin G.M.)., Краткий курс судебной медицины: учебное пособие, betlar: 216, 217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 yordam nuqsonlari bo‘yicha savollar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Diagnostika o‘z vaqtida va to‘g‘ri o‘tkazilganmi? Klinik tashxis va davolash usuli to‘g‘ri tanlanganmi? Yordam o‘z vaqtida va to‘liq hajmda ko‘rsatilganmi?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 aralashuv ko‘rsatilganmi, uning bemor holatiga ta’siri qanday, texnik bajarilishi to‘g‘rimi, asoratlar bo‘lganmi?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Aralashuv bilan noxush oqibat orasida bevosita sababiy bog‘lanish bormi? Qanday nuqson yo‘l qo‘yilgan? Oldi olinishi mumkinmi? Yo‘riqnoma buzilganmi?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Ekspert savollari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Diagnostika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O‘z vaqtida, to‘g‘rimi  ·  Klinik tashxis to‘g‘rimi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Davolash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Usul to‘g‘ri tanlanganmi  ·  Yordam hajmi to‘liqmi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Aralashuv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Texnik bajarilishi, asoratlar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Bog‘lanish va oldini olish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Bevosita sababiy bog‘lanish  ·  Yo‘riqnoma buzilganmi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Tibbiy yordam nuqsonlari bo‘yicha savollar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Харин Г.М. (Kharin G.M.)., Краткий курс судебной медицины: учебное пособие, betlar: 217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Kasb huquqbuzarliklari va noxush oqibat sabablari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Kasb huquqbuzarligi — tibbiy fan, etika va deontologiya, qonun va yo‘riqnomalarni buzib, kasbiy vazifani bajarishdagi g‘ayriqonuniy harakat yoki harakatsizlik.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Noxush oqibatlar jinoiy huquqbuzarlik, vrach xatosi, baxtsiz hodisa va yatrogeniya (xodim faoliyati bilan bog‘liq kasallik) bilan bog‘liq bo‘lishi mumkin.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Vrach xatosi — vrachning o‘z fikr va harakatlarida vijdonan adashishi; beparvolik, e’tiborsizlik, o‘z-o‘ziga ishonish va kasbiy jaholat bo‘lmaydi.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Noxush oqibat sabablari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Jinoiy huquqbuzarlik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Vrach xatosi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Vijdonan adashish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Baxtsiz hodisa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Yatrogeniya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Xodim faoliyati bilan bog‘liq kasallik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Noxush oqibatlar manbalari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Харин Г.М. (Kharin G.M.)., Краткий курс судебной медицины: учебное пособие, betlar: 218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Javobgarlik turlari va jinoyat guruhlari (Rossiya qonunchiligi)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Vrachning kasb huquqbuzarligi uchun javobgarligi jinoiy, fuqarolik-huquqiy, intizomiy, ma’muriy va moddiy javobgarlikni o‘z ichiga oladi.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Huquqbuzarliklar ijtimoiy xavfliligiga ko‘ra jinoyatlarga va fuqarolik, ma’muriy, intizomiy xatti-harakatlarga bo‘linadi.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Rossiya JK shaxsga qarshi jinoyatlarni sanaydi: ehtiyotsizlikdan o‘lim va og‘ir zarar, noqonuniy abort, yordam bermaslik, xavfda qoldirish.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Manba Rossiya Federatsiyasi qonunchiligini bayon qiladi; O‘zbekiston JK moddalari bilan aralashtirmang.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Javobgarlik turlari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22120"/>
            <a:ext cx="0" cy="341376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2212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Jinoiy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40487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100072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100072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Fuqarolik-huquqiy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08762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2782824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782824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Intizomiy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377037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465576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465576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Ma’muriy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445312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148328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148328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Moddiy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12380" y="513588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72400" y="483108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483108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Jinoyatlar (RF JK)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F2937"/>
                </a:solidFill>
                <a:latin typeface="Calibri"/>
              </a:rPr>
              <a:t>Shaxsga qarshi  ·  Aholi salomatligiga qarshi  ·  Davlat xizmati manfaatiga qarshi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Kharin: javobgarlik turlari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Харин Г.М. (Kharin G.M.)., Краткий курс судебной медицины: учебное пособие, betlar: 219, 220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Xato turlari va baxtsiz hodisa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Sud-tibbiy amaliyotda diagnostik, davolash, tashkiliy xatolar hamda tibbiy hujjatlarni tuzish va rasmiylashtirishdagi xatolar farqlanadi.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Baxtsiz hodisa — tasodifiy holat bilan bog‘liq noxush oqibat; vijdonan ishlagan vrach uni oldindan ko‘ra olmagan, oldini ola olmagan; huquqiy kategoriya emas.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Yatrogeniya asosiy kasallikni muvaffaqiyatli davolash natijasida ham («ikkinchi kasallik») paydo bo‘lishi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Sud-tibbiy amaliyotda xatolar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Diagnostik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Tashxis qo‘yishdagi xato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Davolash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Davolash usuli bilan bog‘liq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Tashkiliy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Yordam tashkilidagi xato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Hujjat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Tibbiy hujjatni tuzish, rasmiylashtirish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Vrach xatolarining turlari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Харин Г.М. (Kharin G.M.)., Краткий курс судебной медицины: учебное пособие, betlar: 218, 219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 yordam: haq evaziga xizmat shartnomasi (Kharin)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Rossiya GK tibbiy yordamni (majburiy va ixtiyoriy sug‘urta doirasida ham) haq evaziga xizmat ko‘rsatish shartnomalariga kiritadi.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Ijrochi (muassasa, xodim) buyurtmachi topshirig‘i bilan tibbiy yordam ko‘rsatadi, buyurtmachi esa xizmatni to‘laydi.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Umumiy qoidalardan: xizmat sifati va kafolati, ma’lumot berish, foydalanish shartlari haqida ogohlantirish, sifatsizlik uchun javobgarlik.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Xizmat sifati shartnoma shartlariga va shu turdagi xizmatga odatda qo‘yiladigan talablarga mos bo‘lishi kerak.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Ijrochi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Muassasa yoki tibbiy xodim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Buyurtmachi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Odatda sug‘urta qildiruvchi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Xizmat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Bemorga tibbiy yordam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To‘lov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Buyurtmachi xizmatni to‘laydi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Sifat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Shartnoma va odatiy talablarga mos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Haq evaziga xizmat shartnomasi (RF GK)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Харин Г.М. (Kharin G.M.)., Краткий курс судебной медицины: учебное пособие, betlar: 223, 223-224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Komission ekspertiza qaror asosida, byuroda, kamida uch kishilik xolis komissiya tomonidan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Xulosa uch qismdan iborat; to‘xtamlar obyektiv, asoslangan va tekshiruv ma’lumotlariga mos bo‘lishi shart.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Xulosa sud va tergov uchun ustuvor kuchga ega emas, boshqa dalillar bilan birga baholanadi.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135, 137–139, 141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Alohida kasallik tarixidan ko‘chirma yoki ma’lumotnomalar bo‘yicha komission sud-tibbiy ekspertiza o‘tkazilishiga yo‘l qo‘yilmaydi.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Ekspertlar komissiyasi tarkibida etakchi ekspert odatda ekspertiza muassasasi rahbari yoki profil tuzilma mudiri bo‘ladi.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Komissiya xulosasida huquqbuzarlik sabablari, uni vujudga keltirgan sharoitlar va oldini olish bo‘yicha tavsiyalar ko‘rsatilishi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Rossiya amaliyoti (Kharin): materiallar bo‘yicha ekspertiza uchun savollar ro‘yxatida 13 ta savol keltirilgan — diagnostikadan yo‘riqnomalarni buzishgacha.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Komission sud-tibbiy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 Vrach faoliyatining huquqiy asoslari: darslik, Toshkent: Tafakkur-Bo‘stoni. 2012. 10-bob. Tibbiy xodimlarning kasb huquqbuzarliklari bo‘yicha tekshiruvlar; bet 134-142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Харин Г.М. (Kharin G.M.). Краткий курс судебной медицины: учебное пособие, М.: ГЭОТАР-Медиа. 2006. XI bo‘lim (27-29-boblar). Tibbiy xodimlar kasbiy huquqbuzarliklari bo‘yicha ekspertiza (1/2); bet 214-279; XI bo‘lim (27-29-boblar). Tibbiy xodimlar kasbiy huquqbuzarliklari bo‘yicha ekspertiza (2/2); bet 280-289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