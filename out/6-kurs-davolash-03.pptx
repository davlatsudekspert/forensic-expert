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bugungi vrachga faqat tibbiy bilim yetarli emas? 2) Bemorning iste’molchi sifatida talqin etilishi vrach ishiga qanday ta’sir qiladi? Doskaga chizing: uch boblik reja (1-bob → 2-bob → 3-bob) ko‘rinishidagi oddiy zanjir. Tipik xato: huquqiy bilimni axloq o‘rnini bosuvchi deb tushunish. Aslida ikkalasi bir-birini to‘ldiradi.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Tibbiyot huquqi ta’rifidagi tomonlarni kim deb ayta olasiz? 2) Huquq va axloq farqi nimada? Doskaga chizing: «bemor – xodim – muassasa» uchburchagi va o‘rtasiga «huquq, majburiyat, mas’uliyat» deb yozing. Tipik xato: tibbiyot huquqini faqat jinoiy javobgarlik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«qilmish» va «jinoyat»ni farqlash muhim? 2) Talaba ekspertizada qanday rolda qatnashishi mumkin? Doskaga chizing: A–B–V–G vazifalarini ketma-ket to‘rt katak qilib, ostiga mos ko‘nikmani yozing. Tipik xato: fan vazifalarini faqat nazariy bilim deb qabul qilish. Amaliy ko‘nikmalar ham belgilangan.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Bemorning «iste’molchi» deb talqin etilishi vrach–bemor munosabatiga qanday ta’sir qiladi? 2) Nega faqat tibbiy bilim endi yetarli emas? Doskada: «Ilgari» va «Hozir» ustunli jadval chizdiring, talab qo‘shilishini ko‘rsating. Tipik xato: xizmat ko‘rsatishga tenglashtirish axloqiy mas’uliyatni bekor qiladi deb o‘ylash; manbada huquqiy bilim qo‘shimcha talab sifatida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Vijdon va qonun nega bir-birining o‘rnini bosa olmaydi? 2) Etik talab buzilsa va huquqiy me’yor buzilsa, oqibat qanday farq qiladi? Doskada: pog‘onali sxema — pastda huquq (minimum), yuqorida etika. Tipik xato: huquq va axloqni bir-biriga qarama-qarshi qo‘yish; Popov aynan buni zinhor qilmaslikni ta’kidlaydi.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Tibbiyot xodimi kundalik ishida qaysi huquq sohalariga duch keladi? 2) Nima uchun maxsus qonunlar ro‘yxati doimo yangilanib turadi? Doskada: markazda «Tibbiyot huquqi», atrofida Konstitutsiya, maxsus qonunlar va to‘rt huquq sohasini yozing. Tipik xato: tibbiyot huquqini faqat «Fuqarolar sog‘lig‘ini saqlash to‘g‘risida»gi qonun bilan cheklash; manbada fuqarolik, mehnat, ma’muriy va jinoyat huquqi me’yorlari ham kiritilgan.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N. I. Amosov «vrachning vijdoniga ishonish lozim, hech qanday qonun uning o‘rnini bosa olmaydi» degan; bu fikr huquqni inkor etadimi? 2) Bemor «iste’molchi» deb talqin etilsa, xodimning mas’uliyati qanday o‘zgaradi? Doskada chizish: ikki pog‘onali zina, pastda huquq (minimum, majburlash bilan), yuqorida axloq (ixtiyoriy). Tipik xato: huquq va axloqni bir-biriga qarama-qarshi qo‘yish; manbada (V. L. Popov) buni zinhor qilmaslik ta’kidlangan.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40-modda bo‘yicha malakali tibbiy xizmatga qaysi yordam turlari kiradi (birlamchi tibbiy-sanitariya, tez, shoshilinch, ixtisoslashtirilgan)? 2) Bemor huquqi buzilsa, 44-modda unga qanday yo‘l beradi? Doskada chizish: moddalar raqamli ustun va har birining bir so‘zli mazmuni. Tipik xato: 40-modda (xizmatdan foydalanish huquqi) bilan 43-modda (davlat kafolati)ni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Tibbiyot xodimi o‘z burchini bajarmasa, qanday javobgarlik kelib chiqishi mumkin? 2) Bemorning huquqi shifokorning qaysi burchiga mos keladi? Doskada chizish: bu zanjirni strelkalar bilan chizib, har bir bo‘g‘inga tibbiy faoliyatdan misol yozing. Tipik xato: huquqni burchsiz va javobgarliksiz alohida tushuncha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Qonun umumiy xarakterda, xususiy jihatlar esa tarmoq hujjatlarida berilgan? Tezkor savol: Qonun nechta qism va modda? Doskada: 6 qismni ketma-ket yozib, har biriga bir so‘zli mazmun yozing. Tipik xato: IV qism (ekspertiza) bilan V qism (xodimlar)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shifokor faoliyati salomatlikning faqat kichik qismini ta’minlaydi? Profilaktika qanday ulush qo‘shadi? Doskada: 4 omilni ulush bo‘yicha ustunli diagramma qilib chizing. Tipik xato: tibbiy yordamni salomatlikning asosiy omili deb hisoblash. Tezkor savol: eng katta ulush qaysi omilda?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profilaktika ustuvorligi amaliyotda nimani anglatadi? Davlat va xususiy tizim qanday farqlanadi? Doskada: H-B-P-I-F ni yozib, har harfga tamoyil moslang. Tipik xato: 4-modda (Vazirlar Mahkamasi) va 5-modda (Sog‘liqni saqlash vazirligi) vakolatlarini aralashtirish. Tezkor savol: 3-modda nechta tamoyilni beradi?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davlat kafolati faqat belgilangan hajmdagi yordamga tegishli? 2) Xususiy klinikada qaysi guruhlarga yordam bepul bo‘lishi mumkin? Doskada chizish: davlat va xususiy tizimni ikki ustunli jadval ko‘rinishida chizdiring. Tipik xato: talabalar «davlat tizimidagi barcha xizmat bepul» deb o‘ylaydi, aslida faqat kafolatlangan hajm bepul.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Javoblar: 1) 40-modda. 2) 1996 yil 29 avgustda qabul qilingan, 14 sentyabrdan kuchga kirgan; 6 qism, 47 modda. 3) Inson huquqlariga rioya; aholining barcha qatlamlariga yordam ko‘rsatish; profilaktikaning ustuvorligi; sog‘liq yo‘qotilganda ijtimoiy himoya; tibbiyot fanining amaliyot bilan birligi (3-modda). Davlat tizimida kafolatlangan hajmdagi yordam bepul. Doskada chizish: ikki ustunli «Konstitutsiya | Qonun» va moddalar raqamini yozing. Muhokama: nega ikkala hujjatda ham 18-modda bor, lekin mazmuni boshqa? Tipik xato: 18-moddalarni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Nikoh oldi ko‘rigi qaysi ikki hujjatda tartibga solingan? 2) Nega oilaviy shifokorni tanlash huquqi bemor huquqlari bilan bog‘liq? Doskada chizish: 17 va 19–23-moddalar bo‘yicha toifalar ro‘yxatini yozing (modda raqami va toifa nomi). Tipik xato: 17-modda (kasb egalari) bilan Oila kodeksining 17-moddasini (nikoh oldi ko‘rigi)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Bemor shifokorni tanlash huquqi amalda qanday cheklanishi mumkin? 2) Huquq buzilganda shikoyat yo‘llari qaysilar? Doskaga chizing: «Bemor huquqlari» bo‘yicha 4 guruhli aqliy xarita (munosabat va tanlov; sharoit va maslahat; sir va rozilik; himoya va shikoyat). Tipik xato: talabalar sirni saqlash va rozilik huquqlarini bir-biriga aralashtiradi; ular 24-moddada alohida bandlar.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Nomaqbul prognozni bemorga qanday va kimga aytish to‘g‘ri? 2) 13 yoshli bemorning tashxisi kimga tushuntiriladi? Doskaga chizing: axborot mazmuni (tashxis, prognoz, usul, xavf, oqibat) va oluvchi (fuqaro / qonuniy vakil / tayinlangan shaxs) bo‘yicha sxema. Tipik xato: «to‘liq ma’lumot» degani prognozni etikasiz aytish deb tushuniladi.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Bemor hushsiz bo‘lsa, qaror kimga o‘tadi? 2) Navbatchi vrach qaror qabul qilganda qanday majburiyati bor? Doskaga chizing: qaror qabul qilish zanjirini (bemor → qonuniy vakil → konsilium → davolovchi/navbatchi vrach) o‘qlar bilan. Tipik xato: konsilium bo‘lmaganda ham muassasa rahbariyatiga xabar berish shartini unutish; manbada bu qaror keyin xabardor qilish sharti bilan qabul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Rad etishda vrachning vazifasi nima? 2) Nega yuqumli kasallikda rozilik talab qilinmaydi? Doskada: rad etish tartibi zanjirini chizdiring. Diqqat: kitobga ko‘ra, barcha rad etish hollarida yozma tasdiqnoma majburiy deb ko‘zda tutilmagan, shuning uchun uni mutlaq talab deb aytmang. Tipik xato: vakil rad etgan holda vasiylik organiga xabar berishni unutish. Tezkor savol: roziliksiz yordam qaysi kasalliklarga taalluqli?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Birlamchi yordamga nimalar kiradi (keng tarqalgan kasalliklar, profilaktika, oila-ona-bola muhofazasi)? 2) Xususiy muassasada qaysi guruhlarga bepul yordam beriladi va buni kim belgilaydi? Doskada: jadvalni 3 ustun bilan chizdiring. Tipik xato: Vazirlar Mahkamasi va Sog‘liqni saqlash vazirligining vakolatlarini aralashtirish. Tezkor savol: ixtisoslashtirilgan yordam standartini kim belgilaydi?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militsiya va yong‘indan saqlash xodimlari birlamchi yordamni bilishi kerak? 2) 32-moddaga ko‘ra bunday kasalliklarda qanday yordam ko‘rsatiladi (davlat muassasalarida tibbiy-ijtimoiy yordam va doimiy kuzatuv)? Doskada: ijtimoiy ahamiyatli kasalliklar ro‘yxatini yozdiring. Tipik xato: ro‘yxat va imtiyozlarni Vazirlar Mahkamasi belgilashini unutish. Voqea tahlili: yo‘lda baxtsiz hodisa bo‘ldi, tez yordam hali kelmadi. Birinchi yordamni kim ko‘rsatishi shart?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Talabalarga savolni 1 daqiqa o‘ylashga bering, so‘ng javobni muhokama qiling. Muhokama savollari: 1) Konsilium yig‘ishning imkoni bo‘lmasa, qaror kimda qoladi? 2) Qonuniy vakil aralashuvni rad etib, bu bemorga og‘ir oqibat keltirsa, vrach nima qiladi (vasiylik va homiylik organlariga xabar beradi)? Doskada chizish: «rozilikni kim beradi» sxemasi, ya’ni kattalar, 14 yoshgacha va layoqatsizlar, hushsiz bemor. Qo‘shimcha savol: yordam turlarini sanang (birlamchi tibbiy-sanitariya, shoshilinch va tez, ixtisoslashtirilgan; 15-16-betlar). Tipik xato: 14 yoshdan katta bola uchun ham ota-ona roziligi kerak deb o‘ylash; hushsiz bemorda hech qanday qaror olinmaydi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Sud-tibbiy ekspertiza boshqa turlardan nimasi bilan farq qiladi? 2) Nega patologo-anatomik tekshiruvning ekspertiza turi sifatida tan olinishi muhim? Doskada chizish: modda raqami va ekspertiza turi jadvalini talabalar o‘zi to‘ldirsin. Tipik xato: 36-37-moddalarni (vaqtincha layoqatsizlik va tibbiy-mehnat) aralashtirish yoki 40-moddani sud-tibbiy ekspertiza bilan bir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daqiqa. Muhokama savollari: 1) Qaysi hollarda diplomning o‘zi yetarli emas? 2) Xususiy amaliyot sifatini kimlar nazorat qiladi? Doskada chizish: diplom, litsenziya va xususiy amaliyot o‘rtasidagi bog‘liqlik zanjiri. Tipik xato: barcha tibbiy faoliyat uchun litsenziya shart deb o‘ylash; aslida litsenziya faqat Vazirlik belgilagan ayrim turlar va xususiy amaliyot uchun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Qasamyod axloqiy va huquqiy jihatdan nimasi bilan muhim? 2) Registratura xodimi yoki sug‘urta xodimi sirni olsa, uning majburiyati qanday? Doskada: «Sir tarkibi» ro‘yxatini 5 elementdan chizdiring (murojaat, holat, tashxis, tekshiruv, davolash). Tipik xato: talabalar sirni faqat tashxis deb o‘ylaydi, aslida murojaat qilganlik faktining o‘zi ham sir. Diqqat: sirni boshqaga bergan shaxs va sirni qabul qilgan shaxsning majburiyatini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Nima uchun bu 6 holat istisno hisoblanadi? 2) G‘ayriqonuniy zarar gumon qilinganda vrach nima qilishi kerak? Doskada: jadvaldagi 4 guruhni 6 holatga ajrating (bola va layoqatsiz alohida, so‘rov va zarar alohida). Tipik xato: istisnolarni «sir umuman yo‘q» deb tushunish; aslida bu faqat sanalgan holatlar va ruxsat etilgan tartib. Qo‘shimcha: 241-moddaga ko‘ra jinoyatni yashirish ham javobgarlik keltiradi, vrach organlarga o‘z vaqtida rasmiy xabar berishi lozim.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Zararni qoplagan vrach nega baribir javobgarlikka tortilishi mumkin? 2) Nima uchun Qonunni tarmoq hujjatlari bilan birga o‘rganish kerak? Doskada: «Zarar qoplanishi ≠ javobgarlikdan ozod bo‘lish» sxemasini chizing va uch javobgarlik turini yozing (intizomiy, ma’muriy, jinoiy). Tipik xato: talabalar zararni qoplash bilan masala yopiladi deb o‘ylaydi. Diqqat: fuqarolik tartibidagi qoplash va boshqa javobgarlik turlari bir-birini bekor 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Rozilik beruvchi shaxslar ketma-ketligi qanday? 2) Sirni oshkor etish mumkin bo‘lgan hollar qaysilar? Doskada: «qonuniy vakil – konsilium – davolovchi/navbatchi vrach» zanjirini chizdiring. Tipik xato: talabalar bola uchun doim konsilium kerak deb o‘ylaydi, aslida birinchi navbatda qonuniy vakil rozilik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ish o‘rinlari ko‘payishi sifatni oshirmadi? 2) Asossiz yotqizish aholi va davlat uchun qanday oqibat keltirgan? Doskada: «kamchilik – oqibat» ikki ustunli ro‘yxat tuzdiring. Tipik xato: talabalar muammoni faqat mutaxassis yetishmasligi deb biladi, moliyalashtirish mexanizmi ham sababligini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182-son Qaror va Davlat dasturining farqi nimada? 2) Qaysi tamoyil profilaktikaga tegishli? Doskada: hujjatlar vaqt chizig‘ini (1996 – 1998 – 2005) chizdiring. Tipik xato: 182-son Qarorni (1996, qishloq infratuzilmasi) Davlat dasturi (1998, Prezident Farmoni)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pullik ko‘rikda ham shoshilinch yordam bepul qoladi? 2) Nodavlat klinikadagi 20% sharti kimga tegishli? Doskada 2 ustunli jadval chizdiring: «bepul» va «pullik» yo‘nalishlar. Diqqat, tipik xato: pullik xizmat bo‘lgan joyda shoshilinch yordam ham pullik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Eski moliyalash vrachlarni nega bemorni shifoxonaga yuborishga undagan? 2) Jon boshiga moliyalash profilaktikaga qanday ta’sir qiladi? Doskada besh pog‘onali zanjirni ikki pog‘onali sxemaga almashtirib chizdiring. Tipik xato: jon boshiga moliyalashni «har muassasaga teng summa» deb tushunish; aslida har biriktirilgan kishi uchun me’yor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xususiylashtirish bepul yordam kafolatini buzmasligi kerak? 2) Litsenziyalash va attestatsiya vrach malakasiga qanday ta’sir qiladi? Doskada «bakalavriat → magistratura» zanjirini chizing. Tipik xato: bakalavriatda tor soha mutaxassislari tayyorlanadi deb o‘ylash; ular magistraturada tayyorlanadi.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Nima uchun ikkinchi bosqichda ixtisoslashgan markazlar kerak bo‘ldi? 2) Tuman birlashmalari qishloq vrachlik punktlariga qanday yordam beradi? Doskada chizish: uch hujjatni vaqt chizig‘ida (2003, 2007 sentyabr, 2007 oktyabr) joylashtiring. Tipik xato: Farmon (19 sentyabr) bilan Qarorni (2 oktyabr) aralashtirish; 2003 yilgi to‘rt tajriba markazini 2007 yilgi oltita markaz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Eski moliyalashtirish tizimi vrachni profilaktikadan nega uzoqlashtirgan? 2) Nega aynan ayollar va bolalar uchun ko‘proq mablag‘ ajratiladi? Doskada chizish: ikki ustun — eski (xodim soniga) va yangi (aholi soniga) moliyalashtirish. Tipik xato: moliyalashtirish mezonini muassasadagi xodimlar soni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Konstitutsiya, Qonun va islohot dasturi o‘zaro qanday bog‘langan? 2) Huquqiy savodxonlik vrach amaliyotida nimaga kerak? Doskada chizish: Konstitutsiya → Qonun → tarmoq hujjatlari → dastur zanjiri. Tipik xato: Qonunni batafsil yo‘riqnoma deb o‘ylash; u umumiy xarakterga ega, tafsilotlar tarmoq hujjatlarida.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Fuqarolar sog‘lig‘ini saqlash to‘g‘risidagi qonunchilik asoslari.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Ilgari tibbiy faoliyat uchun bilim, ko‘nikma va axloqiy qoidalarga rioya qilish yetarli deb qaralgan.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tenglashtirilgan: xodim xizmat ko‘rsatuvchi, bemor iste’molchi sanaladi.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N. I. Amosov fikricha, vrachning vijdoniga ishonish kerak va uning o‘rnini hech qanday qonun bosa olmaydi. Ammo huquq va axloqni qarama-qarshi qo‘yib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Mashg‘ulot rejasi: 1-bob — tibbiyot huquqi fani; 2-bob — sog‘liqni saqlash qonunchiligi asoslari; 3-bob — sog‘liqni saqlash tizimini isloh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6-7, 5, 9,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huquqi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Tibbiyot huquqi — diagnostika, davolash va profilaktika jarayonida bemorlar, tibbiyot xodimlari, fuqarolar va muassasalar munosabatlarini tartibga soluvchi qoida va me’yorlar majmuasi.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 tomonlarning huquq, majburiyat va mas’uliyat doirasini belgilaydi. Bunda umumhuquqiy va tashkiliy munosabatlarni tartibga soluvchi me’yoriy hujjatlar nazarda tutiladi.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Qamrovi: davolash-profilaktika yordami, sanitariya va epidemiyaga qarshi tadbirlar hamda shu yo‘nalishdagi boshqa faoliyat.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xavfi! Axloqiy-etik talablar ixtiyoriy bajariladi, huquqiy me’yorlar esa bevosita yoki bilvosita majburlash orqali ta’minlanadi.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maqsadi, vazifalari va ko‘nikmalari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qonunchilik asoslari, xodim va bemor huquq-majburiyatlaridan xabardor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hujjatlarni tahlil etish va tibbiy yordam nuqsonlarini farqlashni bilishi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Amaliy: xizmat tekshiruvi va sud-tibbiy ekspertizada mutaxassis yoki ekspert bo‘lib qatnashish.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Qonunchilik asoslarini o‘rganish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Huquqiy munosabatlar xususiyatlarini bilish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Kasb huquqbuzarliklari bilan tanishish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Qilmish va jinoyatni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Fanning to‘rt vazifasi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faoliyat: xizmat ko‘rsatish munosabati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tibbiyot xodimlari xizmat ko‘rsatuvchi, bemorlar esa iste’molchi sifatida talqin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tibbiy bilim va axloqiy qoidalarga rioya etarli sanalgan; endi huquqiy me’yorlarni bilish ham zarur.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5673"/>
                <a:gridCol w="29223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Ishtirokchi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Talqini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Tibbiyot xodimi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Xizmat ko‘rsatuvchi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Bemor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Iste’molchi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Ilgarigi talab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bilim + axloq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Hozirgi talab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Bilim + axloq + huquq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munosabatida tomonlar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 va axloq-etika: o‘zaro nisbat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Amosov: vrachning vijdoniga ishonish lozim, hech qanday qonun uning o‘rnini bosa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Popov: axloqiy-etik va huquqiy jihatlar o‘zaro bog‘liq, ularni bir-biriga qarama-qarshi qo‘yib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Daraja jihatidan huquq — ma’naviyatning minimumi, etika esa uning yuqori darajasi.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57222"/>
                <a:gridCol w="185722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Etika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Ma’naviyatning minimumi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Ma’naviyatning yuqori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Bajarilishi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Majburlash orqali ta’minlanadi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Erkin, ixtiyoriy bajariladi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Munosabati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Etikaga zid emas,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Huquqqa zid emas,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 va etikani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6-7,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predmeti va maxsus qonunlar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Fan predmeti — tibbiy faoliyatdagi huquqiy munosabatlar va ularning ishtirokchilari huquqiy maqomini belgilovchi me’yorlar.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Birinchi o‘rinda O‘zbekiston Respublikasi Konstitutsiyasi turadi, so‘ng maxsus qonunlar: «Fuqarolar sog‘lig‘ini saqlash to‘g‘risida», «Davlat sanitariya nazorati to‘g‘risida».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Yana: dori vositalari, giyohvand vositalar, odam immunotanqisligi virusi (OITV) profilaktikasi, psixiatrik yordam, radiatsion xavfsizlik, sil va qon donorligi qonunlari.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Xodimlarning kundalik faoliyati fuqarolik, mehnat, ma’muriy va jinoyat huquqi talablariga ham taalluqli; bu me’yorlar ham tibbiyot huquqi tizimiga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7,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huquq va axloq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tibbiy yordamga murojaat qiladi. Qonunchilikda u iste’molchi, shifokor esa xizmat ko‘rsatuvchi sifatida talqin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tibbiy bilim va axloqiy-etik qoidalarga rioya etarli deb qaralgan.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Axloqiy-etik talablar ixtiyoriy bajariladi. Huquqiy me’yorlar esa bevosita yoki bilvosita majburlash orqali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faqat vijdonga tayanib bo‘lmaydi? Huquq ma’naviyatning minimumi, axloq esa uning yuqori darajasi ekanini eslang.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sog‘liq huquqining asosi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18–20-moddalar: fuqarolar teng; huquqlardan foydalanish boshqalarning manfaatiga putur etkazmasligi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40-modda: malakali tibbiy xizmat huquqi; 43-modda: davlat buning uchun shart-sharoit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44: sud himoyasi. 45: voyaga etmaganlar, mehnatga layoqatsizlar va yolg‘iz keksalar davlat himoyasida.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18–20-modda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Tenglik; huquq va burch o‘zaro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Malakali tibbiy xizmat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43-modda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huquqlarni kafolatlaydi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44–45-modda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himoyasi; zaif guruhlar himoyasi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moddalar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Huquq, majburiyat va javobgarlik bog‘liqligi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va erkinliklarga egalik ma’lum burch va majburiyatlarning bo‘lishini nazarda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 bob burchlarga bag‘ishlangan; ularga rioya qilmaslik javobgarlikka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huquq, majburiyat va javobgarlikni alohida emas, o‘zaro uzviy bog‘liq deb qabul qiling.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Qonunda belgilangan huquqlar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Burch va majburiyatlar (XI bob)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Burchni bajarmaslik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Qonunda belgilangan javobgarlik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tushuncha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“Fuqarolar sog‘lig‘ini saqlash to‘g‘risida”gi Qonun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 Oliy Majlis 1996-yil 29-avgustda qabul qilgan. U shu yilning 14-sentyabridan kuchga kirgan.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6 qism va 47 moddadan iborat. Keyinchalik unga o‘zgartish va qo‘shimchalar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normalari umumiy xarakterda. Xususiy jihatlar tarmoq me’yoriy hujjatlarida kengroq yoritilgan.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Umumiy qoidalar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Sog‘liqni huquqiy jihatdan muhofaza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Fuqarolarga tibbiy-ijtimoiy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IV–VI 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Ekspertiza; xodimlar; yakunlovchi qoidalar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qismlari (guruhlab)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10,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Qonunning vazifalari va salomatlik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2-modda: huquqlarning davlat kafolati, sog‘lom turmush tarzi, idoralar faoliyatini huquqiy tartibga solish.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salomatlikning taxminan faqat o‘ndan bir qismini ta’minlashi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tibbiy yordam ≠ salomatlikning asosiy omili; birinchi o‘rinda shaxsning o‘zi mas’ul.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7806"/>
                <a:gridCol w="188016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Turmush tarzi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48–52%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Nasl va irsiy xususiyatlar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18–20%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Ekologik omillar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18–20%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Ko‘rsatiladigan tibbiy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8–10%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Salomatlikka ta’sir omillari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10-11,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saqlashning asosiy tamoyillari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3-modda beshta tamoyilni beradi: inson huquqlariga rioya, aholining barcha qatlamlari yordamdan bahramandligi va profilaktikaning ustuvorligi.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Qolgan ikki tamoyil: sog‘lig‘ini yo‘qotganda fuqaroning ijtimoiy himoyasi va tibbiyot fanining amaliyot bilan birligi.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Vakolatlar: Vazirlar Mahkamasi (4-modda), Sog‘liqni saqlash vazirligi (5-modda), mahalliy davlat hokimiyati organlari (6-modda). 7-moddada tizimlar: davlat, xususiy va boshqa.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H-B-P-I-F — Huquq, Bahramandlik, Profilaktika, Ijtimoiy himoya, Fan+amaliyot (o‘quv yordami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 tizimlari va bepul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sog‘liqni saqlashning davlat, xususiy va boshqa tizimlarini farqlaydi (7-modda).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muassasalari kafolatlangan tibbiy yordamni bepul ko‘rsatadi; uning hajmi va tartibi qonunchilikda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Kafolatdan tashqari tibbiy va boshqa xizmatlar qo‘shimcha hisoblanadi, fuqaro ular uchun haq to‘laydi (8-modda).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978"/>
                <a:gridCol w="1741921"/>
                <a:gridCol w="149307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Davlat tizimi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Bepul, davlat kafolati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shartnoma asosida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Ayrim guruhlar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 yerda ham 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Guruhlar tartibini kim belgilaydi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Vazirlar Mahkamasi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Davlat va xususiy tizim: birlamchi yordam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11-12, 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Konstitutsiya va Qonun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Konstitutsiyaning qaysi moddasi har bir fuqaroga malakali tibbiy xizmatdan foydalanish huquqini kafolatlaydi?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«Fuqarolar sog‘lig‘ini saqlash to‘g‘risida»gi Qonun qachon qabul qilingan va u nechta qism va moddadan iborat?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Qonundagi sog‘liqni saqlashning 5 ta asosiy tamoyilini sanang. Davlat tizimida qanday yordam bepul?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Konstitutsiyaning 18-moddasi tenglik haqida, Qonunning 18-moddasi esa oila uchun bepul maslahat haqida. Farqlang!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10, 11-12, 9,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Oila va alohida toifalar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Qonunning 18-moddasiga ko‘ra fuqaro davlat muassasalarida oila, xavfli kasallik bor-yo‘qligi, nikoh va oilaning tibbiy-ruhiy, tibbiy-irsiy jihatlari bo‘yicha bepul maslahat va tekshiruv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Har bir oila oilaviy shifokorni o‘zi tanlaydi; bolali oilalar qonunchilikda belgilangan imtiyozlardan foydalanadi.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Nikohdan o‘tuvchilarning tibbiy ko‘rigi Oila kodeksining 17-moddasi va Vazirlar Mahkamasining 365-son (2003 yil 25 avgust) Qarori bilan belgilangan; ular Qonunning 18-moddasiga mos.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 alohida toifalarning huquqlarini ham beradi: kasb egalari (17), voyaga etmaganlar (19), harbiylar (20), pensionerlar (21), nogironlar (22), favqulodda vaziyatda jabrlanganlar (23-modda).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12, 12-13,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Bemor huquqlari (24-modda)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Bemor tibbiyot xodimlaridan hurmat va insoniy munosabat talab qila oladi. Shifokorni va davolash-profilaktika muassasasini o‘zi tanlaydi.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Tekshiruv, davolanish va parvarish sanitariya-gigiena talablariga mos sharoitda o‘tadi. Iltimosiga ko‘ra konsilium o‘tkaziladi va boshqa mutaxassis maslahat beradi.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Murojaat qilgani, sog‘lig‘i holati va tashxis sir saqlanadi. Bemor tibbiy muolajaga o‘z ixtiyori bilan rozilik beradi yoki uni rad etadi.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Sog‘lig‘iga yetkazilgan zarar qonunda belgilangan tartibda qoplanadi. Himoya uchun advokat yoki qonuniy vakil qo‘yiladi. Huquq buzilsa, rahbariyatga, yuqori organga yoki sudga shikoyat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13, 13-14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Axborot olish huquqi (25-modda)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Fuqaro tekshiruv va davolash natijalari, tashxis hamda kasallik prognozi haqida to‘liq ma’lumot olish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Unga davolash usullari, ularning xavf-xatari, muolajalarning ehtimol tutilgan turlari va oqibatlari ham tushuntiriladi.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14 yoshga to‘lmagan va muomalaga layoqatsiz deb topilganlar haqidagi ma’lumot bemorning o‘ziga emas, qonuniy vakiliga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kechishi nomaqbul deb taxmin qilinsa, ma’lumot fuqaroga yoki u tayinlagan shaxsga tibbiy etika me’yorlariga rioya qilib aytiladi.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aralashuvga rozilik (26-modda)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aralashuv faqat ma’lumotli fuqaroning ixtiyoriy roziligi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va layoqatsiz deb topilganlar uchun rozilikni qonuniy vakil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Vakil bo‘lmasa masalani konsilium, u yig‘ilmasa davolovchi yoki navbatchi vrach hal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irodasini bildira olmaydi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Kechiktirib bo‘lmaydigan holat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Konsilium qaror qiladi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Davolovchi yoki navbatchi vrach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Rahbariyatga keyin xabar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Bemor rozilik bera olmasa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 etish va roziliksiz yordam (27-28-moddalar)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yoki qonuniy vakili tibbiy aralashuvni rad etishi yoki uni to‘xtatishni talab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Rad etish yozma tasdiqnoma bilan rasmiylashtiriladi, iloji bo‘lmasa guvohlar ishtirokida dalolatnoma tuziladi.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Kasallik atrofdagilarga xavfli bo‘lsa, rozilik shart emas: tekshiruv, yotqizish, kuzatish va yakkalab qo‘yish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Rad etish (bemor/vakil)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Yozma rad tasdiqnomasi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Yoki guvohli dalolatnoma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Vakil rad etdi, oqibat og‘ir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Vasiylik organiga xabar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Rad etish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Tibbiy-ijtimoiy yordam turlari (29-31-moddalar)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3-qismida yordam turlari berilgan: birlamchi, shoshilinch va tez, ixtisoslashtirilgan.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davlat muassasalarida xizmatning asosiy, qulay va bepul turi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xususiy muassasalarda birlamchi yordam asosan shartnoma asosida, ayrim guruhlarga esa bepul.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10"/>
                <a:gridCol w="1875182"/>
                <a:gridCol w="89438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tibbiy-sanitariya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Asosiy, qulay, bepul; profilaktika, davolash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Hajm va tartibni Sog‘liqni saqlash vazirligi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Shoshilinch va tez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davolash muassasalarida olish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 (30-modda)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Ixtisoslashtirilgan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 usul, murakkab texnologiya talab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Tur, hajm, standart — Vazirlik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Xususiy tizimda birlamchi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shartnoma asosida, ayrimlarga bepul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Guruhlar va hajm — Vazirlar Mahkamasi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Yordam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15, 15-16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va ijtimoiy ahamiyatli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30-modda: fuqarolar barcha davolash-profilaktika muassasalarida shoshilinch tibbiy yordam olish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xavf ostida bo‘lsa, tibbiyot xodimlari bemorni muassasaga olib borish uchun har qanday transportdan foydalanishi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xodimlari yetib kelguncha birlamchi yordamni militsiya, yong‘indan saqlash, avariya xizmati va transport xodimlari ko‘rsatishi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153-son qaror (1997-yil 20-mart): sil, onkologik, jinsiy yo‘l bilan o‘tuvchi, ruhiy kasalliklar, moxov va OITS (orttirilgan immunitet tanqisligi sindromi) ijtimoiy ahamiyatli.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16, 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bemor huquqlari va yordam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12 yoshli bolaga tibbiy aralashuv kerak. Rozilikni kim beradi? Bemorning o‘zi bera oladimi?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14 yoshgacha bo‘lgan va muomalaga layoqatsiz deb topilgan shaxslar uchun rozilikni ularning qonuniy vakillari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Bemor irodasini bildira olmasa va aralashuvni kechiktirib bo‘lmasa, masalani konsilium hal qiladi. U yig‘ilmasa, davolovchi yoki navbatchi vrach qaror qiladi va rahbariyatni xabardor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aralashuvni rad etsa, vrach yozma rad tasdiqnomasini oladi. Iloji bo‘lmasa, guvohlar ishtirokida dalolatnoma tuziladi.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14, 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ekspertiza turlari (36-40-moddalar)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to‘rtinchi qismi tibbiy ekspertizaning turli ko‘rinishlarini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Patologo-anatomik tekshiruv ilk bor qonunchilikda tibbiy ekspertiza turi maqomini oldi.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tekshiruv va o‘lim vaqtini aniqlash tartibini Sog‘liqni saqlash vazirligi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Ekspertiza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36–37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Vaqtincha layoqatsizlik; tibbiy-mehnat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Harbiy-tibbiy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Sud-tibbiy va sud-psixiatrik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Patologo-anatomik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 va moddalar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xodimlari: diplom va litsenziya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faoliyat bilan tegishli oliy yoki o‘rta maxsus o‘quv yurti diplomiga ega shaxslargina shug‘ullanadi (41-modda).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Xususiy amaliyot litsenziya bergan idora yoki sud qarori bilan to‘xtatilishi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Xodimlar ixtiyoriy professional uyushmalar tuzishi va ular orqali huquqlarini himoya qilishi mumkin (43-modda).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Faoliyat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Talab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va farmatsevtika faoliyati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(oliy yoki o‘rta maxsus)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Ayrim turlari (Vazirlik belgilaydi)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+ litsenziya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Xususiy amaliyot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Diplom + tanlangan tur litsenziyasi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Sifat nazorati (42-modda)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Uyushmalar, hokimiyat, Vazirlik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Ruxsat va sifat nazorati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17,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qasamyodi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44-modda: O‘zbekiston Respublikasi shifokori qasamyodining matni berilgan. Tibbiyot oliy o‘quv yurtini bitirib vrach diplomini olayotganlar uni qabul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Qonunchilikda shifokorlar qasamyodni buzgan hollar uchun tegishli javobgarlik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45-modda: tibbiy yordamga murojaat qilganlik, sog‘liq holati, tashxis, tekshiruv va davolash ma’lumotlari shifokor siri hisoblanadi. Fuqaro yoki qonuniy vakilning roziligisiz oshkor qilinmaydi.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 ruxsat etilgan tartibda boshqa shaxslarga yetkazilsa, ular ham tibbiyot xodimlari kabi uni saqlashi shart. Buzilsa, javobgarlik ko‘zda tutilgan.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siri istisnolari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Istisno tariqasida fuqaro yoki qonuniy vakil roziligisiz sirni berish 6 holatda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Rasmiy so‘rov: surishtiruv, tergov, prokuratura va sud idoralaridan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241-modda: xabar bermaslik, yashirish - jinoiy javobgarlik; rasmiy xabar bering.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 yoshgacha, layoqatsiz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Ota-ona yoki qonuniy vakil xabardor qilinadi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Ahvoli og‘ir bemor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Iroda bildira olmaydi; tekshirish, davolash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Atrofdagilarga xavf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Yuqumli kasallik, yalpi zaharlanish xavfi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Huquqni muhofaza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Rasmiy so‘rov; g‘ayriqonuniy zarar gumoni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Roziliksiz berish holatlari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Zararni qoplash va javobgarlik (46-modda)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46-modda: tibbiyot yoki farmatsevtika xodimi xizmat vazifasini lozim darajada bajarmagani sababli fuqaro hayoti va sog‘lig‘iga zarar yetkazilgan bo‘lsa, u qoplanadi.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Zarar o‘rni qonun hujjatlarida belgilangan tartibda qoplanadi.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Zararni qoplash xodimni intizomiy, ma’muriy va jinoiy javobgarlikdan ozod 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Qonundagi talablar umumiy xarakterga ega; xususiy jihatlar tarmoq me’yoriy hujjatlarida aniqroq va kengroq yoritilgan.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19-20,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rozilik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shoshilinch muolaja kerak bo‘lgan 10 yoshli bola og‘ir ahvolda keltirildi, ota-onasi yo‘q. Kim qaror qiladi?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14 yoshgacha bo‘lgan bolaga aralashuvga rozilikni qonuniy vakili beradi. Vakil bo‘lmasa konsilium, u yig‘ilmasa davolovchi yoki navbatchi vrach hal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siri istisnoli hollarda roziliksiz beriladi: 14 yoshgacha bolaning ota-onasiga, atrofdagilarga xavf bo‘lsa, tergov yoki sud rasmiy so‘roviga binoan.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xavfi: g‘ayriqonuniy harakat natijasida zarar yetganda xabar bermaslik yoki yashirish uchun Jinoyat kodeksining 241-moddasi bo‘yicha javobgarlik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14-15, 14, 19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Islohot zarurati: eski tizimning kamchiliklari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Birlamchi bo‘g‘in uchastka-hududiylik tamoyilida qurilgan: avval bitta vrach-terapevt ishlagan, keyin tor mutaxassislar kiritildi.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Qishloqda malakali mutaxassissiz kamquvvat muassasalar ko‘paydi: feldsher-akusherlik punktlari, qishloq vrachlik ambulatoriyalari, uchastka kasalxonalari.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Moliyalashtirish mexanizmi to‘liq shakllanmagan, ish o‘rinlari esa ko‘paygan. Natijada sarf-xarajat oshib, yordam sifati pasaygan.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Poliklinikada davolanishi mumkin bo‘lgan bemorlar ko‘pincha kasalxonaga yotqizilgan. Bu zamonaviy jihozlanmagan kasalxona o‘rinlarini ko‘paytirgan.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22-23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 dasturi: maqsad, tamoyil va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aholi salomatligini saqlash va sog‘lom avlod tarbiyasi uchun sharoit yaratadigan tizim qurish.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Tamoyillar: xizmatlardan teng bahramandlik, profilaktika ustuvorligi, bozor mexanizmlari, xususiy amaliyot.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Vazifa: birlamchi va shoshilinch yordam tizimini mustahkamlash, umumiy amaliyot vrachiga bosqichma-bosqich o‘tish.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1996: 182-son Qaror (qishloq)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10.11.1998: Prezident Farmoni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Davlat dasturi: 1998-2005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Maqsad, tamoyil, vazifalar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Islohotning hujjat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24, 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Moliyalashtirish: bepul va pullik xizmatlar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shoshilinch yordam, emlash, tug‘ruq va bolalar tekshiruvini bepul ko‘rsatishni kafolatlaydi.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Norezidentlar va dekretiv kontingent ko‘rigi shartnoma asosida pullik; shoshilinch yordam esa bepul.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Nodavlat muassasalar faoliyatining 20% gacha hajmida imtiyozli bemorlarga bepul xizmat ko‘rsatadi.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0353"/>
                <a:gridCol w="281762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Moliya manbai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Shoshilinch, tez yordam, emlash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byudjeti, bepul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Sil, onkologik, psixiatrik kasalliklar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Bepul ixtisoslashtirilgan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Norezident, dekretiv kontingent ko‘rigi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Shartnoma asosida pullik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Profilaktika, kadrlar, ilmiy tadqiqot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Davlat mablag‘i ajratiladi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va moliya manbai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25-26, 26, 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bo‘g‘inni qayta qurish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tizim negizi; murojaatlarning qariyb 90% i shu bo‘g‘inda hal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Jon boshiga moliyalashda har kishiga yagona me’yor; tug‘ish yoshidagi ayollar va bolalarga ko‘proq.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Punkt shtatiga moliyaviy menejer kiritildi: zaxira, hisob-kitob va hisobotni yuritadi.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518410"/>
                <a:gridCol w="131414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Avval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Yangi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Pog‘onalar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Feldsher-akusherlik punkti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Qishloq vrachlik punkti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Moliyalash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Xodim, maydon, tashrif soniga qarab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Jon boshiga me’yor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Vrach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 mutaxassislar ko‘pligi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amaliyot vrachi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va yangi birlamchi bo‘g‘in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27-28, 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yordam, tibbiy ta’lim va xususiy sektor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Respublika shoshilinch tibbiy yordam ilmiy markazi, viloyatlarda filiallari, tuman va shaharlarda bo‘limlari ishlaydi. Tizimga tez yordam va sanitariya aviatsiyasi ham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Oliy tibbiy ta’lim ikki bosqichli: bakalavriatda umumiy amaliyot shifokorlari, magistraturada tegishli soha mutaxassislari tayyorlanadi.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Sog‘liqni saqlash vazirligi qoshida vrach va farmatsevtlarni litsenziyalash va attestatsiya Markazi tashkil etildi.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amaliyot kengaytiriladi, ammo davlat kafolatlagan hammabop bepul yordam printsipi buzilmasligi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30, 30-31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2003 va 2007 yillardagi Farmonlar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Farmon chet el tajribasini hisobga olib, ixtisoslashgan klinika va tibbiy markazlar yaratishni ko‘zda tutdi.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2007 yilgi Farmon oltita yangi markaz ochdi, jumladan pediatriya, endokrinologiya va ftiziatriya markazlari.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Viloyat ko‘p tarmoqli markazlari va tuman tibbiyot birlashmalari tashkil etilishi ko‘zda tutilgan.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401"/>
                <a:gridCol w="311057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2003 yil 26 fevral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Ikkinchi bosqich; to‘rt tajriba markazi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2007 yil 19 sentyabr Farmoni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Olti yangi markaz; ko‘p tarmoqli markazlar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Tuman birlashmalari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Faoliyatni muvofiqlashtirish, uslubiy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2007 yil 2 oktyabr Qarori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Muassasalar boshqaruvini takomillashtirish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 hujjatlari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bet 31, bet 32, bet 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islohot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birlamchi muassasa biriktirilgan aholi soniga qarab moliyalashtiriladi. Tug‘ish yoshidagi ayollar va bolalarga ko‘proq mablag‘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mablag‘ xodimlar soni, maydon va tashriflarga qarab berilgan edi. Vrachlar bemorni shifoxonaga jo‘natishni ma’qul ko‘rar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nima uchun birlamchi bo‘g‘in kuchaytirildi? Samarali birlamchi yordam murojaatlarning qariyib 90% ini qondira oladi, yotqizish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Jon boshiga moliyalashtirish ≠ xodimlar soniga qarab moliyalashtirish.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bet 29, bet 27-28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xulosalar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Konstitutsiyaning 40-moddasi malakali tibbiy xizmat huquqini beradi. Qonun umumiy qoidalarni, tarmoq hujjatlari esa tafsilotlarni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Pirovard maqsad — barcha qatlamlar malakali xizmatdan foydalanishi. Buning uchun resurslar samarali ishlatilib, xodimlar malakali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va tarmoq hujjatlarini bilish tibbiyot xodimlarining huquqiy savodxonligi va madaniyatini oshiradi.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tibbiy xizmat huquqini qaysi modda beradi? Sog‘liqni saqlash qonunchiligining asosiy printsiplari va islohot tamoyillari qanday?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bet 9, 20, bet 33-34, bet 20, bet 21,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 omillari: turmush tarzi taxminan 48-52%, nasl va irsiyat 18-20%, ekologiya 18-20%, tibbiy yordam esa atigi 8-10%. Eslab qolish usuli: «50-20-20-10». Demak, shifokor salomatlikning taxminan o‘ndan bir qismiga ta’sir qiladi, qolganiga har bir inson o‘zi javobgar.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 (birlamchi bo‘g‘in): JSST va Jahon oila vrachlari tashkilotiga ko‘ra, samarali birlamchi yordam aholi murojaatlarining qariyb 90% ini hal qiladi. Shu sababli statsionarga yotqizish va qimmat tekshiruvlar kamayadi. Islohotda besh pog‘onali tizim o‘rniga ikki pog‘onali tizim (qishloq vrachlik punkti va tuman markaziy kasalxonasi; shaharda oilaviy poliklinika va kasalxona) belgilangan.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 siri istisnolari: bemor roziligisiz ma’lumot berish mumkin bo‘lgan oltita holat bor. Misollar: atrofdagilarga xavf (yuqumli kasallik), tergov va sud so‘rovi, g‘ayriqonuniy harakat natijasidagi shikast. Oxirgi holatda Jinoyat kodeksining 241-moddasi bo‘yicha jinoyatni xabar qilmaslik uchun javobgarlik bor. Shuning uchun huquqni muhofaza qiluvchi idoraga o‘z vaqtida rasmiy xabar berish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 va huquq munosabati: huquq ma’naviyatning eng quyi darajasi (minimumi), axloq va etika esa yuqori darajasi. Axloqiy talab ixtiyoriy bajariladi, huquqiy me’yor esa majburlash orqali ta’minlanadi. Amosov: «vrachning vijdoniga ishonish lozim, hech qanday qonun uning o‘rnini bosa olmaydi». Biroq ikkalasini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(«Rozilik zanjiri»): 1) bemorning o‘zi; 2) 14 yoshgacha yoki layoqatsiz bo‘lsa, qonuniy vakil; 3) vakil bo‘lmasa, konsilium; 4) konsilium yig‘ish imkoni bo‘lmasa, davolovchi yoki navbatchi vrach (muassasa rahbariyatini keyin xabardor qilish sharti bilan). Bemor ahvoli irodasini bildirishga imkon bermasa va aralashuvni kechiktirib bo‘lmasa, 3-4 bosqich qo‘llanadi.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Tafakkur-Bo‘stoni. 2012. 1-2-boblar. Tibbiyot huquqi fani; fuqarolar sog‘lig‘ini saqlash qonunchiligi asoslari; bet 5-21; 3-bob. O‘zbekiston Respublikasida sog‘liqni saqlash qonunchiligi; bet 22-34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