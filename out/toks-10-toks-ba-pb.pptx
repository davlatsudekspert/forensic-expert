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mineralizatdan keyin cho‘kmada qaysi metallar qolishi mumkin? Doskada: ma’ruzaning uch bo‘limi — niqoblash, bariy, qo‘rg‘oshin. Tipik xato: talabalar cho‘kmani butun mineralizat deb tushunadi; bu faqat sulfatli cho‘kma.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topilgan metallning miqdorini aniqlash shart? Doskada: «bor» va «zaharli miqdorda bor» farqini yozing. Tipik xato: metall topilishining o‘zini zaharlanish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kadmiyning dozasi eng kichik? Doskada: jadvalni kichikdan kattaga tartiblang. Tipik xato: LD50 ni «xavfsiz doza» deb tushunish. Izoh: kitobda ZnCl2 uchun birlik ko‘rsatilmagan, slaydda ham birliksiz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qusuq rangi bo‘yicha dastlabki taxmin tahlilni qanday yo‘naltiradi? Doskada: rang-metall juftliklarini yozing. Tipik xato: rang bo‘yicha xulosani yakuniy deb hisoblash — u faqat yo‘llanma.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to‘planish xususiyati surunkali zaharlanishda nimani anglatadi? Doskada: to‘planuvchi uch metallni belgilang. Tipik xato: to‘planish faqat o‘tkir zaharlanishda muhim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soch va tirnoq ham ob’ekt bo‘ladi? Doskada: ob’ektlar ro‘yxati. Tipik xato: ob’ektni faqat oshqozon-ichak bilan cheklash.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tizimli usulning kamchiligi nimada bo‘lishi mumkin? Doskada: ikki usulni ikki ustunda solishtiring. Tipik xato: serovodorod usuli hozir ham asosiy deb o‘ylash. Egasi qarori: kasrli usul asoschisi — faqat A.N. Krilova.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ekstraksiya va reekstraksiya ketma-ketligini so‘zlab bering. Doskada: «ajratish — niqoblash — aniqlash» zanjiri. Tipik xato: kasrli usulda guruhlarga ajratish bor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niqoblash bo‘lmasa nima bo‘lardi? Doskada: ikki bosqichni strelka bilan chizing. Tipik xato: niqoblashni ionni olib tashlash deb tushunish — ion eritmada qoladi, faqat reaksiyaga kirmaydi.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qizil Fe(CNS)3 kobaltning ko‘k rangini yashiradi? Doskada: uch hosilani rang bilan yozing. Tipik xato: niqoblovchi reaktivni ortiqcha miqdorda qo‘shib, tekshiriladigan ionni ham bog‘lab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niqoblashdan keyin ionni qayta ozod qilish kerak bo‘lishi mumkin? Doskada: Fe(CN)6 4- + 3Hg2+ misolini yozing. Tipik xato: demaskirovkani niqoblashning davomi deb o‘ylash — u teskari jarayon.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reaktiv qaysi ionni niqoblashini jadval qilib yig‘ing (keyingi slaydlarda). Doskada: 1-11 raqamli ro‘yxat. Tipik xato: bitta niqoblovchini hamma ionlarga yaroqli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nordon muhitda sianid xavfli? Doskada: uch bosqichni yozing. Tipik xato: pH ni tekshirmasdan sianid qo‘shish — xavfsizlik qoidasi buzilishi. Kitobda: bir betda «CuCN + 2KCN → K3[Cu(CN)4]» (xato; K3 uchun 3KCN kerak) — tenglashtirilgan shakli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temirni niqoblashda ftorid va fosfatning farqi. Doskada: kompleks formulalarini yozing. Tipik xato: Fe3+ kompleksi rangli bo‘ladi deb o‘ylash — bu komplekslar rangsiz. Izoh: kitobda fosfat kompleksi turli joyda [Fe(PO4)2]3- va [Fe(RO4)2]3- (bosma xato) deb yozilgan; to‘g‘risi birinchisi.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gidroksilamin qachon oksidlovchi, qachon qaytaruvchi? Doskada: Fe3+ va AsO2- misollarini qarama-qarshi yozing. Tipik xato: gidroksilaminni faqat qaytaruvchi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trilon B nega ham niqoblovchi, ham titrant? Doskada: Me + trilon B = 1:1 sxemasi. Tipik xato: trilon B ni faqat titrlashda ishlatiladi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turmushda bariy bilan zaharlanish manbalari qaysilar? Doskada: ishlatilish sohalari ro‘yxati. Tipik xato: barcha bariy tuzlarini bir xil zaharli deb hisoblash. Izoh: malaka 087 da bariy sulfat tibbiyotda oshqozon-ichak yo‘lini rentgen qilishda ishlatilishi qayd etilgan.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bemor so‘nggi damgacha es-hushini yo‘qotmaydi? Doskada: belgilarni a’zolar bo‘yicha guruhlang. Tipik xato: bariy zaharlanishini markaziy asab tizimi falaji deb tushunish — kitobga ko‘ra yurak mushaklari ishdan chiqadi.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ammoniy atsetat qo‘rg‘oshin sulfatni eritadi? Doskada: ajratish sxemasini chizing. Tipik xato: yuvishni sovuq eritma bilan o‘tkazish — kitobda qaynoq (issiq) eritma aytilgan.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avval BaS hosil qilinadi? Doskada: uch bosqich tenglamasi. Tipik xato: alanga rangini yakuniy tasdiq deb hisoblash — mikrokristall reaksiya ham kerak. Diagrammadagi uchinchi tenglama to‘liq (KCl bilan) yozildi.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kristall shakli nima uchun chinlik belgisi bo‘ladi? Doskada: linza va «+» shaklini chizing. Tipik xato: sovitish vaqtini qisqartirish — kristallar to‘liq shakllanmaydi.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rodizonat reaksiyasida stronsiy halaqit bera oladimi? Doskada: HCl dan keyingi rang o‘zgarishini yozing. Tipik xato: barcha qizil ranglarni bariyga tegishli deb hisoblash. Izoh: kitobda reaktiv nomi «xromatlar» deb, formulada esa K2Cr2O7 yozilgan — slaydda ikkalasi ham ko‘rsatildi.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stronsiy ranginini bariydan qanday ajratamiz? (HCl da o‘chadi). Tipik xato: HCl dan keyingi rang o‘zgarishini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avval cho‘kma trilon B da eritiladi? Doskada: teskari titrlash sxemasini chizing. Tipik xato: oxirgi nuqtani qizildan ko‘kka o‘tish deb o‘ylash — kitobda ko‘k rangdan qizilga.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turmushdagi qo‘rg‘oshin manbalarini sanang. Doskada: manba-birikma juftliklari. Tipik xato: qo‘rg‘oshinni faqat bo‘yoq bilan bog‘lash — TEQ ham manba.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sulfgidril guruhlarni bog‘lash nima uchun fermentlarni to‘xtatadi? Doskada: -SH + Pb2+ sxemasi. Tipik xato: qo‘rg‘oshin faqat siydik bilan chiqadi deb o‘ylash — kitobga ko‘ra asosan axlat bilan.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reekstraksiya nima uchun kerak? Doskada: (HDz)2Pb + 2HNO3 -&gt; Pb(NO3)2 + 2HDz. Tipik xato: ditizon reaksiyasini yakuniy tasdiq deb hisoblash. Izoh: kitobda reaksiya pH = 7-10 sharoitida va «manfiy sud-kimyosi ahamiyatiga ega» deyilgan.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reaksiya manfiy ahamiyatli? Tipik xato: reekstraksiyani ajratish bosqichi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mikrokristall reaksiyaning afzalligi nima? Doskada: ikki kristall shaklini chizing. Tipik xato: reaktiv tomchilari sonini aralashtirish. Izoh: kitobdagi CsCl tenglamasi (Pb2+ CsCl + 3KI) stexiometriyasi aniq emas, shuning uchun slaydga tenglama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PbSO4 oq cho‘kmasi BaSO4 dan nimasi bilan farq qiladi? Doskada: uch cho‘kma rangini jadvalga yozing. Tipik xato: K2CrO4 va K2Cr2O7 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uch bosqichni yozing. Tipik xato: PbCrO4 cho‘kmasi bosqichini tushirib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uch usulning sezgirligi va tezligini solishtiring. Doskada: bixromat-yodometriya zanjiri. Tipik xato: indikatorlarni almashtirish: bariyda eriokrom ko‘ki, qo‘rg‘oshinda eriokrom qora. Izoh: kitobdagi FEK iborasi ditizonli eritmaga tegishli. Diagrammada to‘liq bo‘lmagan sxema-tenglamalar (Pb2+ + K2Cr2O7 → PbCrO4 va b.) bosqich nomlari bilan almashtirildi.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TEQ suvda erimaydi, lekin benzinda eriydi? Doskada: TEQ xossalari ro‘yxati. Tipik xato: tutunning zaharliligini TEQ bug‘iga bog‘lash — kitobga ko‘ra tutun tarkibidagi PbO zarrachalari.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yoqilg‘ini ranglash nimaga xizmat qiladi? Doskada: ashyolar ro‘yxati. Tipik xato: faqat ichki a’zolarni ashyo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100 g ob’ektdagi 0,3 g TEQ nimani bildiradi? Tipik xato: zaharlanish mezonini (0,3 g) va distillyat hajmini (100 ml)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distillyat yod eritmasiga yig‘iladi? Tipik xato: TEQ ni mineralizatsiya bilan ajratishga urinish — avval haydash. Kitobda: «Pb(C2H5)4 + I2 → PbI2 + 2C4H10» (kimyoviy jihatdan noto‘g‘ri: yod Pb–C bog‘ini uzib etil yodid hosil qiladi) — tenglama slayddan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uch xil ob’ektda TEQ ni ajratish usullarini solishtiring. Doskada: ob’ekt-usul jadvali. Tipik xato: 0,3 g chegarani 1 kg ob’ektga nisbatan o‘qish — kitobda 100 g ob’ekt aytilgan.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ma’ruzaning asosiy uch xulosasini o‘z so‘zingiz bilan ayting. Doskada: Ba va Pb tahlil sxemasini bir satrda yozing. Tipik xato: niqoblashni cho‘kma tahlilidan alohida mavzu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Mineralizat cho‘kmasi: bariy va qo‘rg‘oshin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bariy va qo‘rg‘oshin (tetraetilqo‘rg‘oshin) saqlovchi zaharli birikmalar va ularning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 va iboralar: mineralizat, bariy, qo‘rg‘oshin, kasrli usul.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kasrli usulda halaqit beruvchi ionlarni niqoblash reaktivlari.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Hamda cho‘kmadagi bariy va qo‘rg‘oshinning toksikologik ahamiyati va tahlili bilan tanishtirish.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58; Malaka materiali №087 (TFI Toksikologik kimyo kafedrasi)., 9-ma’ruza: Minerallizatni kasrli usulda aniqlash, betlar: ma’ruza matni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Metall zaharlar va ularning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 saqlovchi moddalar organizmda mikroelementlar va fermentlar tarkibida bo‘lgani uchun zaharli kation miqdorini aniqlash albatta zarur shartlardan biri.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Og‘ir metall tuzlari qishloq xo‘jaligida mikro o‘g‘it va zaharli ximikat, reaktiv, katalizator sifatida va sanoatda xomashyo sifatida keng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Margimush, simob, marganets, qo‘rg‘oshin va rux birikmalari bilan zaharlanish tez-tez uchrab turadi.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Metall zaharlarning o‘ldiruvchi dozalari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 va marganets uchun yuqori valentli birikmalari kuchliroq ta’sirga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 uchun LD50 = 0,2-0,3 g; ZnCl2 uchun 5,0; KMnO4 uchun 15-20 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Simobning organik birikmalari kuchli zaharli ta’sir etadi.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Margimush, surma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0,08-0,1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Talliy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0,5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Xrom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0,2-1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Kadmiy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0,03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Simob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0,2-0,3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KMnO4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15-20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LD50 va o‘ldiruvchi dozalar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Qusuq rangi va zaharlanish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belgilar: chanqash, qayd qilish, ich ketishi, qorin og‘rig‘i, ichki qon ketishi.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Qusuq massasi metall birikmasiga xos bo‘ladi; jabrlanuvchi og‘iz bo‘shlig‘ida metall ta’mini sezadi.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600"/>
                <a:gridCol w="322437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Metall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Xrom, mis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Qusuq yashil rangda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Marganets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Qusuq qo‘ng‘ir rangda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Qo‘rg‘oshin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Tish milkida qora dog‘lar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Vismut, simob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Tish milkida oq dog‘lar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Rang va belgi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Metallar bilan zaharlanishning boshqa xususiyatlari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Kadmiy ichki a’zolardan qon ketkazadi; mis bilan zaharlanganda burun qonaydi.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 va rux birikmalari tana haroratini 40°C va undan yuqoriga ko‘tarib yuboradi.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Margimush, qo‘rg‘oshin va simob organizmda to‘planish xususiyatiga ega; metallar parenxima a’zolarida yog‘ yig‘ilishiga sabab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Margimush va simob bilan zaharlanish 50% holda o‘lim bilan tugaydi.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Metall zaharlanishi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Kadmiy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Ichki a’zolardan qon ketkazadi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Burun qonaydi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Mis va rux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Tana harorati 40 °C va undan yuqori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To‘planish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Margimush, qo‘rg‘oshin, simob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Zaharlanishning boshqa xususiyatlari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Tekshiruv ob’ektlari va cho‘kma rangi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tekshiruv ob’ekti sifatida oshqozon, ingichka va yo‘g‘on ichak, jigar va o‘t pufagi, buyrak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Shuningdek peshob, qora jigar, qusuq massasi, soch, tirnoq va suyaklar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Mineralizatdan ajratilgan cho‘kma tarkibiga qarab oq (bariy, qo‘rg‘oshin.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Kalsiy sulfatlar) yoki iflos ko‘kish (xrom, mis, temir, alyuminiy kationlari qo‘shilib cho‘kkanda)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58, 61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Metallarni aniqlashning ikki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Serovodorod usuli mineralizatda kationlarni analitik guruhlari bo‘yicha umumiy cho‘ktiruvchi va erituvchilar yordamida ajratishga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1970 yillargacha sud-kimyo amaliyotida qo‘llangan, ko‘p kamchiliklarga ega va hozir qo‘llanilmaydi.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Hozir sud-kimyo laboratoriyalarida kationlarni aniqlashda xususiy kasrli usul keng qo‘llaniladi.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Serovodorod usuli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Analitik guruhlar bo‘yicha ajratish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1970 yillargacha qo‘llangan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Ko‘p kamchiligi bor; hozir yo‘q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Kasrli usul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Xususiy, sezgir reaksiyalar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Ekstraksiya va reekstraksiya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Hozir keng qo‘llanadi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Metallarni aniqlash usullari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53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Kasrli usulning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Kasrli usul o‘ziga xos va sezgir reaksiyalar yordamida kationlarni mineralizatdan ekstraksiya va reekstraksiya bilan ajratib aniqlashga asoslangan.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 hollarda halaqit beruvchi kationlar ta’sirini yo‘qotish uchun kompleks birikmalar hosil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Oksidlanish-qaytarilish reaksiyalari, pH o‘zgartirish, kam hajmli mineralizat olish va suyultirish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Usulni kimyo fanlari doktori A.N. Krilova tavsiya etgan.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53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Niqoblash: ikki bosqichli 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Kasrli usulda metallar tahlili ikki bosqichda olib 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halaqit beruvchi ionlar reaktiv bilan yo‘qotiladi, so‘ng rang yoki cho‘kma beruvchi reaktiv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Niqoblash — aniqlashga halal beruvchi ionlar ta’sirini yo‘qotish.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Halaqit beruvchi ion niqoblanadi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Sezgir reaktiv qo‘shiladi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Rang yoki cho‘kma kuzatiladi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Kasrli usulda tahlil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54; Malaka materiali №087 (TFI Toksikologik kimyo kafedrasi)., 9-ma’ruza: Minerallizatni kasrli usulda aniqlash, betlar: ma’ruza matni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Niqoblash asoslari va misol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Asosi: turg‘un kompleks hosil qilish, valentlikni o‘zgartirish va pH muhitini o‘zgartirish.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Co2+ ni rodanid bilan aniqlashda Fe3+ halaqit beradi; ftor va fosfatlar niqoblaydi.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9516"/>
                <a:gridCol w="248845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Hosila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(NH4)2Co(CNS)4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Fe(CNS)3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qon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[FeF6]3-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Rangsiz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Co2+ ni aniqlashda Fe3+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54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Demaskirovka va niqoblovchi kislotalar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Demaskirovka — niqoblangan ionni niqoblovchi reaktivdan ozod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Limon kislotasi Bi, Cu, Fe, Sb, Hg, Ag, Cd ni niqoblashda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Vinotosh kislotasi Cu, Fe, Al, Bi, Cd, Hg, Pb, Zn ni niqoblashda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Niqoblashda komplekson III (trilon B), limon, vinotosh va askorbin kislotalari keng qo‘llaniladi.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54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Niqoblovchi reaktivlar: umumiy ro‘yxat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Halal beruvchi ionlarni niqoblash uchun sianidlar, ftoridlar, fosfatlar, tiosulfatlar, tiomochevina va boshqa reaktivlar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Sianidlar halaqit beruvchi Cu2+, Co2+, Fe2+, Fe3+, Ni2+, Zn2+, Cd2+, Hg2+, Ag+ ionlari bilan turli komplekslar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Ro‘yxatga gidroksilamin, glitserin, askorbin kislotasi, kompleksonlar, limon va oksalat kislotalari ham kiradi.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55; Malaka materiali №087 (TFI Toksikologik kimyo kafedrasi)., 9-ma’ruza: Minerallizatni kasrli usulda aniqlash, betlar: ma’ruza matni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Sianidlar bilan niqoblash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 bosqich: avval mis(II) qaytariladi, so‘ngra kompleks ion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Nordon eritmaga qo‘shib bo‘lmaydi: uchuvchan zaharli vodorod sianidi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sababli sianidlar bilan tajribalar albatta so‘ruvchi javon ostida bajariladi.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CuSO4 + 2KCN → Cu(CN)2 + K2SO4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2Cu(CN)2 → 2CuCN + (CN)2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CuCN + 3KCN → K3[Cu(CN)4]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Mis(II) ni KCN bilan niqoblash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55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Ftoridlar, fosfatlar va tiosulfatlar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Ftoridlar Fe3+ ionlari bilan rangsiz barqaror [FeF6]3- kompleksini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Fosfatlar va fosfat kislota nordon sharoitda Fe3+ bilan rangsiz kompleks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Tiosulfatlar kumush, qo‘rg‘oshin, mis, temir ionlarini niqoblaydi; mis avval Cu+ gacha qaytariladi.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900"/>
                <a:gridCol w="336507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Kompleks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Ftorid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[FeF6]3-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Fosfat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[Fe(PO4)2]3-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Tiosulfat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[Ag(S2O3)3]4-, [Pb(S2O3)3]4-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Tiosulfat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[Fe(S2O3)2]-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Niqoblovchi va 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Gidroksilamin, tiomochevina va glitserin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Gidroksilamin Fe3+ ni qaytaradi, AsO2- va SbO2- ionlarini oksidlaydi; kobalt bilan [Co(NH2OH)6]2+ kompleksini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Ortiqcha gidroksilamin formaldegid bilan formaldoksim hosil qilib bartaraf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Tiomochevina vismut, temir, surma, kadmiy, simob, kumush ionlarini; glitserin vismut, qo‘rg‘oshin, kadmiy ionlarini niqoblaydi.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56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Kompleksonlar, limon va oksalat kislotalari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Komplekson III (trilon B) metall ionlari bilan barqaror ichki kompleks hosil qiladi va valentligidan qat’i nazar 1:1 nisbatda reaksiyaga kirishadi.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Limon kislotasi vismut, mis, temir(III), surma(III), kadmiy, simob, kumush ionlarini niqoblaydi.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Oksalatlar mis, temir, alyuminiy, vismut, kadmiy, simob, qo‘rg‘oshin, rux ionlari bilan suvda eruvchan barqaror komplekslar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Askorbin kislotasi qaytaruvchilik xossasiga asoslanib Fe3+ va Sn4+ ionlarini niqoblaydi.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56, 57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Bariy birikmalari va ularning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Bariy karbonat sichqon va kalamushlarni yo‘qotishda un bilan aralashtirib ishlatiladi; bolalar iste’mol qilib qo‘yishi baxtsiz hodisaga olib kelishi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Bariy xlorid, nitrat va gidroksid reaktiv sifatida; BaCO3 oyna va chinni ishlab chiqarishda; BaCl2 to‘qimachilik va rezina sanoatida ishlatiladi.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BaCO3 va bariy selenit (BaSeO3) qishloq xo‘jaligida zararkunandalarga qarshi; bariy tuzlari qog‘oz va qimmatli qog‘ozlar ishlab chiqarishda qo‘llaniladi.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Bariy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Kemiruvchilarga qarshi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BaCO3 un bilan aralashtirilgan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Reaktiv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BaCl2, nitrat, gidroksid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Sanoat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Oyna, chinni: BaCO3  ·  To‘qimachilik, rezina: BaCl2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Qishloq xo‘jaligi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BaCO3 va BaSeO3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Bariy birikmalari qo‘llanilishi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Bariyning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Bariy birikmalari zaharli: masalan, BaCO3 ning 0,8-0,9 g zaharlidir.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Bariy tuzlari bilan zaharlanganda yurak mushaklari ishdan chiqadi va bemor es-hushini yo‘qotmagan holda o‘lim sodir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Zaharlanish belgilari: oshqozon va og‘iz bo‘shlig‘ida achishish, so‘lak oqishi, ko‘ngil aynash, qorinda og‘riq, qusish, ich ketish.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Yurak urishi ritmi o‘zgaradi, qon bosimi ko‘tariladi; bosh aylanish, quloq shang‘illashi va ko‘rish buzilishi kuzatiladi; o‘lim yurak paralichidan.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BaCO3 zaharli miqdori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0,8-0,9</a:t>
            </a:r>
            <a:r>
              <a:rPr sz="12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O‘lim sababi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yurak paralichi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Es-hush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saqlanadi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Bariy zaharliligi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BaSO4 va PbSO4 cho‘kmasini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 denitratsiyalangach, cho‘kmada bariy sulfat bilan birga qo‘rg‘oshin sulfat ham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Qaynoq nordonlashtirilgan ammoniy atsetat bilan yuviladi: BaSO4 filtrda qoladi, PbSO4 filtratga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Eritma qo‘rg‘oshin kationiga, cho‘kma esa bariyga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BaSO4 + PbSO4 cho‘kmasi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Issiq NH4CH3COO bilan yuvish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Filtrda BaSO4 -&gt; Ba ga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Filtratda Pb2+ -&gt; Pb 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Cho‘kmani ajratish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Bariyning chinlik reaksiyalari: alanga va BaS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Platina simida gaz alangasida qizdirilsa alanga yashil bo‘yaladi, BaSO4 qisman BaS gacha qaytariladi.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BaS dan HCl bilan BaCl2 olinadi; undan Na2SO4 bilan BaSO4 yoki KIO3 bilan Ba(IO3)2 hosil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Ba(IO3)2 mikroskopda sferoid shaklida yoyilgan rangsiz prizmatik kristallar ko‘rinishida kuzatiladi.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BaSO4 + 4CO → BaS + 4CO2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BaS + 2HCl → BaCl2 + H2S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BaCl2+2KIO3 → Ba(IO3)2↓+2KCl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BaSO4 dan mikrokristallargacha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BaSO4 ni qayta kristallantirish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Tekshiriladigan cho‘kmadan buyum oynachasiga qo‘yib, 2-3 tomchi konsentrlangan H2SO4 qo‘shiladi va SO3 ning oq bug‘lari chiqquncha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Plastinka 15-20 daqiqa sovitilgach mikroskopda ko‘riladi.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Natija: rangsiz, mayda, linza yoki «+» shaklidagi BaSO4 kristallari.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Buyum oynachasi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Tekshiriladigan cho‘kma qo‘yiladi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Kislota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2-3 tomchi konts. H2SO4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Qizdirish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SO3 ning oq bug‘lari chiqquncha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Sovitish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15-20 daqiqa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Mikroskop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Linza yoki «+» shaklidagi kristallar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BaSO4 qayta kristallanishi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Ba2+ ioniga xos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Xromatlar bilan: sirka kislotada erimaydigan sariq BaCrO4 cho‘kmasi.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Natriy rodizonat bilan: qizg‘ish-qo‘ng‘ir cho‘kma; 1 tomchi HCl bilan tiniq qizil.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Agar rang stronsiydan hosil bo‘lgan bo‘lsa, xlorid kislota ta’sirida o‘chib ketadi.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152"/>
                <a:gridCol w="3595823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K2Cr2O7 (xromat)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BaCrO4, CH3COOH da erimaydi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Natriy rodizonat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Qizg‘ish-qo‘ng‘ir, HCl bilan 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Ba2+ reaktivlari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Ba2+: natriy rodizonat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Bariy ioni natriy rodizonat bilan qizg‘ish-qo‘ng‘ir rangli cho‘kma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tomchi xlorid kislota ta’sirida cho‘kma rangi tiniq qizilga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Agar rang stronsiydan hosil bo‘lgan bo‘lsa, xlorid kislota ta’sirida o‘chib ketadi.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Ba2+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Natriy rodizonat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Bariy rodizonati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1 tomchi HCl qo‘shiladi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Qizg‘ish-qo‘ng‘ir, so‘ng tiniq qizil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Rodizonat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Bariyni miqdoriy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Miqdorini aniqlash ikki usulda bajariladi: og‘irlik va hajmiy.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Og‘irlik usuli: cho‘kma trilon B ning ammiakli eritmasida eritilib filtrlanadi (SiO2, Fe3+ va Ca2+ tuzlaridan tozalash).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Filtrat nordonlashtirilgach BaSO4 ajratilib, quritiladi va tortiladi.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Hajmiy usul: cho‘kma aniq konsentratsiyali trilon B da eritilib, ortiqcha trilon B eriokrom ko‘ki indikatorida ZnCl2 bilan titrlanadi.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Ko‘k rang qizilga o‘tishi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Og‘irlik usuli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Cho‘kma trilon B ammiak eritmasida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Filtrat nordonlashtiriladi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BaSO4 quritilib tortiladi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Hajmiy usul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Aniq konsentratsiyali trilon B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Ortiqchasi ZnCl2 bilan titrlanadi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Eriokrom ko‘ki: ko‘k → qizil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Bariyni miqdoriy aniqlash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 birikmalari va ularning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Qo‘rg‘oshin birikmalari ichida arsenat, atsetat, xromat, xlorid, karbonat va nitrat tuzlari katta toksikologik ahamiyatga ega.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Qo‘rg‘oshin metali tipografiyada va akkumulyatorlar tayyorlashda keng qo‘llaniladi.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2PbCO3·Pb(OH)2 (qo‘rg‘oshinli oq bo‘yoq) va PbSO4 (surik) bo‘yoq tayyorlashda ishlatiladi; TEQ benzinga antidetonator sifatida qo‘shiladi.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Qo‘rg‘oshin atsetat asosi tibbiyotda qo‘llanadi; kundalik turmushda, sanoatda va qishloq xo‘jaligida zaharlanish uchrab turadi.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Qo‘rg‘oshin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Metall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Tipografiya, akkumulyator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Bo‘yoqlar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2PbCO3·Pb(OH)2 — oq bo‘yoq  ·  PbSO4 — surik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Antidetonator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TEQ benzinga qo‘shiladi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Tibbiyot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Qo‘rg‘oshin atsetat asosi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Qo‘rg‘oshin qo‘llanilishi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Qo‘rg‘oshinning organizmdagi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Qo‘rg‘oshin ioni fermentlar va oqsillardagi sulfgidril va boshqa funksional guruhlar bilan birikib, markaziy asab tizimi ishini buzadi.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Qonga so‘rilgach qo‘rg‘oshinning 90% eritrotsitlar bilan birikadi.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Qo‘rg‘oshin birikmalarining asosiy qismi axlat bilan chiqadi.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Eritrotsitlar bilan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Asosiy chiqish yo‘li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axlat bilan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Nishon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markaziy asab tizimi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Qo‘rg‘oshin toksikokinetikasi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Qo‘rg‘oshinni ditizon bilan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Ditizonning xloroformli eritmasi xloroform qatlamini qizil alvon rangga bo‘yaydi.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Halaqit beruvchi ionlarni niqoblash uchun KCN yoki gidroksilamin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qatlami nitrat kislota bilan chayqatiladi (reekstraksiya); suvli qatlam qo‘shimcha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Eritmaga ditizon CHCl3 da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 alvon xloroform qatlami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HNO3 bilan reekstraksiya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Suvli qatlamda Pb2+ tekshiruvi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Ditizon bilan aniqlash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60, 61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Pb2+: ditizon va reekstraksiya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Ditizonning xloroformli eritmasi qo‘rg‘oshin kationi bilan xloroform qatlamini qizil alvon rangga bo‘yaydi.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Halaqit beruvchi ionlarni niqoblash uchun KCN yoki gidroksilamin qo‘shiladi; reaksiya manfiy sud-kimyo ahamiyatiga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qatlami nitrat kislota bilan chayqatilganda (reekstraksiya) qo‘rg‘oshin suvli qatlamga o‘tadi.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Pb(CH3COO)2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Ditizon (xloroformda)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Pb-ditizonat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 CH3COOH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pH = 7-10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Xloroform qatlami qizil alvon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Qo‘rg‘oshin ditizonati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60, 61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 mikrokristall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1-2 tomchi 1% mis atsetat quritiladi, 2-3 tomchi 30% sirka kislota va KNO2 kristali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Natija: qora-qo‘ng‘ir kub shaklidagi K2Cu[Pb(NO2)6] kristallari.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4-5 tomchi suvli eritma quritiladi, 2-3 tomchi 30% sirka kislota, CsCl va KI qo‘shiladi.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4830"/>
                <a:gridCol w="2783144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Kristall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Cu(CH3COO)2 + KNO2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Qora-qo‘ng‘ir kublar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CsCl + 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Sariq-yashil ninalar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Mikrokristallar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Qo‘rg‘oshinning cho‘kma hosil qiluvchi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Vodorod sulfidli suv (3-5 tomchi) bilan: qora PbS cho‘kmasi.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5% kaliy xromat (3-5 tomchi) bilan: sariq-zarg‘aldoq PbCrO4 cho‘kmasi.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10% sulfat kislota (5 tomchi) bilan: oq PbSO4 cho‘kmasi.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425"/>
                <a:gridCol w="311854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Cho‘kma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H2S suvi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Qora PbS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5% K2CrO4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Sariq-zarg‘aldoq PbCrO4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10%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 PbSO4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Pb2+ cho‘kmalari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Qo‘rg‘oshinni bixromat-yodometrik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Bixromat-yodometrik usul PbCrO4 cho‘kmasi hosil qilishga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Bixromat KI va H2SO4 ishtirokida yod ajratadi.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Ajralgan yod natriy tiosulfat bilan titrlanadi.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Cho‘ktirish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PbCrO4 hosil qilinadi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Yod ajratish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Bixromat + KI + H2SO4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Titrlash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Yod Na2S2O3 bilan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Bixromat-yodometriya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Qo‘rg‘oshinni miqdoriy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Ditizon bilan hosil qilingan rangli eritmani fotoelektrokolorimetrik (FEK) usulda o‘lchash.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Kompleksonometrik (hajmiy-trilonometrik) usul; indikator — eriokrom qora.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Bixromat-yodometrik usul: PbCrO4 cho‘kmasi hosil qilinadi, yod ajratilib, natriy tiosulfat bilan titrlanadi.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Pb2+ → PbCrO4 cho‘kmasi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Cho‘kma + HCl + KI → I2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I2 Na2S2O3 bilan titrlanadi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Bixromat-yodometriya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Tetraetilqo‘rg‘oshin (TEQ)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TEQ antidetonator sifatida yoqilg‘iga qo‘shiladigan elementorganik birikma; ichki yonish dvigatellarini ishdan chiqishdan saqlaydi.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Rangsiz, qo‘lansa hidli suyuqlik; suvda erimaydi, organik erituvchilarda, ayniqsa benzinda yaxshi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Qaynash harorati 198-200°C da parchalanish bilan boradi; yonganda uzun ingichka alanga va sarg‘ish oq tutun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Tutun PbO zarrachalaridan iborat bo‘lgani uchun zaharli ta’sir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Qaynash (parchalanib)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198-200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erimaydi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Benzinda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yaxshi eriydi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Tutun tarkibi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PbO zarrachalari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TEQ xossalari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61, 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Etillangan yoqilg‘i va tekshiruv ashyolari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TEQ saqlovchi benzin va kerosinlar etillangan benzin deyiladi; bunday yoqilg‘ilarni farqlash uchun turli ranglar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turli xil zaharlanishga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 sifatida sud-tekshiruv laboratoriyalariga etillangan yoqilg‘ilar, kiyim va halok bo‘lganlarning ichki a’zolari yuboriladi.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TEQ miqdori va ajratish ko‘rsatkichlari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100 g ob’ekt tarkibida 0,3 g TEQ bo‘lsa, zaharlanish alomati bor deb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Odatda 100 ml distillyat yig‘iladi va og‘zi berk holda 30 daqiqa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Benzin (20 ml) 4% yodning spirtdagi eritmasi (20 ml) bilan aralashtiriladi, 30 daqiqadan so‘ng bug‘latiladi.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Zaharlanish alomati</a:t>
            </a:r>
          </a:p>
          <a:p>
            <a:pPr algn="l">
              <a:spcAft>
                <a:spcPts val="100"/>
              </a:spcAft>
            </a:pPr>
            <a:r>
              <a:rPr sz="1900" b="1">
                <a:solidFill>
                  <a:srgbClr val="0B1F3A"/>
                </a:solidFill>
                <a:latin typeface="Calibri"/>
              </a:rPr>
              <a:t>0,3 g / 100 g ob’ekt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Distillyat hajmi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Yod bilan saqlash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Benzin namunasi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Yod eritmasi (spirtda)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TEQ bo‘yicha raqamlar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TEQ ni ob’ektdan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ichki a’zolari, go‘sht va oziq-ovqat moddalaridan TEQ suv bug‘i bilan haydab ajratiladi; distillyat yodning to‘yingan spirtli eritmasiga yig‘iladi.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Odatda 100 ml distillyat yig‘iladi, og‘zi berk holda 30 daqiqa saqlanadi va suv hammomida quriguncha bug‘latiladi.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TEQ yod ta’sirida qo‘rg‘oshin yodidga (PbI2) aylanadi.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Qoldiqdagi PbI2 nitrat kislotada eritiladi, quritiladi; Pb(NO3)2 suvda eritilib Pb2+ reaksiyalari bilan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Haydash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 bug‘i bilan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Yig‘ish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Yodning to‘yingan spirtli eritmasiga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Saqlash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100 ml, berk holda 30 daqiqa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Bug‘latish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 hammomida quriguncha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PbI2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Nitrat kislotada eritiladi, quritiladi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Tekshirish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Pb(NO3)2 suvda eritilib Pb2+ 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TEQ ni ajratish (a’zolardan)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TEQ ni o‘simlik ob’ektlari va benzindan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Un, non, krupadan: ob’ekt xloroform (yoki boshqa organik erituvchi) bilan 2 soat bo‘ktiriladi, filtratga 1 g yod qo‘shilib 30 daqiqadan so‘ng bug‘latiladi.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Qoldiq sulfat va nitrat kislotalar bilan parchalanadi (mineralizatsiya), azot oksidlaridan tozalanadi va Pb2+ ga tekshiriladi.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Benzin, kerosin: benzin (20 ml) 4% yodli spirt (20 ml) bilan aralashtiriladi, 30 daqiqadan so‘ng bug‘latiladi; qoldiq Pb2+ ga tekshiriladi.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100 g ob’ekt tarkibida 0,3 g TEQ bo‘lsa, zaharlanish alomati bor deb hisoblanadi.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Un, non, krupa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Xloroform bilan 2 soat bo‘ktiriladi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Filtratga 1 g yod, 30 daqiqa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Mineralizatsiya, Pb2+ ga tekshirish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Benzin, kerosin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Benzin (20 ml) + 4% yod (20 ml)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30 daqiqadan so‘ng bug‘latiladi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Qoldiq Pb2+ ga tekshiriladi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TEQ: boshqa ob’ektlar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Cho‘kmada BaSO4 va PbSO4 issiq ammoniy atsetat (sirka kislotali) bilan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 — alanga, Ba(IO3)2 va BaSO4 kristallari bilan; Pb — ditizon va mikrokristallar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Kasrli usul: avval halaqit beruvchi ionlarni niqoblash, so‘ng sezgir reaktiv qo‘shish.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TEQ: suv bug‘i bilan haydash yoki organik erituvchi, yod bilan PbI2 ga aylantirish, so‘ng Pb2+ ga tekshirish.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niqoblash reaktivlari, BaSO4 va PbSO4 ni ajratish, Ba va Pb ning miqdoriy usullari.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59-61, 62, 59-62; Yuldashev Z.A., Nurmatova M.I., Toksikologik kimyo modulidan o‘quv-uslubiy majmua, betlar: 54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Bariy zaharlanishida bemor o‘lim oldigacha es-hushini yo‘qotmasligi mumkin — shuning uchun klinik belgilar kimyoviy tahlil bilan tasdiqlanadi.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Sianidlar bilan niqoblashda mis(II) avval qaytariladi (CuCN hosil bo‘ladi va (CN)2 ajraladi), so‘ng K3[Cu(CN)4] kompleksi hosil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Yodning spirtli eritmasi TEQ ni PbI2 ga aylantiradi: shu tufayli organik qo‘rg‘oshin oddiy Pb2+ reaksiyalari bilan aniqlanadi.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Eritrotsitlar qonga so‘rilgan qo‘rg‘oshinning 90% ini bog‘laydi, shuning uchun qon va to‘qimalar tahlilida bu holat hisobga olinadi.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Mineralizat cho‘kmasi: bariy va qo‘rg‘oshin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58-62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53-57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№087 (TFI Toksikologik kimyo kafedrasi). 9-ma’ruza: Minerallizatni kasrli usulda aniqlash, halaqit beruvchi ionlarni niqoblash; Ba va Pb (2011).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