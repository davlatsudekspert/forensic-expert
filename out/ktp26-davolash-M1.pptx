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sud tibbiyoti alohida fan deb ataladi? 2) Siz uchun bu fan qayerda kerak bo‘ladi? Doskada: ma’ruza rejasini 4 band qilib yozing. Tipik xato: sud tibbiyotini faqat murda tekshirish fani deb hisoblash.</a:t>
            </a:r>
          </a:p>
          <a:p/>
          <a:p>
            <a:r>
              <a:t>Tekshirish kerak (manbada noaniq):</a:t>
            </a:r>
          </a:p>
          <a:p>
            <a:r>
              <a:t>- Ma’ruzada fan predmeti va tarkibi, boshqa fanlar bilan aloqasi, tibbiy ta’limdagi o‘rni, O‘zbekistondagi rivoji va ekspertiza xizmati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«Dalil manbai» iborasi nimani bildiradi? Doskada: ta’rifning 3 kalit so‘zi. Tipik xato: fanni faqat huquq fani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To‘rt xususiyatdan qaysi biri xulosaning ishonchliligini ta’minlaydi? Doskada: 4 xususiyat. Tipik xato: ekspertizani oddiy tibbiy ko‘rik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Predmet tizimi nega ekspertiza obyektlariga bog‘liq? Doskada: «predmet = nazariya + amaliyot». Tipik xato: predmetni faqat nazariy bilim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bo‘lim sizning kelajakdagi ishingizga eng yaqin? Doskada: 8 bo‘lim ro‘yxati. Tipik xato: sakkiz bo‘limdan ba’zilarini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Tarkibiy qismlar bir-biri bilan qanday bog‘liq? Doskada: 9 qism ro‘yxati. Tipik xato: kasb huquqbuzarliklarini hozir ham fan tarkibida deb hisoblash (2002 yilda ajralgan).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Har yo‘nalishdan bitta fan nomini ayting. Doskada: 4 yo‘nalish sxemasi. Tipik xato: fanni faqat tibbiy fanlarga bog‘liq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Qaysi klinik fan qaysi ekspertizaga kerak? Doskada: fan → ekspertiza turi. Tipik xato: klinik bilimsiz ekspertiza o‘tkazish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Bitta jarohat shifokor va ekspert uchun qanday farqli ahamiyatga ega? Doskada: ikki ustun. Tipik xato: ekspert vazifasini davolash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Mantiqiy xato xulosaga qanday ta’sir qiladi? Doskada: kimyo / fizika / mantiq. Tipik xato: falsafa va mantiqni ekspertiza uchun ahamiyatsiz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prinsip ekspertni tashqi ta’sirdan himoya qiladi? Doskada: 6 prinsip. Tipik xato: xolislik va mustaqillikni bir narsa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obyektning tekshirish muddati muhim? Doskada: «10–15 kun». Tipik xato: shilinma va qontalashni istalgan paytda tekshirish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Har guruhga bitta usul misolini keltiring. Doskada: jadval. Tipik xato: obyektning ishonchliligiga ekspertni javobgar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Nega faqat ruxsat etilgan usullar qo‘llanadi? Doskada: 3 talab. Tipik xato: o‘zboshimchalik bilan yangi usul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Qadimda vrachlar nima uchun jalb qilingan? Doskada: xronologiya chizig‘i. Tipik xato: Antistius xulosasini zamonaviy ekspertiza bilan tenglashtirish.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«Si Yuan Lu»ning to‘rt qismi nimalarga bag‘ishlangan? Doskada: 4 qism. Tipik xato: Yustinian kodeksini XIII asr hujjati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«Karolina»ning ahamiyati nimada? Doskada: XIII → XIV → 1532. Tipik xato: Karolinani tibbiy darslik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Fan nomi qanday paydo bo‘lgan? Doskada: Pare → Fidelis → Shreer → Bon. Tipik xato: o‘pka sinamasini zaharlanish usuli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fan mustaqil kafedralarga ajralgan? (faqat muhokama). Doskada: asrlar bo‘yicha olimlar. Tipik xato: olimlarni davlatlarga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Pirogov atlasining ekspertizadagi amaliy ahamiyati nima? Doskada: 1846 yil. Tipik xato: Pirogovni faqat jarroh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Ibn Sino ma’lumotlari odil sudlov uchunmi? Javob: yo‘q, asosan tibbiy yordam uchun. Doskada: allomalar ro‘yxati. Tipik xato: allomalar asarlarini ekspertiza qo‘llanmasi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Kafedralar tarmog‘i fan rivojiga qanday ta’sir qilgan? Doskada: yillar jadvali. Tipik xato: yillarni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har bir shifokor sud tibbiyoti asoslarini bilishi kerak? (Manba bevosita «ahamiyati» sarlavhasini bermaydi; muhokama uchun savol.) Doskada: «kafedra — ta’lim — amaliyot». Tipik xato: sud tibbiyoti faqat ekspertlar uchun degan fikr.</a:t>
            </a:r>
          </a:p>
          <a:p/>
          <a:p>
            <a:r>
              <a:t>Tekshirish kerak (manbada noaniq):</a:t>
            </a:r>
          </a:p>
          <a:p>
            <a:r>
              <a:t>- Sud-tibbiy tekshiruvlarga mutaxassis sifatida davolash muassasalari vrachlari ham jalb qilinadi (ko‘pincha tirik shaxsni guvohlantirishda).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Ekspertiza xizmati oldini olishda qanday rol o‘ynaydi? Doskada: 2 vazifa. Tipik xato: xizmatni faqat tergovga yordamchi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Muhokama: Davrlar chegarasini nima belgilaydi? Doskada: vaqt chizig‘i. Tipik xato: II va III davr chegaralarini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Uch instansiyaning vazifasi nima edi? Doskada: instansiyalar zanjiri. Tipik xato: 20-yillargacha ekspert-kriminalistika muassasasi bor edi deb o‘ylash (manbada: bo‘lmagan).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Kabinetdan Bosh byuroga o‘tish nimani o‘zgartirdi? Doskada: 1945 → 1950. Tipik xato: Bosh byuroni 1945 yilda tashkil etilgan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Qonun qabul qilinishi nimani o‘zgartirdi? Doskada: IV davr yutuqlari. Tipik xato: Qonunni sobiq ittifoq davrida qabul qilingan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Qonun va kodeks farqi nima? Doskada: 3 atama. Tipik xato: kodeks va qonunni sinonim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holatda yoshni aniqlash ekspertizasi zarur? Doskada: 6 holat. Tipik xato: JPK 173-moddani ro‘yxat bilan cheklangan deb bilish (manbada boshqa holatlar ham mumkin deyilgan).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Aralash variantga yana misol keltiring (faqat muhokama). Doskada: 3 variant. Tipik xato: ekspertizani faqat byuroda o‘tkaziladi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huquq ekspert mustaqilligini mustahkamlaydi? Doskada: huquqlar ro‘yxati. Tipik xato: ekspert faqat so‘ralgan savollarga javob bera oladi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majburiyat ekspert xolisligini ta’minlaydi? Doskada: 3 JK moddasi. Tipik xato: modda raqamlarini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Qaysi holatlarda bir ekspert yetarli emas? Doskada: 4 holat. Tipik xato: komission ekspertizani barcha murakkab ishlarga tayinlash.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Taraflar noroziligi qayta ekspertiza uchun yetarli asosmi? Javob: yo‘q, qaror yoki ajrimda sabablar keltirilishi kerak (20–21-bet). Doskada: 3 tur jadvali. Tipik xato: qo‘shimcha va qayta ekspertizani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«To‘xtam» nima? Doskada: 3 qism. Tipik xato: kirish qismiga tahlil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xulosa muqarrar kuchga ega emas? Doskada: «xulosa + boshqa dalillar». Tipik xato: ekspert xulosasini sud uchun majburiy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Ikki xil bo‘ysunishning sababi nima? (faqat muhokama). Doskada: tashkiliy sxema. Tipik xato: byurolar faqat vazirlikka bo‘ysunadi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Qaysi namuna qaysi bo‘limga yuboriladi? Doskada: bo‘lim → ekspertiza turi. Tipik xato: qayta va komission ekspertizani tuman bo‘linmasida o‘tkazish mumkin deb bilish (taqiqlangan, 20–21-bet).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Bugungi ma’ruzaning 3 asosiy xulosasi. Doskada: umumiy sxema. Tipik xato: ekspertiza xizmatini faqat jinoyat ishlariga bog‘lab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Kirish. Sud tibbiyotining predmeti va tarkibi .1. Sud tibbiyotining boshqa fanlar bilan alokasi. 2. Oliy tibbiy ta’lim tizimida sud tibbiyotining axamiyati. 3. O’zbekistonda sud tibbiyoti rivojlanishining kiskacha tarixi.4. O’zbekistonda sud-tibbiy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 tibbiyoti fani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sud, tergov va surishtiruv idoralari faoliyatida vujudga keladigan tibbiy-biologik masalalarni o‘rganadigan alohida tibbiyot fani.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Ma’ruzada fan predmeti va tarkibi, boshqa fanlar bilan aloqasi, tibbiy ta’limdagi o‘rni, O‘zbekistondagi rivoji va ekspertiza xizmati ko‘riladi.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— huquqni muhofaza idoralari tekshiruvlarida dalil manbai bo‘ladigan tibbiy fakt va holatlarni aniqlash, tekshirish usullari va baholashga oid ilmiy bilimlar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sohasidagi bilimlarning amaldagi qo‘llanilishi sud-tibbiy ekspertiza ko‘rinishida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va uning to‘rt xususiyati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Ekspertiza mohiyati bo‘yicha tadqiqot: mutaxassis tomonidan, konkret vazifa bo‘yicha (odatda baholash maqsadida)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 tartibi qat’iy belgilangan bo‘lishi va jarayoni hamda natijalari tegishli hujjat bilan rasmiylashtirilishi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ekspertiza — qo‘yilgan vazifani tibbiy bilim bilan, umumbelgilangan tartibda hal etib, ekspert xulosasi tuzish bilan yakunlanadigan tadqiqot.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Mutaxassis tadqiqoti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Konkret vazifa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Qat’iy tartib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Hujjatlashtirish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xususiyatlari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predmeti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tibbiyotining predmeti — sud-tibbiy ekspertizaning nazariyasi va amaliyoti.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Predmetning ilmiy asoslangan tizimini ilk bor 1948 yilda M. I. Avdeev taklif etgan.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tizim sud-tibbiy amaliyotga asoslanadi va ekspertiza obyektlari bilan uzviy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Predmet tizimi (8 bo‘lim)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Bo‘limlar: rivojlanish tarixi; ekspertizaning tashkiliy-protsessual masalalari; tashqi omillar ta’sirida sog‘liq buzilishi va o‘lim.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Murdani ko‘zdan kechirish va ekspertizasi; tirik shaxslar ekspertizasi; ashyoviy dalillar ekspertizasi.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Tergov va sud materiallari bo‘yicha ekspertiza; tibbiy xodimlarning kasb huquqbuzarliklarida ekspertiza.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5–6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tarkibiy qismlari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V. L. Popov (1999) fan tarkibida asosan uchta ta’limotni farqlaydi: o‘lim va o‘limdan keyingi o‘zgarishlar, jarohatlar, shaxs identifikatsiyasi.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Hozirgi tarkib: tarix, tashkiliy-protsessual asoslar, tanatologiya, travmatologiya, akusherlik-ginekologiya, toksikologiya, biologiya, tashqi omillar, identifikatsiya.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2002 yilda «Tibbiy xodimlarning kasb huquqbuzarliklari» alohida «Vrach faoliyatining huquqiy asoslari» fani sifatida ajralib chiqdi.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fanlar bilan aloqa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fundamental emas, amaliy qo‘llanma fan; falsafiy tusga ega va boshqa yo‘nalishdagi fanlar bilan uzviy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yo‘nalishlar: tibbiy, yuridik, tabiiy va falsafa fanlari.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 fanlar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Yuridik fanlar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Tabiiy fanlar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Falsafa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 tibbiyoti bog‘liq fanlar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fanlar: fundamental va klinik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Fundamental tibbiy fanlar sud tibbiyotining poydevori; ularni egallamasdan biron-bir ekspertizani o‘tkazib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ekspertizalarda klinik fanlar muhim: jarohatlarda travmatologiya, jinoiy abortda akusherlik-ginekologiya, ko‘z shikastida oftalmologiya.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6–7,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va klinik mutaxassis yondashuvi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mutaxassisi bir vaqtda tibbiyotning barcha ixtisosliklari bo‘yicha to‘liq mukammal bilimga ega bo‘la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mutaxassis diagnostika, davolash va profilaktikani to‘g‘ri olib borish nuqtai nazaridan qaraydi; sud-tibbiy ekspert esa huquqiy baholash maqsadida yondashadi.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5916"/>
                <a:gridCol w="3492058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Mutaxassis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Klinik shifokor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Diagnostika, davolash, profilaktika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Sud-tibbiy ekspert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Huquqiy baholash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Shifokor va ekspert yondashuvi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Kimyo, fizika, falsafa, mantiq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toksikologiya kimyo bilan uzviy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Harorat, elektr toki, atmosfera bosimi ta’siri oqibatlarini tekshirishda fizika bilimlari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Natijalarni baholash dialektik yondashuvni, xulosa to‘xtamlarini tuzish mantiq qonunlariga rioya etishni talab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prinsiplari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«Sud ekspertizasi to‘g‘risida»gi Qonunda asosiy prinsiplar: qonuniylik, inson huquq va erkinliklariga rioya, ekspert mustaqilligi, xolislik, har tomonlamalik va to‘liqlik.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 tekshiruvlari doimo ilmiy asoslangan bo‘lishi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Prinsiplar ko‘p yillik ekspertiza amaliyotini o‘rganish orqali deduktiv tarzda olingan umumlashtirilgan faktlardir.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Qonuniylik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Inson huquqlari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Mustaqillik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Xolislik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To‘liqlik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prinsiplar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7–8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Mustaqillik, vakolat va identifikatsiya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Ekspertning protsessual mustaqilligi tekshiruv, natija va xulosa uchun uning shaxsiy mas’uliyatini keltirib chiqaradi.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faqat o‘z vakolati doirasida ishlaydi; tashabbus huquqiga ko‘ra boshqa ahamiyatli masalalar bo‘yicha ham fikr bildirishi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Obyektlar faqat ma’lum davrda dalil manbai bo‘ladi: shilinma va qontalashlarni dastlabki 10–15 kungacha tekshirish maqsadga muvofiq.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obyektlari va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Obyektlar: murda, tirik shaxslar, ashyoviy dalillar va jinoiy hamda fuqarolik ishlari materiallari.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Obyektlarni ekspertiza tayinlagan shaxs taqdim etadi va ularning ishonchliligiga javob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uch guruh: umumilmiy, xususiy va maxsus.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Umumilmiy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Kuzatuv, tavsif, taqqoslash, o‘lchash, tajriba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Xususiy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Morfologik, klinik, rentgenologik, xromatografik, spektrografik, 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Maxsus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Shaxs va shikastlovchi qurol aynanligini aniqlash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Usul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8–9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Usullarga qo‘yiladigan talablar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Usullar ilmiy asoslangan, imkon qadar oddiy va qulay, barqaror natija beradigan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Usullar takroriy tekshirish imkonini berishi, olinadigan ma’lumotlar ko‘rgazmali va hujjatlashtirilgan bo‘lishi maqsadga muvofiq.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Muassasalarda faqat mamlakat Bosh sud-tibbiy ekspertizasi ruxsat bergan yoki tavsiya qilgan usullar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8–9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Tarix: qadimgi davrlar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Qadimgi Spartada miloddan avvalgi IX–VIII asrlarda «Likurg qonunlari» ishlab chiqilib, ayrim holatlarda tibbiy tekshiruv zarurligi qayd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Qoidalar keyinchalik zo‘raki o‘lim, zaharlanish, go‘dak o‘ldirish bo‘yicha murdani tekshirish qoidalari bilan to‘ldirilgan; ishlab chiqishda Gippokrat (460–370 e.a.) ham qatnashgan.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Yuliy Sezar o‘ldirilgach (e.a. 44 y.) vrach Antistius murdani ko‘zdan kechirgan: 23 jarohatdan faqat bittasi o‘limga olib kelgan.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9–10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Tarix: Vizantiya va Xitoy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Yustinian kodeksida (VI asr) jarohat, abort, soxta kasalliklarda vrach va doyalarni jalb qilish lozimligi, ularning fikri guvohlar ko‘rsatmasidan ahamiyatliroqligi ta’kidlangan.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1247 yilda Xitoyda Sun-si «Si Yuan Lu» asarini nashr etgan: murdani tekshirish tartibi, jarohatlar, qurollar, bo‘g‘ish, cho‘kish, zaharlar.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3141"/>
                <a:gridCol w="3204833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Yustinian kodeksi (VI asr)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Vrach va doyalar fikri dalil sifatida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«Si Yuan Lu» (1247)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tekshiruvi, qurollar, bo‘g‘ish, cho‘kish, zahar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Qadimgi manbalar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9–10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Tarix: o‘rta asrlar Yevropasi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XIII asrda Bolonyada vrach Xugo Lukka tribunalda sud-tibbiy xulosalar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XIV asrda Fransiyada «qirol xirurglari» tayinlangan; ilk rasmiy murda sud-tibbiy tekshiruvi Monpele shahrida o‘tkazilgan.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1532 yilda Karl V davrida «Karolina» kodeksi ishlab chiqilib, jinoiy ishlarda vrachlar ishtiroki zarurligi qayd etilgan.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sifatida shakllanishi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Ambruaz Pare «Opera chirurgica» asarida jarohatlar, asfiksiya, is gazi, yashin urishi va sud-tibbiy xulosa namunalarini yoritgan.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XVI asr oxiri — XVII asr boshida sud tibbiyoti alohida fan sifatida shakllana boshlagan; F. Fidelis va P. Zakxeya asarlari.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1681 yilda I. Shreer chaqaloq murdasida o‘pka sinamasini qo‘llagan; I. Bon asarida fanni «sud tibbiyoti» deb nomlash taklif qilingan.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10, 10–11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XIX–XX asr: olimlar va darsliklar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XVIII asr oxiri — XIX asr boshida fan anatomiya va xirurgiya bilan birga o‘qitilgan; alohida kafedralar keyin tashkil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XIX asrda Virxov, Rokitanskiy, Kasper, Gofman, Tarde, Bruardel, Orfil, Gromov, Neyding va boshqalar salmoqli ishlar 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asrda, ayniqsa Ikkinchi jahon urushidan so‘ng, ilmiy izlanishlar jadallashgan va ko‘plab darsliklar yaratilgan (Prokop, Simpson, Gonzales, Popov, Avdeev va b.).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10–11, 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N. I. Pirogov hissasi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rivojiga buyuk rus olimi N. I. Pirogovning hissasi katta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1846 yilgi atlasida murda tekshiruvlarini o‘tkazish, boshqa asarlarida o‘q otar jarohatlar bo‘yicha ahamiyatli ma’lumotlar berilgan.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Sharq allomalari va sud tibbiyoti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boshigacha Markaziy Osiyoda odil sudlov shariat qoidalari asosida olib borilgan va tibbiyot vakillarini jalb qilish ko‘zda tutilmagan.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Beruniy, Ibn Sino, Ismoil Jurjoniy asarlarida sud tibbiyotiga oid yoki aloqador ma’lumotlar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Ibn Sinoning «Tib qonunlari»da murda o‘zgarishlari, zo‘raki o‘lim, zaharlar va jarohatlar haqida ma’lumotlar bor; ular asosan to‘g‘ri tibbiy yordam ko‘rsatish maqsadida yozilgan.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O‘zbekistonda ilmiy izlanishlar va kafedralar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O‘zbekistonda sud tibbiyoti bo‘yicha ilmiy izlanishlar XX asrning 20-yillaridan boshlangan va oliy tibbiy o‘quv yurtlari kafedralari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Dastlabki kafedra Turkiston universiteti tibbiyot fakultetida 1920 yilda; keyin Samarqand (1935), Andijon (1959), Toshkent pediatriya instituti (1972).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1993 yilda Toshkent vrachlar malakasini oshirish instituti qoshida sud tibbiyoti kursi ochilgan.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Joy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1920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Turkiston universiteti tibbiyot fakulteti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1935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Samarqand tibbiyot instituti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Andijon tibbiyot instituti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Toshkent pediatriya tibbiyot instituti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1993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TVMOI qoshida kurs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Kafedralar tarixi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11–12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Oliy tibbiy ta’limda sud tibbiyoti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Hozir mamlakatda oliy tibbiy ta’lim tizimida 9 ta sud tibbiyoti kafedrasida kurslar bor; o‘quv jarayoni ilmiy va amaliy faoliyat bilan birga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Kafedralar qoshida sud-tibbiy laboratoriyalar tashkil qilingan, kafedralarda sud-tibbiy ekspertiza mutaxassislarini tayyorlash yo‘lga qo‘yilgan.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tekshiruvlarga mutaxassis sifatida davolash muassasalari vrachlari ham jalb qilinadi (ko‘pincha tirik shaxsni guvohlantirishda).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12, 13, 18–19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xizmatining o‘ziga xosligi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ekspertiza — sog‘liqni saqlashning ixtisoslashgan tarmog‘i; asosiy vazifasi jinoiy va fuqarolik ishlarida tibbiy-biologik masalalarni hal etish.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Muassasalar ekspertiza materiallari bo‘yicha tibbiy yordam sifatini yaxshilash, travmatizm, zaharlanish va to‘satdan o‘limning oldini olish choralarini ham o‘tkazadi.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Xizmat rivojlanishining 4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O‘zbekistonda ekspertiza xizmati shakllanishida shartli ravishda 4 davr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davr — XX asr 20-yillarigacha; II — 50-yillarigacha; III — 1950–1991 yillar; IV — 1991 yildan hozirgacha.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6515"/>
                <a:gridCol w="30614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XX asr 20-yillarigacha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XX asr 50-yillarigacha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1950–1991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1991 yildan hozirgacha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4 davr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12–13, 12–14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davr: XX asr 20-yillarigacha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Rossiyada ekspertiza tartibi 1842 yilgi sud tibbiyoti ustavi bilan belgilangan: gospital vrachlari birinchi instansiya sud vrachlari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Turkistonda xuddi shu tartib qo‘llangan; 1991 yilga qadar xizmat faoliyati sobiq ittifoq vazirligi yo‘riqnomalari bilan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1916–1918 yillarda Toshkentda shtatdagi sud vrachi V. S. Elkin; Samarqandda 1906 yildan N. A. Zabelin (1937 yilgacha) ekspertizalarni o‘tkazgan.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12–13, 13–14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 va III davr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 davr: ekspertiza asosan tibbiyot oliy o‘quv yurtlari kafedralari bazasida o‘tkazilgan; kafedralar qoshida sud-tibbiy laboratoriyalar tashkil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1945 yilda prof. I. V. Markovin tashabbusi bilan Toshkentda «Respublika sud-tibbiy ekspertiza kabineti» ochilgan.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davr: 1950 yilda Sog‘liqni saqlash vazirligining sud-tibbiy ekspertiza Bosh byurosi tashkil qilingan; hududlarda byurolar ochilgan.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13–14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IV davr: mustaqillik yillari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1991 yildan hozirgacha mustaqil davlat sud-tibbiy ekspertiza xizmati tizimi shakllanishi va rivojlanishi davri.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Yangi me’yoriy hujjatlar majmui ishlab chiqildi; ilk bor «Sud ekspertizasi to‘g‘risida»gi Qonun qabul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Muassasalar tarkibi takomillashtirildi; mutaxassislarni tayyorlash, malakasini oshirish va attestatsiyadan o‘tkazish tizimi yaratildi.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Huquqiy asos: 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 — barcha uchun majburiy, davlat kafolatlaydigan, ijtimoiy munosabatlarni tartibga soluvchi me’yorlar tizimi.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Kodeks — ma’lum soha qonunlarining tizimlashtirilgan majmuasi. Jinoyat kodeksi jinoiy javobgarlik chegarasini, JPK esa tergov va sud tartibini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surishtiruv, tergov idoralari qarori yoki sud ajrimiga asosan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14–15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majburiy bo‘lgan holatlar (JPK 173)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JPK 173-modda: o‘lim sababi, tan jarohatlari xususiyati va og‘irlik darajasi aniqlanishi kerak bo‘lganda ekspertiza tayinlanadi.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Shuningdek: jinsiy aloqa, homiladorlik va abort belgilari; shaxs yoshi (hujjat bo‘lmasa yoki shubha bo‘lsa); gumondor, ayblanuvchi, jabrlanuvchi, guvohning jismoniy holati.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Tanosil va boshqa yuqumli kasalliklarni davolash zarurati va imkoniyati ham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sababi va jarohat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Jinsiy aloqa, homiladorlik, abort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Shaxs yoshi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Jismoniy ahvol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Yuqumli kasallik davolash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Majburiy ekspertiza holatlari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14–15, 15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o‘tkaziladigan joy va sud tergovi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sud-tibbiy ekspertiza byurosida, undan tashqarida yoki aralash tarzda o‘tkazilishi mumkin; masalan, eksgumatsiyada jasad qabristonda ochilib, namunalar byuro laboratoriyasida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tergovida ekspert sud majlisida to‘liq qatnashadi, so‘roq qilinayotgan shaxslarga savol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yozma xulosasini sud majlisida o‘qib eshittiradi, xulosa majlis bayonnomasiga ilova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15–16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ekspert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eksperti bo‘lib davlat sud eksperti, boshqa tashkilot xodimi yoki jismoniy shaxs ishtirok etishi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Huquqlari: ish materiallari bilan tanishish, qo‘shimcha materiallar so‘rash, tergov harakatlari va sud muhokamasida ruxsat bilan savollar berish.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Shuningdek: boshqa ahamiyatli masalalar bo‘yicha fikr bildirish, ona tilida xulosa berish va tarjimon xizmatidan foydalanish, qaror va harakatlar ustidan shikoyat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16–17, 16–18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 eksperti majburiyatlari va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Majburiyatlar: raddiya asoslari bo‘lsa darhol xabar berish; obyektlarni har tomonlama tekshirish va xolis xulosa berish; chaqiruv bo‘yicha kelish.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Ma’lumotlarni oshkor qilmaslik, mustaqil ravishda material to‘plamaslik, natijalarni tayinlagan organdan boshqaga bildirmaslik.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JKda javobgarlik: bila turib noto‘g‘ri xulosa (238-modda), tergov sirini oshkor qilish (239), xulosa berishni rad etish yoki bo‘yin tovlash (240).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Qilmish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Bila turib noto‘g‘ri xulosa berish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239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Surishtiruv va tergov ma’lumotlarini oshkor 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Xulosa berishni rad etish yoki bo‘yin tovlash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JK moddalari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17–18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turlari (1): birlamchi va komission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Birlamchi ekspertiza murda, tirik shaxs, ashyoviy dalil va materiallar bo‘yicha tayinlanadi; odatda bir ekspert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Komission: tibbiy xodimlarning kasb huquqbuzarliklari, mehnat qobiliyatini doimiy yo‘qotish darajasi, salomatlik holati, yosh va o‘ta murakkab holatlarda.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Komissiya natijalarni birgalikda tahlil qilib, birgalikdagi xulosani yoki xulosa berish imkonsizligi haqidagi hujjatni imzolaydi.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19–20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turlari (2): kompleks, qo‘shimcha, qayta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Kompleks: holatlarni tibbiyotdan tashqari ilm sohalari bilan aniqlash kerak bo‘lganda (masalan, murakkab yo‘l-transport hodisasida sud-tibbiy va avtotexnik).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Qo‘shimcha: dastlabki xulosadagi kamchilik va bo‘shliqlarni to‘ldirish uchun; odatda oldingi ekspert bajaradi.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Qayta: xulosa asoslanmagan yoki to‘g‘riligiga shubha bo‘lganda; dastlabki ekspert o‘tkazishi mumkin emas, odatda ikki va undan ortiq ekspert bajaradi.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Qachon tayinlanadi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Qo‘shimcha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Kamchilik, bo‘shliqni to‘ldirish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Xulosa asoslanmagan yoki shubhali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Kompleks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Tibbiyotdan tashqari sohalar ham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Qo‘shimcha va qayta ekspertiza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20–21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 xulosasining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Xulosa kirish, tadqiqot va yakunlovchi (to‘xtam) qismlardan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Kirishda sana, joy, asos, tayinlagan organ, ekspert ma’lumotlari, huquq va javobgarlik tushuntirilganligi, obyekt, savollar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 qismi oddiy odam tushunadigan tilda yoziladi; to‘xtam savollarga aniq javob bo‘lib, turli talqinga yo‘l qo‘ymasligi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Tadqiqot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To‘xtam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 qismlari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21–22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Xulosani baholash va tekshiruv dalolatnomasi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boshqa dalillar qatorida ilmiy asoslanganligi va protsessual qoidalarga rioya etilganligi nuqtai nazaridan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surishtiruvchi, tergovchi va sud uchun oldindan muqarrar daliliy kuchga ega emas; qo‘shilmasalar, qaror yoki ajrimda asoslab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«Sud-tibbiy tekshiruv dalolatnomasi» xulosaga o‘xshash, lekin tilxat olinmaydi va yakuniy qismi «xotima»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22–23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Ekspertiza xizmatining tashkil etilishi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Aholiga sud-tibbiy xizmat asosan Sog‘liqni saqlash vazirligi tizimi mutaxassislari tomonidan ko‘rsatiladi; Mudofaa vazirligi tizimida ham xizmat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Tizim: Bosh byuro, hududiy byurolar va ularning tuman, tumanlararo, shahar bo‘linmalari.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Hududiy muassasalar ma’muriy-moliyaviy masalalarda sog‘liqni saqlash idoralariga, tashkiliy-metodik va ekspertiza masalalarida Bosh byuroga bo‘ysunadi.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Bosh byuro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Hududiy byurolar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Tuman, tumanlararo, shahar bo‘linmalari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Xizmat tuzilmasi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 ekspertiza byurosi bo‘limlari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13 hududiy (Qoraqalpog‘iston va viloyatlar) muassasa tarkibi bir xil. Morfologik bo‘limda murda ekspertizasi, sud-gistologik bo‘limda mikroskopik tekshiruv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ambulatoriya tirik shaxslarni tekshiradi; sud-kimyo bo‘limi toksikologik tekshiruvlarni, sud-biologik bo‘lim ashyoviy dalillarni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kriminalistika, qayta va komission ekspertizalar bo‘limi, rentgen, spektral va tashkiliy-metodik bo‘limlar ham bor; Bosh byuroda murakkab qayta va komission ekspertizalar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23–24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— amaliy fan; ekspertiza uning amaliy ko‘rinishi, boshqa tibbiy, yuridik, tabiiy fanlar va falsafa bilan uzviy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 fan kafedralar orqali rivojlangan; xizmat to‘rt davrni bosib o‘tib, mustaqillik yillarida o‘z qonuniga ega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turlari, ekspert xulosasi tuzilishi va xizmat tuzilmasi qonun bilan belgilangan.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6–7, 11–14, 20–23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«Tib qonunlari»da o‘limdan keyingi murda o‘zgarishlari va ularning rivojlanishida tashqi hamda ichki ta’sirning ahamiyatini yozgan.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Yuliy Sezar murdasini ko‘zdan kechirgan vrach Antistius tanadagi 23 jarohatdan faqat bittasini o‘limga olib kelgan deb baholagan.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Eksgumatsiya ekspertizasi aralash variantga misol: jasad qabristonda ochiladi, olingan materiallar byuro laboratoriyasida tekshiriladi.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1950 yilda Sog‘liqni saqlash vazirligining sud-tibbiy ekspertiza Bosh byurosi tashkil qilingan, undan keyin viloyatlarda byurolar ochilgan.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Kirish. Sud tibbiyotining predmeti va tarkibi .1. Sud tibbiyotining boshqa fanlar bilan 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1. Fan, tarix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Payne-James J., Jones R., Karch S.B., Manlove J. Simpson's Forensic Medicine, 13th ed. 2011. Chapter 1. Principles of forensic practice, pp. 1–11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Ромодановский П.О., Баринов Е.Х. Судебная медицина в схемах и рисунках: учебное пособие, М.: Проспект. 2017. 1-modul. Fan, protsessual asoslar, ekspertiza tashkili; bet 5-40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Харин Г.М. (Kharin G.M.). Краткий курс судебной медицины: учебное пособие, М.: ГЭОТАР-Медиа. 2006. I bo‘lim (1-3-boblar). Fan predmeti, protsessual asoslar, ekspertiza tashkili; bet 1-39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Iskandarov A.I., Qo‘ldoshev D.R. Sud tibbiyoti (tibbiyot instituti talabalari uchun), Toshkent. I-IV boblar: fan, tarix, O‘zbekistonda sud tibbiyoti; bet 4-37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