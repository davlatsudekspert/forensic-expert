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bu kationlar filtratda tekshiriladi? Doskada: reja (4 kation). Kitobda maqsad va natijalarda surma, kadmiy va vismut sanalgan, reja va bayonda esa talliy, rux, surma, kadmiy; vismut bayoni bu betlarda yo‘q (dvssm 211 da bor) — bu mashg‘ulotda vismut o‘rganilmaydi.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universal indikator qaysi bosqichlarda kerak? (pH 12-13, 4,5-5,0, 8,5 va 5 ni nazorat qilishda.) Doskada: ro‘yxat. Tipik xato: pH ni tekshirmasdan reagent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natriy nitrit qo‘shiladi? (Kitobda 12-savol sifatida berilgan, javobi yo‘q.) Doskada: sxema. Tipik xato: toluol o‘rniga xloroform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kompleks rangi sulfat kislota bilan yuvilganda saqlansa nima bildiradi? Doskada: 25% H2SO4, 5 soniya. Tipik xato: bitta reaksiyadan surma yoki talliyni aniq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bu reaksiya surmani ko‘rsatmaydi? (Kitobda surma uchun alohida ditizon reaksiyasi yo‘q; faqat talliy uchun tavsiya etilgan.) Doskada: sxema. Tipik xato: pH ni 4,5-5 (rux uchun) o‘rnatish.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rang bo‘lmasa rux tekshirilmaydi? (Kitobda «sababi?» deb savol qo‘yilgan, javob yo‘q.) Doskada: sxema. Tipik xato: pH 12-13 (talliy uchun)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limon kislota nima uchun qo‘shiladi? (Kitobda sabab ko‘rsatilmagan.) Doskada: reagent tartibi. Tipik xato: pH ni 8,5 ga yetkazmasdan DDTK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ikkala reaksiya natijasi bir xil (oq cho‘kma) bo‘lsa ham, nima uchun ikkalasi bajariladi? (Tasdiqlash uchun.) Doskada: jadval. Tipik xato: Na2S ni eski eritmadan olish; kitobda yangi tayyorlangan.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dendrit shakli nimani ko‘rsatadi? (Rux tetrarodanmerkuriatining xarakterli shakli.) Doskada: dendrit chizmasi. Kitobda reaksiyaga sud-kimyosi talabi bo‘yicha izoh berish topshirig‘i bor. Tipik xato: eritmani quritmasdan tomizish.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 reaksiya salbiy bo‘lsa nima qilinadi? (Surmani tekshirish to‘xtatiladi — keyingi slayd.) Doskada: reagent tartibi. Reaksiya talliy uchun ham bir xil (3-slayd).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qo‘shimcha reaksiya shart? (Kitobda «sababi?» deb savol qo‘yilgan; malaxit ko‘ki reaksiyasi talliyda ham musbat — 207-bet.) Doskada: sxema. Tipik xato: bitta reaksiya bilan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nil zangorisi indikator sifatida nimani ko‘rsatadi? (Kitobda aytilishicha, suyuqlik qizg‘ish rangga o‘tishi pH ni ko‘rsatadi.) Doskada: sxema. Tipik xato: chayqatish vaqti: kitobda «30 daqiqa»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sulfid reaksiyasining sezgirligi nimani bildiradi? Doskada: jadval. Tipik xato: miqdori kam bo‘lsa ham sulfid reaksiyasidan natija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ikki kation ditizon bilan aniqlanadi va nima bilan farq qiladi? (pH bilan.) Doskada: jadval. Tipik xato: surma uchun ditizon reaksiyasini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kadmiy va surma uchun umumiy va farqli reaksiyalar. Doskada: bo‘sh diagramma. Kitobdagi diagramma bo‘sh; vismut bu mashg‘ulot bayonida yo‘q, shu sabab doiralarni kadmiy, surma va talliy bilan almashtirish mumkin (o‘qituvchi qarori).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qaysi metall zaharlanishi bunday alomatlarga mos? Doskada: muammo turi, sabablari, hal etish yo‘llari jadvali. Kitobda javob berilmagan; talabalar kationlar xossalari asosida xulosa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dastlabki tahlil natijalarini kitobdagi rang belgilari bilan solishtiring (kadmiy, mis reaksiyalari — 209-bet). Kitobda javob berilmagan; rang bo‘yicha xulosa o‘qituvchi ishtirokida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rux yoki kadmiy tahlili uchun reaksiyalar tanlovini qarorlar shajarasida baholang. Doskada: shajara jadvali (3 variant × afzallik/kamchilik). Kitobda jadval bo‘sh.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javobni bayon asosida bering. Doskada: 4 savol. Kitobda 16 ta savol (211), javoblari yo‘q; slaydga bayonga eng yaqin 4 tasi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toluol va xloroform bug‘lari bilan ishlashda nimalarga e’tibor beriladi? Doskada: 3 qoida. Kitobning bu mashg‘ulotida alohida xavfsizlik bo‘limi yo‘q; slaydga reaktivlar va ish shartlari kiritildi. Qo‘lqop/niqob talabi 166-betdagi kirish mashg‘ulotida.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sud-kimyoviy talab nimani anglatadi (reaksiya sezgirligi, tasdiqlash)? Doskada: tenglamalar uchun joy. Kitobda tenglamalar matnda berilmagan. Tipik xato: tenglamani tenglashtirmay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daftarda qaysi kation qaysi reaksiya bilan topilganini qayd eting. Doskada: namuna jadvali. Daftar shakli kitobda batafsil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Mineralizatda Tl, Zn, Sb, Cd (FEK)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mineralizatdan talliy, rux, surma va kadmiy kationlarini aniqlash (FEK usulida miqdor tahlili).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sulfat va nitrat kislotalar bilan mineralizatsiyalab ajratilgan metall zaharlarning toksikologik ahamiyati va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Kutilayotgan natija: mineralizat tarkibida bo‘lishi mumkin bo‘lgan kationlarni filtratdan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mineralizat, filtr qog‘ozi, voronka, reaktivlar, probirkalar,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Metodlarda ajratgich voronka, universal indikator, mikroskop va buyum oynachasi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207, 208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Talliy: malaxit ko‘ki bilan kompleks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mineralizatga 4 ml 40% H2SO4, 3 ml 5n HCl, 2 tomchi 5% NaNO2, 7 tomchi 0,5% malaxit ko‘ki, Na2SO4, 5 ml toluol.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yoki talliy bo‘lsa, toluol qatlami havo rangga, suvli qatlam sariq-qo‘ng‘irga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mineralizat, ajratgich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H2SO4, HCl, NaNO2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malaxit ko‘ki, Na2SO4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+ 5 ml toluol, 1-2 daq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Toluol: havo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Malaxit ko‘ki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Malaxit ko‘ki: toluol qatlamini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Toluol qatlami ajratilib, 3 ml 25% sulfat kislota qo‘shiladi va 5 soniya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saqlansa, toluol qatlami surma yoki talliyning malaxit ko‘ki bilan kompleksi hisobiga bo‘yalgan.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reaksiya bilan surma yoki talliydan qaysi biri borligini bilish qiyin, shu sabab talliy uchun yana bir reaksiya tavsiya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Talliy(I) ditizonat kompleksi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mineralizatga 10% ammiak pH 12-13 bo‘lguncha (universal indikator)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ml xloroform va 0,1% ditizon (xloroformda) bir necha tomchi qo‘shilib, qattiq chayqatiladi, tindiriladi.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Talliy birikmalari bo‘lsa, xloroform qavatida ko‘kimtir-binafsha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mineralizat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 ammiak: pH 12-13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+ 3 ml xloroform, ditizon 0,1%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Qattiq chayqatish, tindirish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Xloroform: ko‘kimtir-binafsha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Talliy ditizonati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206;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Rux: ditizonat reaksiyasi (dastlabki tekshiruv)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0,5 ml mineralizat + 0,5 ml to‘yingan tiosulfat, pH 4,5-5,0; 1 ml pH 5 atsetat bufer.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tomchi 0,01% ditizon (xloroformda) va 1 ml xloroform qo‘shilib, yaxshilab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Rux bo‘lsa, xloroform qizil-binafsha; rang bo‘lmasa, rux uchun boshqa tekshirilmaydi.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0,5 ml mineralizat + tiosulfat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4,5-5,0; 1 ml atsetat bufer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ditizon, 1 ml xloroform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Aralashtirish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Qizil-binafsha = Zn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Rux ditizonati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Rux: DDTK bilan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 ml mineralizatga 4 ml 20% limon kislota, 1 ml to‘yingan tiomochevina (yoki tiosulfat) qo‘shilib, 10% KOH bilan pH 8,5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 ml 1% natriy dietilditiokarbaminat va 5 ml xloroform qo‘shilib, 1-2 daqiqa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Sariq-qo‘ng‘ir xloroformli qatlam ajratiladi: unda rux dietilditiokarbaminati bor.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Rux: qayta ekstraksiya va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ajratma 3 ml 1n HCl bilan chayqatiladi; suvli qismda rux reaksiyalari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Sulfid: pH 5 gacha 10% KOH, so‘ng 3-4 tomchi yangi Na2S; rux bo‘lsa, oq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Ferrosianid: pH 5 gacha 10% NaOH, so‘ng 3-4 tomchi 5% K ferrosianid; oq cho‘kma.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287"/>
                <a:gridCol w="1484343"/>
                <a:gridCol w="1484343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Na2S (yangi tayyorlangan)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 ferrosianid 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Rux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Rux: mikrokristalloskopik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1-2 tomchi eritma buyum oynachasiga o‘tkazilib, quritiladi.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1 tomchi 10% sirka kislotada eritilib, 1 tomchi ammoniy tetrarodanmerkuriat tuzi eritmasi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necha daqiqadan so‘ng mikroskopda dendrit shaklidagi mikrokristallar kuzatiladi; shakli ish daftariga chiziladi.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Surma: malaxit ko‘ki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Ajratgich voronkada 1 ml mineralizatga 4 ml 40% H2SO4, 3 ml 5n HCl, 2 tomchi 5% natriy nitrit, 7 tomchi 0,5% malaxit ko‘kining spirtli eritmasi, 1-2 g suvsiz Na2SO4 va 5 ml toluol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1-2 daqiqa aralashtiriladi: surma yoki talliy bo‘lsa, toluol qatlami havo rangga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Toluol qatlam 3 ml 25% H2SO4 bilan 5 soniya chayqatilganda rang saqlansa, reaksiya musbat.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208, 209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Surma: natijani baholash va sulfid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Malaxit ko‘ki salbiy bo‘lsa, surma tekshiruvi to‘xtatiladi; aks holda qo‘shimcha tasdiq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sulfidi: 10 ml mineralizatga 5 tomchi to‘yingan natriy tiosulfat qo‘shilib, 1-2 daqiqa qaynatiladi.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bo‘lsa, sariq-qo‘ng‘ir rangli cho‘kma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mineralizat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+ 5 tomchi Na tiosulfat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daqiqa qaynatish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Sariq-qo‘ng‘ir cho‘kma = Sb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Surma sulfidi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209; Yuldashev Z.A., Nurmatova M.I., Toksikologik kimyo modulidan o‘quv-uslubiy majmua, betlar: 212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Kadmiy: DDTK bilan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mineralizatga 2 ml 10% glitserin, 4 ml 10% segnet tuzi, 0,1% nil zangorisi (indikator).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2,5n NaOH qizg‘ish rangga o‘tguncha; so‘ng 3 ml 1% DDTK, 10 ml xloroform, 30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Pastki xloroformli qism ajratilib, 3 ml 1n HCl bilan chayqatiladi (reekstraksiya).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mineralizat + glitserin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segnet tuzi, nil zangorisi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2,5n NaOH: qizg‘ish rang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DDTK 1%, xloroform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Reekstraksiya: 3 ml 1n HCl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Kadmiy DDTK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Kadmiy: tasdiqlovchi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Reekstraktga pH 5 gacha 10% ishqor, so‘ng 3-4 tomchi 5% natriy sulfid: kadmiy bo‘lsa, sariq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Sulfid reaksiyasi eritmadagi kadmiy miqdori 50 mkg dan yuqori bo‘lganda ijobiy natija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va mis ferrosianidi: 10 tomchi 2% CuSO4 va 1-2 tomchi 5% K ferrosianid; och-binafsha cho‘kma.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643"/>
                <a:gridCol w="282633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Na2S 5% (pH 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cho‘kma (50 mkg dan ko‘p)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CuSO4 2% + K ferrosianid 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Och-binafsha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KBr + brutsin yoki piridin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Rangsiz prizmatik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Kadmiy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212; Yuldashev Z.A., Umarova G.Q., Toksikologik kimyo modulidan o‘quv-uslubiy majmua, betlar: 209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 jamlanmasi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Talliy ditizon bilan pH 12-13 da, rux ditizon bilan pH 4,5-5,0 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va kadmiy cho‘kma hosil qiluvchi reaksiyalar bilan tasdiqlanadi.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11"/>
                <a:gridCol w="1708163"/>
                <a:gridCol w="24003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Talliy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Ditizon, pH 12-13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Ko‘kimtir-binafsha 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Ditizon, pH 4,5-5,0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Qizil-binafsha 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Surma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 tiosulfat, qaynatish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Sariq-qo‘ng‘ir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Kadmiy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Na2S, pH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208, 209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Venna diagrammasi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Venna diagrammasi 2-3 jihatni va ularning umumiy tomonlarini solishtirish uchun qo‘llanadi; tizimli fikrlash va tahlil ko‘nikmalarini rivojlantiradi.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Kitobdagi diagrammada kadmiy, vismut va surma doiralari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guruhlarda diagramma tuziladi, kesishmaydigan joylar (x) to‘ldiriladi; juftliklarda taqqoslanadi.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210, 209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11-keys: o‘pka va qizilo‘ngachdagi qon quyilishi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murda ichki a’zolari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Patologik tekshiruv o‘pka to‘qimalari va qizilo‘ngachda qon quyilish alomatlarini, buyrakda nefrit kasalligini ko‘rsatgan.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hodisaning sabab va yechimini tushuntirish va sud-kimyo tahlilini o‘tkazish.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metallarni qayta ishlash korxonasi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Korxonada po‘lat va latunni xromlash, kadmiylash va nikellash ishlari bajariladi; yangi xodimlar texnika xavfsizligi bilan yetarlicha tanishtirilmagan.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oydan so‘ng «D» ismli ishchida kuchli qayt qilish kuzatilgan, qayt mahsulotlari ko‘kimtir-yashil rangda bo‘lgan; bemor bir necha soatdan so‘ng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5% K3[Fe(CN)6] va 2% CdCl2 bilan nilufar rangli cho‘kma; piridinrodan reaktivi bilan xloroform qatlami zumrad yashil.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u qanday metall bilan zaharlangan? Zaharli moddani ajratib olish va tahlil tartibini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«Qarorlar shajarasi»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muammo qo‘yiladi va uchta qaror varianti ko‘rib chiqiladi.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qaror varianti uchun afzalligi va kamchiligi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Yakunda qaror tanlanadi va asoslanadi.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210, 211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Rux kationining chinligi va miqdorini aniqlash usullarini kimyoviy reaksiyalar asosida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Dietilditiokarbaminat (DDTK) tuzlarining metall kationlarini kasrli usulda tahlil qilishda qo‘llanishini misollarda ko‘rsating.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Surma kationining malaxit zangorisi bilan birikmasini toluol bilan ekstraksiya qilish sabablarini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 kationining chinligini aniqlash usullarini kimyoviy reaksiyalar asosida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Reaksiyalarda xloroform, toluol, 40% sulfat kislota, 5n HCl, natriy ishqori va ammiak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chayqatish ajratgich voronkada bajariladi; kadmiy ajratishda chayqatish 30 daqiqa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jarayoni qat’iy pH va hajmlar bo‘yicha olib boriladi (universal indikator yordamida).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208, 209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Reaksiya tenglamalari va izoh topshiriqlari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Talliy, rux, surma va kadmiy reaksiyalarining har biri uchun kimyoviy tenglamani yozish talab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Rux uchun reaksiyalar natijalariga asoslanib sud-kimyosi tahlili talabi bo‘yicha izoh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Surma sulfidi reaksiyasi natijasiga ham sud-kimyosi tahlili talabi bo‘yicha izoh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Mikrokristallarning shakli ish daftariga chiziladi.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208, 209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rasmiylashtirish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Vaziyatli masalaning yechimi topilib, ish daftariga tegishlicha rasmiylashtiriladi.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Kutilayotgan natija: surma, kadmiy kationlarini filtratdan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natijasi ijobiy bo‘lmasa, tegishli kation uchun keyingi tekshiruv to‘xtatiladi.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210, 207; Yuldashev Z.A., Umarova G.Q., Toksikologik kimyo modulidan o‘quv-uslubiy majmua, betlar: 208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Surma va talliy malaxit ko‘ki bilan toluol qatlamini havo rangga bo‘yaydi, shuning uchun ularni farqlash qiyin.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Kadmiyni DDTK bilan ajratishda 10 ml mineralizatga 2 ml 10% glitserin va 4 ml 10% segnet tuzi qo‘shiladi.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Kadmiyga kaliy bromid va brutsin yoki piridin ta’sir ettirilsa, rangsiz prizmatik kristallar hosil bo‘ladi.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Tl, Zn, Sb, Cd (FEK)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207-211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206-207, 210, 212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