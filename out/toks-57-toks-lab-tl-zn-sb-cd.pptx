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nima uchun bu kationlar filtratda tekshiriladi? Doskada: reja (4 kation). Kitobda maqsad va natijalarda surma, kadmiy va vismut sanalgan, reja va bayonda esa talliy, rux, surma, kadmiy; vismut bayoni bu betlarda yo‘q (dvssm 211 da bor) — bu mashg‘ulotda vismut o‘rganilmaydi.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universal indikator qaysi bosqichlarda kerak? (pH 12-13, 4,5-5,0, 8,5 va 5 ni nazorat qilishda.) Doskada: ro‘yxat. Tipik xato: pH ni tekshirmasdan reagent qo‘shish.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qaysi kationlar bir xil reaksiya beradi? Doskada: daraxt sxemasi. Tipik xato: kationlarning tekshirish tartibini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nima uchun natriy nitrit qo‘shiladi? (Kitobda 12-savol sifatida berilgan, javobi yo‘q.) Doskada: sxema. Tipik xato: toluol o‘rniga xloroform 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kompleks rangi sulfat kislota bilan yuvilganda saqlansa nima bildiradi? Doskada: 25% H2SO4, 5 soniya. Tipik xato: bitta reaksiyadan surma yoki talliyni aniq deb xulosa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toluol qatlami qaysi qatlam bo‘ladi? Doskada: qiymatlar jadvali. Tipik xato: toluol o‘rniga xloroform 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nima uchun bu reaksiya surmani ko‘rsatmaydi? (Kitobda surma uchun alohida ditizon reaksiyasi yo‘q; faqat talliy uchun tavsiya etilgan.) Doskada: sxema. Tipik xato: pH ni 4,5-5 (rux uchun) o‘rnatish.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nima uchun malaxit ko‘ki reaksiyasi yetarli emas? Doskada: jadval. Tipik xato: talliy va surmani bir reaksiya bilan ajratilgan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nima uchun rang bo‘lmasa rux tekshirilmaydi? (Kitobda «sababi?» deb savol qo‘yilgan, javob yo‘q.) Doskada: sxema. Tipik xato: pH 12-13 (talliy uchun) bilan adashtirish.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nima uchun pH talliydagidan farq qiladi? Doskada: qiymatlar. Tipik xato: ditizon konsentratsiyasini 0,1% deb 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limon kislota nima uchun qo‘shiladi? (Kitobda sabab ko‘rsatilmagan.) Doskada: reagent tartibi. Tipik xato: pH ni 8,5 ga yetkazmasdan DDTK qo‘shish.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ikkala reaksiya natijasi bir xil (oq cho‘kma) bo‘lsa ham, nima uchun ikkalasi bajariladi? (Tasdiqlash uchun.) Doskada: jadval. Tipik xato: Na2S ni eski eritmadan olish; kitobda yangi tayyorlangan.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ikkala usulning asosiy farqi nimada? Doskada: taqqoslash. Tipik xato: chayqatish vaqtlarini almashtirish.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dendrit shakli nimani ko‘rsatadi? (Rux tetrarodanmerkuriatining xarakterli shakli.) Doskada: dendrit chizmasi. Kitobda reaksiyaga sud-kimyosi talabi bo‘yicha izoh berish topshirig‘i bor. Tipik xato: eritmani quritmasdan tomizish.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bu reaksiya salbiy bo‘lsa nima qilinadi? (Surmani tekshirish to‘xtatiladi — keyingi slayd.) Doskada: reagent tartibi. Reaksiya talliy uchun ham bir xil (3-slayd).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nima uchun qo‘shimcha reaksiya shart? (Kitobda «sababi?» deb savol qo‘yilgan; malaxit ko‘ki reaksiyasi talliyda ham musbat — 207-bet.) Doskada: sxema. Tipik xato: bitta reaksiya bilan xulosa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qaysi reaksiya ikkalasi uchun umumiy? Doskada: taqqoslash. Tipik xato: malaxit ko‘ki natijasini yakuniy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nil zangorisi indikator sifatida nimani ko‘rsatadi? (Kitobda aytilishicha, suyuqlik qizg‘ish rangga o‘tishi pH ni ko‘rsatadi.) Doskada: sxema. Tipik xato: chayqatish vaqti: kitobda «30 daqiqa» yozilgan.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qaysi qiymat rux bilan farq qiladi? Doskada: qiymatlar. Tipik xato: qizg‘ish rang indikator ekanini unutish.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sulfid reaksiyasining sezgirligi nimani bildiradi? Doskada: jadval. Tipik xato: miqdori kam bo‘lsa ham sulfid reaksiyasidan natija kutish.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past miqdorda cho‘kma bo‘lmaydi? Doskada: sxema. Tipik xato: pH ni 5 dan farqli 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nima uchun uch reagent oldin qo‘shiladi? Doskada: jadval. Tipik xato: oksidlovchilarni yo‘qotmasdan oksin qo‘shish.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pH=12 ni nima ko‘rsatadi? Doskada: 5 qadam. Tipik xato: qadamlar tartibini buzish.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kristall shakli nimani tasdiqlaydi? Doskada: jadval. Tipik xato: kristallarning rangini shaklidan ajratmaslik.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qaysi ikki kation ditizon bilan aniqlanadi va nima bilan farq qiladi? (pH bilan.) Doskada: jadval. Tipik xato: surma uchun ditizon reaksiyasini qo‘llash.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nima uchun salbiy natija tahlilni to‘xtatadi? Doskada: jadval. Tipik xato: salbiy natijadan keyin ham keraksiz reaksiyalarni davom ettirish.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pH qiymati reaksiyani qanday boshqaradi? Doskada: qiymatlar jadvali. Tipik xato: pH ni universal indikator bilan tekshirmaslik.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daqiqa. Muhokama: kadmiy va surma uchun umumiy va farqli reaksiyalar. Doskada: bo‘sh diagramma. Kitobdagi diagramma bo‘sh; vismut bu mashg‘ulot bayonida yo‘q, shu sabab doiralarni kadmiy, surma va talliy bilan almashtirish mumkin (o‘qituvchi qarori).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daqiqa. Muhokama: qaysi metall zaharlanishi bunday alomatlarga mos? Doskada: muammo turi, sabablari, hal etish yo‘llari jadvali. Kitobda javob berilmagan; talabalar kationlar xossalari asosida xulosa qiladi.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daqiqa. Muhokama: dastlabki tahlil natijalarini kitobdagi rang belgilari bilan solishtiring (kadmiy, mis reaksiyalari — 209-bet). Kitobda javob berilmagan; rang bo‘yicha xulosa o‘qituvchi ishtirokida qilinadi.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daqiqa. Muhokama: rux yoki kadmiy tahlili uchun reaksiyalar tanlovini qarorlar shajarasida baholang. Doskada: shajara jadvali (3 variant × afzallik/kamchilik). Kitobda jadval bo‘sh.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javobni bayon asosida bering. Doskada: 4 savol. Kitobda 16 ta savol (211), javoblari yo‘q; slaydga bayonga eng yaqin 4 tasi olindi.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DDTK va ditizon qaysi kationlarda ishlatildi. Doskada: 5 savol. Tipik xato: javobni kitobdan izlash: javoblar berilmagan.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asosiy va qo‘shimcha reaksiya nima bilan farq qiladi? Doskada: 5 savol. Tipik xato: vismut bayoni faqat DVSSM da ekanini unutish.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nitrit nima uchun kerak? Doskada: 5 savol. Tipik xato: talliy va surmani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toluol va xloroform bug‘lari bilan ishlashda nimalarga e’tibor beriladi? Doskada: 3 qoida. Kitobning bu mashg‘ulotida alohida xavfsizlik bo‘limi yo‘q; slaydga reaktivlar va ish shartlari kiritildi. Qo‘lqop/niqob talabi 166-betdagi kirish mashg‘ulotida.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sud-kimyoviy talab nimani anglatadi (reaksiya sezgirligi, tasdiqlash)? Doskada: tenglamalar uchun joy. Kitobda tenglamalar matnda berilmagan. Tipik xato: tenglamani tenglashtirmay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daftarda qaysi kation qaysi reaksiya bilan topilganini qayd eting. Doskada: namuna jadvali. Daftar shakli kitobda batafsil berilmagan.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Mineralizatda Tl, Zn, Sb, Cd (FEK)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Mashg‘ulot maqsadi va rejasi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Mineralizatda Tl, Zn, Sb, Cd (FEK)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Reja: mineralizatdan talliy, rux, surma va kadmiy kationlarini aniqlash (FEK usulida miqdor tahlili).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Maqsad: sulfat va nitrat kislotalar bilan mineralizatsiyalab ajratilgan metall zaharlarning toksikologik ahamiyati va tahlil usullari bilan tanishtirish.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Kutilayotgan natija: mineralizat tarkibida bo‘lishi mumkin bo‘lgan kationlarni filtratdan aniqlash.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207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Asbob-uskunalar va jihozlar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Mineralizatda Tl, Zn, Sb, Cd (FEK)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Zarur asbob-uskunalar: mineralizat, filtr qog‘ozi, voronka, reaktivlar, probirkalar, ko‘rgazmali materiallar, skotch, qog‘oz.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Laboratoriya jihozlari: maxsus laboratoriya vositalari bilan jihozlangan xona.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Metodlarda ajratgich voronka, universal indikator, mikroskop va buyum oynachasi ishlatiladi.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207, 208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Dars xaritasi: Tl, Zn, Sb, Cd va Bi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Mineralizatda Tl, Zn, Sb, Cd (FEK)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Reja: mineralizatdan talliy, rux, surma va kadmiy kationlarini aniqlash (FEK usulida miqdor tahlili).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Talliy: malaxit ko‘ki va talliy(I) ditizonat; rux: ditizon, DDTK bilan ajratish, sulfid, ferrosianid, mikrokristall.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Surma: malaxit ko‘ki va sulfid; kadmiy: DDTK bilan ajratish, sulfid, mis ferrosianidi, brutsin.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Vismut: tiomochevina, 8-oksixinolin (oksin), DDTK bilan ajratish va mikrokristall reaksiyalar.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Mineralizat (FEK tahlili)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790395"/>
            <a:ext cx="0" cy="3277209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790395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Talliy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Malaxit ko‘ki (toluol)  ·  Ditizon, pH 12-13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609697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236622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236622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Rux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Ditizon, pH 4,5-5,0  ·  DDTK ajratish, pH 8,5  ·  Sulfid, ferrosianid, kristall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055924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055924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Surma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Malaxit ko‘ki (toluol)  ·  Na tiosulfat, qaynatish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24830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3875227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3875227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Kadmiy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DDTK, glitserin, segnet  ·  Sulfid: sariq cho‘kma  ·  Mis ferrosianidi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612380" y="50676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772400" y="4694529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0" y="4694529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Vismut (DVSSM)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Tiomochevina, oksin  ·  DDTK ajratish  ·  CsCl + KI; brutsin + KBr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Mineralizatdagi kationlar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207, 208, 209; Yuldashev Z.A., Nurmatova M.I., Toksikologik kimyo modulidan o‘quv-uslubiy majmua, betlar: 211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Talliy: malaxit ko‘ki bilan kompleks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Mineralizatda Tl, Zn, Sb, Cd (FEK)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 ml mineralizatga 4 ml 40% H2SO4, 3 ml 5n HCl, 2 tomchi 5% NaNO2, 7 tomchi 0,5% malaxit ko‘ki, Na2SO4, 5 ml toluol.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Surma yoki talliy bo‘lsa, toluol qatlami havo rangga, suvli qatlam sariq-qo‘ng‘irga bo‘yaladi.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 ml mineralizat, ajratgich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+ H2SO4, HCl, NaNO2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+ malaxit ko‘ki, Na2SO4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+ 5 ml toluol, 1-2 daq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Toluol: havo rang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Malaxit ko‘ki reaksiyasi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207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Malaxit ko‘ki: toluol qatlamini tekshirish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Mineralizatda Tl, Zn, Sb, Cd (FEK)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Toluol qatlami ajratilib, 3 ml 25% sulfat kislota qo‘shiladi va 5 soniya chayqatiladi.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Rang saqlansa, toluol qatlami surma yoki talliyning malaxit ko‘ki bilan kompleksi hisobiga bo‘yalgan.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 reaksiya bilan surma yoki talliydan qaysi biri borligini bilish qiyin, shu sabab talliy uchun yana bir reaksiya tavsiya etiladi.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207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Malaxit ko‘ki reaksiyasi: reagentlar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Mineralizatda Tl, Zn, Sb, Cd (FEK)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Ajratgich voronkada 1 ml mineralizatga 4 ml 40% H2SO4 va 3 ml 5n HCl qo‘shiladi.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So‘ng 2 tomchi 5% natriy nitrit, 7 tomchi 0,5% malaxit ko‘ki, 1-2 g suvsiz Na2SO4 va 5 ml toluol qo‘shiladi.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Aralashma 1-2 daqiqa yaxshilab aralashtiriladi; toluol qatlami havo rangga, suvli qatlam sariq-qo‘ng‘irga bo‘yaladi.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Mineralizat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</a:t>
            </a:r>
            <a:r>
              <a:rPr sz="1500" b="0">
                <a:solidFill>
                  <a:srgbClr val="6B7280"/>
                </a:solidFill>
                <a:latin typeface="Calibri"/>
              </a:rPr>
              <a:t>  ml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H2SO4 40%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4</a:t>
            </a:r>
            <a:r>
              <a:rPr sz="1500" b="0">
                <a:solidFill>
                  <a:srgbClr val="6B7280"/>
                </a:solidFill>
                <a:latin typeface="Calibri"/>
              </a:rPr>
              <a:t>  ml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HCl 5n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3</a:t>
            </a:r>
            <a:r>
              <a:rPr sz="1500" b="0">
                <a:solidFill>
                  <a:srgbClr val="6B7280"/>
                </a:solidFill>
                <a:latin typeface="Calibri"/>
              </a:rPr>
              <a:t>  ml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NaNO2 5%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</a:t>
            </a:r>
            <a:r>
              <a:rPr sz="1500" b="0">
                <a:solidFill>
                  <a:srgbClr val="6B7280"/>
                </a:solidFill>
                <a:latin typeface="Calibri"/>
              </a:rPr>
              <a:t>  tomchi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Malaxit ko‘ki 0,5%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7</a:t>
            </a:r>
            <a:r>
              <a:rPr sz="1500" b="0">
                <a:solidFill>
                  <a:srgbClr val="6B7280"/>
                </a:solidFill>
                <a:latin typeface="Calibri"/>
              </a:rPr>
              <a:t>  tomchi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78443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578443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8171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Toluol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5</a:t>
            </a:r>
            <a:r>
              <a:rPr sz="1500" b="0">
                <a:solidFill>
                  <a:srgbClr val="6B7280"/>
                </a:solidFill>
                <a:latin typeface="Calibri"/>
              </a:rPr>
              <a:t>  ml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Malaxit ko‘ki reaksiyasi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Talliy(I) ditizonat kompleksi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Mineralizatda Tl, Zn, Sb, Cd (FEK)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5 ml mineralizatga 10% ammiak pH 12-13 bo‘lguncha (universal indikator) qo‘shiladi.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3 ml xloroform va 0,1% ditizon (xloroformda) bir necha tomchi qo‘shilib, qattiq chayqatiladi, tindiriladi.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Talliy birikmalari bo‘lsa, xloroform qavatida ko‘kimtir-binafsha rang hosil bo‘ladi.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5 ml mineralizat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10% ammiak: pH 12-13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+ 3 ml xloroform, ditizon 0,1%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Qattiq chayqatish, tindirish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Xloroform: ko‘kimtir-binafsha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Talliy ditizonati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206; Yuldashev Z.A., Umarova G.Q., Toksikologik kimyo modulidan o‘quv-uslubiy majmua, betlar: 208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Talliy: ikki reaksiyani solishtirish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Mineralizatda Tl, Zn, Sb, Cd (FEK)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Malaxit ko‘ki bilan toluol qatlami havo rangga bo‘yaladi; bu reaksiya surma va talliy uchun bir xil.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Shu sababli talliy uchun talliy(I) ditizonat hosil qilish reaksiyasi tavsiya etiladi.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Ditizon reaksiyasida pH 12-13 da xloroform qavati ko‘kimtir-binafsha bo‘ladi.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8744"/>
                <a:gridCol w="826816"/>
                <a:gridCol w="1195578"/>
                <a:gridCol w="2116836"/>
              </a:tblGrid>
              <a:tr h="86868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Reaksiya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Muhit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Qatlam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Natija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Malaxit ko‘ki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40% H2SO4, 5n HCl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Toluol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Havo rang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Talliy(I) ditizonat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10% ammiak, pH 12-13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Xloroform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Ko‘kimtir-binafsha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Talliy: ikki reaksiya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207, 208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Rux: ditizonat reaksiyasi (dastlabki tekshiruv)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Mineralizatda Tl, Zn, Sb, Cd (FEK)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0,5 ml mineralizat + 0,5 ml to‘yingan tiosulfat, pH 4,5-5,0; 1 ml pH 5 atsetat bufer.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2 tomchi 0,01% ditizon (xloroformda) va 1 ml xloroform qo‘shilib, yaxshilab aralashtiriladi.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Rux bo‘lsa, xloroform qizil-binafsha; rang bo‘lmasa, rux uchun boshqa tekshirilmaydi.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0,5 ml mineralizat + tiosulfat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pH 4,5-5,0; 1 ml atsetat bufer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+ ditizon, 1 ml xloroform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Aralashtirish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Qizil-binafsha = Zn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Rux ditizonati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208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Rux ditizonati: asosiy qiymatlar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Mineralizatda Tl, Zn, Sb, Cd (FEK)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0,5 ml mineralizatga 0,5 ml to‘yingan natriy tiosulfat qo‘shilib, aralashma pH 4,5-5,0 ga keltiriladi.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 ml pH 5 atsetat bufer, 2 tomchi 0,01% ditizon (xloroformda) va 1 ml xloroform qo‘shiladi.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Rux bo‘lsa, xloroform qatlami qizil-binafsha rangga bo‘yaladi.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Mineralizat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0,5</a:t>
            </a:r>
            <a:r>
              <a:rPr sz="1500" b="0">
                <a:solidFill>
                  <a:srgbClr val="6B7280"/>
                </a:solidFill>
                <a:latin typeface="Calibri"/>
              </a:rPr>
              <a:t>  ml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Na tiosulfat (to‘yingan)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0,5</a:t>
            </a:r>
            <a:r>
              <a:rPr sz="1500" b="0">
                <a:solidFill>
                  <a:srgbClr val="6B7280"/>
                </a:solidFill>
                <a:latin typeface="Calibri"/>
              </a:rPr>
              <a:t>  ml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pH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4,5-5,0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Atsetat bufer (pH 5)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</a:t>
            </a:r>
            <a:r>
              <a:rPr sz="1500" b="0">
                <a:solidFill>
                  <a:srgbClr val="6B7280"/>
                </a:solidFill>
                <a:latin typeface="Calibri"/>
              </a:rPr>
              <a:t>  ml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Ditizon 0,01%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</a:t>
            </a:r>
            <a:r>
              <a:rPr sz="1500" b="0">
                <a:solidFill>
                  <a:srgbClr val="6B7280"/>
                </a:solidFill>
                <a:latin typeface="Calibri"/>
              </a:rPr>
              <a:t>  tomchi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78443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578443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8171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Xloroform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</a:t>
            </a:r>
            <a:r>
              <a:rPr sz="1500" b="0">
                <a:solidFill>
                  <a:srgbClr val="6B7280"/>
                </a:solidFill>
                <a:latin typeface="Calibri"/>
              </a:rPr>
              <a:t>  ml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Rux ditizonati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208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Rux: DDTK bilan ajratib olish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Mineralizatda Tl, Zn, Sb, Cd (FEK)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10 ml mineralizatga 4 ml 20% limon kislota, 1 ml to‘yingan tiomochevina (yoki tiosulfat) qo‘shilib, 10% KOH bilan pH 8,5 ga keltiriladi.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3 ml 1% natriy dietilditiokarbaminat va 5 ml xloroform qo‘shilib, 1-2 daqiqa chayqatiladi.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Sariq-qo‘ng‘ir xloroformli qatlam ajratiladi: unda rux dietilditiokarbaminati bor.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Maskalash va pH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4 ml 20% limon kislota, tiomochevina; 10% KOH bilan pH 8,5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DDTK va xloroform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3 ml 1% Na DDTK va 5 ml xloroform, 1-2 daqiqa chayqatish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Xloroform qatlami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Sariq-qo‘ng‘ir qatlam: rux dietilditiokarbaminati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Qayta ekstraksiya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3 ml 1n HCl bilan chayqatish, suvli qism olinadi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Sifat reaksiyalari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Sulfid, ferrosianid va tetrarodanmerkuriat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Rux: DDTK bilan ajratish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208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Rux: qayta ekstraksiya va sifat reaksiyalari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Mineralizatda Tl, Zn, Sb, Cd (FEK)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Xloroformli ajratma 3 ml 1n HCl bilan chayqatiladi; suvli qismda rux reaksiyalari o‘tkaziladi.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Sulfid: pH 5 gacha 10% KOH, so‘ng 3-4 tomchi yangi Na2S; rux bo‘lsa, oq cho‘kma.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Ferrosianid: pH 5 gacha 10% NaOH, so‘ng 3-4 tomchi 5% K ferrosianid; oq cho‘kma.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3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19287"/>
                <a:gridCol w="1484343"/>
                <a:gridCol w="1484343"/>
              </a:tblGrid>
              <a:tr h="86868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Reaktiv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pH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Natija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Na2S (yangi tayyorlangan)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Oq cho‘kma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 ferrosianid 5%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Oq cho‘kma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Rux reaksiyalari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208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Rux va kadmiy: DDTK bilan ajratishni solishtirish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Mineralizatda Tl, Zn, Sb, Cd (FEK)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Rux: 4 ml 20% limon kislota, tiomochevina va pH 8,5; 3 ml 1% Na DDTK va 5 ml xloroform, 1-2 daqiqa.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Kadmiy: 2 ml 10% glitserin, 4 ml 10% segnet tuzi, nil zangorisi; 3 ml 1% DDTK, 10 ml xloroform, 30 daqiqa.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Ikkala holatda ham xloroformli qatlam 3 ml 1n HCl bilan qayta ekstraksiya qilinadi.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Rux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Limon kislota 20% (4 ml)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pH 8,5 (10% KOH)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DDTK 1% — 3 ml, xloroform — 5 ml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Chayqatish 1-2 daqiqa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Kadmiy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Glitserin 10% (2 ml), segnet tuzi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Nil zangorisi, 2,5N NaOH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DDTK 1% — 3 ml, xloroform — 10 ml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Chayqatish 30 daqiqa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Rux va kadmiy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208, 209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Rux: mikrokristalloskopik reaksiya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Mineralizatda Tl, Zn, Sb, Cd (FEK)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1-2 tomchi eritma buyum oynachasiga o‘tkazilib, quritiladi.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Quruq qoldiq 1 tomchi 10% sirka kislotada eritilib, 1 tomchi ammoniy tetrarodanmerkuriat tuzi eritmasi tomiziladi.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Bir necha daqiqadan so‘ng mikroskopda dendrit shaklidagi mikrokristallar kuzatiladi; shakli ish daftariga chiziladi.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933956"/>
            <a:ext cx="2278227" cy="91440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Quruq qoldiq, 10% sirka kislotasi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2848356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3140964"/>
            <a:ext cx="2278227" cy="91440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NH4 tetrarodanmerkuriat (1 tomchi)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73387" y="2537460"/>
            <a:ext cx="2278227" cy="91440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Rux tetrarodanmerkuriat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810347" y="2994660"/>
            <a:ext cx="1371600" cy="0"/>
          </a:xfrm>
          <a:prstGeom prst="line">
            <a:avLst/>
          </a:prstGeom>
          <a:ln w="50800">
            <a:solidFill>
              <a:srgbClr val="C9A2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718907" y="2217420"/>
            <a:ext cx="1554480" cy="713232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Bir necha daqiqadan so‘ng mikroskop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4709160"/>
            <a:ext cx="6110935" cy="731520"/>
          </a:xfrm>
          <a:prstGeom prst="roundRect">
            <a:avLst>
              <a:gd name="adj" fmla="val 8000"/>
            </a:avLst>
          </a:prstGeom>
          <a:solidFill>
            <a:srgbClr val="FFF6D6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B1F3A"/>
                </a:solidFill>
                <a:latin typeface="Calibri"/>
              </a:rPr>
              <a:t>Kuzatuv:  </a:t>
            </a:r>
            <a:r>
              <a:rPr sz="1500" b="0">
                <a:solidFill>
                  <a:srgbClr val="1F2937"/>
                </a:solidFill>
                <a:latin typeface="Calibri"/>
              </a:rPr>
              <a:t>Dendrit shaklidagi mikrokristallar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Rux tetrarodanmerkuriati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208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Surma: malaxit ko‘ki reaksiyasi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Mineralizatda Tl, Zn, Sb, Cd (FEK)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Ajratgich voronkada 1 ml mineralizatga 4 ml 40% H2SO4, 3 ml 5n HCl, 2 tomchi 5% NaNO2, 7 tomchi 0,5% malaxit ko‘ki, Na2SO4 va 5 ml toluol qo‘shiladi.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1-2 daqiqa aralashtiriladi: surma yoki talliy bo‘lsa, toluol qatlami havo rangga bo‘yaladi.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Toluol qatlam 3 ml 25% H2SO4 bilan 5 soniya chayqatilganda rang saqlansa, reaksiya musbat.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208, 209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Surma: natijani baholash va sulfid reaksiyasi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Mineralizatda Tl, Zn, Sb, Cd (FEK)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Malaxit ko‘ki salbiy bo‘lsa, surma tekshiruvi to‘xtatiladi; aks holda qo‘shimcha tasdiq shart.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Surma sulfidi: 10 ml mineralizatga 5 tomchi to‘yingan natriy tiosulfat qo‘shilib, 1-2 daqiqa qaynatiladi.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Surma bo‘lsa, sariq-qo‘ng‘ir rangli cho‘kma hosil bo‘ladi.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10 ml mineralizat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+ 5 tomchi Na tiosulfat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1-2 daqiqa qaynatish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Sariq-qo‘ng‘ir cho‘kma = Sb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Surma sulfidi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209; Yuldashev Z.A., Nurmatova M.I., Toksikologik kimyo modulidan o‘quv-uslubiy majmua, betlar: 212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Surma va talliy: nima bilan farqlanadi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Mineralizatda Tl, Zn, Sb, Cd (FEK)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Malaxit ko‘ki reaksiyasi surma va talliyda bir xil: toluol qatlami havo rangga bo‘yaladi.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Talliy uchun qo‘shimcha reaksiya — talliy(I) ditizonati (pH 12-13, ko‘kimtir-binafsha xloroform).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Surma uchun qo‘shimcha reaksiya — natriy tiosulfat bilan qaynatish: sariq-qo‘ng‘ir cho‘kma.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Talliy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Malaxit ko‘ki: toluol havo rang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Ditizon, pH 12-13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Xloroform: ko‘kimtir-binafsha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Surma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Malaxit ko‘ki: toluol havo rang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Na tiosulfat, 1-2 daq qaynatish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Sariq-qo‘ng‘ir cho‘kma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Talliy va surma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207, 208, 209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Kadmiy: DDTK bilan ajratish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Mineralizatda Tl, Zn, Sb, Cd (FEK)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10 ml mineralizatga 2 ml 10% glitserin, 4 ml 10% segnet tuzi, 0,1% nil zangorisi (indikator).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2,5n NaOH qizg‘ish rangga o‘tguncha; so‘ng 3 ml 1% DDTK, 10 ml xloroform, 30 daqiqa chayqatiladi.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Pastki xloroformli qism ajratilib, 3 ml 1n HCl bilan chayqatiladi (reekstraksiya).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10 ml mineralizat + glitserin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+ segnet tuzi, nil zangorisi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2,5n NaOH: qizg‘ish rang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+ DDTK 1%, xloroform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Reekstraksiya: 3 ml 1n HCl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Kadmiy DDTK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209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Kadmiy: DDTK bilan ajratish qiymatlari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Mineralizatda Tl, Zn, Sb, Cd (FEK)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10 ml mineralizat 2 ml 10% glitserin, 4 ml 10% segnet tuzi va 1-2 tomchi 0,1% nil zangorisi bilan aralashtiriladi.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Suyuqlik qizg‘ish rangga o‘tguncha 2,5N natriy ishqori qo‘shiladi.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3 ml 1% natriy dietilditiokarbamat va 10 ml xloroform bilan 30 daqiqa qattiq chayqatiladi.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Mineralizat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10</a:t>
            </a:r>
            <a:r>
              <a:rPr sz="1500" b="0">
                <a:solidFill>
                  <a:srgbClr val="6B7280"/>
                </a:solidFill>
                <a:latin typeface="Calibri"/>
              </a:rPr>
              <a:t>  ml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Glitserin 10%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</a:t>
            </a:r>
            <a:r>
              <a:rPr sz="1500" b="0">
                <a:solidFill>
                  <a:srgbClr val="6B7280"/>
                </a:solidFill>
                <a:latin typeface="Calibri"/>
              </a:rPr>
              <a:t>  ml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Segnet tuzi 10%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4</a:t>
            </a:r>
            <a:r>
              <a:rPr sz="1500" b="0">
                <a:solidFill>
                  <a:srgbClr val="6B7280"/>
                </a:solidFill>
                <a:latin typeface="Calibri"/>
              </a:rPr>
              <a:t>  ml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DDTK 1%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3</a:t>
            </a:r>
            <a:r>
              <a:rPr sz="1500" b="0">
                <a:solidFill>
                  <a:srgbClr val="6B7280"/>
                </a:solidFill>
                <a:latin typeface="Calibri"/>
              </a:rPr>
              <a:t>  ml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Xloroform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10</a:t>
            </a:r>
            <a:r>
              <a:rPr sz="1500" b="0">
                <a:solidFill>
                  <a:srgbClr val="6B7280"/>
                </a:solidFill>
                <a:latin typeface="Calibri"/>
              </a:rPr>
              <a:t>  ml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78443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578443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8171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Chayqatish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30</a:t>
            </a:r>
            <a:r>
              <a:rPr sz="1500" b="0">
                <a:solidFill>
                  <a:srgbClr val="6B7280"/>
                </a:solidFill>
                <a:latin typeface="Calibri"/>
              </a:rPr>
              <a:t>  daqiqa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Kadmiy: DDTK ajratish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209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Kadmiy: tasdiqlovchi reaksiyalar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Mineralizatda Tl, Zn, Sb, Cd (FEK)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Reekstraktga pH 5 gacha 10% ishqor, so‘ng 3-4 tomchi 5% natriy sulfid: kadmiy bo‘lsa, sariq cho‘kma.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Sulfid reaksiyasi eritmadagi kadmiy miqdori 50 mkg dan yuqori bo‘lganda ijobiy natija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Kadmiy va mis ferrosianidi: 10 tomchi 2% CuSO4 va 1-2 tomchi 5% K ferrosianid; och-binafsha cho‘kma.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1643"/>
                <a:gridCol w="2826331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Reaktiv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Natija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Na2S 5% (pH 5)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Sariq cho‘kma (50 mkg dan ko‘p)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CuSO4 2% + K ferrosianid 5%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Och-binafsha cho‘kma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KBr + brutsin yoki piridin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Rangsiz prizmatik kristallar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Kadmiy reaksiyalari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212; Yuldashev Z.A., Umarova G.Q., Toksikologik kimyo modulidan o‘quv-uslubiy majmua, betlar: 209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Kadmiy sulfidi: reaksiya sxemasi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Mineralizatda Tl, Zn, Sb, Cd (FEK)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 ml reekstraktga pH 5 gacha 10% natriy yoki kaliy ishqori qo‘shiladi.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So‘ng 3-4 tomchi 5% natriy sulfid ta’sir ettiriladi; kadmiy bo‘lsa, sariq cho‘kma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Reaksiya kadmiy miqdori 50 mkg dan yuqori bo‘lganda ijobiy natija beradi.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933956"/>
            <a:ext cx="2278227" cy="91440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1 ml reekstrakt, pH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2848356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3140964"/>
            <a:ext cx="2278227" cy="91440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3-4 tomchi 5% Na2S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73387" y="2537460"/>
            <a:ext cx="2278227" cy="91440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Sariq cho‘kma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810347" y="2994660"/>
            <a:ext cx="1371600" cy="0"/>
          </a:xfrm>
          <a:prstGeom prst="line">
            <a:avLst/>
          </a:prstGeom>
          <a:ln w="50800">
            <a:solidFill>
              <a:srgbClr val="C9A2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718907" y="2217420"/>
            <a:ext cx="1554480" cy="713232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Ishqor (10%) bilan pH 5 gacha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4709160"/>
            <a:ext cx="6110935" cy="731520"/>
          </a:xfrm>
          <a:prstGeom prst="roundRect">
            <a:avLst>
              <a:gd name="adj" fmla="val 8000"/>
            </a:avLst>
          </a:prstGeom>
          <a:solidFill>
            <a:srgbClr val="FFF6D6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B1F3A"/>
                </a:solidFill>
                <a:latin typeface="Calibri"/>
              </a:rPr>
              <a:t>Kuzatuv:  </a:t>
            </a:r>
            <a:r>
              <a:rPr sz="1500" b="0">
                <a:solidFill>
                  <a:srgbClr val="1F2937"/>
                </a:solidFill>
                <a:latin typeface="Calibri"/>
              </a:rPr>
              <a:t>Kadmiy miqdori 50 mkg dan yuqori bo‘lganda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Kadmiy sulfidi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209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Vismut: tiomochevina va oksin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Mineralizatda Tl, Zn, Sb, Cd (FEK)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Vismutga birinchi navbatda tiomochevina va 8-oksixinolin bilan reaksiyalar olib boriladi.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5 ml mineralizatga to‘yingan tiomochevina qo‘shilsa, limon rangli sariq eritma hosil bo‘ladi; oksidlovchilar halaqit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Oksin bilan sariq-zarg‘aldoq rang yod vismutat oksinga tegishli; aseton va amilasetat aralashmasi qatlamni qizg‘ish-zarg‘aldoq qiladi.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99119"/>
                <a:gridCol w="2988855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Reagent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Vazifasi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Askorbin kislotasi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Fe3+ ni niqoblash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Segnet tuzi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Cu2+ ni niqoblash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Kaliy yodid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Oksidlovchilarni yo‘qotish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Oksixinolin (HCl da)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Sariq-zarg‘aldoq rang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Oksin reaksiyasi: reagentlar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211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Vismut: DDTK bilan ajratish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Mineralizatda Tl, Zn, Sb, Cd (FEK)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Reaksiyalar ijobiy bo‘lmasa, mineralizatni vismut uchun tahlil to‘xtatiladi.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Musbat natijada vismut dietilditiokarbamat yordamida ekstraksiya qilinib, qo‘shimcha reaksiyalar bilan aniqlanadi.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Qo‘ng‘ir rangli Bi(DDTK)3 xloroform qavatiga o‘tadi va nitrat kislota eritmasi bilan chayqatiladi.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Ajratgich voronka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10 ml mineralizat va bir necha tomchi nil zangorisi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NaOH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Qizil pushti rang (pH=12) hosil bo‘lguncha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DDTK va xloroform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Na dietilditiokarbaminat va 5 ml xloroform, chayqatish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Bi(DDTK)3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Qo‘ng‘ir rangli birikma xloroform qavatiga o‘tadi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Nitrat kislota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Suvli ajralmada Bi(NO3)3 bilan qo‘shimcha reaksiyalar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Vismutni DDTK bilan ajratish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211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Vismut: mikrokristall reaksiyalar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Mineralizatda Tl, Zn, Sb, Cd (FEK)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Seziy xlorid va kaliy yodid kristallari qo‘shilsa, Cs2BiJ5 tarkibli olti qirrali qizil-zarg‘aldoq kristallar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Brutsin va KBr eritmalari qo‘shilsa, H2BiBr5·2brutsin hisobiga yashil sferoid shaklli mikrokristallar ko‘rinadi.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Kristallar shakli ish daftariga chiziladi; natijalarga sud-kimyosi talabi bo‘yicha izoh beriladi.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0316"/>
                <a:gridCol w="2164080"/>
                <a:gridCol w="2083578"/>
              </a:tblGrid>
              <a:tr h="86868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Reaktiv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Mahsulot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Kristall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CsCl + KI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Cs2BiJ5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Olti qirrali, qizil-zarg‘aldoq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Brutsin + KBr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H2BiBr5·2brutsin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Yashil sferoid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Vismut mikrokristallari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211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Natijalar jamlanmasi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Mineralizatda Tl, Zn, Sb, Cd (FEK)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Talliy ditizon bilan pH 12-13 da, rux ditizon bilan pH 4,5-5,0 da aniqlanadi.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Surma va kadmiy cho‘kma hosil qiluvchi reaksiyalar bilan tasdiqlanadi.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9511"/>
                <a:gridCol w="1708163"/>
                <a:gridCol w="2400300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Kation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Reaksiya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Talliy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Ditizon, pH 12-13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Ko‘kimtir-binafsha xloroform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Rux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Ditizon, pH 4,5-5,0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Qizil-binafsha xloroform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Surma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Na tiosulfat, qaynatish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Sariq-qo‘ng‘ir cho‘kma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Kadmiy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Na2S, pH 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Sariq cho‘kma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Asosiy belgilar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208, 209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Birinchi reaksiya salbiy bo‘lsa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Mineralizatda Tl, Zn, Sb, Cd (FEK)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Malaxit ko‘ki salbiy bo‘lsa, surma tekshiruvi to‘xtatiladi; aks holda qo‘shimcha tasdiq shart.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Ditizon bilan rang hosil bo‘lmasa, mineralizat rux uchun boshqa tekshirilmaydi.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Vismut reaksiyalari ijobiy chiqmasa, mineralizat vismut uchun tahlil to‘xtatiladi.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2775"/>
                <a:gridCol w="1987340"/>
                <a:gridCol w="1927859"/>
              </a:tblGrid>
              <a:tr h="768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Kation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Birinchi reaksiya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Salbiy bo‘lsa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Surma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Malaxit ko‘ki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Tekshiruv to‘xtatiladi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Rux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Ditizon, pH 4,5-5,0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Boshqa tekshirilmaydi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Vismut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Tiomochevina, oksin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Tahlil to‘xtatiladi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Salbiy natija: keyingi qadam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209, 208; Yuldashev Z.A., Nurmatova M.I., Toksikologik kimyo modulidan o‘quv-uslubiy majmua, betlar: 211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pH shartlari: kationlar bo‘yicha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Mineralizatda Tl, Zn, Sb, Cd (FEK)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Talliy ditizonati uchun pH 12-13; rux ditizonati uchun pH 4,5-5,0.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Rux DDTK bilan ajratilganda pH 8,5; sulfid va ferrosianid reaksiyalari pH 5 da.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Kadmiy sulfidi reekstraktda pH 5 da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Vismutni DDTK bilan ajratishda mineralizat NaOH bilan qizil pushti rang (pH=12) hosil bo‘lguncha ishqorlanadi.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Talliy ditizonati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12-13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Rux ditizonati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4,5-5,0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Rux: DDTK ajratish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8,5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Rux: sulfid/ferrosianid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Kadmiy sulfidi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78443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578443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8171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Vismut: DDTK (DVSSM)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pH shartlari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208, 209; Yuldashev Z.A., Nurmatova M.I., Toksikologik kimyo modulidan o‘quv-uslubiy majmua, betlar: 211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Venna diagrammasi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Mineralizatda Tl, Zn, Sb, Cd (FEK)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Venna diagrammasi 2-3 jihatni va ularning umumiy tomonlarini solishtirish uchun qo‘llanadi; tizimli fikrlash va tahlil ko‘nikmalarini rivojlantiradi.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Kitobdagi diagrammada kadmiy, vismut va surma doiralari berilgan.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Kichik guruhlarda diagramma tuziladi, kesishmaydigan joylar (x) to‘ldiriladi; juftliklarda taqqoslanadi.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210, 209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11-keys: o‘pka va qizilo‘ngachdagi qon quyilishi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Mineralizatda Tl, Zn, Sb, Cd (FEK)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Sud-kimyo ekspertizasiga murda ichki a’zolari keltirilgan.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Patologik tekshiruv o‘pka to‘qimalari va qizilo‘ngachda qon quyilish alomatlarini, buyrakda nefrit kasalligini ko‘rsatgan.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Topshiriq: hodisaning sabab va yechimini tushuntirish va sud-kimyo tahlilini o‘tkazish.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210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Vaziyatli masala: metallarni qayta ishlash korxonasi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Mineralizatda Tl, Zn, Sb, Cd (FEK)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Korxonada po‘lat va latunni xromlash, kadmiylash va nikellash ishlari bajariladi; yangi xodimlar texnika xavfsizligi bilan yetarlicha tanishtirilmagan.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Bir oydan so‘ng «D» ismli ishchida kuchli qayt qilish kuzatilgan, qayt mahsulotlari ko‘kimtir-yashil rangda bo‘lgan; bemor bir necha soatdan so‘ng vafot etgan.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Dastlabki tahlil: 5% K3[Fe(CN)6] va 2% CdCl2 bilan nilufar rangli cho‘kma; piridinrodan reaktivi bilan xloroform qatlami zumrad yashil.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u qanday metall bilan zaharlangan? Zaharli moddani ajratib olish va tahlil tartibini ko‘rsating.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210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«Qarorlar shajarasi» metodi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Mineralizatda Tl, Zn, Sb, Cd (FEK)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Umumiy muammo qo‘yiladi va uchta qaror varianti ko‘rib chiqiladi.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Har bir qaror varianti uchun afzalligi va kamchiligi yoziladi.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Yakunda qaror tanlanadi va asoslanadi.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210, 211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Nazorat savollari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Mineralizatda Tl, Zn, Sb, Cd (FEK)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Rux kationining chinligi va miqdorini aniqlash usullarini kimyoviy reaksiyalar asosida tushuntiring.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Dietilditiokarbaminat (DDTK) tuzlarining metall kationlarini kasrli usulda tahlil qilishda qo‘llanishini misollarda ko‘rsating.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Surma kationining malaxit zangorisi bilan birikmasini toluol bilan ekstraksiya qilish sabablarini tushuntiring.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Talliy kationining chinligini aniqlash usullarini kimyoviy reaksiyalar asosida tushuntiring.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211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Nazorat savollari: umumiy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Mineralizatda Tl, Zn, Sb, Cd (FEK)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Metall kationlarini ajratishda, chinligi va miqdorini aniqlashda qo‘llanadigan organik reaktivlarni 3-4 reaksiya bilan ko‘rsating.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DDTK tuzlarining metall kationlarini kasrli usulda tahlil qilishda qo‘llanishini kationlar misolida ko‘rsating.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Reaksiyalarning kimyoviy tenglamalarini yozing.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Sud-kimyosi tekshiruvlarida metall zaharlar miqdorini aniqlash lozimligi qanday tushuntiriladi?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Toksikologik ahamiyatli metall kationlarini aniqlashda ditizon qo‘llanishini misollar asosida tushuntiring.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211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Nazorat savollari: rux va vismut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Mineralizatda Tl, Zn, Sb, Cd (FEK)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Rux kationining chinligi va miqdorini aniqlash usullarini kimyoviy reaksiyalar asosida tushuntiring.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Rux kationini boshqa metall kationlaridan ajratish usullari va sharoitlarini tushuntiring.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Vismut kationi kasrli usulda qanday aniqlanadi?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Vismutni mineralizatdan aniqlashda qaysi reaksiyalar asosiy va qaysilari qo‘shimcha hisoblanadi?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Vismut kationining miqdorini aniqlash usullarini ko‘rsating.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211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Nazorat savollari: surma va talliy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Mineralizatda Tl, Zn, Sb, Cd (FEK)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Surma kationini kasrli aniqlashda qanday reaksiyalardan foydalaniladi?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Surmaning malaxit zangorisi bilan birikmasini toluol bilan ekstraksiya qilish sabablarini tushuntiring.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Surmani malaxit zangorisi bilan aniqlashda aralashmaga nima maqsadda nitrit tuzi qo‘shiladi?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Talliy kationining chinligini aniqlash usullarini kimyoviy reaksiyalar asosida tushuntiring.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Talliy va surma kationlarining miqdorini aniqlash usullarini ko‘rsating.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211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Xavfsizlik va ish tartibi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Mineralizatda Tl, Zn, Sb, Cd (FEK)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Reaksiyalarda xloroform, toluol, 40% sulfat kislota, 5n HCl, natriy ishqori va ammiak ishlatiladi.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Qattiq chayqatish ajratgich voronkada bajariladi; kadmiy ajratishda chayqatish 30 daqiqa davom etadi.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Tahlil jarayoni qat’iy pH va hajmlar bo‘yicha olib boriladi (universal indikator yordamida).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208, 209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Reaksiya tenglamalari va izoh topshiriqlari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Mineralizatda Tl, Zn, Sb, Cd (FEK)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Talliy, rux, surma va kadmiy reaksiyalarining har biri uchun kimyoviy tenglamani yozish talab qilinadi.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Rux uchun reaksiyalar natijalariga asoslanib sud-kimyosi tahlili talabi bo‘yicha izoh beriladi.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Surma sulfidi reaksiyasi natijasiga ham sud-kimyosi tahlili talabi bo‘yicha izoh beriladi.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Mikrokristallarning shakli ish daftariga chiziladi.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208, 209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Natijani rasmiylashtirish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Mineralizatda Tl, Zn, Sb, Cd (FEK)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Vaziyatli masalaning yechimi topilib, ish daftariga tegishlicha rasmiylashtiriladi.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Kutilayotgan natija: surma, kadmiy kationlarini filtratdan aniqlash.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Reaksiya natijasi ijobiy bo‘lmasa, tegishli kation uchun keyingi tekshiruv to‘xtatiladi.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210, 207; Yuldashev Z.A., Umarova G.Q., Toksikologik kimyo modulidan o‘quv-uslubiy majmua, betlar: 208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Mineralizatda Tl, Zn, Sb, Cd (FEK)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Surma va talliy malaxit ko‘ki bilan toluol qatlamini havo rangga bo‘yaydi, shuning uchun ularni farqlash qiyin.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Kadmiyni DDTK bilan ajratishda 10 ml mineralizatga 2 ml 10% glitserin va 4 ml 10% segnet tuzi qo‘shiladi.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Kadmiyga kaliy bromid va brutsin yoki piridin ta’sir ettirilsa, rangsiz prizmatik kristallar hosil bo‘ladi.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Mineralizatda Tl, Zn, Sb, Cd (FEK)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Umarova G.Q. Toksikologik kimyo modulidan o‘quv-uslubiy majmua (Farmatsiya). Toshkent farmatsevtika instituti, 2025. b. 207-211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Nurmatova M.I. Toksikologik kimyo modulidan o‘quv-uslubiy majmua (DVSSM). Toshkent farmatsevtika instituti, 2025. b. 206-212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