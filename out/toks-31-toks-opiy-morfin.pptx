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opiy iste’mol qilinganini qaysi moddalar isbotlaydi? Doskada: reja 5 qadamda. Tipik xato: omnopon va opiyni bir xil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opiat va opioid farqini qanday tushuntirasiz? Doskada: ikki guruh va misollar. Eslatma: kitobda opioidlar qatorida fensiklidin ham tilga olingan (p.16); u alohida ma’ruzada ko‘riladi,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tuzilish farqi tahlilda qanday namoyon bo‘ladi? Doskada: ikki guruhcha. Tipik xato: narkotinni fenantren qatoriga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opiy xomashyosi qanday xossalarga ega? Doskada: olinish bosqichlari: tilish -&gt; shira -&gt; quritish. Tipik xato: opiyni ko‘knori poyasi bilan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mekon kislotasi opiyning belgi moddasi? Doskada: jadvalni to‘ldiring. Kitobda: narkotin p.30 da 0,75-9%, kodein p.26 da 0,2-2% — boshqa variantlar; deck bo‘yicha faqat shu jadval (p.17) qiymatlari ishlatiladi.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bitta alkaloidning topilishi yetarli emas? Doskada: isbotlovchi to‘rtlik: morfin, kodein, narkotin, mekon kislotasi. Tipik xato: faqat morfin topilganda opiy iste’molini isbotlangan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omnopon va opiyni qanday farqlaymiz? Doskada: opiy = alkaloidlar + mekon kislotasi + mekonin; omnopon = faqat alkaloidlar. Tipik xato: omnoponni mekon kislotasiga tekshirmaslik.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mekon kislotaning kislotali muhitda ekstraksiyalanishi nimani bildiradi? Doskada: mekon kislotasi formulasi (HOOC-piron-COOH). Tipik xato: mekon kislotani alkaloidlar bilan birga ishqoriy muhitdan ajratishga urinish.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MgO nima uchun qo‘shiladi (kitobda mekon kislotaning magniy tuzi sxemasi berilgan)? Doskada: bosqichlar zanjiri. Tipik xato: MgO dan keyin filtrni sovitib filtrlash — kitobga ko‘ra issiq holda filtrlanadi.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«tez tahlil» sharti qo‘yiladi? Doskada: FeCl3 -&gt; qizil-qon (qizdirilganda o‘zgarmaydi); UB 210/284/303. Tipik xato: qizil rangning qizdirilganda o‘zgarmasligini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narkologik ahamiyatga ega bo‘lmagan moddani qidiramiz? Doskada: mekonin va mekon kislotasi — opiy belgilari. Tipik xato: mekoninni farmakologik faol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mekonin va mekon kislotasi uchun ekstraksiya erituvchisi nima uchun farq qiladi? (kitobda mekonin — benzol, mekon kislota — suvli sistema). Doskada: rang ketma-ketligi. Tipik xato: rang o‘zgarishini ketma-ketlikda emas, yakuniy rang bilan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morfinning ishqorda erishi ajratishda qanday ishlatiladi? Doskada: morfin + ishqor -&gt; morfolyat. Tipik xato: morfinni xloroform yoki efirda yaxshi eriydi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morfin yo‘qotilishining ikki sababi nima? Doskada: (1) biologik ob’ekt bilan barqaror kompleks, (2) xloroform va efirda yomon erishi. Tipik xato: yo‘qotishni faqat parchalanish bilan izohlash.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morfin topilsa nima uchun uch xil iste’mol manbasi haqida o‘ylash kerak? Doskada: morfin -&gt; morfin, opiy yoki omnopon. Tipik xato: morfin topilishini geroin iste’moli deb darhol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qabul yo‘li ekspertiza ob’ektini tanlashga qanday ta’sir qiladi? Doskada: qabul yo‘llari ro‘yxati. Tipik xato: kodeinni in’eksiya qilinadigan modda deb o‘ylash — kitobga ko‘ra kodein ichiladi.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xumorlik sindromi qanday belgilar bilan namoyon bo‘ladi? Doskada: eyforiya (30-40 daq) -&gt; mudroq -&gt; xumorlik (5-7 kun). Kitobda: o‘ldiruvchi doza p.21 da 0,3-0,5 g, p.22 da 0,1-0,5 g (ba’zan 0,06 g) — bitta qiymat 18-slaydda (p.22: halok qiluvchi eng kam miqdor).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guruhlash tamoyili nima? Doskada: 1-jadvalni to‘ldiring. Kitobda: p.21 da 0,3-0,5 g (boshqa variant) — p.22 dagi eng kam halok qiluvchi miqdor qabul qilindi.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metabolit nisbati iste’mol vaqtini baholashda qanday ishlatiladi? Doskada: 8 soat - 50%; 24 soat - 90%. Tipik xato: oksidimorfinni qaytariluvchi modda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pH 6,5-7,0 nima uchun tanlangan? (kitobda sabab ko‘rsatilmagan). Doskada: bosqichlar zanjiri. Tipik xato: pH ni ishqoriy qilish — kitobda ammiak pH=6,5-7,0 gacha qo‘shiladi.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guvoh sifatida nega bir nechta modda olinadi? Doskada: sistema 17:2:1. Tipik xato: reaktivni butun plastinkaga purkash o‘rniga nuqtalarga tomizish kerakligini unutish — kitobga ko‘ra reaktiv startdan finishgacha nuqtalarga kapillyar bilan tomiziladi.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morfin va kodein Rf lari qisman ustma-ust tushsa, qanday ajratiladi? Doskada: Rf ni o‘sish tartibida yozing: morfin &lt; kodein &lt; dionin &lt; geroin &lt; narkotin &lt; papaverin. Tipik xato: faqat Rf ga tayanib xulosa chiqarish — rang ham baholanadi.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FeCl3 morfin va kodeinni farqlaydi? Doskada: morfin (erkin fenol -OH) -&gt; zangori; kodein (OCH3) -&gt; rang yo‘q. Tipik xato: Marki bilan olingan binafsha rangga qarab morfinni kodeindan ajratishga urinish.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farmakologik sinov nima uchun qo‘shimcha tasdiq? Doskada: Vagner kristallari shakli. Tipik xato: boshqa alkaloidlar ham xuddi shunday kristall beradi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muhit o‘zgarganda UB maksimumi nima uchun siljiydi? Doskada: 287; 250/296; 284; 285. Tipik xato: muhitni ko‘rsatmay maksimum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usul eng sezgir? (kitobda: GX-MS yoki YuSSX-MS). Doskada: miqdoriy usullar ro‘yxati. Tipik xato: kremniy-molibdat usulining diapazonini (0,2-4 mg) mkg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mikrokristall reaksiyaning afzalligi nima? Doskada: ikki reaktiv va kristall shakli. Tipik xato: kristallarni 10-15 daqiqa kutmasdan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kodein va morfin eruvchanligi ajratishda qanday ishlatiladi? Doskada: kodein ishqorda erimaydi; morfin eriydi (morfolyat). Tipik xato: kodein tuzlari eruvchanligini (gidroxlorid, fosfat, sulfat) aralashtirish. Kitobda: opiydagi kodein p.26 da 0,2-2%, p.17 da 1,5-3% (ziddiyat) — bitta qiymat 5-slayd jadvalida (p.17).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kodein metaboliti morfin bo‘lsa, qanday xulosa qilinadi? Doskada: kodein -&gt; morfin (O-demetillanish), norkodein (N-demetillanish). Tipik xato: morfin topilganda kodein iste’molini hisobga olmaslik. Kitobda kodeinni analgin, amidopirin, kofein, fenobarbital bilan birga qo‘llash qayd etilgan.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Frede reaktivi kodein uchun xarakterli? Doskada: Marki -&gt; och binafsha; Frede -&gt; iflos ko‘k, zangori. Eslatma: Frede reaktivi — ammoniy molibdatning konsentrlangan sulfat kislotadagi eritmasi (p.28).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kodein va morfinning UB maksimumi (286 va 287 nm) deyarli bir xil bo‘lsa, ularni qanday ajratamiz? Doskada: 286 va 287 nm. Tipik xato: UB bilangina morfin va kodeinni farqlash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bir xil ajralmadan ikki modda ajratiladi? Doskada: efir qatlami -&gt; kodein; suvli qatlam -&gt; morfin. Tipik xato: qatlamlarni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kristallar shakli qaysi moddalarni farqlaydi? Doskada: pikrolon (sariq sferoidlar + plastinkalar); HgCl2 (ninalar + plastinkalar). Tipik xato: aniqlash chegaralarini (1, 13, 14 mkg)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narkotin topilishi nimani bildiradi? Doskada: narkotin -&gt; opiy yoki omnopon. Kitobda: narkotin p.30 da 0,75-9%, p.17 da 8-10% (ziddiyat) — bitta qiymat 5-slayd jadvalida (p.17).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morfinning fenol gidroksili narkotinni ajratishda qanday rol o‘ynaydi? Doskada: morfin ishqorda eriydi (morfolyat), narkotin xloroformga o‘tadi. Tipik xato: narkotin va morfin reaksiya natijalarini bir xil deb, ajratmasdan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opiy iste’molini isbotlash sxemasi qanday? Doskada: butun sxema. Tipik xato: faqat morfin topilganda opiy iste’molini isbotlangan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Opiy va omnopon; morfin, kodein, narkotin, mekon kislota, mekonin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Bo‘lim 1.2: opiy, omnopon, morfin, narkotin, kodein, mekon kislotasi, mekonin; ajratib olish usullari va tahlili.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iboralar: opiy, omnopon, mekon kislotasi, mekonin, morfinizm, Marki, Frede, Vagner reaktivi, Rf, morfolyat.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opiy va omnopon -&gt; mekon kislota va mekonin -&gt; morfin -&gt; kodein -&gt; narkotin.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16, 16-30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Opiatlar va opioidlar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Opiatlar tuzilishiga ko‘ra morfinga o‘xshash va undan olinadigan vositalar: morfin, kodein, geroin (diasetilmorfin) va uning asosiy metaboliti 6-monoasetilmorfin.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Opioidlar morfinga o‘xshash ta’sir qiladi, lekin boshqa kimyoviy guruhga kiradi: promedol, metadon, fentanil va boshqalar.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Narkologik ahamiyatga ega alkaloidlarning bu guruhiga asosan opiy alkaloidlari kiradi; ular molekulasida izoxinolin yadrosi bor.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Opiy alkaloidlari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Izoxinolin hosilalari ikki guruhchaga bo‘linadi: fenantrenizoxinolin va benzilizoxinolin hosilalari.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Fenantren qatoriga morfin, kodein, tebain; benzil qatoriga papaverin va narkotin kiradi.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7622"/>
                <a:gridCol w="2470353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Guruhcha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Alkaloidlar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Fenantrenizoxinolin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morfin, kodein, tebain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Benzilizoxinolin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papaverin, narkotin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Izoxinolin hosilalari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16-17,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Opiy: olinishi va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Opiy (qora dori) ko‘knori pishmagan mevasining shirasidan olinadi: gul boshog‘i terisi tilinadi, silqigan shira havoda quriganda qirib yig‘iladi.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Ibn Sino «Tib qonunlari»da qora dorini «afyun» deb nomlagan.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Qoramtir-qo‘ng‘ir, o‘ziga xos hidli quyuq qoldiq yoki kukun; mazasi achchiq; suvda qisman eriydi, suvli eritmasi nordon muhitli.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Opiy tarkibi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Opiy tarkibida 60 dan ortiq alkaloid bor; ularning umumiy miqdori 15-20% gacha.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Alkaloidlar mekon kislotasi bilan tuz holida uchraydi, shuning uchun mekon kislotasi ham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Opiy tarkibida oqsil moddalar, uglevodlar, tuzlar, organik kislotalar va mekonin bo‘lishi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08"/>
                <a:gridCol w="256386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Alkaloid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Miqdori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Morfin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Narkotin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8-10%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Kodein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1,5-3%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Tebain, papaverin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alkaloidlari (adabiyotga ko‘ra)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Opiy: qo‘llanilishi va isbotlash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opiyning quritilgan kukuni, ekstrakti, spirtli eritmasi va tabletkasi qo‘llangan; opiy asosidagi barcha dorilar giyohvand ta’sirga ega va morfinizmni keltirib chiqaradi.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Opiy oshqozon-ichak orqali yoki parenteral qonga so‘riladi; chekilsa o‘pka orqali to‘g‘ridan-to‘g‘ri qonga tushadi.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Morfin, kodein, narkotin va mekon kislotasi topilishi namunada opiy borligini isbotlaydi.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Omnopon (pantopon)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Omnopon — opiy alkaloidlari gidroxlorid tuzlari aralashmasi: 50% morfin va 32-35% boshqa alkaloidlar; qizg‘ish-sariq kukun.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Suvda (1:15), etil spirtida (1:50) eriydi; suvli eritmasi chayqatilsa kuchli ko‘piradi.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Ampuladagi 1% eritmada 6,7 mg morfin, 2,7 mg narkotin, 0,72 mg kodein, 0,36 mg papaverin va 0,05 mg tebain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Omnopon tarkibida mekon kislotasi va mekonin bo‘lmaydi: morfin, kodein, narkotin topilib, mekon kislotasi topilmasa — omnopon iste’mol qilingan.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Mekon kislotasi: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Mekon kislota opiyda alkaloidlar bilan birikkan holda uchraydi; uzoq qaynatilsa CO2 va komen kislotasigacha, so‘ng β-oksipironga parchalanadi.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Sovuq suv, etil spirti, dietil efirida yomon, issiq suv va qaynoq etil spirtida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Kislotali muhitdan organik erituvchilar bilan ekstraksiyalanadi.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Morfin, kodein, narkotin yoki boshqa opiy alkaloidlari topilsa, albatta mekon kislotaga ham tekshiriladi.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Mekon kislotani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ob’ekt xlorid kislota bilan nordonlashtirilib, etil spirti bilan bo‘ktiriladi va filtrlanadi.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Filtrat quriguncha bug‘latiladi; qoldiq suvda eritilib qaynatiladi, MgO qo‘shilib, issiq filtrlanadi.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Filtrat kam hajm qolguncha bug‘latilib, xlorid kislota qo‘shiladi va mekon kislotaga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HCl bilan nordonlash, spirt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Filtrat quriguncha bug‘latiladi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Suvda eritish, MgO, issiq filtr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Bug‘latish, HCl qo‘shish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Mekon kislotani ajratish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Mekon kislotani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Temir (III) xlorid bilan qizil-qon rang hosil bo‘ladi; qizdirilsa rang o‘zgarmaydi.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UB-spektr: mekon kislotaning suvli eritmasi 210, 284 va 303 nm da maksimum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Usul ovqat qoldiqlari, peshob va qusuq massalaridan mekon kislotani ajratishda ham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 sezgirligi kam, biologik ob’ektda tez parchalanadi, shuning uchun namuna tezda tahlil qilinadi; 0,05 g opiy bo‘lsa aniqlanishi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18,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Mekonin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Mekonin ko‘knori opiyida va ayrim o‘simliklarda uchraydi; sof holda 102°C da suyuqlanadigan oq kukun, ishqor eritmalarida tuz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Sovuq suvda yomon; issiq suv, etil spirti, dietil efiri, benzol va xloroformda yaxshi eriydi; kislotali muhitdan organik erituvchilar bilan ekstraksiyalanadi.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Narkotin yoki gidrostin kuchsiz qaytaruvchilar ta’sirida mekoninga aylanadi.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qo‘llanilmaydi, narkologik ahamiyatga ega emas, lekin topilishi opiy iste’mol qilinganini tasdiqlaydi.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Mekoninni ajratish va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Maydalangan ob’ekt etil spirti bilan bo‘ktiriladi, sulfat kislota bilan nordonlashtiriladi, filtrlanadi, kam hajm qolguncha bug‘latilib, benzol bilan ekstraksiyalanadi.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Benzol qatlami ajratilib bug‘latiladi, qoldiq mekoninga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Qoldiqqa konsentrlangan sulfat kislota qo‘shilsa yashil rang; ikki kun saqlansa qizil rangga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Sekin asta isitilsa yashil-zumrad, so‘ng pushti, oxirida yana qizil rang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Morfin: tarixi va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Morfin — opiyning asosiy alkaloidi; 1806 yilda ko‘knori mevasidan ajratilgan, kimyoviy tuzilishi 1925 yilda aniqlangan.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Uxlatuvchi ta’siri tufayli «uyqu xudosi» Morfeya nomi bilan «morfin» deb atalgan.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 holida mayda romb shaklidagi kristall kukun; suyuqlanish harorati 253-254°C.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Sovuq suvda yomon, qaynoq suvda nisbatan yaxshi eriydi; efir, benzol, xloroformda yomon eriydi; suvli eritmasi ishqoriy; ishqorlarda morfolyat hosil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Morfin tuzlari va yo‘qotishlar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atsetat, gidroxlorid, sulfat va tartarat tuzlari ishlatiladi; barcha tuzlar dietil efiri va xloroformda deyarli erimaydi.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Morfin oqsil moddalar bilan tez birikib murakkab kon’yugatlar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birikmalar nordonlashtirilgan spirt yoki suv usullarida suyuqlik qavatiga to‘liq o‘tmaydi, natijada morfinning asosiy qismi yo‘qoladi.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Morfinning narkologik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morfin asosan gidroxlorid tuzi holida qo‘llanadi va giyohvand analgetiklarning asosiy vakili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Kuchli og‘riq qoldiradi, bosh miyaning og‘riq sezish markazlari sezuvchanligini pasaytiradi, og‘ir jarohatlarda shokni yo‘qotish uchun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Og‘riq markazlari falajlanib uyqu bosadi, nafas olish va yo‘tal markazlari sezuvchanligi susayadi.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Morfin va uni saqlovchi barcha vositalar morfinizm xastaligini vujudga keltiradi; ashyoviy dalilda morfin topilsa, morfin, opiy yoki omnopon iste’mol qilingan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Morfinizm va qabul qilish yo‘llari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Morfinizm giyohvandligiga opiy va uning preparatlari (pantopon, omnopon, peregorik, laudonon, pektol, opionon), morfin, kodein, tebain, geroin, fenadon va promedol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Morfin tipidagi preparatlarga o‘rganish nisbatan tez yuzaga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Opiy ichiladi, teri ostiga yoki venaga yuboriladi, kukun burun orqali tortiladi yoki chekiladi; kodein ichiladi, morfin va promedol in’eksiya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Sterillanmagan shpritslarda in’eksiya turli infeksion kasalliklar yuqishiga sababchi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20,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Morfin bilan o‘tkir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Tolerantlik tufayli narkomanlar normadan 10 barobar va undan ko‘p doza qabul qilishi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O‘tkir zaharlanish kuchli eyforiya, quruq og‘iz, quloq shang‘illashi, bosh og‘rig‘i, terlash, yurak va nafas ritmi buzilishi bilan boradi; og‘ir holatda sianoz va nafas markazi falaji.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Eyforiya 30-40 daqiqadan keyin mudroq bilan almashadi.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Xumorlik sindromi oxirgi dozadan bir necha soat o‘tgach boshlanib, 5-7 kun davom 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Opiy preparatlari va dozalar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Morfinning odamni halok qiluvchi eng kam miqdori 0,1-0,5 g atrofida; ba’zida 0,06 g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Bolalar morfinga juda sezgir: opiy nastoykasining 1-2 tomchisi yosh chaqaloqni o‘ldiradi.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13"/>
                <a:gridCol w="3226561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Opiatlar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opiy, mekon kislota, morfin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Yarim sintetik opiatlar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geroin, kodein, gidromorfin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Sintetik opiatlar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meperidin, proksifen, metadon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Aralash opiatlar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pentazotsin, buterfanol, buprenorfin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Narkomanlar iste’mol qiladigan preparatlar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Morfin: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Morfin glyukuron kislotasi bilan birikib glyukuronidlar hosil qiladi: avvalgi 8 soatda 50%, 24 soatdan so‘ng taxminan 90% glyukuronid holida peshob bilan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Qisman N-demetillanib normorfin, O-metillanib kodeinga aylanadi.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a’zolarida asta-sekin o‘zgarib psevdomorfin va digidromorfin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Uzoq ochiq saqlanganda yoki organizmda oksidlanib, yanada zaharli va barqaror oksidimorfinni hosil qiladi; uni morfinga qaytarib bo‘lmaydi.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Opiy alkaloidlarini qon va peshobdan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Qon/peshobga natriy bisulfat qo‘shilib, 30 daqiqa qaynoq hammomda; sovitilgach uchxlorsirka kislota.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Oqsil cho‘kmasi filtrlanib, filtrat pH 6,5-7,0 gacha ammiak 25% bilan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NaHCO3 qo‘shilib, butanol-xloroform (1:9) bilan 2 marta ekstraksiya; suvsiz Na2SO4.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NaHSO4, 30 daq, qaynoq hammom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Trixlorsirka kislota, filtrlash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 6,5-7,0 (ammiak), NaHCO3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Butanol-xloroform 1:9 (2 marta)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Ikki qism: YuQX / reaksiyalar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 va peshobdan ajratish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Morfin: YuQX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Qoldiq 0,5 ml butanol-xloroform (1:9) da eritilib plastinka start chizig‘iga tomiziladi; guvoh sifatida morfin, kodein, geroin eritmalari.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Sistema: etilasetat-metanol-ammiak 25% (17:2:1); fronti 10 sm ko‘tarilgach plastinka quritiladi, Marki yoki Frede reaktivi tomiziladi.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Aniqlash chegarasi morfin uchun 10-15 mkg; qondan 83%, peshobdan 71% gacha ajratib aniqlash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2-jadval: Rf va dog‘ ranglari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Sorbent silikagel; sistema etilasetat-metanol-ammiak 25% (17:2:1).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Narkotin Rf=0,66-0,75 (Marki: pushti, Frede: ko‘k-yashil); papaverin Rf=0,79-0,83 (pushti; ko‘k-yashil).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4343"/>
                <a:gridCol w="1484343"/>
                <a:gridCol w="231928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Marki / Frede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Morfin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0,32-0,39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qizil-pushti / pushti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Kodein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0,39-0,52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pushti / och-yashil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Dionin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0,41-0,46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ko‘k-pushti / ko‘k-yashil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Geroin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0,52-0,66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qizil-pushti / pushti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Rf va ranglar (Marki / Frede)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Morfin: rangli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Marki, Frede, Mandelin va Erdman reaktivlari bilan morfin yoki boshqa opiy alkaloidlari binafsha rang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Temir (III) xlorid morfinning fenol gidroksili bilan zangori rang beradi; sezgirligi past, lekin morfinni boshqa opiy alkaloidlaridan farqlashda muhim.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Kodein, geroin, dionin temir (III) xlorid bilan reaksiyaga kirishmaydi, chunki fenol gidroksilining vodorodi radikallar bilan almashgan.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Kaliy (III) geksatsianoferrat va temir (III) xlorid aralashmasi bilan ko‘k rangli eritma yoki cho‘kma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24,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Morfin: Vagner va farmakologik sinov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Vagner reaktivi (KI dagi yod) morfin bilan kristall cho‘kma beradi: to‘g‘ri to‘rtburchakli plastinkalar; sezgirligi 0,03 mg morfin.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Atropin, brutsin, kofein, skopolamin va boshqa alkaloidlar bu shakldagi mikrokristallarni hosil qilmaydi.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Farmakologik sinov: morfin tajriba hayvonlari ko‘ziga tomizilganda ko‘z qorachig‘ini toraytiradi.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Morfin: YuQX-2 va UB-spektr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2-sistema: efir-aseton-ammiak 25% (40:20:2); Mune bo‘yicha modifikatsiyalangan Dragendorf reaktivi; Rf=0,18, qizg‘ish-qo‘ng‘ir dog‘.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UB: asos etanolda 287 nm; 0,1 M NaOH da 250 va 296 nm; 0,1 M H2SO4 da 284 nm.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Morfin gidroxlorid va sulfat tuzlarining suvli eritmasi 285 nm da maksimum nur yutadi.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Morfin: IQ va miqdorini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IQ: KBr plastinka 805, 1243, 1448 va 945 sm-1 sohalarida yutadi.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UB-spektrlari bo‘yicha spektrofotometrik usulda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Kremniy-molibdat kompleksi bilan fotokolorimetrik usul: kremniy kislotasi, HCl, ammoniy molibdat, ammiak; ko‘k rang; 0,2-4 mg morfinni aniqlash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GX-MS yoki YuSSX-MS usullarida ham miqdori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25, 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Morfin: mikrokristalloskopiya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Buyum oynachasiga quruq qoldiq 0,1 M HCl ning bir tomchisida eritilib, reaktiv tomiziladi; 10-15 daqiqadan so‘ng mikroskopda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Kadmiy yodidning 15% eritmasi bilan oq cho‘kma, so‘ng ninasimon kristallar to‘plami; aniqlash chegarasi 2,5 mkg morfin.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Reyneke tuzi eritmasi bilan pushti ninasimon kristallar to‘plami; aniqlash chegarasi 2 mkg morfin.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Kodein: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Kodein morfinning monometilli efiri; 1832 yilda aniqlangan; tibbiyotdagi kodein morfindan sintezlanadi.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Kuchli asos, rangsiz achchiq kristall kukun; suvda, dietil efirida, spirt va xloroformda yaxshi eriydi; suyuqlanish harorati 153-155°C.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Ishqor eritmalarida erimaydi — shu xususiyati bilan morfindan farq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Organik erituvchilar bilan ishqoriy (pH=8-9,5) muhitda morfinga nisbatan yaxshi ekstraksiyalanadi.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Kodein: narkologik ahamiyati va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Kodein tibbiyotda keng qo‘llanadi, giyohvand ta’siri tufayli o‘rganib qolish mumkin; nervlarning sezuvchi uchlarini butunlay falajlamaydi, ko‘z qorachig‘ini toraytirmaydi, yo‘talni to‘xtatadi.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 miqdorda zaharlaydi, morfin bilan zaharlanishga o‘xshash alomatlar; bir martalik eng yuqori doza 0,05 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Uch yo‘nalishda metabolitlanadi: glyukuronid; O-demetillanib morfin; N-demetillanib norkodein (ular ham glyukuronid holida chiqadi); juda oz qismi o‘zgarmagan holda peshobda.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Kodeinni aniqlash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Dragendorf, Mayer va boshqa cho‘ktiruvchi reaktivlar bilan o‘ziga xos rangli cho‘kma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Marki reaktivi (formaldegid va konsentrlangan H2SO4) bilan och binafsha rang; sezgirligi 0,05 mg kodein.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Frede reaktivi (ammoniy molibdatning konsentrlangan sulfat kislotadagi eritmasi) bilan iflos ko‘k, so‘ng zangori rang; kodein uchun juda xarakterli, sezgirligi 0,1 mkg.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Temir (III) xlorid va K3[Fe(CN)6] aralashmasi rang bermaydi — kodeinda erkin fenol guruhi yo‘q.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27, 28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Kodein: YuQX, UB va IQ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xloroform-aseton-dietilamin (50:30:2); Mune bo‘yicha modifikatsiyalangan Dragendorf reaktivi; Rf=0,40 oralig‘ida qo‘ng‘ir-qizg‘ish dog‘.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UB: kodein asosining spirtli eritmasi 286 nm da maksimum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IQ: KBr plastinka 1052, 1268 va 1500 sm-1 sohalarida yutadi.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Kodein va morfinni ajratish;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Ishqoriy muhitdagi xloroformli ajralma bug‘latilib, qoldiqqa ishqor qo‘shiladi: morfin morfolyat holida efirga o‘tmaydi, kodein efir qatlamiga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Organik qatlam kodeinga, suvli qatlam morfinga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Kodein miqdori: spirtli eritmani UB-spektrofotometrik aniqlash; ekstraksion-fotometrik usul (tropeolin 00 bilan ion assotsiati); GX-MS va YuSSX-MS.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Kodein va dionin: mikrokristalloskopiya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Kodein: pikrolon kislotasining to‘yingan eritmasi bilan sariq amorf cho‘kma, so‘ng sariq sferoidlar va oq-sariq plastinkalar; aniqlash chegarasi 1 mkg.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Kodein: simob (II) xloridning 5% eritmasi va shisha ishqalash bilan ninasimon va plastinkasimon kristallar; aniqlash chegarasi 13 mkg.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Dionin: ninasimon va prizmasimon kristallar to‘plami; aniqlash chegarasi 14 mkg.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Narkotin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Narkotin opiy alkaloidi; kuchsiz asos, suvda yomon, organik erituvchilarda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Toza holda tibbiyotda qo‘llanilmaydi; biologik ob’ektda topilishi opiy yoki omnoponni suiste’mol qilinganidan dalolat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Moyillik chaqirmaydi; ta’siri papaveringa o‘xshash, lekin zaharliligi kuchli.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tezda qondan to‘qimalarga o‘tadi, 6 soat ichida o‘zgarmagan holda, undan keyin kon’yugatlar holida peshob bilan chiqadi.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Narkotinni aniqlash va morfindan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Konsentrlangan sulfat kislota bilan avval sariq, so‘ng qizg‘ish rang; bir necha kundan keyin olchadek-qizil.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xloroform:aseton:ammiak 25% (30:30:2); Mune bo‘yicha modifikatsiyalangan Dragendorf; pushti-qo‘ng‘ir dog‘.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Morfin topilganda narkotinga ham tekshiriladi; reaksiya natijalari bir xil bo‘lgani uchun narkotin morfindan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Ajratish: xloroformli qoldiq suyultirilgan HCl da eritiladi, NaOH bilan ishqorlanadi, xloroform bilan ekstraksiyalanadi; miqdori — ekstraksion-fotometrik, GX-MS yoki YuSSX-MS.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Opiy iste’moli morfin, kodein, narkotin va mekon kislotasi (mekonin) topilishi bilan isbotlanadi; omnoponda mekon kislotasi va mekonin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Morfin va kodein fenol gidroksili bo‘yicha farqlanadi (FeCl3, ishqorda erish); tasdiq — YuQX, UB, IQ, mikrokristalloskopiya.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 savollari: opiy va omnopon farqi; mekon kislotasi va mekoninni aniqlash; oksidimorfin nima; morfinni kodein, geroin, dioninlardan farqlovchi reaksiyalar; opiy alkaloidlarini suyuq ashyolardan ajratish.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17-19, 24-29, 30-31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Morfin 1806 yilda ko‘knori mevasidan ajratilgan, kimyoviy tuzilishi esa 1925 yilda aniqlangan.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Opiy nastoykasining 1-2 tomchisi yosh chaqaloqni o‘ldirishi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Morfinning dastlabki 8 soatda 50%, 24 soatdan keyin taxminan 90% glyukuronid holida peshob bilan chiqadi.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Kremniy-molibdat fotokolorimetrik usuli 0,2-4 mg morfinni aniqlashga imkon beradi.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Opiy va omnopon; morfin, kodein, narkotin, mekon kislota, mekonin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Zulfikariyeva D.A., Usmanaliyeva Z.U., Nurmatova M.I. Giyohvand moddalar tahlili. O‘quv qo‘llanma. Toshkent, 2024. b. 16-31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