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bu kationlar bitta mashg‘ulotda o‘rganiladi? Doskada: reja (4 kation). Kitobda sarlavhada talliy ham ko‘rsatilgan, ammo bayon kumush, mis, marganets va xrom bo‘yicha; dvssm 204 da reja Mn, Cr va talliydan iborat (kitoblar mos kelmaydi); slaydda toks varianti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kationlar filtratdan aniqlanadi? (Cho‘kma 55-darsda ajratilgan.) Doskada: 3 natija. Tipik xato: kationlarni cho‘kmadan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ajratgich voronka qaysi reaksiyalarda kerak? (Ditizon bilan ekstraksiyada.) Doskada: ro‘yxat. Tipik xato: suv hammomi o‘rniga to‘g‘ridan-to‘g‘ri alanga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kation uchun nechta reaksiya bajariladi? Doskada: daraxt sxemasi. Tipik xato: kationlarni bir-biriga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simob ham ditizon bilan rang bersa, nima qilish kerak? (Keyingi slayd.) Doskada: sxema. Tipik xato: sariq-tilla rangni faqat kumushga tegishli deb yozish; simob ham shunga o‘xshash.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farqlash zarur? Doskada: jadval. Tipik xato: HCl ni 0,5n o‘rniga konsentrlangan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ikkala kation birga uchrasa, xrom reaksiyasi buziladi? Doskada: taqqoslash jadvali. Tipik xato: binafsha rangni ikkala kation uchun bir xil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kumush filtratdan oldin ajratiladi? Doskada: sxema. Kitobda reaksiya tenglamasini yozish topshirig‘i berilgan; kumush tekshiruvi xrom va marganets tekshiruvidan keyin o‘tkazilishi sababi (206-bet 16-savol) kitobda izohlanmagan.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kumush nima uchun xlorid sifatida ajratiladi? Doskada: sxema. Tipik xato: NaCl miqdorini (0,5 g) o‘zgartirib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uch reaksiyadan qaysi biri eng aniq tasdiqlaydi? Doskada: kristall shakllari. Tipik xato: eritmani tez qizdirib quritish; kitobda uy haroratida sekin quritiladi.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qiymat qaysi reaksiyaga tegishli? Doskada: jadval. Tipik xato: ditizon konsentratsiyasini 0,1% deb yozish (talliy uchun 0,1%).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rang bo‘lmasa mis uchun tekshirilmaydi? (Kitob qavs ichida «sababi?» deb savol qo‘ygan, javobi berilmagan.) Doskada: sxema. Tipik xato: pH ni ammiak o‘rniga ishqor bilan o‘zgartirish.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6n HCl bilan yuvishdan maqsad nima? (Ortiqcha Pb reagentini yo‘qotish.) Doskada: ketma-ketlik. Tipik xato: simob(II) xlorid bilan chayqatishni rang o‘chmasdan to‘xtatish.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uchta reaksiyaning natijalari mos kelishi nimani bildiradi? Doskada: jadval. Kitobda reaksiya tenglamalarini yozish topshirig‘i berilgan. Tipik xato: bitta reaksiyaga tayanib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pH 3 ga nima bilan yetkaziladi? Doskada: qiymatlar jadvali. Tipik xato: pH ni universal indikatorsiz ‘ko‘z bilan’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binafsha rang qaysi ionga tegishli? (Kitobda 13-savol sifatida berilgan; marganets bo‘lganda binafsha rang hosil bo‘ladi.) Doskada: sxema. Tipik xato: suv hammomini 5-6 daqiqa bilan almashtirish; peryodat usulida 20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qaysi vaqtda qizdirish to‘xtatiladi? (Gaz pufakchalari to‘xtaganda.) Doskada: ketma-ketlik. Tipik xato: persulfatni sovuq aralashmaga qo‘shish; kitobda qaynoq aralashmaga qo‘shiladi.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bir usulda rang bo‘lmasa nima qilinadi? Doskada: jadval. Kitobda 206-bet 2-savolga javob berilmagan; o‘qituvchi talabalarga mantiqiy xulosa qildiradi.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reagent ikkala usulda ham bor? Doskada: qiymatlar. Tipik xato: kumush nitrat tomchisini qoldirib ketish.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kitobda rangning nomi ko‘rsatilmagan — rangni kuzatib daftarga yozing. Doskada: sxema. Tipik xato: pergidrolni sovitishdan oldin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nima uchun avval oksidlash kerak? (Kitobda uch valentli xromning olti valentliga oksidlanishi ko‘rsatilgan.) Doskada: pH 1,7 va reagent hajmi. Tipik xato: pH ni nazorat qilmaslik.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marganets sababli paydo bo‘lgan qizil rang qanday yo‘qotiladi? Doskada: 3 bosqich. Kitobda reaksiya natijalariga sud-kimyoviy talab bo‘yicha izoh berish topshirig‘i bor. Tipik xato: difenilkarbazidni natriy azidgacha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ikki xil pH ishlatiladi? Doskada: qiymatlar. Tipik xato: pH 7 va pH 1,7 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jadvaldan qaysi ikki kation rangi o‘xshash (marganets va xrom)? Doskada: jadval. Tipik xato: binafsha rangni ikkala kation uchun bir xil deb hisoblash; sharoit (oksidlash, pH, reagent) farqlanadi. Kitobning 205-betidagi «Charxpalak» jadvali (fizik-kimyoviy xossalar, sifat va miqdoriy tahlil) ustunlari tartibsiz joylashgan, ba’zi xossalar ham shubhali (masalan, «oq rangli» deb yozilgan), shu sabab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uch kationda erituvchi bir xil emas? Doskada: jadval. Tipik xato: kitobda nomi ko‘rsatilmagan rangni o‘zingizdan to‘qish.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birinchi navbatda ditizon sinaladi? Doskada: sxema. Tipik xato: simob ditizonatini kumushniki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talabalar jadvalni dars boshida va oxirida to‘ldiradi. Doskada: 3 ustunli jadval. Kitob bo‘yicha trening natijalari baholash uchun, ilmiy javob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mineralizat rangi qaysi kationlar uchun mos? Doskada: muammo turi, sabablari, hal etish yo‘llari jadvali. Kitobda javob berilmagan — talabalar kationlar tahlilidagi rang belgilari asosida xulosa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ditizon bilan sariq rang bergan metallni tanlang va tasdiqlovchi reaksiyalarni tuzing. Doskada: reja. Kitobda javob berilmagan; kumush ditizonati sariq-tilla xloroform qatlami (202-bet), shu bilan simob ham shunga o‘xshash rang beradi — farqlash uchun 0,5n HCl dan foydalaniladi.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javobni mashg‘ulot bayoniga tayanib bering. Doskada: 4 savol. Kitobda jami 29 ta savol (206-207), javoblari yo‘q; slaydga bayonga eng yaqin 4 tasi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tenglamada qaysi reagent va qanday mahsulot yoziladi? Doskada: jadval. Tipik xato: tenglamani tenglashtirmasdan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izoh ‘ijobiy/salbiy’ so‘zidan nimasi bilan farq qiladi? Doskada: 3 izoh namunasi. Tipik xato: faqat bitta reaksiyaga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2-savolga mantiqiy javob. Doskada: 5 savol. Tipik xato: javobni kitobda bor deb izlash: javoblar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rang bo‘yicha javob. Doskada: 5 savol. Tipik xato: nadxromat va difenilkarbazid ranglarini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kumush tekshiruvi tartibda nega oxirgi? Doskada: 5 savol. Tipik xato: mikrokristall shaklini eslab qolmaslik.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qayta ekstraksiya sharti. Doskada: 5 savol. Tipik xato: DDTK va Pb-DDTK 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ditizon qaysi kationlarda qo‘llanadi (bu dars: Ag). Doskada: 4 savol. Tipik xato: ditizon reaksiyasini faqat kumushga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simob(II) xlorid va xloroform bilan ishlashda nimalarga e’tibor beriladi? Doskada: 3 qoida. Kitobning bu mashg‘ulotida alohida xavfsizlik bo‘limi yo‘q; slaydga reaktivlar va qizdirish shartlari kiritildi. Qo‘lqop/niqob talabi 166-betdagi kirish mashg‘ulotida (bu mashg‘ulot sahifalari ichida emas).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Mineralizatda Ag, Cu, Mn, Cr (FEK miqdor tahlili)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mineralizatdan kumush, mis, marganets va xrom kationlarini aniqlash (FEK usulida miqdor tahlili).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sulfat va nitrat kislotalar bilan ajratilgan marganets, xrom va kumush kationlarining ahamiyati va tahlil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Mashg‘ulot FEK usulida miqdor tahlili bilan bog‘liq: kationlar mineralizat filtratidan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 tarkibida bo‘lishi mumkin bo‘lgan marganets kationini filtratdan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 tarkibida bo‘lishi mumkin bo‘lgan xrom va kumush kationlarini filtratdan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Kitobdagi har bir reaksiyaga sud-kimyoviy tahlil talabi bo‘yicha izoh berish.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202, 203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asbob-uskunalar: mineralizat, filtr qog‘ozi, voronka, reaktivlar, probirkalar, ko‘rgazmali materiallar,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Metodlarda ajratgich voronka, suv hammomi, universal indikator va mikroskop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202, 203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Dars xaritasi: to‘rt kation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Reja: mineralizatdan kumush, mis, marganets va xrom kationlari aniqlanadi (FEK usulida miqdor tahlili).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uchun ditizon, AgCl cho‘kmasi va mikrokristall reaksiyalar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uchun dietilditiokarbaminat va uch qism sifat reaksiyalari; marganets uchun peryodat va persulfat.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 uchun nadxromat va difenilkarbazid reaksiyalari; marganets xromni aniqlashga halaqit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Mineralizat (FEK tahlili)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Kumush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Ditizon: sariq-tilla xloroform  ·  AgCl cho‘kmasi → NH4OH  ·  Mikrokristallar, KI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Pb-DDTK, pH 3  ·  Ekstraktni tozalash  ·  Uch qism: tasdiqlash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Marganets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Kaliy peryodat, 20 daq  ·  Ammoniy persulfat  ·  Binafsha rang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Xrom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Nadxromat (etilatsetat)  ·  Difenilkarbazid, pH 1,7  ·  Mn halaqiti: NaN3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Mineralizatdagi kationlar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202, 203, 204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Kumush: ditizonat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mineralizat ajratgich voronkaga solinib, 5 ml xloroform va 0,01% ditizon (xloroformda) tomchilanadi.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Yaxshilab chayqatiladi; kumush kationi bo‘lsa, xloroform qatlami sariq-tilla rangga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kationi ham ditizon bilan kumushga o‘xshash rangli birikma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mineralizat, ajratgich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+ 5 ml xloroform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ditizon 0,01% (tomchi)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Chayqatish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Sariq-tilla = 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Kumush ditizonati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 va simob ditizonatlarini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Xloroformli qatlam ajratilib, 5 ml 0,5n HCl qo‘shib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 ditizonatida sariq-tilla rang ko‘k-yashilga o‘zgaradi; Hg ditizonatida o‘zgarmaydi.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Ditizon reaksiyasi chiqmasa, kumush tahlili to‘xtatiladi; chiqsa, qo‘shimcha reaksiyalar bajariladi.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600"/>
                <a:gridCol w="322437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Kation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Kumush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Sariq-tilla → ko‘k-yashil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Simob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O‘zgarmaydi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0,5n HCl bilan chayqatish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 va xrom: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 kaliy peryodat yoki ammoniy persulfat bilan oksidlanadi; ikkala usulda ham binafsha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Xromda uch valentli xrom persulfat bilan olti valentligacha oksidlanadi, so‘ng difenilkarbazid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Xromni difenilkarbazid bilan aniqlashda marganets halaqit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Marganets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KIO4 0,2 g yoki persulfat 0,5 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Birlamchi Na fosfat, AgNO3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hammomi: 20 yoki 5-6 daqiqa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Natija: binafsha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Xrom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Persulfat 0,5 g + AgNO3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Cr(III) → Cr(VI)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pH 1,7, difenilkarbazid 0,25%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Natija: qizil-binafsha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Marganets va xrom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203, 204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 xlorid cho‘kmasi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90 ml mineralizatga 0,5 g osh tuzi qo‘shiladi: oq loyqa kumush xlorid cho‘kmasi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Qaynaguncha qizdirilib filtrlanadi; filtrat mis, surma, rux, mishyak va boshqa kationlarga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Filtrdagi kumush xlorid cho‘kmasi 2,5 ml 25% ammoniy gidroksidda eritiladi.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90 ml mineralizat + 0,5 g NaCl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Qaynaguncha qizdirish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Filtrat: Cu, Sb, Zn, As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Cho‘kma: 2,5 ml 25% NH4OH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AgCl ni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AgCl cho‘kmasi: reaksiya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90 ml mineralizatga 0,5 g osh tuzi qo‘shilganda oq loyqa kumush xlorid cho‘kmasi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qaynaguncha qizdirilib, birozdan so‘ng filtrlanadi.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Filtrat mis, surma, rux, mishyak va boshqa kationlarga tekshiriladi; cho‘kma ammoniy gidrooksidda eritiladi.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90 ml mineralizat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0,5 g osh tuzi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AgCl (oq loyqa cho‘kma)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Qaynaguncha qizdirish, filtrlash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Filtrat: Cu, Sb, Zn, As; cho‘kma: 2,5 ml 25% NH4OH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AgCl cho‘kmasi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Kumush: mikrokristall va cho‘ktirish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Eritmaning bir tomchisi buyum oynachasida uy haroratida sekin quritilsa, mikroskopda tiniq kub, oktaedr va to‘rtburchak shaklidagi kristallar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tiomochevinaning to‘yingan eritmasi va kaliy pikrat tomchisi qo‘shilsa, sariq ignasimon kristallar to‘plami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0,5 ml ammiakli eritmaga 0,5 ml kaliy yodidning to‘yingan eritmasi qo‘shilsa, sarg‘ish loyqa va cho‘kma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843"/>
                <a:gridCol w="245513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Uy haroratida quritish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Kub, oktaedr, to‘rtburchak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Tiomochevina + kaliy pikrat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ignasimon kristallar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Ammiakli eritma + to‘yingan 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Sarg‘ish loyqa va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Kumush eritmasi bilan uch reaksiya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202, 203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Kumush: asosiy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Ditizon reaksiyasi: 5 ml mineralizat, 5 ml xloroform va 0,01% ditizon (xloroformda) bir necha tomchi.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va kumush ditizonatlarini farqlash uchun 5 ml 0,5n HCl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AgCl uchun 90 ml mineralizat va 0,5 g osh tuzi; cho‘kma 2,5 ml 25% ammoniy gidrooksidda eritiladi.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Mineralizat (ditizon)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Xloroform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Ditizon (xloroformda)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HCl (farqlash)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</a:t>
            </a:r>
            <a:r>
              <a:rPr sz="1500" b="0">
                <a:solidFill>
                  <a:srgbClr val="6B7280"/>
                </a:solidFill>
                <a:latin typeface="Calibri"/>
              </a:rPr>
              <a:t>  n, 5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Mineralizat (AgCl)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NH4OH (eritish)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2,5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ml, 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Kumush: hajmlar va konsentratsiyalar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Mis: dietilditiokarbaminat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mineralizat ammiak bilan (universal indikator) pH 3 ga yetkaziladi.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qo‘rg‘oshin dietilditiokarbaminatning xloroformli eritmasi qo‘shilib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bo‘lsa, xloroform qatlami sariq-qo‘ng‘ir rangga bo‘yaladi; rang bo‘lmasa, mis uchun tekshirilmaydi.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mineralizat, pH 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+ 5 ml Pb-DEDTK (xloroformda)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Chayqatish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Xloroform: sariq-qo‘ng‘ir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Mis bor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 dietilditiokarbaminati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 ekstraktini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qatlami ajratilib, qo‘rg‘oshin dietilditiokarbaminatning ortiqchasini yo‘qotish uchun 30 soniya 6n HCl, so‘ng suv bilan yuviladi.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o‘chib ketguncha simob(II) xloridning 1% eritmasi bilan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Rangsiz aralashmaga 0,5-1 ml suv qo‘shib chayqatilib, suvli qatlam ajratiladi va uch qismga bo‘linib sifat reaksiyalari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6n HCl bilan yuvish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Xloroform qatlami 30 soniya, so‘ng suv bilan yuviladi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HgCl2 bilan chayqatish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1% eritma bilan rang o‘chib ketguncha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Suv qo‘shish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Rangsiz aralashmaga 0,5-1 ml suv, chayqatish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Suvli qatlam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Ajratib olinadi va uch qismga bo‘linadi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Sifat reaksiyalari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Har bir qismda alohida reaksiya bajariladi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 ekstraktini tozalash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Mis: tasdiqlovchi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Piridinrodanid: 1-2 ml reaktiv loyqa hosil bo‘lguncha, so‘ng 1 ml xloroform; pastki qatlam tiniq ko‘k.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Natijalarga sud-kimyosi talabi bo‘yicha izoh beriladi.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7460"/>
                <a:gridCol w="2080514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 tomchi 2% CdCl2 + 5% K4[Fe(CN)6]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binafsha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0,2 g ZnSO4 + NH4 tetrarodanmerkuriat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binafsha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Piridinrodanid + xloroform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Pastki qatlam tiniq ko‘k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 uchun 3 qism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Mis: asosiy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mineralizat ammiak bilan pH 3 ga yetkaziladi; 5 ml qo‘rg‘oshin dietilditiokarbaminatning xloroformli eritmasi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qatlami 30 soniya 6n HCl bilan, so‘ng suv bilan yuviladi.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o‘chib ketguncha 1% simob(II) xlorid bilan chayqatiladi; 0,5-1 ml suv qo‘shiladi.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Mineralizat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Pb-DDTK (xloroform)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HCl bilan yuvish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6n / 30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HgCl2 eritmasi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 (suvli qatlam)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0,5-1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Mis: asosiy qiymatlar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Marganets: kaliy peryodat bilan oksidlash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mineralizat, 4 ml suv, 1 ml birlamchi Na fosfat (to‘yingan), 1 tomchi 10% AgNO3, 0,2 g KIO4.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hammomida 20 daqiqa qizdiriladi; marganets bo‘lsa, aralashma binafsha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ml mineralizat + 4 ml suv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 ml birlamchi Na fosfat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 tomchi AgNO3 10%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+ 0,2 g kaliy peryodat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20 daq suv hammomi: binafsha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Peryodat usuli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Marganets: ammoniy persulfat bilan oksidlash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ml mineralizatga 4 ml suv va 1 ml birlamchi natriy fosfatning to‘yingan eritmasi qo‘shilib, 5-6 daqiqa suv hammomida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Qaynoq aralashmaga 1 tomchi 10% kumush nitrat va 0,5 g ammoniy persulfat qo‘shilib, gaz pufakchalari chiqishi to‘xtaguncha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Marganets bo‘lsa, binafsha rang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 reaksiyalarini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reaksiya solishtirilib, marganets bilan zaharlanish qanday tasdiqlanishi izohlanadi.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Savol: peryodat bilan ijobiy, persulfat bilan salbiy natija olinsa, u qanday baholanadi va nima uchun?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1268863"/>
                <a:gridCol w="244558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Peryodat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Persulfat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Oksidlovchi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 g KIO4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 g (NH4)2S2O8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Qizdirish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 daqiqa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5-6 daq, so‘ng pufak to‘xtaguncha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usul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203, 206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Marganets: asosiy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Peryodat usuli: 1 ml mineralizat, 4 ml suv, 1 ml birlamchi natriy fosfat, 1 tomchi 10% AgNO3 va 0,2 g kaliy peryodat.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suv hammomida 20 daqiqa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Persulfat usuli: 0,5 g ammoniy persulfat; qizdirish gaz pufakchalari chiqishi to‘xtaguncha davom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Mineralizat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AgNO3 10%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tomchi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Kaliy peryodat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 hammomi (KIO4)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Ammoniy persulfat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Marganets: asosiy qiymatlar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Xrom: nadxromat kislotasi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mineralizatga pH 7 gacha 30% NaOH, 1 tomchi 10% AgNO3, 0,5 g persulfat; suv hammomida 20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Sovitilib, 1 ml birlamchi natriy fosfat, 1 ml sirka etil efiri, 2-3 tomchi pergidrol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 bo‘lsa, organik erituvchi qatlami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mineralizat, 30% NaOH, pH 7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AgNO3, persulfat; 20 daq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Sovitish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fosfat, etilatsetat, pergidrol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 bo‘yaladi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Nadxromat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203, 204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Xrom: difenilkarbazid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mineralizat, 4 ml suv, 1 tomchi 10% AgNO3 va 0,5 g ammoniy persulfat suv hammomida 20 daqiqa qizdiriladi: Cr(III) Cr(VI) gacha oksidlanadi.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birlamchi natriy fosfat qo‘shilib, 10% KOH bilan pH 1,7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Difenilkarbazidning etanol-aseton (1:1) dagi 0,25% eritmasidan 1 ml qo‘shiladi: xrom bo‘lsa, qizil-binafsha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Oksidlash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Mineralizat, suv, AgNO3 10%, 0,5 g persulfat: 20 daqiqa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Cr(III) → Cr(VI)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Uch valentli xrom olti valentliga oksidlanadi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Fosfat va pH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Birlamchi Na fosfat; 10% KOH bilan pH 1,7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Reagent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0,25% difenilkarbazid (etanol-aseton 1:1), 1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Xrom bo‘lsa, qizil-binafsha rang hosil bo‘ladi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Difenilkarbazid usuli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 aniqlashda marganets halaqiti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Xromni difenilkarbazid bilan aniqlashda marganets halaqit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Bunday hollarda mineralizatga bir tomchi konsentrlangan H2SO4 va natriy azid kristallari qo‘shilib, hosil bo‘lgan qizil rang yo‘qolguncha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 difenilkarbazidning 1% spirtli eritmasi qo‘shiladi: xrom bo‘lsa, pushti yoki qizil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Marganets halaqit beradi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 tomchi konsentrlangan H2SO4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natriy azid kristallari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rang yo‘qolguncha aralashtirish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+ 1% difenilkarbazid: pushti/qizil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 halaqitini yo‘qotish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Xrom: asosiy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Nadxromat usuli: 5 ml mineralizat pH 7 gacha 30% NaOH bilan neytrallanadi, 0,5 g persulfat qo‘shilib 20 daqiqa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Difenilkarbazid usulida pH 1,7 ga 10% KOH bilan keltiriladi; 0,25% reagentdan 1 ml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 bo‘lsa, konsentrlangan H2SO4 va natriy azid yordamida halaqit yo‘qotiladi.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Mineralizat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NaOH 30%: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Ammoniy persulfat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Qizdirish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Difenilkarbazid: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Reagent 0,25%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Xrom: asosiy qiymatlar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203, 204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Natijalar jamlanmasi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— ditizon, mis — dietilditiokarbaminat, marganets — peryodat/persulfat, xrom — difenilkarbazid.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reaksiyalar uchun kimyoviy tenglamani yozish topshirig‘i berilgan.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306"/>
                <a:gridCol w="2045969"/>
                <a:gridCol w="191169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Kation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Kumush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Ditizon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Sariq-tilla xloroform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Pb-DEDTK, pH 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Sariq-qo‘ng‘ir xloroform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Marganets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Peryodat, persulfat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 aralashma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Xrom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Difenilkarbazid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Qizil-binafsha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202, 203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Organik qatlam: erituvchi va natija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ditizonati xloroform qatlamida sariq-tilla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dietilditiokarbaminati xloroform qatlamini sariq-qo‘ng‘ir rangga bo‘yaydi.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Xromni nadxromat shaklida aniqlashda sirka etil efiri qo‘shiladi; xrom bo‘lsa, organik qatlam bo‘yaladi.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648"/>
                <a:gridCol w="1223083"/>
                <a:gridCol w="1315855"/>
                <a:gridCol w="1707388"/>
              </a:tblGrid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Kation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Erituvchi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Reagent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Kumush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Xloroform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Ditizon 0,01%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Sariq-tilla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Xloroform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Pb-DDTK, pH 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Sariq-qo‘ng‘ir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Xrom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Sirka etil efiri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Pergidrol, fosfat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Qatlam bo‘yaladi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Organik qatlam bo‘yalishi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202, 203, 204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 uchun tahlil yo‘li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Ditizon bilan reaksiya chiqmasa, kumush uchun tahlil to‘xtatiladi.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chiqsa, 0,5n HCl bilan simob ditizonatidan farqlanadi: kumushda rang ko‘k-yashilga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 AgCl cho‘kmasi ajratilib, ammiakli eritmada mikrokristall va KI reaksiyalari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Ditizon: sariq-tilla xloroform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0,5n HCl: ko‘k-yashil (Hg emas)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AgCl: 0,5 g osh tuzi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2,5 ml 25% NH4OH da eritish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Kristallar; KI: loyqa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Kumush uchun tahlil yo‘li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202, 203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«Bilaman – bilishni xohlayman – bilib oldim»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Yakka tartibda jadval to‘ldiriladi: «Bilaman», «Bilishni xohlayman», «Bilib oldim»; mavzu: mineralizatdan kumush, mis, marganets va xrom kationlarini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olingan bilim darajasini baholashga, bilimni boyitish ehtiyojini o‘rganishga va talabaning o‘z xulosasini bildirishiga yordam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Dars oxirida «Eng faol guruh», «Eng bilimdon guruh», «Eng zukko guruh» va «Bugungi darsning eng bilimdon o‘quvchisi»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204, 205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10-keys: mineralizatning sarg‘ish-yashil rangi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mineralizatsiya qilinganda mineralizat sarg‘ish-yashil rangli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Topshiriq: bu rang qaysi metall zaharlariga tegishli, sabab va yechimni tushuntirish hamda sud-kimyo tahlilini o‘tkazish.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 jadvali ustunlari: muammo turi, kelib chiqish sabablari, hal etish yo‘llari.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masala: ovqatdan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Yoz mavsumida Sh. Aliev tayyor ovqat va salatlarni iste’mol qilgan; qayt qilganda unga 1 litr suyultirilgan KMnO4 eritmasi va ichimlik sodasi ichirilgan.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 kuchli bo‘lgani uchun o‘lim holati ro‘y bergan; og‘ir metalldan zaharlanish tashxisi qo‘yilgan.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dalil: 250 g li bankalarda jigar — 100 g, buyrak — 200 g, oshqozon va ichak bo‘laklari — 300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tahlilda mineralizat ditizon bilan sariq rang bergan. Savol: bu rang qaysi metallga tegishli?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205, 206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Nima uchun marganets kationiga reaksiya birlamchi natriy fosfat va kumush nitrat ishtirokida o‘tkaziladi?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 kationini difenilkarbazid bilan aniqlashda nima uchun birlamchi natriy fosfat eritmasi ishlatiladi?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Kumush ditizonatini aniqlashda qaysi kationlar halaqit beradi va ularni qanday ajratish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Dietilditiokarbaminat mis kompleksi hosil qilish shartlari va uni qayta ekstraksiyalash shartlari qanday?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Tenglamasi yoziladigan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Kumush: ditizonat, simob/kumush ditizonatini farqlash va AgCl cho‘kmasi reaksiyalari uchun kimyoviy tenglama yoziladi.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Mis: dietilditiokarbaminat hosil bo‘lishi va uch qism reaksiyalari uchun tenglama yozish topshirig‘i berilgan.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 va xrom: peryodat, persulfat, nadxromat va difenilkarbazid reaksiyalari uchun tenglama yoziladi.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977"/>
                <a:gridCol w="2602019"/>
                <a:gridCol w="134297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Kation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Reaksiyalar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Kumush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Ditizonat; Hg/Ag farqlash; AgCl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DDTK; uch qism reaksiyalari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Marganets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Peryodat; persulfat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Xrom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Nadxromat; difenilkarbazid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203-204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Tenglama yoziladigan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202, 203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Sud-kimyoviy izoh talabi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uchun uch qism reaksiyalari natijalariga asoslanib sud-kimyosi tahlili talabi bo‘yicha izoh beriladi.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Marganets uchun ikkala reaksiya taqqoslanib, qanday holatda marganets bilan zaharlanish tasdiqlanishi izohlanadi.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 uchun reaksiya natijalariga sud-kimyoviy tahlil talabi bo‘yicha izoh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203, 204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marganets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Mineralizatdan marganets kationini aniqlash reaksiyalarini kimyoviy tenglamalar asosida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Peryodat bilan ijobiy, persulfat bilan salbiy natija olinsa, u qanday baholanadi? Nima uchun?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Marganets reaksiyasi nima uchun birlamchi natriy fosfat va kumush nitrat ishtirokida olib boriladi?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Marganets kationining miqdori qanday usulda aniqlanadi?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 kaliy peryodat bilan oksidlanganda qaysi kation hisobiga binafsha rangga o‘tadi?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xrom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 kationini tekshiriluvchi ob’ekt tarkibidan aniqlash asoslari nimadan iborat?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 kationi mineralizatga qanday rang beradi?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Bioob’ekt tarkibidagi xromni kasrli usulda aniqlashda qanday reaksiyalar asos qilib olinadi?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Xromni difenilkarbazid bilan aniqlashda nima uchun birlamchi natriy fosfat eritmasidan foydalaniladi?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 kationi miqdorini qanday aniqlash mumkin?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kumush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Kumush kationini mineralizatdan chinligini aniqlash usullarini kimyoviy reaksiyalar asosida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Nima uchun kumushga tekshirish xrom va marganets kationlarini tekshirishdan keyin olib boriladi?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Kumushni aniqlashda qanday mikrokristall hosil qiluvchi reaksiyalardan foydalaniladi?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Kumush miqdorini aniqlash usullari; kolorimetrik usulning hajmiy usuldan afzalligi qanday?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Kumush ditizonatini aniqlashda qanday kationlar halaqit beradi va ularni qanday ajratish mumkin?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mis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kationining chinligini aniqlashda qanday reaksiyalardan foydalaniladi?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Dietilditiokarbaminat mis kompleksi hosil qilish shartlari va kimyoviy tenglamasini yozing.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Dietilditiokarbaminat mis kompleksidan misni qayta ekstraksiya qilish shartlarini yozing.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Eluatni mis uchun tekshirish reaksiyalari va ularning kimyoviy tenglamalari qanday?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kationini boshqa metall kationlaridan ajratish usullari va sharoitlarini tushuntiring.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206, 207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mis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kationlarini ajratishda, chinligi va miqdorini aniqlashda qo‘llanadigan organik reaktivlarni reaksiyalar asosida ko‘rsating.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Toksikologik ahamiyatli metall kationlarini aniqlashda ditizon reaktivining qo‘llanilishini misollar bilan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kationi kasrli usulda qanday aniqlanadi?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miqdorini aniqlash usullarini yozing; kolorimetrik usulda aniqlash mumkinligini ko‘rsating va isbotlang.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Reaksiyalar ajratgich voronka va suv hammomida bajariladi; qizdirish ko‘rsatilgan vaqt va holatgacha davom etadi (20 daqiqa; gaz pufakchalari to‘xtaguncha).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Reaksiyalarda xloroform, 6n HCl, konsentrlangan H2SO4, simob(II) xlorid va pergidrol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Natijalarni tekshirish va ish daftariga tegishlicha rasmiylashtirish talab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203, 205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 uchun ikki xil oksidlash usuli keltirilgan: kaliy peryodat va ammoniy persulfat; ikkalasida ham binafsha rang hosil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Xromni difenilkarbazid bilan aniqlash pH 1,7 da, etanol-aseton (1:1) dagi 0,25% reagent bilan o‘tkaziladi.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xlorid cho‘kmasi 25% ammoniy gidroksidda eritilib, kub, oktaedr va to‘rtburchak shaklli mikrokristallar olinadi.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Mineralizatda Ag, Cu, Mn, Cr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202-207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