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bu kationlar bitta mashg‘ulotda o‘rganiladi? Doskada: reja (4 kation). Kitobda sarlavhada talliy ham ko‘rsatilgan, ammo bayon kumush, mis, marganets va xrom bo‘yicha; dvssm 204 da reja Mn, Cr va talliydan iborat (kitoblar mos kelmaydi); slaydda toks varianti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kationlar filtratdan aniqlanadi? (Cho‘kma 55-darsda ajratilgan.) Doskada: 3 natija. Tipik xato: kationlarni cho‘kmadan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ajratgich voronka qaysi reaksiyalarda kerak? (Ditizon bilan ekstraksiyada.) Doskada: ro‘yxat. Tipik xato: suv hammomi o‘rniga to‘g‘ridan-to‘g‘ri alanga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simob ham ditizon bilan rang bersa, nima qilish kerak? (Keyingi slayd.) Doskada: sxema. Tipik xato: sariq-tilla rangni faqat kumushga tegishli deb yozish; simob ham shunga o‘xshash.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farqlash zarur? Doskada: jadval. Tipik xato: HCl ni 0,5n o‘rniga konsentrlangan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kumush filtratdan oldin ajratiladi? Doskada: sxema. Kitobda reaksiya tenglamasini yozish topshirig‘i berilgan; kumush tekshiruvi xrom va marganets tekshiruvidan keyin o‘tkazilishi sababi (206-bet 16-savol) kitobda izohlanmagan.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uch reaksiyadan qaysi biri eng aniq tasdiqlaydi? Doskada: kristall shakllari. Tipik xato: eritmani tez qizdirib quritish; kitobda uy haroratida sekin quritiladi.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rang bo‘lmasa mis uchun tekshirilmaydi? (Kitob qavs ichida «sababi?» deb savol qo‘ygan, javobi berilmagan.) Doskada: sxema. Tipik xato: pH ni ammiak o‘rniga ishqor bilan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6n HCl bilan yuvishdan maqsad nima? (Ortiqcha Pb reagentini yo‘qotish.) Doskada: ketma-ketlik. Tipik xato: simob(II) xlorid bilan chayqatishni rang o‘chmasdan to‘xtatish.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uchta reaksiyaning natijalari mos kelishi nimani bildiradi? Doskada: jadval. Kitobda reaksiya tenglamalarini yozish topshirig‘i berilgan. Tipik xato: bitta reaksiyaga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binafsha rang qaysi ionga tegishli? (Kitobda 13-savol sifatida berilgan; marganets bo‘lganda binafsha rang hosil bo‘ladi.) Doskada: sxema. Tipik xato: suv hammomini 5-6 daqiqa bilan almashtirish; peryodat usulida 20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qaysi vaqtda qizdirish to‘xtatiladi? (Gaz pufakchalari to‘xtaganda.) Doskada: ketma-ketlik. Tipik xato: persulfatni sovuq aralashmaga qo‘shish; kitobda qaynoq aralashmaga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bir usulda rang bo‘lmasa nima qilinadi? Doskada: jadval. Kitobda 206-bet 2-savolga javob berilmagan; o‘qituvchi talabalarga mantiqiy xulosa qildiradi.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kitobda rangning nomi ko‘rsatilmagan — rangni kuzatib daftarga yozing. Doskada: sxema. Tipik xato: pergidrolni sovitishdan oldin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avval oksidlash kerak? (Kitobda uch valentli xromning olti valentliga oksidlanishi ko‘rsatilgan.) Doskada: pH 1,7 va reagent hajmi. Tipik xato: pH ni nazorat qilmaslik.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marganets sababli paydo bo‘lgan qizil rang qanday yo‘qotiladi? Doskada: 3 bosqich. Kitobda reaksiya natijalariga sud-kimyoviy talab bo‘yicha izoh berish topshirig‘i bor. Tipik xato: difenilkarbazidni natriy azidgacha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jadvaldan qaysi ikki kation rangi o‘xshash (marganets va xrom)? Doskada: jadval. Tipik xato: binafsha rangni ikkala kation uchun bir xil deb hisoblash; sharoit (oksidlash, pH, reagent) farqlanadi. Kitobning 205-betidagi «Charxpalak» jadvali (fizik-kimyoviy xossalar, sifat va miqdoriy tahlil) ustunlari tartibsiz joylashgan, ba’zi xossalar ham shubhali (masalan, «oq rangli» deb yozilgan), shu sabab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talabalar jadvalni dars boshida va oxirida to‘ldiradi. Doskada: 3 ustunli jadval. Kitob bo‘yicha trening natijalari baholash uchun, ilmiy javob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mineralizat rangi qaysi kationlar uchun mos? Doskada: muammo turi, sabablari, hal etish yo‘llari jadvali. Kitobda javob berilmagan — talabalar kationlar tahlilidagi rang belgilari asosida xulosa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ditizon bilan sariq rang bergan metallni tanlang va tasdiqlovchi reaksiyalarni tuzing. Doskada: reja. Kitobda javob berilmagan; kumush ditizonati sariq-tilla xloroform qatlami (202-bet), shu bilan simob ham shunga o‘xshash rang beradi — farqlash uchun 0,5n HCl dan foydalaniladi.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javobni mashg‘ulot bayoniga tayanib bering. Doskada: 4 savol. Kitobda jami 29 ta savol (206-207), javoblari yo‘q; slaydga bayonga eng yaqin 4 tasi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simob(II) xlorid va xloroform bilan ishlashda nimalarga e’tibor beriladi? Doskada: 3 qoida. Kitobning bu mashg‘ulotida alohida xavfsizlik bo‘limi yo‘q; slaydga reaktivlar va qizdirish shartlari kiritildi. Qo‘lqop/niqob talabi 166-betdagi kirish mashg‘ulotida (bu mashg‘ulot sahifalari ichida emas).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Mineralizatda Ag, Cu, Mn, Cr (FEK miqdor tahlili)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mineralizatdan kumush, mis, marganets va xrom kationlarini aniqlash (FEK usulida miqdor tahlili).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sulfat va nitrat kislotalar bilan mineralizatsiyalab ajratilgan marganets, xrom va kumush kationlarining toksikologik ahamiyati va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 FEK usulida miqdor tahlili bilan bog‘liq: kationlar mineralizat filtratidan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 tarkibida bo‘lishi mumkin bo‘lgan marganets kationini filtratdan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 tarkibida bo‘lishi mumkin bo‘lgan xrom va kumush kationlarini filtratdan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Kitobdagi har bir reaksiyaga sud-kimyoviy tahlil talabi bo‘yicha izoh berish.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202, 203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asbob-uskunalar: mineralizat, filtr qog‘ozi, voronka, reaktivlar, probirkalar,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Metodlarda ajratgich voronka, suv hammomi, universal indikator va mikroskop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202, 203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Kumush: ditizonat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mineralizat ajratgich voronkaga solinib, 5 ml xloroform va 0,01% ditizon (xloroformda) tomchilanadi.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Yaxshilab chayqatiladi; kumush kationi bo‘lsa, xloroform qatlami sariq-tilla rangga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kationi ham ditizon bilan kumushga o‘xshash rangli birikma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mineralizat, ajratgich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+ 5 ml xloroform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ditizon 0,01% (tomchi)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Chayqatish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Sariq-tilla = 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Kumush ditizonati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 va simob ditizonatlarini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Xloroformli qatlam ajratilib, 5 ml 0,5n HCl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 ditizonatida sariq-tilla rang ko‘k-yashilga o‘zgaradi; Hg ditizonatida o‘zgarmaydi.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Ditizon reaksiyasi chiqmasa, kumush tahlili to‘xtatiladi; chiqsa, qo‘shimcha reaksiyalar bajariladi.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600"/>
                <a:gridCol w="322437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Kation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Kumush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Sariq-tilla → ko‘k-yashil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Simob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0,5n HCl bilan chayqatish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 xlorid cho‘kmasi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90 ml mineralizatga 0,5 g osh tuzi qo‘shiladi: oq loyqa kumush xlorid cho‘kmasi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Qaynaguncha qizdirilib filtrlanadi; filtrat mis, surma, rux, mishyak va boshqa kationlarga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Filtrdagi kumush xlorid cho‘kmasi 2,5 ml 25% ammoniy gidroksidda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90 ml mineralizat + 0,5 g NaCl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Qaynaguncha qizdirish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Filtrat: Cu, Sb, Zn, As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Cho‘kma: 2,5 ml 25% NH4OH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AgCl ni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Kumush: mikrokristall va cho‘ktirish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Eritmaning bir tomchisi buyum oynachasida uy haroratida sekin quritilsa, mikroskopda tiniq kub, oktaedr va to‘rtburchak shaklidagi kristallar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Qoldiqqa tiomochevinaning to‘yingan eritmasi va kaliy pikrat tomchisi qo‘shilsa, sariq ignasimon kristallar to‘plami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0,5 ml ammiakli eritmaga 0,5 ml kaliy yodidning to‘yingan eritmasi qo‘shilsa, sarg‘ish loyqa va cho‘kma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202, 203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Mis: dietilditiokarbaminat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mineralizat ammiak bilan (universal indikator) pH 3 ga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qo‘rg‘oshin dietilditiokarbaminatning xloroformli eritmasi qo‘shilib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bo‘lsa, xloroform qatlami sariq-qo‘ng‘ir rangga bo‘yaladi; rang bo‘lmasa, mis uchun tekshirilmaydi.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mineralizat, pH 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+ 5 ml Pb-DEDTK (xloroformda)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Chayqatish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Xloroform: sariq-qo‘ng‘ir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Mis bor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 dietilditiokarbaminati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 ekstraktini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qatlami ajratilib, qo‘rg‘oshin dietilditiokarbaminatning ortiqchasini yo‘qotish uchun 30 soniya 6n HCl, so‘ng suv bilan yuviladi.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o‘chib ketguncha simob(II) xloridning 1% eritmasi bilan chayqatiladi.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Rangsiz aralashmaga 0,5-1 ml suv qo‘shib chayqatilib, suvli qatlam ajratiladi va uch qismga bo‘linib sifat reaksiyalari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Mis: tasdiqlovchi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Piridinrodanid: 1-2 ml reaktiv loyqa hosil bo‘lguncha, so‘ng 1 ml xloroform; pastki qatlam tiniq ko‘k.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Natijalarga sud-kimyosi talabi bo‘yicha izoh beriladi.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4984"/>
                <a:gridCol w="198299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 tomchi 2% CdCl2 + 5% K4[Fe(CN)6]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binafsha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 g ZnSO4 + ammoniy tetrarodanmerkuriat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binafsha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Piridinrodanid + 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Pastki qatlam tiniq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 uchun 3 qism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Marganets: kaliy peryodat bilan oksidlash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mineralizat, 4 ml suv, 1 ml birlamchi Na fosfat (to‘yingan), 1 tomchi 10% AgNO3, 0,2 g KIO4.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hammomida 20 daqiqa qizdiriladi; marganets bo‘lsa, aralashma binafsha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mineralizat + 4 ml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 ml birlamchi Na fosfat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 tomchi AgNO3 10%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+ 0,2 g kaliy peryodat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20 daq suv hammomi: binafsha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Peryodat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Marganets: ammoniy persulfat bilan oksidlash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mineralizatga 4 ml suv va 1 ml birlamchi natriy fosfatning to‘yingan eritmasi qo‘shilib, 5-6 daqiqa suv hammomida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Qaynoq aralashmaga 1 tomchi 10% kumush nitrat va 0,5 g ammoniy persulfat qo‘shilib, gaz pufakchalari chiqishi to‘xtaguncha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Marganets bo‘lsa, binafsha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Marganets reaksiyalarini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reaksiya solishtirilib, marganets bilan zaharlanish qanday tasdiqlanishi izohlanadi.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Savol: peryodat bilan ijobiy, persulfat bilan salbiy natija olinsa, u qanday baholanadi va nima uchun?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268863"/>
                <a:gridCol w="244558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Peryodat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Persulfat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 g KIO4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g (NH4)2S2O8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Qizdirish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 daqiqa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5-6 daq, so‘ng pufak to‘xtaguncha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usul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203, 206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Xrom: nadxromat kislotasi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mineralizatga pH 7 gacha 30% NaOH, 1 tomchi 10% AgNO3, 0,5 g persulfat; suv hammomida 20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Sovitilib, 1 ml birlamchi natriy fosfat, 1 ml sirka etil efiri, 2-3 tomchi pergidrol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 bo‘lsa, organik erituvchi qatlami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mineralizat, 30% NaOH, pH 7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AgNO3, persulfat; 20 daq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Sovitish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fosfat, etilatsetat, pergidrol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 bo‘yaladi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Nadxromat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203, 204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Xrom: difenilkarbazid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mineralizat, 4 ml suv, 1 tomchi 10% AgNO3 va 0,5 g ammoniy persulfat suv hammomida 20 daqiqa qizdiriladi: Cr(III) Cr(VI) gacha oksidlanadi.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birlamchi natriy fosfat qo‘shilib, 10% KOH bilan pH 1,7 ga keltiriladi.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Difenilkarbazidning etanol-aseton (1:1) dagi 0,25% eritmasidan 1 ml qo‘shiladi: xrom bo‘lsa, qizil-binafsha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 aniqlashda marganets halaqiti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Xromni difenilkarbazid bilan aniqlashda marganets halaqit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hollarda mineralizatga bir tomchi konsentrlangan H2SO4 va natriy azid kristallari qo‘shilib, hosil bo‘lgan qizil rang yo‘qolguncha aralashtiriladi.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 difenilkarbazidning 1% spirtli eritmasi qo‘shiladi: xrom bo‘lsa, pushti yoki qizil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Natijalar jamlanmasi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— ditizon, mis — dietilditiokarbaminat, marganets — peryodat/persulfat, xrom — difenilkarbazid.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reaksiyalar uchun kimyoviy tenglamani yozish topshirig‘i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0306"/>
                <a:gridCol w="2045969"/>
                <a:gridCol w="191169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Kation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Kumush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Ditizon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Sariq-tilla 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Pb-DEDTK, pH 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Sariq-qo‘ng‘ir xloroform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Marganets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Peryodat, persulfat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 aralashma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Xrom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Difenilkarbazid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Qizil-binafsha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202, 203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«Bilaman – bilishni xohlayman – bilib oldim»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Yakka tartibda jadval to‘ldiriladi: «Bilaman», «Bilishni xohlayman», «Bilib oldim»; mavzu: mineralizatdan kumush, mis, marganets va xrom kationlarini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olingan bilim darajasini baholashga, bilimni boyitish ehtiyojini o‘rganishga va talabaning o‘z xulosasini bildirishiga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 oxirida «Eng faol guruh», «Eng bilimdon guruh», «Eng zukko guruh» va «Bugungi darsning eng bilimdon o‘quvchisi»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204, 205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10-keys: mineralizatning sarg‘ish-yashil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mineralizatsiya qilinganda mineralizat sarg‘ish-yashil rangli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bu rang qaysi metall zaharlariga tegishli, sabab va yechimni tushuntirish hamda sud-kimyo tahlilini o‘tkazish.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 jadvali ustunlari: muammo turi, kelib chiqish sabablari, hal etish yo‘llari.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masala: ovqatdan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Yoz mavsumida Sh. Aliev dala hovlisida tayyor ovqat va salatlarni iste’mol qilgan; ovqatdan zaharlanib qayt qilganda unga 1 litr suyultirilgan kaliy permanganat eritmasi va ichimlik sodasi ichirilgan.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kuchli bo‘lgani uchun o‘lim holati ro‘y bergan; og‘ir metalldan zaharlanish tashxisi qo‘yilgan.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dalil: 250 g li bankalarda jigar — 100 g, buyrak — 200 g, oshqozon va ichak bo‘laklari — 300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tahlilda mineralizat ditizon bilan sariq rang bergan. Savol: bu rang qaysi metallga tegishli?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205, 206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Nima uchun marganets kationiga reaksiya birlamchi natriy fosfat va kumush nitrat ishtirokida o‘tkaziladi?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 kationini difenilkarbazid bilan aniqlashda nima uchun birlamchi natriy fosfat eritmasi ishlatiladi?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ditizonatini aniqlashda qaysi kationlar halaqit beradi va ularni qanday ajratish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Dietilditiokarbaminat mis kompleksi hosil qilish shartlari va uni qayta ekstraksiyalash shartlari qanday?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 ajratgich voronka va suv hammomida bajariladi; qizdirish ko‘rsatilgan vaqt va holatgacha davom etadi (20 daqiqa; gaz pufakchalari to‘xtaguncha).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Reaksiyalarda xloroform, 6n HCl, konsentrlangan H2SO4, simob(II) xlorid va pergidrol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Natijalarni tekshirish va ish daftariga tegishlicha rasmiylashtirish talab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203, 205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Marganets uchun ikki xil oksidlash usuli keltirilgan: kaliy peryodat va ammoniy persulfat; ikkalasida ham binafsha rang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Xromni difenilkarbazid bilan aniqlash pH 1,7 da, etanol-aseton (1:1) dagi 0,25% reagent bilan o‘tkaziladi.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xlorid cho‘kmasi 25% ammoniy gidroksidda eritilib, kub, oktaedr va to‘rtburchak shaklli mikrokristallar olinadi.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Mineralizatda Ag, Cu, Mn, Cr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202-206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