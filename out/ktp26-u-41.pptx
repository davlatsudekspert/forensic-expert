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savoli: nima uchun zaharlanishlar zo‘raki o‘limda uchinchi o‘rinda turadi va qaysi ikki sabab undan oldin keladi? Doskada chizish: zo‘raki o‘lim sabablarining 3 pog‘onali tartibi (1-mexanik jarohat va asfiksiya, 3-zaharlanish). Tipik xato: talabalar “alkogol bilan bog‘liq o‘lim” va “alkogoldan zaharlanishdan o‘lim” tushunchalarini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savoli: nima uchun bir modda bir holatda dori, boshqasida zahar bo‘lishi mumkin (Paratsels iborasi)? Sud-tibbiy toksikologiyaning vazifasi klinik toksikologiyadan qanday farq qiladi? Doskada chizish: ikki ustunli solishtirish (klinik toksikologiya va sud-tibbiy toksikologiya vazifalari). Tipik xato: talabalar “zahar” mutlaq tushuncha deb o‘ylaydi, dozani e’tiborga 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Voqea tahlili: dorixonada noto‘g‘ri dori berilib, bemor zaharlandi. Bu qaysi tur va nima uchun? Doskada chizish: jadvalni daftarga ko‘chirib, har tur uchun bittadan misol yozish. Tipik xato: yatrogen zaharlanishni qasddan qilingan deb hisoblash; u tasodifiy, tibbiy xatodan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bir xil modda turli odamlarga turlicha ta’sir qiladi? Zahar va zaharlanish tushunchalari qanday farqlanadi? Doskada to‘rt omil guruhini chizib, har biriga bittadan misol yozdirish. Tipik xato: talabalar faqat modda turini omil deb hisoblab, organizm va sharoitni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yopiq, issiq va nam xonada alkogol ta’siri kuchliroq namoyon bo‘ladi deb hisoblanadi? Hodisa joyini ko‘zdan kechirishda muhit sharoitini qanday yozib olish kerak? Doskada ikki ustunli ro‘yxat tuzdirish: moyillik yaratuvchi va susaytiruvchi sharoitlar. Tipik xato: tashqi sharoitni barcha zaharlar uchun bir xil ahamiyatli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bir xil dozadagi zahar bolada kattaga qaraganda xavfliroq? Oshqozondagi massa so‘rilishni qanday o‘zgartiradi? Doskada organizm omillarini 5-6 tarmoqli sxema ko‘rinishida chizdirish. Tipik xato: tolerantlikni genetik sezgirlik yoki idiosinkraziya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hodisa joyidagi xona sharoiti ekspert uchun muhim? 2) Mastlik va zaharlanish farqi nimada? Doskada: ikki ustunli ro‘yxat chizing: «Moyillik yaratuvchi sharoit» va «Susaytiruvchi sharoit». Tipik xato: talabalar yopiq xonadagi o‘limni avtomatik ravishda faqat alkogoldan deb hisoblaydi. Is gazi ham mumkinligini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diagnostika bir emas, uch bosqichda olib boriladi? 2) Laboratoriya natijasi xulosaning ishonchliligiga qanday ta’sir qiladi? Doskada: to‘rt qutili strelkali sxemani talabalar bilan birga chizing. Tipik xato: faqat murda tekshiruviga tayanish va birinchi bosqichni (joy, hujjatlar)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Hodisa joyida qaysi buyumlar zaharlanishga shubha uyg‘otadi? 2) Nega morfologik o‘zgarishsiz kechadigan zaharlarda tibbiy hujjatlar muhim? Doskada: «Hodisa joyi» va «Murda» deb ikki ustun qilib, topiladigan belgilarni yozdiring. Tipik xato: hodisa joyidagi ashyoviy dalillarni olishni unutish yoki tibbiy hujjatlarni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funksional zaharlarda murdada xos belgi bo‘lmasligi mumkin? 2) Murda dog‘lari rangi nimani ko‘rsatadi? Doskada chizish: ikki ustunli ro‘yxat — zahar turi va murda dog‘lari rangi. Tipik xato: murdada o‘zgarish bo‘lmasa, zaharlanish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“Uch nuqta” nima uchun kerak? 2) Zahar noma’lum bo‘lganda nima uchun ko‘p a’zo olinadi? Doskada chizish: uch nuqta sxemasi — kirgan joy, ta’sir etgan joy, chiqqan joy. Tipik xato: faqat oshqozon massasini yuborish yoki qonni boshqa materiallar bilan bitta idishga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Har bir bosqichda qanday dalil olinadi? 2) Sud-kimyoviy natijani boshqa ma’lumotlardan alohida baholash mumkinmi? Doskada chizish: uch bosqichli zanjir. Tipik xato: bosqichlar tartibini va material hajmlarini aralashtirish. Talabalar javobini juftlikda tekshirtiring.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Zahar qanchalik tez qonga o‘tsa, ta’siri qanday o‘zgaradi? 2) Sirka kislotasi misolida uch bosqichli ta’sirni tushuntiring. Doskada: 5 tugunli zanjirni chizdiring va har tugunga bitta misol yozdiring. Tipik xato: toksikokinetika (zahar bilan nima bo‘ladi) va toksikodinamika (organizm nima javob beradi)ni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metabolit ko‘pincha asl moddadan xavfliroq? 2) Etil spirti metabolitining qanday noxush alomatlari bor? Doskada: uch spirtning oksidlanish sxemasini (spirt → metabolit) chizdiring. Tipik xato: metanol ta’sirini butun molekulaga bog‘lash; kardio-, nefro-, neyrotoksiklik formaldegidga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funksional zaharlarda murdada o‘zgarish kam bo‘ladi? 2) Spirt qaysi guruhchaga kiradi? Doskada: tasnif daraxtini (mahalliy / umumiy → uch guruh) chizdiring. Tipik xato: gemotrop zaharlarni mahalliy guruhga qo‘shish; ular umumiy ta’sirlilar tarkibida.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1) Nega zaharning asl molekulasi emas, metaboliti xavfliroq bo‘lishi mumkin? 2) Metanol sekin oksidlansa, uning toksik ta’siri qanday o‘zgaradi? Doskada chizish: metanol → formaldegid → chumoli kislotasi zanjirini va etilenglikol → oksalat kislotasi zanjirini chizing. Tipik xato: talabalar yashirin bosqichdagi yaxshilanishni tuzalish deb o‘ylaydi. Yo‘naltiruvchi javob: metabolitlar to‘planishi kutilmoqda.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spirt ichgan odam avval qo‘zg‘aladi, keyin uxlaydi? 2) Qaysi markazlar zararlansa o‘lim xavfi tug‘iladi? Doskada chizish: miya darajalari (po‘stloq → po‘stloq osti → uzunchoq miya, miyacha) va tormozlanish o‘tish yo‘nalishini strelka bilan ko‘rsating. Tipik xato: qo‘zg‘alishni spirtning to‘g‘ridan-to‘g‘ri qo‘zg‘atuvchi ta’siri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ekspert tahlilida endogen alkogol miqdorini bilish muhim? 2) Qaysi holatlar uni oshiradi, qaysilari kamaytiradi? Doskada chizish: ikki ustunli ro‘yxat – ‘kamayadi’ va ‘ko‘payadi’ – va 0,3-0,4 promille chegarasini yozing. Tipik xato: endogen alkogolni ichimlik ichilganini bildiruvchi belgi deb hisoblash. Eslatma: ichilgan alkogol bilan endogen alkogol farqlanishi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to‘la oshqozonda mastlik sekinroq rivojlanadi? Ikki holatda bir xil miqdor ichilsa, qondagi konsentratsiya qanday farq qiladi? Doskada: 20% va 80% ulushli ikki ustunli sxema chizing, ostiga och va to‘la oshqozon holatini yozing. Tipik xato: “vaqtincha defitsit” spirt butunlay so‘rilmaydi, deb o‘ylash. Aslida u faqat kechroq so‘riladi.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rezorbsiya davrini bilish qondagi spirt miqdorini baholashda nega muhim? Talabalar ikki guruhga bo‘linib, qisqartiruvchi va uzaytiruvchi omillarni nomlasin. Doskada: ikki ustunli ro‘yxat (qisqartiradi / uzaytiradi) tuzing. Tipik xato: gipoatsid va giperatsid gastritni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oraliq modda – atsetaldegid – alkogolning o‘zidan ko‘ra noxush alomatlarga ko‘proq sabab bo‘ladi? Doskada: besh bosqichli zanjirni fermentlar nomi bilan chizing. Tipik xato: alkogoldegidrogenaza va aldegiddegidrogenazani aralashtirish; birinchisi spirtni, ikkinchisi atsetaldegidni oksidlaydi.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spirt miqdori past bo‘lsa ham og‘ir intoksikatsiya bo‘lishi mumkin? Ekspert faqat promillega tayansa, qanday xato qilishi mumkin? Doskada chizing: etil spirti → atsetaldegid → sirka kislotasi zanjiri va to‘silgan joyni belgilang. Tipik xato: atsetaldegid to‘planishini etil spirti miqdori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mastlik yo‘l-transport hodisasi yoki o‘z-o‘zini o‘ldirishda qanday rol o‘ynaydi? Nega ekspertga qondagi spirt miqdorini aniqlash kerak? Doskada chizing: eyforiya → uyquchanlik → qusish → koma bosqichlari. Tipik xato: alkogol bilan bog‘liq o‘limni faqat spirtdan zaharlanish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sinama manfiy chiqsa alkogol yo‘q deyish mumkin, musbat chiqsa esa tasdiq kerak? Sifat va miqdoriy aniqlash farqi nimada? Doskada chizing: ikki probirka (sinov va nazorat) va rang o‘zgarishi sxemasi. Tipik xato: musbat sinamani mastlik darajasining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tirik shaxsdan namuna bir necha marta olinadi? 2) Nega idishda havo qolmasligi kerak? (Ikkinchisiga manbada javob yo‘q, talabalar o‘z taxminini aytsin.) Doskada: murda va tirik shaxs uchun namuna olish qoidalarini ikki ustunda yozdiring. Tipik xato: namunaning olingan vaqtini yozishni unutish, hajmni 5 ml dan kam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yoki ovoz berish orqali o‘tkazing. Muhokama: 1) Sinama musbat chiqsa, alkogol mastligi isbotlanadimi? Nega yo‘q? 2) Qaysi kasalliklarda soxta musbat bo‘ladi? Doskada: ikki sinamaning rang o‘zgarishini o‘qlar bilan chizdiring. Tipik xato: sinamani soxta manfiy beradi deb o‘ylash, rang o‘zgarishini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 va siydik miqdorini taqqoslash nimaga imkon beradi? 2) Siydikda baland, qonda yana oshgan holat nimani bildiradi? Doskada: vaqt o‘qi bo‘yicha qon va siydik egri chiziqlarini chizing, ular qaerda kesishishini belgilang. Tipik xato: rezorbsiya va eliminatsiyani chalkashtirish, takroriy qabulni sezmay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tirik shaxslardan vaqt oralig‘ida bir necha namuna olish tavsiya etiladi? Nega P qiymati holatga qarab o‘zgaradi? Doskada chizing: vaqt o‘qida qondagi spirt konsentratsiyasining pasayish chizig‘i (rezorbsiyadan eliminatsiyaga o‘tish). Tipik xato: P ni hamma uchun bir xil deb olish; o‘rtacha 0,13–0,15 faqat boshqa imkon bo‘lmaganda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ozg‘in odamlarda r yuqoriroq, to‘la odamlarda pastroq? Formuladagi har bir belgi nimani bildiradi? Doskada chizing: formulani yozib, har bir belgi tagiga uning ma’nosini qo‘ying. Tipik xato: T ni ichimlik ichilgan vaqtdan emas, boshqa vaqtdan hisoblash; T ichish va namuna olish oralig‘idir.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3,0 promilledan yuqori miqdor mastlik emas, zaharlanish deyiladi? Yuqori spirtlar aralashganda nega o‘lim chegarasi pasayadi? Doskada chizing: 0 dan 5,0 promillegacha shkala va unda daraja chegaralarini belgilang. Tipik xato: 5,0 promilleni hamma holat uchun o‘lim chegarasi deb o‘ylash; yuqori spirtlar bo‘lsa, 4,0 dan pastda ham o‘lim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Qon va siydik miqdorini taqqoslash nima uchun kerak? 2) Rezorbsiya va eliminatsiya davrlarini qaysi belgi bilan ajratamiz? Doskada: ikki ustunli (qon / siydik) jadval chizib, har davr uchun «yuqori/past» deb belgilang. Tipik xato: siydikdagi yuqori miqdorni doim eliminatsiya deb baholash va qondagi o‘sishni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«Spetsifik belgi yo‘q» degani tashxisda nimani anglatadi? 2) Qaysi belgilar tashqi, qaysilari ichki tekshiruvga tegishli? Doskada: ikki ustun (tashqi / ichki) bo‘yicha belgilarni guruhlang. Tipik xato: yuz ko‘kimtirligi yoki to‘laqonlikni alkogolga xos aniq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Qonda spirt topilmasa, alkogol sababini butunlay inkor etish mumkinmi? 2) Gistologiya bu yerda qanday rol o‘ynaydi? Doskada: «qon konsentratsiyasi → talqin» zanjirini chizing (5,0 promille; kechikkan o‘lim). Tipik xato: qonda spirtning kamligini alkogol sababini rad etishga yetarli dalil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metanol o‘zi emas, metabolitlari xavfli? Yashirin bosqich nima uchun xavfli? Doskada chizing: metanol → formaldegid → chumoli kislotasi → atsidoz. Tipik xato: metanol bilan etil spirtini ko‘rish buzilishi bo‘yicha adashtirish. Manbada ayrim jumlalarda “etil spirti” deb yozilgan, mazmunan metanol nazarda tutilgan, shuning uchun “uncertain” belgilandi.</a:t>
            </a:r>
          </a:p>
          <a:p/>
          <a:p>
            <a:r>
              <a:t>Tekshirish kerak (manbada noaniq):</a:t>
            </a:r>
          </a:p>
          <a:p>
            <a:r>
              <a:t>- Qisqa mastlik, so‘ng soatlardan kungacha “yashirin” yengillik, so‘ng og‘ir belgilar boshlanadi. Ko‘rish susayib, butunlay yo‘qolishi mumkin. O‘lim ko‘pincha 2-3 kunda, nafas markazi falajidan.</a:t>
            </a:r>
          </a:p>
          <a:p>
            <a:r>
              <a:t>- Murdada: miya shishi, epikard ostida Kryukov dog‘lari, ko‘rish nervida qon quyilish. Metabolizm sekin bo‘lgani uchun spirt qon va a’zolarda 3-5 kun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yuqori spirtlarda miya o‘zgarishlari yurakdagidan yaqqolroq ekanini etil spirti bilan solishtiring. Etilenglikol bosqichlarini kim sanab beradi? Doskada chizing: 4 bosqichli zanjir va uchta spirtning letal dozalari. Tipik xato: butil va amil spirtlarining hidlarini va letal dozalarini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faqat laboratoriya natijasiga tayanib xulosa qilib bo‘lmaydi? Talabalar algoritmni (voqea → murda → laboratoriya) o‘z so‘zlari bilan aytsin. Doskada chizing: uch bosqichli diagnostik zanjir. Tipik xato: manfiy toksikologik natijani zaharlanish yo‘qligining isboti deb olish.</a:t>
            </a:r>
          </a:p>
          <a:p/>
          <a:p>
            <a:r>
              <a:t>Tekshirish kerak (manbada noaniq):</a:t>
            </a:r>
          </a:p>
          <a:p>
            <a:r>
              <a:t>- Metanol 3-5 kun, etilenglikol 3-6 kun aniqlanishi mumkin. Shuning uchun namuna imkon qadar erta olinadi, olingan vaqti ko‘rsatiladi.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O'tkir alkogol intoksikatsiyasining sud-tibbiy diagnostikasi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mavzuning dolzarbligi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omillar ta’sirida sog‘liqning buzilishi va o‘lim holatlari sud-tibbiy ekspertiza amaliyotida nisbatan keng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Zo‘raki o‘lim tarkibida zaharlanishlar mexanik jarohatlar va mexanik asfiksiyadan keyin uchinchi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Zaharlanishdan sodir bo‘lgan o‘lim holatlari ichida etil spirtidan zaharlanish yetakchi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mastligi o‘limga bilvosita moyillik yaratadi, shu sababli “alkogol bilan bog‘liq o‘lim” (alcohol related death) tushunchasi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modda. Mutlaq zahar ham, mutlaq beziyon modda ham yo‘q.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Paratsels iborasi: faqat doza ma’lum bir moddani dori yoki zaharga aylantiradi. Oz miqdordagi modda sabab bo‘lgan buzilish zaharlanish deyiladi.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Toksikologiya sanoat, qishloq xo‘jaligi, harbiy, oziq-ovqat, maishiy va sud-tibbiy yo‘nalishlarga ega.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boshqa toksikologiya turlari sabablar, yordam va profilaktikani o‘rgansa, sud-tibbiy toksikologiya huquqni muhofaza etuvchi idoralar vazifalarini hal etadi. Sud tibbiyotining fan sifatida shakllanishi shundan boshlangan.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turlari voqea tafsiloti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 tafsiloti bo‘yicha zaharlanish qotillik, o‘z-o‘zini o‘ldirish yoki baxtsiz hodisa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ma’lumotlariga ko‘ra aksariyat holatlarni baxtsiz hodisalar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tasodifiy zaharlanishlar yatrogen bo‘lib, tibbiy muolajadagi xatodan kelib chiqadi.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70"/>
                <a:gridCol w="1489570"/>
                <a:gridCol w="230883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Sodir bo‘lishi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Uchrashi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Baxtsiz hodisa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Tasodifan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Aksariyat holatlar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O‘z-o‘zini o‘ldirish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Qasddan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Baxtsiz hodisadan keyingi o‘rin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Qotillik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Qasddan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Kamdan-kam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Yatrogen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Tasodifan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 yoki dori xatosi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qiluvchi to‘rt omil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paydo bo‘lishida to‘rt omil guruhi ahamiyatli: zahar, organizm, kirish yo‘li va tashqi 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qonga qanchalik tez va to‘liq o‘tsa, uning toksik ta’siri shunchalik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zahar — modda; zaharlanish — uning oz miqdori ta’sirida sog‘liqning buzilishi.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374965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Kimyoviy tuzilish, doza, eruvchanlik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Massa, yosh, salomatlik, genetika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 yo‘li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Teri, og‘iz, nafas yo‘li, in’eksiya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sharoit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Harorat, namlik, yopiq yoki ochiq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To‘rt omil guruhi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Alkogol bilan bog‘liq tashqi sharoit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sharoit omillari faqat ayrim moddalar ta’sirida ahamiyatli. Kasbiy faoliyat bilan bog‘liq zaharlanishlarda ularning roli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is gazi bilan zaharlanishga yopiq, harorati baland va namligi katta muhit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muhit, havoning past harorati va namligi bu moddalarning ta’sirini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bilan zaharlanish ham cheklangan muhitda, masalan kanalizatsiya quduqlarida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omillari: massa, yosh, salomatlik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massasi muhim: bir xil miqdordagi zahar turli vazndagilarda bir xil ta’sir qilmaydi. Dori dozasi ham 1 kg vaznga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kattalarga nisbatan sezgirroq: vazni kichik, umumiy qarshilik ko‘rsatish tizimi esa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Sog‘lom organizm zaharga kuchliroq qarshilik ko‘rsatadi. Yurak, jigar, buyrak kasalliklarida bu qobiliyat ancha cheklanadi.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Oshqozondagi massa, genetik xususiyatlar va tolerantlik (o‘rganib qolish) ham zahar ta’sirini o‘zgartirishi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133-134,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yopiq xonada mastlik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kichik, yopiq, issiq va nam xonada spirtli ichimlik ichgan shaxs hushsiz topildi. Savol: tashqi sharoit xavfni qanday o‘zgartiradi?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Yopiq, harorati baland, namligi katta muhit alkogol va is gazi bilan zaharlanishga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Aksincha, ochiq muhit, havoning past harorati va namligi bu moddalarning ta’sirini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mastlik ≠ zaharlanish. Qonda 0,5–1,5 promille engil mastlik, 3,0 promilledan yuqorisi esa zaharlanish deb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mutaxassis hodisa joyini ko‘zdan kechiradi, ish materiallari va hujjatlar bilan tanishadi.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murdaning tashqi va ichki tekshiruvida zaharlanishni tasdiqlovchi dalillar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3-bosqich: dalillar qo‘shimcha laboratoriya tekshiruvlari orqali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Joy va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Murda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Laboratoriya tekshiruvi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xulosasi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Diagnostika bosqichlari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bosqich: hodisa joyi va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Joyni ko‘zdan kechirishda sharoit, yot hid, dori idishlari, o‘ramlar, shpritslar, retseptlar, ajratma va qusuq moddalarga e’tibor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in’eksiya izlari, teri va shilliq qavat holati, murda dog‘lari rangi, mushak qotishi va yot hid zaharlanishga shubha uyg‘otadi.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joyidan tegishli ashyoviy dalillar laboratoriya tekshiruvlari uchun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materiallari, katamnez va tibbiy hujjatlar o‘rganiladi. Funksional o‘zgarishli zaharlarda klinik tavsif va laboratoriya natijalari salmoqli dalil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bosqich: murda tekshiruvi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Ikkinchi bosqichda dalillar murdaning tashqi va ichki tekshiruvida olinadi: teri va shilliq qavat rangi, in’eksiya izlari, yot hid, murda dog‘lari, mushak qotishi.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dog‘lari rangi: is gazida pushti, sianidda yorqin olcha, metgemoglobin hosil qiluvchilarda qo‘ng‘ir-jigarrang, gemoliz chaqiruvchilarda sarg‘ish. O‘yuvchi zaharlarda og‘iz atrofida oqmalar.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Hid: sianidda ichki a’zolardan achchiq bodom, sirka kislotasida o‘tkir hid. Mushak qotishi strixninda tez va kuchli, xloral gidrat, kurare, miorelaksantlarda sust va kuchsiz.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funksional zaharlarning ko‘pida tashqi va ichki tekshiruvda xos o‘zgarish topilmasligi mumkin. Bunday holda uchinchi bosqich hal qiluvchi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135–136,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Uchinchi bosqich: laboratoriya va “uch nuqta”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Uchinchi bosqichda qo‘shimcha laboratoriya tekshiruvlari o‘tkaziladi. Eng ko‘p sud-kimyoviy (toksikologik) tekshiruv qo‘llanadi; u sifat bilan birga miqdoriy ham bo‘lishi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“Uch nuqta” qoidasi: zahar kirgan, asosan ta’sir etgan va chiqqan joylardan namuna olinadi. Masalan, ichilgan zaharda oshqozon massasi, jigar bo‘lagi va siydikli butun buyrak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Zahar noma’lum bo‘lsa: miyaning 1/3, o‘pkaning 1/4, jigarning 1/3 (o‘t qopi, o‘t bilan), butun buyrak siydik bilan, oshqozon massasi, ichakdan bir metr, 100–200 ml qon. Har biri alohida idishda.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Chuqur chirish holatida ko‘krak va qorin bo‘shlig‘i a’zolari aralashmasidan 1,5–2,0 kg massa — “o‘rta sinama” — toksikologik tekshiruvga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diagnostika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diagnostika necha bosqichdan iborat? Javob: uchta — hodisa joyi va hujjatlar, murda tekshiruvi,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 gazi va sianidda murda dog‘lari qanday rangda bo‘ladi? Javob: is gazida pushti, sianidda yorqin olcha rangida.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“uch nuqta” qoidasi nimani anglatadi? Javob: namuna zahar kirgan, ta’sir etgan va organizmdan chiqqan joylardan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zahar noma’lum bo‘lsa, qon qancha va qanday olinadi? Javob: 100–200 ml, boshqa materiallardan alohida idishda.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 va 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zahar kirishi, taqsimlanishi, metabolizmi va chiqarilishi jarayonlarining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— zahar va organizmning o‘zaro ta’siri, organizm javob reaksiyalari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kislotasida: birlamchi — kuyish, keyingi — gemoliz, metatoksik — toksik gepatit va nefroz.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Kirish va qonga so‘rilish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Organlarda taqsimlanish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Biotransformatsiya (jigar)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Organizmdan chiqarilish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Toksikodinamika: javob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organizmda kechadigan yo‘l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136-137, 138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 biotransformatsiyasi va toksik metabolitlar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oksidlanish, qaytarilish, gidroliz va sintez orqali, asosan jigarda kechadi.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Metanol, etanol va etilenglikol oksidlanganda ulardan ancha kuchli toksik moddalar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Etilenglikolning butun molekulasi narkotik, metaboliti oksalat kislotasi esa gepato- va nefrotoksik ta’sir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691639"/>
                <a:gridCol w="1904697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Metabolit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Toksik 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Kardio-, nefro-, neyrotoksik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Atsetaldegid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og‘rig‘i, ko‘ngil aynishi (poxmele)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Etilenglikol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Oksalat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Gepato- va nefrotoksik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 va uning toksik metaboliti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137, 138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ikki guruhga bo‘linadi: asosan mahalliy va asosan umumiy (rezorbtiv) ta’sir etuvchilar.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ta’sirlilar uch guruhga bo‘linadi: destruktiv, qon (gemotrop) va funksional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va boshqa spirtlar funksional zaharlardan markaziy nerv tizimini (MNT) so‘ndiruvchilarga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59189"/>
                <a:gridCol w="16733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Kislota, ishqor, yod tindirmasi, peroksid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Kontakt joyida nekroz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Destruktiv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Simob, qo‘rg‘oshin, rux, margimush, fosfor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 a’zolarda to‘qima buzilishi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Gemotrop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Gemoglobinotrop, gemolitik, boshqa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tarkibi va xususiyatiga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Funksional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Falajlovchi, qo‘zg‘atuvchi, so‘ndiruvchi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nerv tizimi faoliyatini buzadi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Zaharlar guruhlari (V.L. Popov bo‘yicha)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metabolit va toksik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odam etil spirti deb metil spirtini (metanol) ichdi. Ularning rangi, hidi va ta’mi o‘xshash. Dastlab qisqa, kuchsiz mastlik va chuqur uyqu kuzatildi.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Keyin yashirin bosqich boshlandi: ahvol yaxshilandi, bu bir necha soatdan bir necha kungacha davom etdi. So‘ng bosh og‘rig‘i, qusish, hush yo‘qolishi va ko‘rish buzilishi paydo bo‘ldi.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Metanolning butun molekulasi kuchsiz narkotik ta’sir qiladi. Kuchli zaharni uning metabolitlari – formaldegid va chumoli kislotasi – beradi, atsidoz rivojlanadi.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nega yashirin bosqichdan keyin ahvol keskin yomonlashadi? Etilenglikolda ham xuddi shunday: metaboliti oksalat kislotasi jigar va buyrakni zaharlaydi.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umumiy xususiyat va narkotik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 spirti – rangsiz, tiniq, uchuvchan, o‘ziga xos hidli suyuqlik. U markaziy nerv tizimini so‘ndiruvchi (funksional) zaharlar guruhiga kiradi.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Narkotik ta’siri bosh miya po‘stlog‘ining tormozlanishiga asoslangan. Shunda po‘stloq osti markazlari nazoratdan chiqadi va ularda qo‘zg‘alish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 miqdorda qabul qilinsa, tormozlanish po‘stloq ostiga, uzunchoq miya va miyachaga o‘tadi. Toksik ta’sir nafas hamda yurak-qon tomir markazlari buzilishida namoyon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 spirtining letal dozasi 250-300 ml deb ko‘rsatilgan. Diqqat: qo‘zg‘alish spirtning qo‘zg‘atuvchi ta’siri emas, po‘stloq tormozlanishining natijasidir.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alkogol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organizmida doim endogen (ichki) alkogol bo‘ladi. Uning miqdori turli manbalarga ko‘ra 0,3-0,4 promillegacha yetishi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organizm uchun energiya manbai bo‘lib, stress bilan kurashish va turli sharoitga moslashishga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ruhiy ta’sirlanish, travma, sovuq yeyish va jismoniy zo‘riqishda miqdori kamayadi. Ijobiy emotsiyalarda va gipoksiyada aksincha, ko‘payadi.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Qandli diabet, surunkali obstruktiv bronxit hamda MNT, jigar va buyrakning ayrim kasalliklarida endogen alkogol odatdagidan ko‘proq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156, 156-157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So‘rilish: oshqozon va ichak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Ichilgan etil spirtining taxminan 20% oshqozonda, 80% ichakda qonga so‘riladi.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Oshqozondagi massa spirtning bir qismini bog‘lab, qonga o‘tishini sekinlashtirishi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doimiy (tiklanmaydigan) defitsit ≠ vaqtincha defitsit.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455420"/>
                <a:gridCol w="237713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Ulush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 so‘riladi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~20%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Massa bilan bog‘lanishi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Ichakda so‘riladi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~80%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so‘rilish qismi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 qoringa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~5% bog‘lanadi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Doimiy (tiklanmaydigan) defitsit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 to‘la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~40% bog‘lanadi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Vaqtincha defitsit, so‘rilish kechroq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So‘rilish va bog‘lanish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Rezorbsiya davri va unga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Rezorbsiya – spirtning qonga so‘rilish davri bo‘lib, odatda 1-2 soat davom etadi. Undan keyin ajralish (eliminatsiya) davri boshlanadi.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Davrni qisqartiradi: oshqozon bo‘shligi, gipoatsid gastrit, modda almashinuvining kuchliligi (tireotoksikoz), muhitda giperkapniya.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Davrni uzaytiradi: oshqozon to‘laligi, giperatsid gastrit va stress (pilorik qismning reflektor spazmi, motor funksiyaning susayishi).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gipoatsid gastrit ≠ giperatsid gastrit. Ular rezorbsiya davriga qarama-qarshi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bosqichda ferment barcha to‘qimalarda bor, jigar hujayralarida uning aktivligi ancha baland.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Atsetaldegid mitoxondriyalarda oksidlanadi. Uning toksik ta’siri “poxmele” sindromiga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Poxmele: bosh og‘rig‘i, holsizlik, ko‘ngil aynishi, qusish, bosim ko‘tarilishi, taxikardiya.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Etil spirti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Alkogoldegidrogenaza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Atsetaldegid (toksik)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Aldegiddegidrogenaza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Sirka kislotasi → suv + CO₂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Etil spirti oksidlanishi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Fermentlarning atipik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avval alkogoldegidrogenaza ta‘sirida atsetaldegidga, so‘ng aldegiddegidrogenaza ta‘sirida sirka kislotasiga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odamlarda bu fermentlarning atipik shakllari bor: alkogoldegidrogenaza faolligi juda baland, aldegiddegidrogenaza esa yetishmaydi.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organizmda toksik atsetaldegid tez to‘planadi va intoksikatsiya kuchli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bunday shaxslarda qondagi spirt konsentratsiyasi juda baland bo‘lmasa ham og‘ir belgilar, ba‘zan o‘lim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belgilar va alkogol bilan bog‘liq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 spirt miqdoriga, vaqt oralig‘iga, oshqozondagi massaga va organizmning individual xususiyatlariga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po‘stloq tormozlanishi tufayli eyforiya va psixomotor qo‘zg‘alish, keyin uyquchanlik, harakat va nutq buzilishi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miqdorda ichilganda ko‘ngil aynishi, qusish bo‘ladi, ayrim holatlarda koma rivojlanishi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Zaharlanishdan o‘limda etil spirti yetakchi. Mastlik boshqa o‘limlarga ham moyillik yaratgani uchun “alcohol related death” tushunchasi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shaxslarda sifat aniqlash sinamalari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sinama alkogolning oksidlanishiga asoslangan; tekshirilayotgan shaxs chiqargan havo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Rappoport: 2 ml suvli ikki probirkadan biriga 20–30 soniya havo chiqariladi, ikkinchisi nazorat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sinamalar soxta manfiy bermaydi, lekin kariyes, o‘pka kasalligi, diabetda soxta musbat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03532"/>
                <a:gridCol w="172902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Rappoport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Moxov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Sulfat kislota + kaliy permanganat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Bixromat kislotasi + sulfat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 o‘zgarishi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Pushti-qizg‘ish rangsizlanadi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Sariq-olov rang yashilga o‘tadi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Sezgirlik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Qonda 0,3–0,4 promille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Qonda 0,3–0,4 promille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Karies, o‘pka kasalligi, diabetda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Karies, o‘pka kasalligi, diabetda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Rappoport va Moxov–Shinkarenko sinamalari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158–159, 159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aniqlash va namuna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materiallarda etil spirtini miqdoriy aniqlashning bir necha usuli bor. Hozir asosan gaz-xromatografik usul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Murdadan etil spirti uchun periferik venalardan qon va siydik olinadi. Tirik shaxsda shu namunalar ma’lum oraliqda bir necha marta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namuna kamida 5 ml bo‘lishi, idish to‘la bo‘lishi va ichida havo qolmasligi kerak. Konsentratsiya odatda promilleda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tibbiy muassasada imkon qadar ertaroq olinadi. Olingan vaqti yozib, tekshiruvgacha sovutkichda bir necha kun saqlash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sinamalar va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Rappoport sinamasida alkogol borligini nima ko‘rsatadi? Javob: kaliy permanganatning pushti-qizg‘ish rangi yo‘qoladi (rangsizlanadi).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Moxov va Shinkarenko sinamasida rang qanday o‘zgaradi? Javob: dastlabki sariq, olov rang yashilga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Sinamalar soxta manfiy bermaydi, lekin tish kariesi, o‘pka kasalligi va diabetda soxta musbat chiqishi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namunaga qanday talab qo‘yiladi? Javob: kamida 5 ml, idish to‘la, ichida havo bo‘lmasin.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158-159, 159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siydik nisbati: rezorbsiya yoki eliminatsiya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Rezorbsiya davrida qondagi spirt siydikdagidan balandroq va ko‘tarilish maromiga ega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Eliminatsiya davrida qonda konsentratsiya pasayadi, siydikda esa baland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Siydikda spirt baland turib, qonda yana oshsa, alkogol takroran qabul qilingan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2201131"/>
                <a:gridCol w="1395204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Rezorbsiya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Siydikdan baland, ko‘tarilmoqda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Qonga nisbatan past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Eliminatsiya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Pasaya boshlaydi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Takroriy qabul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Yana oshadi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 turadi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va siydik: davrlar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Vidmark konstantasi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Eliminatsiya davrida qondagi spirt soatiga pasayadi. Bu pasayish Vidmark konstantasi (“P”) deb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va komada qiymat past; sovuq urganda va alkogolga tolerantlikda (0,20–0,25 va 0,3–0,4) yuqori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Imkon bo‘lsa, har bir holat uchun alohida aniqlanadi; bo‘lmasa o‘rtacha 0,13–0,15 promille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5075"/>
                <a:gridCol w="192290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Eliminatsiya davrining boshi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0,10–0,13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jismoniy yuklama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0,15–0,18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jismoniy yuklama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0,20–0,24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Uyqu holati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0,10–0,12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Vidmark konstantasi qiymatlari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159-160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Vidmark–Balyakin formulasi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= R·r·(Ct + pT) formulasi qabul qilingan spirt miqdorini 100 gradusli spirt hisobida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 – vazn (kg), Ct – qondagi spirt, P – Vidmark konstantasi, T – ichgandan namuna olishgacha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Reduksiya omili – organizmdagi spirt konsentratsiyasining qondagi konsentratsiyasiga nisbati.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615"/>
                <a:gridCol w="241736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 qiymati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Erkaklar (o‘rtacha)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0,68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Ayollar (o‘rtacha)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Ozg‘in odamlar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0,70–0,75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 odamlar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0,55–0,65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Reduksiya omili (r)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Mastlik darajalari va o‘lim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Mastlik darajasi asosan qondagi spirt konsentratsiyasiga qarab baholanadi; 3,0 promilledan yuqorisi – zaharlanish.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qonida 5,0 promille va undan ortiq spirt o‘tkir zaharlanishdan o‘lim sababi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Ichimlikda yuqori molekulyar spirtlar bo‘lsa, o‘lim 4,0 promilledan past miqdorda ham yuz berishi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Promille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Engil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0,5–1,5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 mastlik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1,5–2,5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2,5–3,0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 dan yuqori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Mastlik darajalari (qonda)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qon va siydikdagi alkogol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namunada siydikdagi etil spirti konsentratsiyasi baland, qondagi miqdor esa yana oshgan. Ichimlik qabul qilinishi haqida qanday xulosa chiqariladi?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Rezorbsiya (so‘rilish) davrida qondagi etil spirti siydikdagidan balandroq bo‘ladi va oshib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Eliminatsiya (ajralish) davrida qondagi konsentratsiya pasayadi, siydikdagisi esa baland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siydikda baland bo‘lsa-yu, qonda yana oshsa, bu eliminatsiya emas, alkogol takroran qabul qilinganini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o‘zgarishlar: tashqi va ichki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bilan o‘tkir zaharlanishdan o‘lgan murdada biror spetsifik (faqat shu zaharga xos) o‘zgarish aniqlanmaydi.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tekshiruvda yuzning ko‘kimtirligi, shishinqirashi va subkon’yunktival ekximozlar (ko‘z shilliq qavati ostidagi qon quyilishlar)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tekshiruvda bo‘shliqlardan spetsifik hid keladi; bosh miya va ichki a’zolar to‘laqon, bosh miya shishgan, siydik qopi to‘la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a’zolarda va seroz pardalar ostida mayda nuqtasimon qon quyilishlar uchraydi. Diqqat: bu belgilar yagona tashxis asosi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160, 160-161, 161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va boshqa o‘lim sabablarini istisno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Tashxisda laboratoriya tekshiruvlari, birinchi navbatda sud-kimyo va gistologiya, juda muhim. Sud-kimyo qonda yuqori konsentratsiyali etil spirtini aniqlaydi.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Makro- va mikroskopik tekshiruvda o‘limga olib kelishi mumkin bo‘lgan boshqa kasalliklar istisno qilinadi, moyillik yaratgan o‘zgarishlar o‘rganiladi.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qonida 5,0 promille va undan ko‘p etil spirti o‘lim sababi hisoblanadi. Yuqori molekulyar spirtlar bo‘lsa, 4,0 promilledan pastda ham o‘lim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Ichgandan bir necha kun keyin o‘lganda qonda spirt kam yoki umuman bo‘lmasligi mumkin; sabab odatda yurakning ishemik kasalligi yoki kardiomiopatiyada o‘tkir yurak yetishmovchiligi.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surrogatlari: metil spirti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Metanol rangi, hidi va ta’mi bo‘yicha etil spirtiga o‘xshaydi. Shu sababli ko‘pincha uning o‘rniga ichilib, zaharlanishga olib keladi. Letal doza 30-100 ml.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Metanolning o‘zi kuchsiz narkotik ta’sir qiladi. Asosiy zararni metabolitlari – formaldegid va chumoli kislotasi beradi: atsidoz va to‘qima nafasining buzilishi.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Qisqa mastlik, so‘ng soatlardan kungacha “yashirin” yengillik, so‘ng og‘ir belgilar boshlanadi. Ko‘rish susayib, butunlay yo‘qolishi mumkin. O‘lim ko‘pincha 2-3 kunda, nafas markazi falajidan.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Murdada: miya shishi, epikard ostida Kryukov dog‘lari, ko‘rish nervida qon quyilish. Metabolizm sekin bo‘lgani uchun spirt qon va a’zolarda 3-5 kun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surrogatlar: yuqori spirtlar va etilenglikol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Propil, butil, amil spirtlari erituvchi va tormoz suyuqligi tarkibida ishlatiladi. Miya va buyrakka kuchli zarar beradi: koma, so‘ng nafas markazi falaji.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Letal dozalar: propil 300 ml, butil 200-250 ml, amil 20-30 ml. Butil spirtida ichki a’zolardan shirin hid, amil spirtida sivush moyi hidi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Etilenglikol – antifriz va tormoz suyuqligi tarkibidagi hidsiz, shirin suyuqlik. U oksalat kislotasigacha oksidlanib, jigar va buyrakni zaharlaydi. Letal doza 100-200 ml.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To‘rt bosqich: mastlik, yashirin davr, MNT (markaziy nerv tizimi) shikasti, jigar-buyrak shikasti. Murdada kech nekronefroz va gepatit; qonda va a’zolarda 3-6 kun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162, 162-163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eslab qolish nuqtalari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Diagnostika uch bosqichda olinadi: hodisa joyi va tibbiy hujjatlar, murda tekshiruvi, laboratoriya. Eng ko‘p sud-kimyoviy va gistologik tekshiruvlar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 spirtidan o‘tkir zaharlanishda murdada xos belgi yo‘q. Murdadan olingan qonda 5,0 promille va undan ko‘p spirt bo‘lsa, bu o‘lim sababi hisoblanadi.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Metanol 3-5 kun, etilenglikol 3-6 kun aniqlanishi mumkin. Shuning uchun namuna imkon qadar erta olinadi, olingan vaqti ko‘rsatiladi.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Laboratoriya natijalari voqea tafsilotlari, klinik ma’lumotlar va murda tekshiruvi bilan birga, tanqidiy baholanadi. Soxta musbat ham, manfiy natija ham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135-136, 180, 160-161, 160, 162-163, 180, 180-181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sog‘lom odam organizmida ham endogen (ichki) alkogol bo‘ladi, uning miqdori 0,3–0,4 promillegacha yetishi mumkin. U energiya manbai bo‘lib, stressga moslashishga yordam beradi. Stress, travma yoki sovuq yeyishda kamayadi, gipoksiyada ko‘payadi.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xil miqdorda ichgan ikki kishidan oshqozoni to‘la bo‘lgani kechroq mast bo‘ladi. Och qoringa spirtning taxminan 5 foizi bog‘lanib qonga o‘tmaydi (tiklanmaydigan defitsit). To‘la oshqozonda taxminan 40 foizi vaqtincha bog‘lanadi (vaqtincha defitsit), so‘rilish kechikadi.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(mastlik darajasi, promille): 0,5–1,5 — yengil; 1,5–2,5 — o‘rta; 2,5–3,0 — kuchli; 3,0 dan yuqori — zaharlanish; murda qonida 5,0 va undan ko‘p — o‘lim sababi. Har keyingi bosqichda yarim promilledan bir promillegacha oshib boradi deb tasavvur qiling.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 sinamasini “rang yo‘qolishi” bilan eslab qoling: nafasdagi alkogol kaliy permanganatni qaytaradi, pushti-qizg‘ish rang yo‘qoladi. Moxov–Shinkarenko sinamasida sariq-olov rang yashilga o‘tadi. Karies, o‘pkaning surunkali kasalliklari va diabetda soxta musbat natija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etil va metil spirti farqi: metanolning o‘zi kuchsiz narkotik, asosiy zarar metabolitlari (formaldegid, chumoli kislotasi) tufayli bo‘ladi. Oksidlanishi sekin, shuning uchun zahar organizmda uzoq saqlanadi. Mastlikdan keyin ahvol yaxshilanib, so‘ng yomonlashadigan yashirin bosqich bo‘lishi mumkin.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 (qisman mos)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