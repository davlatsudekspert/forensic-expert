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savoli: nima uchun zaharlanishlar zo‘raki o‘limda uchinchi o‘rinda turadi va qaysi ikki sabab undan oldin keladi? Doskada chizish: zo‘raki o‘lim sabablarining 3 pog‘onali tartibi (1-mexanik jarohat va asfiksiya, 3-zaharlanish). Tipik xato: talabalar “alkogol bilan bog‘liq o‘lim” va “alkogoldan zaharlanishdan o‘lim” tushunchalarini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savoli: nima uchun bir modda bir holatda dori, boshqasida zahar bo‘lishi mumkin (Paratsels iborasi)? Sud-tibbiy toksikologiyaning vazifasi klinik toksikologiyadan qanday farq qiladi? Doskada chizish: ikki ustunli solishtirish (klinik toksikologiya va sud-tibbiy toksikologiya vazifalari). Tipik xato: talabalar “zahar” mutlaq tushuncha deb o‘ylaydi, dozani e’tiborga olmaydi.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Voqea tahlili: dorixonada noto‘g‘ri dori berilib, bemor zaharlandi. Bu qaysi tur va nima uchun? Doskada chizish: jadvalni daftarga ko‘chirib, har tur uchun bittadan misol yozish. Tipik xato: yatrogen zaharlanishni qasddan qilingan deb hisoblash; u tasodifiy, tibbiy xatodan kelib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bir xil modda turli odamlarga turlicha ta’sir qiladi? Zahar va zaharlanish tushunchalari qanday farqlanadi? Doskada to‘rt omil guruhini chizib, har biriga bittadan misol yozdirish. Tipik xato: talabalar faqat modda turini omil deb hisoblab, organizm va sharoitni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yopiq, issiq va nam xonada alkogol ta’siri kuchliroq namoyon bo‘ladi deb hisoblanadi? Hodisa joyini ko‘zdan kechirishda muhit sharoitini qanday yozib olish kerak? Doskada ikki ustunli ro‘yxat tuzdirish: moyillik yaratuvchi va susaytiruvchi sharoitlar. Tipik xato: tashqi sharoitni barcha zaharlar uchun bir xil ahamiyatli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bir xil dozadagi zahar bolada kattaga qaraganda xavfliroq? Oshqozondagi massa so‘rilishni qanday o‘zgartiradi? Doskada organizm omillarini 5-6 tarmoqli sxema ko‘rinishida chizdirish. Tipik xato: tolerantlikni genetik sezgirlik yoki idiosinkraziya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hodisa joyidagi xona sharoiti ekspert uchun muhim? 2) Mastlik va zaharlanish farqi nimada? Doskada: ikki ustunli ro‘yxat chizing: «Moyillik yaratuvchi sharoit» va «Susaytiruvchi sharoit». Tipik xato: talabalar yopiq xonadagi o‘limni avtomatik ravishda faqat alkogoldan deb hisoblaydi. Is gazi ham mumkinligini eslating.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diagnostika bir emas, uch bosqichda olib boriladi? 2) Laboratoriya natijasi xulosaning ishonchliligiga qanday ta’sir qiladi? Doskada: to‘rt qutili strelkali sxemani talabalar bilan birga chizing. Tipik xato: faqat murda tekshiruviga tayanish va birinchi bosqichni (joy, hujjatlar) tushirib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Hodisa joyida qaysi buyumlar zaharlanishga shubha uyg‘otadi? 2) Nega morfologik o‘zgarishsiz kechadigan zaharlarda tibbiy hujjatlar muhim? Doskada: «Hodisa joyi» va «Murda» deb ikki ustun qilib, topiladigan belgilarni yozdiring. Tipik xato: hodisa joyidagi ashyoviy dalillarni olishni unutish yoki tibbiy hujjatlarni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funksional zaharlarda murdada xos belgi bo‘lmasligi mumkin? 2) Murda dog‘lari rangi nimani ko‘rsatadi? Doskada chizish: ikki ustunli ro‘yxat — zahar turi va murda dog‘lari rangi. Tipik xato: murdada o‘zgarish bo‘lmasa, zaharlanish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“Uch nuqta” nima uchun kerak? 2) Zahar noma’lum bo‘lganda nima uchun ko‘p a’zo olinadi? Doskada chizish: uch nuqta sxemasi — kirgan joy, ta’sir etgan joy, chiqqan joy. Tipik xato: faqat oshqozon massasini yuborish yoki qonni boshqa materiallar bilan bitta idishga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Har bir bosqichda qanday dalil olinadi? 2) Sud-kimyoviy natijani boshqa ma’lumotlardan alohida baholash mumkinmi? Doskada chizish: uch bosqichli zanjir. Tipik xato: bosqichlar tartibini va material hajmlarini aralashtirish. Talabalar javobini juftlikda tekshirtiring.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Zahar qanchalik tez qonga o‘tsa, ta’siri qanday o‘zgaradi? 2) Sirka kislotasi misolida uch bosqichli ta’sirni tushuntiring. Doskada: 5 tugunli zanjirni chizdiring va har tugunga bitta misol yozdiring. Tipik xato: toksikokinetika (zahar bilan nima bo‘ladi) va toksikodinamika (organizm nima javob beradi)ni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metabolit ko‘pincha asl moddadan xavfliroq? 2) Etil spirti metabolitining qanday noxush alomatlari bor? Doskada: uch spirtning oksidlanish sxemasini (spirt → metabolit) chizdiring. Tipik xato: metanol ta’sirini butun molekulaga bog‘lash; kardio-, nefro-, neyrotoksiklik formaldegidga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funksional zaharlarda murdada o‘zgarish kam bo‘ladi? 2) Spirt qaysi guruhchaga kiradi? Doskada: tasnif daraxtini (mahalliy / umumiy → uch guruh) chizdiring. Tipik xato: gemotrop zaharlarni mahalliy guruhga qo‘shish; ular umumiy ta’sirlilar tarkibida.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daqiqa. Muhokama: 1) Nega zaharning asl molekulasi emas, metaboliti xavfliroq bo‘lishi mumkin? 2) Metanol sekin oksidlansa, uning toksik ta’siri qanday o‘zgaradi? Doskada chizish: metanol → formaldegid → chumoli kislotasi zanjirini va etilenglikol → oksalat kislotasi zanjirini chizing. Tipik xato: talabalar yashirin bosqichdagi yaxshilanishni tuzalish deb o‘ylaydi. Yo‘naltiruvchi javob: metabolitlar to‘planishi kutilmoqda.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spirt ichgan odam avval qo‘zg‘aladi, keyin uxlaydi? 2) Qaysi markazlar zararlansa o‘lim xavfi tug‘iladi? Doskada chizish: miya darajalari (po‘stloq → po‘stloq osti → uzunchoq miya, miyacha) va tormozlanish o‘tish yo‘nalishini strelka bilan ko‘rsating. Tipik xato: qo‘zg‘alishni spirtning to‘g‘ridan-to‘g‘ri qo‘zg‘atuvchi ta’siri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ekspert tahlilida endogen alkogol miqdorini bilish muhim? 2) Qaysi holatlar uni oshiradi, qaysilari kamaytiradi? Doskada chizish: ikki ustunli ro‘yxat – ‘kamayadi’ va ‘ko‘payadi’ – va 0,3-0,4 promille chegarasini yozing. Tipik xato: endogen alkogolni ichimlik ichilganini bildiruvchi belgi deb hisoblash. Eslatma: ichilgan alkogol bilan endogen alkogol farqlanishi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to‘la oshqozonda mastlik sekinroq rivojlanadi? Ikki holatda bir xil miqdor ichilsa, qondagi konsentratsiya qanday farq qiladi? Doskada: 20% va 80% ulushli ikki ustunli sxema chizing, ostiga och va to‘la oshqozon holatini yozing. Tipik xato: “vaqtincha defitsit” spirt butunlay so‘rilmaydi, deb o‘ylash. Aslida u faqat kechroq so‘riladi.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rezorbsiya davrini bilish qondagi spirt miqdorini baholashda nega muhim? Talabalar ikki guruhga bo‘linib, qisqartiruvchi va uzaytiruvchi omillarni nomlasin. Doskada: ikki ustunli ro‘yxat (qisqartiradi / uzaytiradi) tuzing. Tipik xato: gipoatsid va giperatsid gastritni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oraliq modda – atsetaldegid – alkogolning o‘zidan ko‘ra noxush alomatlarga ko‘proq sabab bo‘ladi? Doskada: besh bosqichli zanjirni fermentlar nomi bilan chizing. Tipik xato: alkogoldegidrogenaza va aldegiddegidrogenazani aralashtirish; birinchisi spirtni, ikkinchisi atsetaldegidni oksidlaydi.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spirt miqdori past bo‘lsa ham og‘ir intoksikatsiya bo‘lishi mumkin? Ekspert faqat promillega tayansa, qanday xato qilishi mumkin? Doskada chizing: etil spirti → atsetaldegid → sirka kislotasi zanjiri va to‘silgan joyni belgilang. Tipik xato: atsetaldegid to‘planishini etil spirti miqdori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mastlik yo‘l-transport hodisasi yoki o‘z-o‘zini o‘ldirishda qanday rol o‘ynaydi? Nega ekspertga qondagi spirt miqdorini aniqlash kerak? Doskada chizing: eyforiya → uyquchanlik → qusish → koma bosqichlari. Tipik xato: alkogol bilan bog‘liq o‘limni faqat spirtdan zaharlanish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sinama manfiy chiqsa alkogol yo‘q deyish mumkin, musbat chiqsa esa tasdiq kerak? Sifat va miqdoriy aniqlash farqi nimada? Doskada chizing: ikki probirka (sinov va nazorat) va rang o‘zgarishi sxemasi. Tipik xato: musbat sinamani mastlik darajasining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tirik shaxsdan namuna bir necha marta olinadi? 2) Nega idishda havo qolmasligi kerak? (Ikkinchisiga manbada javob yo‘q, talabalar o‘z taxminini aytsin.) Doskada: murda va tirik shaxs uchun namuna olish qoidalarini ikki ustunda yozdiring. Tipik xato: namunaning olingan vaqtini yozishni unutish, hajmni 5 ml dan kam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Savollarni og‘zaki yoki ovoz berish orqali o‘tkazing. Muhokama: 1) Sinama musbat chiqsa, alkogol mastligi isbotlanadimi? Nega yo‘q? 2) Qaysi kasalliklarda soxta musbat bo‘ladi? Doskada: ikki sinamaning rang o‘zgarishini o‘qlar bilan chizdiring. Tipik xato: sinamani soxta manfiy beradi deb o‘ylash, rang o‘zgarishini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Qon va siydik miqdorini taqqoslash nimaga imkon beradi? 2) Siydikda baland, qonda yana oshgan holat nimani bildiradi? Doskada: vaqt o‘qi bo‘yicha qon va siydik egri chiziqlarini chizing, ular qaerda kesishishini belgilang. Tipik xato: rezorbsiya va eliminatsiyani chalkashtirish, takroriy qabulni sezmay qolish.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tirik shaxslardan vaqt oralig‘ida bir necha namuna olish tavsiya etiladi? Nega P qiymati holatga qarab o‘zgaradi? Doskada chizing: vaqt o‘qida qondagi spirt konsentratsiyasining pasayish chizig‘i (rezorbsiyadan eliminatsiyaga o‘tish). Tipik xato: P ni hamma uchun bir xil deb olish; o‘rtacha 0,13–0,15 faqat boshqa imkon bo‘lmaganda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ozg‘in odamlarda r yuqoriroq, to‘la odamlarda pastroq? Formuladagi har bir belgi nimani bildiradi? Doskada chizing: formulani yozib, har bir belgi tagiga uning ma’nosini qo‘ying. Tipik xato: T ni ichimlik ichilgan vaqtdan emas, boshqa vaqtdan hisoblash; T ichish va namuna olish oralig‘idir.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3,0 promilledan yuqori miqdor mastlik emas, zaharlanish deyiladi? Yuqori spirtlar aralashganda nega o‘lim chegarasi pasayadi? Doskada chizing: 0 dan 5,0 promillegacha shkala va unda daraja chegaralarini belgilang. Tipik xato: 5,0 promilleni hamma holat uchun o‘lim chegarasi deb o‘ylash; yuqori spirtlar bo‘lsa, 4,0 dan pastda ham o‘lim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Qon va siydik miqdorini taqqoslash nima uchun kerak? 2) Rezorbsiya va eliminatsiya davrlarini qaysi belgi bilan ajratamiz? Doskada: ikki ustunli (qon / siydik) jadval chizib, har davr uchun «yuqori/past» deb belgilang. Tipik xato: siydikdagi yuqori miqdorni doim eliminatsiya deb baholash va qondagi o‘sishni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«Spetsifik belgi yo‘q» degani tashxisda nimani anglatadi? 2) Qaysi belgilar tashqi, qaysilari ichki tekshiruvga tegishli? Doskada: ikki ustun (tashqi / ichki) bo‘yicha belgilarni guruhlang. Tipik xato: yuz ko‘kimtirligi yoki to‘laqonlikni alkogolga xos aniq belgi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Qonda spirt topilmasa, alkogol sababini butunlay inkor etish mumkinmi? 2) Gistologiya bu yerda qanday rol o‘ynaydi? Doskada: «qon konsentratsiyasi → talqin» zanjirini chizing (5,0 promille; kechikkan o‘lim). Tipik xato: qonda spirtning kamligini alkogol sababini rad etishga yetarli dalil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metanol o‘zi emas, metabolitlari xavfli? Yashirin bosqich nima uchun xavfli? Doskada chizing: metanol → formaldegid → chumoli kislotasi → atsidoz. Tipik xato: metanol bilan etil spirtini ko‘rish buzilishi bo‘yicha adashtirish. Manbada ayrim jumlalarda “etil spirti” deb yozilgan, mazmunan metanol nazarda tutilgan, shuning uchun “uncertain” belgilandi.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yuqori spirtlarda miya o‘zgarishlari yurakdagidan yaqqolroq ekanini etil spirti bilan solishtiring. Etilenglikol bosqichlarini kim sanab beradi? Doskada chizing: 4 bosqichli zanjir va uchta spirtning letal dozalari. Tipik xato: butil va amil spirtlarining hidlarini va letal dozalarini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faqat laboratoriya natijasiga tayanib xulosa qilib bo‘lmaydi? Talabalar algoritmni (voqea → murda → laboratoriya) o‘z so‘zlari bilan aytsin. Doskada chizing: uch bosqichli diagnostik zanjir. Tipik xato: manfiy toksikologik natijani zaharlanish yo‘qligining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O'tkir alkogol intoksikatsiyasining sud-tibbiy diagnostikasi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mavzuning dolzarbligi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omillar ta’sirida sog‘liqning buzilishi va o‘lim holatlari sud-tibbiy ekspertiza amaliyotida nisbatan keng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Zo‘raki o‘lim tarkibida zaharlanishlar mexanik jarohatlar va mexanik asfiksiyadan keyin uchinchi o‘rinni egallaydi.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Zaharlanishdan sodir bo‘lgan o‘lim holatlari ichida etil spirtidan zaharlanish yetakchi o‘rinni egallaydi.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mastligi o‘limga bilvosita moyillik yaratadi, shu sababli “alkogol bilan bog‘liq o‘lim” (alcohol related death) tushunchasi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132, 158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va zaharlanish tushunchalari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Zahar nisbiy tushuncha: oz miqdorda ta’sir etib, sog‘liqni buzadigan yoki o‘limga olib keladigan modda. Mutlaq zahar ham, mutlaq beziyon modda ham yo‘q.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Paratsels iborasi: faqat doza ma’lum bir moddani dori yoki zaharga aylantiradi. Oz miqdordagi modda sabab bo‘lgan buzilish zaharlanish deyiladi.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Toksikologiya sanoat, qishloq xo‘jaligi, harbiy, oziq-ovqat, maishiy va sud-tibbiy yo‘nalishlarga ega.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boshqa toksikologiya turlari sabablar, yordam va profilaktikani o‘rgansa, sud-tibbiy toksikologiya huquqni muhofaza etuvchi idoralar vazifalarini hal etadi. Sud tibbiyotining fan sifatida shakllanishi shundan boshlangan.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turlari voqea tafsiloti bo‘yicha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Voqea tafsiloti bo‘yicha zaharlanish qotillik, o‘z-o‘zini o‘ldirish yoki baxtsiz hodisa ko‘rinishida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ma’lumotlariga ko‘ra aksariyat holatlarni baxtsiz hodisalar tashkil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tasodifiy zaharlanishlar yatrogen bo‘lib, tibbiy muolajadagi xatodan kelib chiqadi.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70"/>
                <a:gridCol w="1489570"/>
                <a:gridCol w="2308834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Sodir bo‘lishi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Uchrashi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Baxtsiz hodisa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Tasodifan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Aksariyat holatlar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O‘z-o‘zini o‘ldirish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Qasddan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Baxtsiz hodisadan keyingi o‘rin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Qotillik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Qasddan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Kamdan-kam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Yatrogen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Tasodifan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Doza yoki dori xatosi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qiluvchi to‘rt omil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paydo bo‘lishida to‘rt omil guruhi ahamiyatli: zahar, organizm, kirish yo‘li va tashqi sharoit.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qonga qanchalik tez va to‘liq o‘tsa, uning toksik ta’siri shunchalik kuchli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zahar — modda; zaharlanish — uning oz miqdori ta’sirida sog‘liqning buzilishi.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Zaharli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Kimyoviy tuzilish, doza, eruvchanlik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Organizm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Massa, yosh, salomatlik, genetika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Teri, og‘iz, nafas yo‘li, in’eksiya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Tashqi sharoit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Harorat, namlik, yopiq yoki ochiq muhit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omil guruhi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132, 134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Alkogol bilan bog‘liq tashqi sharoit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sharoit omillari faqat ayrim moddalar ta’sirida ahamiyatli. Kasbiy faoliyat bilan bog‘liq zaharlanishlarda ularning roli katta.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va is gazi bilan zaharlanishga yopiq, harorati baland va namligi katta muhit moyillik yaratadi.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muhit, havoning past harorati va namligi bu moddalarning ta’sirini susaytiradi.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sulfid bilan zaharlanish ham cheklangan muhitda, masalan kanalizatsiya quduqlarida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omillari: massa, yosh, salomatlik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massasi muhim: bir xil miqdordagi zahar turli vazndagilarda bir xil ta’sir qilmaydi. Dori dozasi ham 1 kg vaznga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kattalarga nisbatan sezgirroq: vazni kichik, umumiy qarshilik ko‘rsatish tizimi esa to‘liq shakllanmagan.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Sog‘lom organizm zaharga kuchliroq qarshilik ko‘rsatadi. Yurak, jigar, buyrak kasalliklarida bu qobiliyat ancha cheklanadi.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Oshqozondagi massa, genetik xususiyatlar va tolerantlik (o‘rganib qolish) ham zahar ta’sirini o‘zgartirishi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133-134, 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yopiq xonada mastlik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kichik, yopiq, issiq va nam xonada spirtli ichimlik ichgan shaxs hushsiz topildi. Savol: tashqi sharoit xavfni qanday o‘zgartiradi?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Yopiq, harorati baland, namligi katta muhit alkogol va is gazi bilan zaharlanishga moyillik yaratadi.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Aksincha, ochiq muhit, havoning past harorati va namligi bu moddalarning ta’sirini susaytiradi.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mastlik ≠ zaharlanish. Qonda 0,5–1,5 promille engil mastlik, 3,0 promilledan yuqorisi esa zaharlanish deb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135, 160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sud-tibbiy diagnostikasi: 3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1-bosqich: mutaxassis hodisa joyini ko‘zdan kechiradi, ish materiallari va hujjatlar bilan tanishadi.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2-bosqich: murdaning tashqi va ichki tekshiruvida zaharlanishni tasdiqlovchi dalillar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3-bosqich: dalillar qo‘shimcha laboratoriya tekshiruvlari orqali tasdiqlanadi.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Joy va hujjatlar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Murda tekshiruvi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Laboratoriya tekshiruvi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 xulosasi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Diagnostika bosqichlari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135, 136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Birinchi bosqich: hodisa joyi va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Joyni ko‘zdan kechirishda sharoit, yot hid, dori idishlari, o‘ramlar, shpritslar, retseptlar, ajratma va qusuq moddalarga e’tibor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in’eksiya izlari, teri va shilliq qavat holati, murda dog‘lari rangi, mushak qotishi va yot hid zaharlanishga shubha uyg‘otadi.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joyidan tegishli ashyoviy dalillar laboratoriya tekshiruvlari uchun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materiallari, katamnez va tibbiy hujjatlar o‘rganiladi. Funksional o‘zgarishli zaharlarda klinik tavsif va laboratoriya natijalari salmoqli dalil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bosqich: murda tekshiruvi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Ikkinchi bosqichda dalillar murdaning tashqi va ichki tekshiruvida olinadi: teri va shilliq qavat rangi, in’eksiya izlari, yot hid, murda dog‘lari, mushak qotishi.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Murda dog‘lari rangi: is gazida pushti, sianidda yorqin olcha, metgemoglobin hosil qiluvchilarda qo‘ng‘ir-jigarrang, gemoliz chaqiruvchilarda sarg‘ish. O‘yuvchi zaharlarda og‘iz atrofida oqmalar.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Hid: sianidda ichki a’zolardan achchiq bodom, sirka kislotasida o‘tkir hid. Mushak qotishi strixninda tez va kuchli, xloral gidrat, kurare, miorelaksantlarda sust va kuchsiz.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funksional zaharlarning ko‘pida tashqi va ichki tekshiruvda xos o‘zgarish topilmasligi mumkin. Bunday holda uchinchi bosqich hal qiluvchi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135, 135–136, 136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Uchinchi bosqich: laboratoriya va “uch nuqta” qoidasi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Uchinchi bosqichda qo‘shimcha laboratoriya tekshiruvlari o‘tkaziladi. Eng ko‘p sud-kimyoviy (toksikologik) tekshiruv qo‘llanadi; u sifat bilan birga miqdoriy ham bo‘lishi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“Uch nuqta” qoidasi: zahar kirgan, asosan ta’sir etgan va chiqqan joylardan namuna olinadi. Masalan, ichilgan zaharda oshqozon massasi, jigar bo‘lagi va siydikli butun buyrak olinadi.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Zahar noma’lum bo‘lsa: miyaning 1/3, o‘pkaning 1/4, jigarning 1/3 (o‘t qopi, o‘t bilan), butun buyrak siydik bilan, oshqozon massasi, ichakdan bir metr, 100–200 ml qon. Har biri alohida idishda.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Chuqur chirish holatida ko‘krak va qorin bo‘shlig‘i a’zolari aralashmasidan 1,5–2,0 kg massa — “o‘rta sinama” — toksikologik tekshiruvga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diagnostika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diagnostika necha bosqichdan iborat? Javob: uchta — hodisa joyi va hujjatlar, murda tekshiruvi, laboratoriya tekshiruvlari.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is gazi va sianidda murda dog‘lari qanday rangda bo‘ladi? Javob: is gazida pushti, sianidda yorqin olcha rangida.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“uch nuqta” qoidasi nimani anglatadi? Javob: namuna zahar kirgan, ta’sir etgan va organizmdan chiqqan joylardan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zahar noma’lum bo‘lsa, qon qancha va qanday olinadi? Javob: 100–200 ml, boshqa materiallardan alohida idishda.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135, 136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 va toksikodinamika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Toksikokinetika — zahar kirishi, taqsimlanishi, metabolizmi va chiqarilishi jarayonlarining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Toksikodinamika — zahar va organizmning o‘zaro ta’siri, organizm javob reaksiyalari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kislotasida: birlamchi — kuyish, keyingi — gemoliz, metatoksik — toksik gepatit va nefroz.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Kirish va qonga so‘rilish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Organlarda taqsimlanish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Biotransformatsiya (jigar)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Organizmdan chiqarilish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Toksikodinamika: javob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 organizmda kechadigan yo‘l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136-137, 138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 biotransformatsiyasi va toksik metabolitlar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 oksidlanish, qaytarilish, gidroliz va sintez orqali, asosan jigarda kechadi.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Metanol, etanol va etilenglikol oksidlanganda ulardan ancha kuchli toksik moddalar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Etilenglikolning butun molekulasi narkotik, metaboliti oksalat kislotasi esa gepato- va nefrotoksik ta’sir etadi.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008"/>
                <a:gridCol w="1231446"/>
                <a:gridCol w="289752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Spirt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Metabolit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Toksik ta’sir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Kardio-, nefro-, neyrotoksik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Atsetaldegid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Bosh og‘rig‘i, ko‘ngil aynishi (poxmele)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Oksalat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Gepato- va nefrotoksik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Spirt va uning toksik metaboliti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137, 138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ikki guruhga bo‘linadi: asosan mahalliy va asosan umumiy (rezorbtiv) ta’sir etuvchilar.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ta’sirlilar uch guruhga bo‘linadi: destruktiv, qon (gemotrop) va funksional zaharlar.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va boshqa spirtlar funksional zaharlardan markaziy nerv tizimini (MNT) so‘ndiruvchilarga kiradi.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759"/>
                <a:gridCol w="2274397"/>
                <a:gridCol w="2103818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Ta’siri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Mahalliy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Kislota, ishqor, yod tindirmasi, peroksid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Kontakt joyida nekroz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Destruktiv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Simob, qo‘rg‘oshin, rux, margimush, fosfor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Ichki a’zolarda to‘qima buzilishi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Gemotrop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Gemoglobinotrop, gemolitik, boshqa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Qon tarkibi va xususiyatiga ta’sir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Funksional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Falajlovchi, qo‘zg‘atuvchi, so‘ndiruvchi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Asosan nerv tizimi faoliyatini buzadi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Zaharlar guruhlari (V.L. Popov bo‘yicha)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138, 140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metabolit va toksik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odam etil spirti deb metil spirtini (metanol) ichdi. Ularning rangi, hidi va ta’mi o‘xshash. Dastlab qisqa, kuchsiz mastlik va chuqur uyqu kuzatildi.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Keyin yashirin bosqich boshlandi: ahvol yaxshilandi, bu bir necha soatdan bir necha kungacha davom etdi. So‘ng bosh og‘rig‘i, qusish, hush yo‘qolishi va ko‘rish buzilishi paydo bo‘ldi.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Metanolning butun molekulasi kuchsiz narkotik ta’sir qiladi. Kuchli zaharni uning metabolitlari – formaldegid va chumoli kislotasi – beradi, atsidoz rivojlanadi.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nega yashirin bosqichdan keyin ahvol keskin yomonlashadi? Etilenglikolda ham xuddi shunday: metaboliti oksalat kislotasi jigar va buyrakni zaharlaydi.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161, 162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umumiy xususiyat va narkotik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Etil spirti – rangsiz, tiniq, uchuvchan, o‘ziga xos hidli suyuqlik. U markaziy nerv tizimini so‘ndiruvchi (funksional) zaharlar guruhiga kiradi.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Narkotik ta’siri bosh miya po‘stlog‘ining tormozlanishiga asoslangan. Shunda po‘stloq osti markazlari nazoratdan chiqadi va ularda qo‘zg‘alish kuzatiladi.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Ko‘p miqdorda qabul qilinsa, tormozlanish po‘stloq ostiga, uzunchoq miya va miyachaga o‘tadi. Toksik ta’sir nafas hamda yurak-qon tomir markazlari buzilishida namoyon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Etil spirtining letal dozasi 250-300 ml deb ko‘rsatilgan. Diqqat: qo‘zg‘alish spirtning qo‘zg‘atuvchi ta’siri emas, po‘stloq tormozlanishining natijasidir.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Endogen alkogol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 organizmida doim endogen (ichki) alkogol bo‘ladi. Uning miqdori turli manbalarga ko‘ra 0,3-0,4 promillegacha yetishi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organizm uchun energiya manbai bo‘lib, stress bilan kurashish va turli sharoitga moslashishga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ruhiy ta’sirlanish, travma, sovuq yeyish va jismoniy zo‘riqishda miqdori kamayadi. Ijobiy emotsiyalarda va gipoksiyada aksincha, ko‘payadi.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Qandli diabet, surunkali obstruktiv bronxit hamda MNT, jigar va buyrakning ayrim kasalliklarida endogen alkogol odatdagidan ko‘proq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156, 156-157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So‘rilish: oshqozon va ichak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Ichilgan etil spirtining taxminan 20% oshqozonda, 80% ichakda qonga so‘riladi.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Oshqozondagi massa spirtning bir qismini bog‘lab, qonga o‘tishini sekinlashtirishi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doimiy (tiklanmaydigan) defitsit ≠ vaqtincha defitsit.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760"/>
                <a:gridCol w="1159008"/>
                <a:gridCol w="2680206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Ulush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Oshqozonda so‘riladi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~20%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Massa bilan bog‘lanishi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Ichakda so‘riladi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~80%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Asosiy so‘rilish qismi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Och qoringa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~5% bog‘lanadi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Doimiy (tiklanmaydigan) defitsit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Oshqozon to‘la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~40% bog‘lanadi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Vaqtincha defitsit, so‘rilish kechroq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So‘rilish va bog‘lanish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Rezorbsiya davri va unga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Rezorbsiya – spirtning qonga so‘rilish davri bo‘lib, odatda 1-2 soat davom etadi. Undan keyin ajralish (eliminatsiya) davri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Davrni qisqartiradi: oshqozon bo‘shligi, gipoatsid gastrit, modda almashinuvining kuchliligi (tireotoksikoz), muhitda giperkapniya.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Davrni uzaytiradi: oshqozon to‘laligi, giperatsid gastrit va stress (pilorik qismning reflektor spazmi, motor funksiyaning susayishi).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gipoatsid gastrit ≠ giperatsid gastrit. Ular rezorbsiya davriga qarama-qarshi ta’sir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bosqichda ferment barcha to‘qimalarda bor, jigar hujayralarida uning aktivligi ancha baland.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Atsetaldegid mitoxondriyalarda oksidlanadi. Uning toksik ta’siri “poxmele” sindromiga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Poxmele: bosh og‘rig‘i, holsizlik, ko‘ngil aynishi, qusish, bosim ko‘tarilishi, taxikardiya.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 spirti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Alkogoldegidrogenaza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Atsetaldegid (toksik)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Aldegiddegidrogenaza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Sirka kislotasi → suv + CO₂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Etil spirti oksidlanishi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Fermentlarning atipik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avval alkogoldegidrogenaza ta‘sirida atsetaldegidga, so‘ng aldegiddegidrogenaza ta‘sirida sirka kislotasiga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odamlarda bu fermentlarning atipik shakllari bor: alkogoldegidrogenaza faolligi juda baland, aldegiddegidrogenaza esa yetishmaydi.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organizmda toksik atsetaldegid tez to‘planadi va intoksikatsiya kuchli kechadi.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bunday shaxslarda qondagi spirt konsentratsiyasi juda baland bo‘lmasa ham og‘ir belgilar, ba‘zan o‘lim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belgilar va alkogol bilan bog‘liq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 spirt miqdoriga, vaqt oralig‘iga, oshqozondagi massaga va organizmning individual xususiyatlariga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po‘stloq tormozlanishi tufayli eyforiya va psixomotor qo‘zg‘alish, keyin uyquchanlik, harakat va nutq buzilishi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miqdorda ichilganda ko‘ngil aynishi, qusish bo‘ladi, ayrim holatlarda koma rivojlanishi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Zaharlanishdan o‘limda etil spirti yetakchi. Mastlik boshqa o‘limlarga ham moyillik yaratgani uchun “alcohol related death” tushunchasi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shaxslarda sifat aniqlash sinamalari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sinama alkogolning oksidlanishiga asoslangan; tekshirilayotgan shaxs chiqargan havo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Rappoport: 2 ml suvli ikki probirkadan biriga 20–30 soniya havo chiqariladi, ikkinchisi nazorat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sinamalar soxta manfiy bermaydi, lekin kariyes, o‘pka kasalligi, diabetda soxta musbat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329"/>
                <a:gridCol w="2203322"/>
                <a:gridCol w="2203322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Jihat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Rappoport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Moxov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Reagent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Sulfat kislota + kaliy permanganat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Bixromat kislotasi + sulfat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Rang o‘zgarishi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Pushti-qizg‘ish rangsizlanadi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Sariq-olov rang yashilga o‘tadi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Sezgirlik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Qonda 0,3–0,4 promille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Qonda 0,3–0,4 promille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Soxta 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Karies, o‘pka kasalligi, diabetda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Karies, o‘pka kasalligi, diabetda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Rappoport va Moxov–Shinkarenko sinamalari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158–159, 159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aniqlash va namuna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materiallarda etil spirtini miqdoriy aniqlashning bir necha usuli bor. Hozir asosan gaz-xromatografik usul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Murdadan etil spirti uchun periferik venalardan qon va siydik olinadi. Tirik shaxsda shu namunalar ma’lum oraliqda bir necha marta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namuna kamida 5 ml bo‘lishi, idish to‘la bo‘lishi va ichida havo qolmasligi kerak. Konsentratsiya odatda promilleda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 tibbiy muassasada imkon qadar ertaroq olinadi. Olingan vaqti yozib, tekshiruvgacha sovutkichda bir necha kun saqlash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159, 160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sinamalar va namunalar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Rappoport sinamasida alkogol borligini nima ko‘rsatadi? Javob: kaliy permanganatning pushti-qizg‘ish rangi yo‘qoladi (rangsizlanadi).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Moxov va Shinkarenko sinamasida rang qanday o‘zgaradi? Javob: dastlabki sariq, olov rang yashilga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Sinamalar soxta manfiy bermaydi, lekin tish kariesi, o‘pka kasalligi va diabetda soxta musbat chiqishi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namunaga qanday talab qo‘yiladi? Javob: kamida 5 ml, idish to‘la, ichida havo bo‘lmasin.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158-159, 159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siydik nisbati: rezorbsiya yoki eliminatsiya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Rezorbsiya davrida qondagi spirt siydikdagidan balandroq va ko‘tarilish maromiga ega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Eliminatsiya davrida qonda konsentratsiya pasayadi, siydikda esa baland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Siydikda spirt baland turib, qonda yana oshsa, alkogol takroran qabul qilingan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933"/>
                <a:gridCol w="2483745"/>
                <a:gridCol w="1522295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Rezorbsiya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Siydikdan baland, ko‘tarilmoqda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Qonga nisbatan past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Eliminatsiya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Pasaya boshlaydi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Baland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Takroriy qabul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Yana oshadi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Baland turadi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va siydik: davrlar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Vidmark konstantasi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Eliminatsiya davrida qondagi spirt soatiga pasayadi. Bu pasayish Vidmark konstantasi (“P”) deb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Uyqu va komada qiymat past; sovuq urganda va alkogolga tolerantlikda (0,20–0,25 va 0,3–0,4) yuqori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Imkon bo‘lsa, har bir holat uchun alohida aniqlanadi; bo‘lmasa o‘rtacha 0,13–0,15 promille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075"/>
                <a:gridCol w="19229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Eliminatsiya davrining boshi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0,10–0,13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O‘rtacha jismoniy yuklama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0,15–0,18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Kuchli jismoniy yuklama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0,20–0,24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Uyqu holati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0,10–0,12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Vidmark konstantasi qiymatlari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159, 159-160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Vidmark–Balyakin formulasi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= R·r·(Ct + pT) formulasi qabul qilingan spirt miqdorini 100 gradusli spirt hisobida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 – vazn (kg), Ct – qondagi spirt, P – Vidmark konstantasi, T – ichgandan namuna olishgacha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Reduksiya omili – organizmdagi spirt konsentratsiyasining qondagi konsentratsiyasiga nisbati.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615"/>
                <a:gridCol w="241736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qiymati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Erkaklar (o‘rtacha)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0,68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Ayollar (o‘rtacha)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Ozg‘in odamlar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0,70–0,75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To‘la odamlar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0,55–0,65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Reduksiya omili (r)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Mastlik darajalari va o‘lim chegaralari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Mastlik darajasi asosan qondagi spirt konsentratsiyasiga qarab baholanadi; 3,0 promilledan yuqorisi – zaharlanish.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qonida 5,0 promille va undan ortiq spirt o‘tkir zaharlanishdan o‘lim sababi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Ichimlikda yuqori molekulyar spirtlar bo‘lsa, o‘lim 4,0 promilledan past miqdorda ham yuz berishi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Promille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Engil mastlik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0,5–1,5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O‘rta mastlik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1,5–2,5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Kuchli mastlik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2,5–3,0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Zaharlanish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3,0 dan yuqori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Mastlik darajalari (qonda)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qon va siydikdagi alkogol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namunada siydikdagi etil spirti konsentratsiyasi baland, qondagi miqdor esa yana oshgan. Ichimlik qabul qilinishi haqida qanday xulosa chiqariladi?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Rezorbsiya (so‘rilish) davrida qondagi etil spirti siydikdagidan balandroq bo‘ladi va oshib boradi.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Eliminatsiya (ajralish) davrida qondagi konsentratsiya pasayadi, siydikdagisi esa baland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siydikda baland bo‘lsa-yu, qonda yana oshsa, bu eliminatsiya emas, alkogol takroran qabul qilinganini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Murdadagi o‘zgarishlar: tashqi va ichki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bilan o‘tkir zaharlanishdan o‘lgan murdada biror spetsifik (faqat shu zaharga xos) o‘zgarish aniqlanmaydi.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tekshiruvda yuzning ko‘kimtirligi, shishinqirashi va subkon’yunktival ekximozlar (ko‘z shilliq qavati ostidagi qon quyilishlar)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tekshiruvda bo‘shliqlardan spetsifik hid keladi; bosh miya va ichki a’zolar to‘laqon, bosh miya shishgan, siydik qopi to‘la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a’zolarda va seroz pardalar ostida mayda nuqtasimon qon quyilishlar uchraydi. Diqqat: bu belgilar yagona tashxis asosi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160, 160-161, 161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va boshqa o‘lim sabablarini istisno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Tashxisda laboratoriya tekshiruvlari, birinchi navbatda sud-kimyo va gistologiya, juda muhim. Sud-kimyo qonda yuqori konsentratsiyali etil spirtini aniqlaydi.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Makro- va mikroskopik tekshiruvda o‘limga olib kelishi mumkin bo‘lgan boshqa kasalliklar istisno qilinadi, moyillik yaratgan o‘zgarishlar o‘rganiladi.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Murda qonida 5,0 promille va undan ko‘p etil spirti o‘lim sababi hisoblanadi. Yuqori molekulyar spirtlar bo‘lsa, 4,0 promilledan pastda ham o‘lim mumkin.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Ichgandan bir necha kun keyin o‘lganda qonda spirt kam yoki umuman bo‘lmasligi mumkin; sabab odatda yurakning ishemik kasalligi yoki kardiomiopatiyada o‘tkir yurak yetishmovchiligi.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161, 160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 surrogatlari: metil spirti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Metanol rangi, hidi va ta’mi bo‘yicha etil spirtiga o‘xshaydi. Shu sababli ko‘pincha uning o‘rniga ichilib, zaharlanishga olib keladi. Letal doza 30-100 ml.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Metanolning o‘zi kuchsiz narkotik ta’sir qiladi. Asosiy zararni metabolitlari – formaldegid va chumoli kislotasi beradi: atsidoz va to‘qima nafasining buzilishi.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Qisqa mastlik, so‘ng soatlardan kungacha “yashirin” yengillik, so‘ng og‘ir belgilar boshlanadi. Ko‘rish susayib, butunlay yo‘qolishi mumkin. O‘lim ko‘pincha 2-3 kunda, nafas markazi falajidan. (?)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Murdada: miya shishi, epikard ostida Kryukov dog‘lari, ko‘rish nervida qon quyilish. Metabolizm sekin bo‘lgani uchun spirt qon va a’zolarda 3-5 kun aniqlanadi. (?)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161, 162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surrogatlar: yuqori spirtlar va etilenglikol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Propil, butil, amil spirtlari erituvchi va tormoz suyuqligi tarkibida ishlatiladi. Miya va buyrakka kuchli zarar beradi: koma, so‘ng nafas markazi falaji.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Letal dozalar: propil 300 ml, butil 200-250 ml, amil 20-30 ml. Butil spirtida ichki a’zolardan shirin hid, amil spirtida sivush moyi hidi keladi.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Etilenglikol – antifriz va tormoz suyuqligi tarkibidagi hidsiz, shirin suyuqlik. U oksalat kislotasigacha oksidlanib, jigar va buyrakni zaharlaydi. Letal doza 100-200 ml.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To‘rt bosqich: mastlik, yashirin davr, MNT (markaziy nerv tizimi) shikasti, jigar-buyrak shikasti. Murdada kech nekronefroz va gepatit; qonda va a’zolarda 3-6 kun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162, 162-163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eslab qolish nuqtalari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Diagnostika uch bosqichda olinadi: hodisa joyi va tibbiy hujjatlar, murda tekshiruvi, laboratoriya. Eng ko‘p sud-kimyoviy va gistologik tekshiruvlar o‘tkaziladi.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Etil spirtidan o‘tkir zaharlanishda murdada xos belgi yo‘q. Murdadan olingan qonda 5,0 promille va undan ko‘p spirt bo‘lsa, bu o‘lim sababi hisoblanadi.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Metanol 3-5 kun, etilenglikol 3-6 kun aniqlanishi mumkin. Shuning uchun namuna imkon qadar erta olinadi, olingan vaqti ko‘rsatiladi. (?)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Laboratoriya natijalari voqea tafsilotlari, klinik ma’lumotlar va murda tekshiruvi bilan birga, tanqidiy baholanadi. Soxta musbat ham, manfiy natija ham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Manba: G‘iyosov Z.A., Sud tibbiyoti: darslik, betlar: 135-136, 180, 160-161, 160, 162-163, 180, 180-181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sog‘lom odam organizmida ham endogen (ichki) alkogol bo‘ladi, uning miqdori 0,3–0,4 promillegacha yetishi mumkin. U energiya manbai bo‘lib, stressga moslashishga yordam beradi. Stress, travma yoki sovuq yeyishda kamayadi, gipoksiyada ko‘payadi.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bir xil miqdorda ichgan ikki kishidan oshqozoni to‘la bo‘lgani kechroq mast bo‘ladi. Och qoringa spirtning taxminan 5 foizi bog‘lanib qonga o‘tmaydi (tiklanmaydigan defitsit). To‘la oshqozonda taxminan 40 foizi vaqtincha bog‘lanadi (vaqtincha defitsit), so‘rilish kechikadi.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(mastlik darajasi, promille): 0,5–1,5 — yengil; 1,5–2,5 — o‘rta; 2,5–3,0 — kuchli; 3,0 dan yuqori — zaharlanish; murda qonida 5,0 va undan ko‘p — o‘lim sababi. Har keyingi bosqichda yarim promilledan bir promillegacha oshib boradi deb tasavvur qiling.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Rappoport sinamasini “rang yo‘qolishi” bilan eslab qoling: nafasdagi alkogol kaliy permanganatni qaytaradi, pushti-qizg‘ish rang yo‘qoladi. Moxov–Shinkarenko sinamasida sariq-olov rang yashilga o‘tadi. Karies, o‘pkaning surunkali kasalliklari va diabetda soxta musbat natija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Diqqat, etil va metil spirti farqi: metanolning o‘zi kuchsiz narkotik, asosiy zarar metabolitlari (formaldegid, chumoli kislotasi) tufayli bo‘ladi. Oksidlanishi sekin, shuning uchun zahar organizmda uzoq saqlanadi. Mastlikdan keyin ahvol yaxshilanib, so‘ng yomonlashadigan yashirin bosqich bo‘lishi mumkin.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Bilimingizni sinang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20 ta test savoli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Zo‘raki o‘lim tarkibida zaharlanishlar qaysi o‘rinni egallaydi?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Mexanik jarohatlardan keyin ikkinchi o‘rinda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Mexanik jarohat va asfiksiyadan keyin uchinchi o‘rinda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Mexanik asfiksiyadan oldin birinchi o‘rinda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Barcha sabablar ichida eng so‘nggi o‘rinda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Ekspert zaharlanishdan o‘lim holatlarini voqea tafsiloti bo‘yicha tahlil qilmoqda. Qaysi turi aksariyatni tashkil etadi?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Zaharlash yo‘li bilan qilingan qotillik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Zaharlanish orqali o‘z-o‘zini o‘ldirish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Qasddan sodir etilgan zaharlash holatlari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Tasodifan yuz bergan baxtsiz hodisalar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Yozda yopiq, issiq va nam xonada alkogol ichgan shaxs zaharlandi. Qaysi omillar guruhi xavfni oshirgan?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Zaharlanish paytidagi tashqi shart-sharoit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Zaharli moddaning kimyoviy xususiyatlari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Organizmning individual xususiyatlari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Zaharning organizmga kirish yo‘li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Bir xil miqdordagi zahar katta yoshli odamga va kichik bolaga tushdi. Bolaning sezgirligi yuqori bo‘lishining asosiy sababi nima?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Bolalarda oshqozon massasi har doim ko‘p bo‘ladi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Bolalar jinsiga ko‘ra zaharga ko‘proq sezgir bo‘ladi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Vazni kichik va umumiy qarshilik tizimi to‘liq shakllanmagan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Bolalarda zahar organizmdan juda tez chiqib ketadi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Mutaxassis hodisa joyida dori idishlari, ishlatilgan shpritslar va qusuq moddalarni topdi. Bu zaharlanish diagnostikasining qaysi bosqichiga mos?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Ikkinchi bosqich — murdani tashqi va ichki tekshirish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Uchinchi bosqich — qo‘shimcha laboratoriya tekshiruvlari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Birinchi bosqich — hodisa joyini ko‘zdan kechirish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Murdaning gistologik tekshiruvidan keyingi bosqich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Murda ko‘zdan kechirilganda murda dog‘lari yorqin olcha rangda, ichki a’zolardan achchiq bodom hidi keldi. Qaysi moddadan zaharlanishga shubha qilinadi?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Is gazi (uglerod monooksidi) bilan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Sianid kislotasi yoki uning tuzi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Metgemoglobin hosil qiluvchi zahar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Gemoliz chaqiruvchi zahar moddasi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Zahar og‘iz orqali qabul qilingan, asosan jigarga ta’sir etgan va siydik orqali chiqqan. “Uch nuqta” qoidasiga ko‘ra murdadan qaysi namunalar olinadi?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Oshqozon massasi, jigar bo‘lagi, buyrak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Bosh miya, yurak qoni va taloq bo‘lagi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Teri, soch, suyak va o‘pka bo‘lagi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O‘pka, yo‘g‘on ichak va mushak bo‘lagi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Metil spirti ichgan jabrlanganda dastlab kuchsiz narkotik ta’sir, keyin kardio-, nefro- va neyrotoksik o‘zgarishlar rivojlandi. Keyingi o‘zgarishlar qaysi metabolit bilan tushuntiriladi?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Atsetaldegid (etil spirtidan)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Oksalat kislotasi (glikoldan)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Sirka kislotasi (atsetaldegiddan)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Formaldegid (metil spirtidan)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Ekspert etil spirti va barbituratlar bilan zaharlanishni funksional zaharlarning qaysi guruhchasiga kiritadi?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Markaziy nerv tizimini falajlovchi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Markaziy nerv tizimini qo‘zg‘atuvchi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Markaziy nerv tizimini so‘ndiruvchi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Periferik nerv tizimiga ta’sir etuvchi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Qaysi holatda organizmdagi endogen alkogol miqdori odatdagidan ko‘payadi?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Kuchli ruhiy ta’sirlanish paytida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Gipoksiya holatida bo‘lganda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Sovuq yeyishdan keyin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Jismoniy zo‘riqish natijasida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Bemor och qoringa etil spirti ichgan. Uning qanchasi bog‘lanib, qonga so‘rilmaydi (tiklanmaydigan defitsit)?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Taxminan 40 foizi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Taxminan 5 foizi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Taxminan 20 foizi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Taxminan 80 foizi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Tireotoksikozi bor bemor spirtli ichimlik ichdi. Uning rezorbsiya davri odatda qanday o‘zgaradi?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 qisqaradi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 uzayadi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 o‘zgarmaydi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 bo‘lmaydi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Etil spirti metabolizmining birinchi bosqichida qaysi ferment ta’sirida qaysi modda hosil bo‘ladi?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Katalaza ta’sirida karbonat angidridi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Aldegiddegidrogenaza ta’sirida atsetaldegid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Alkogoldegidrogenaza ta’sirida atsetaldegid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Alkogoldegidrogenaza ta’sirida sirka kislotasi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Shaxsda alkogoldegidrogenaza aktivligi juda baland, aldegiddegidrogenaza yetishmaydi. Qonda spirt kam bo‘lsa-da, intoksikatsiya kuchli. Sababi nima?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Spirtning oshqozonda bog‘lanib qolishi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Spirtning siydik orqali sekin ajralishi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Endogen alkogol miqdorining keskin oshishi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Atsetaldegidning organizmda tez to‘planishi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Tekshiruvda qondagi etil spirti konsentratsiyasi pasaymoqda, siydikdagisi esa baland. Bu qaysi davrga mos keladi?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Takroriy qabul davri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Eliminatsiya davri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Endogen alkogol davri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Tirik shaxs chuqur uyqu holatida, spirt eliminatsiyasi davrida. Vidmark konstantasi (P) qaysi oraliqda bo‘ladi?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0,20–0,24 promille/soat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0,10–0,12 promille/soat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0,15–0,18 promille/soat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0,30–0,40 promille/soat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Vidmark–Balyakin formulasi bilan hisoblashda ozg‘in odam uchun reduksiya omili (r) qaysi oraliqda olinadi?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0,55–0,65 oralig‘ida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0,10–0,13 oralig‘ida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0,70–0,75 oralig‘ida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0,20–0,24 oralig‘ida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Tirik shaxsning qonida 2,0 promille etil spirti topildi. Amaldagi qoidalarga ko‘ra bu qaysi holat?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O‘rta darajali mastlik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Engil darajali mastlik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Kuchli darajali mastlik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Etil spirtidan zaharlanish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Ichkilik qabul qilgan shaxsda qondagi spirt konsentratsiyasi pasaymoqda, siydikdagisi esa baland. Bu qaysi davrga mos keladi?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Yashirin davr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Takroriy qabul davri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Eliminatsiya davri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 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Kishi etil spirti o‘rniga metil spirti ichdi. Organizmda oksidlanish natijasida qaysi kuchli toksik metabolitlar hosil bo‘ladi?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Atsetaldegid va sirka kislotasi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Formaldegid va chumoli kislotasi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Glikol aldegid va oksalat kislotasi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Aseton va sut kislotasi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Mexanik jarohat va asfiksiyadan keyin uchinchi o‘rinda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Darslikda zaharlanishlar zo‘raki o‘lim tarkibida mexanik jarohatlar va mexanik asfiksiyadan keyin uchinchi o‘rinda turishi aytilgan.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132-bet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2: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Tasodifan yuz bergan baxtsiz hodisalar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Sud-tibbiy ekspertiza ma’lumotlariga ko‘ra aksariyat holatlar baxtsiz hodisa. Ikkinchi o‘rinda o‘z-o‘zini o‘ldirish turadi, qotillik esa kamdan-kam uchraydi.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132-bet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3: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Zaharlanish paytidagi tashqi shart-sharoit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Alkogol va is gazi bilan zaharlanishga yopiq, harorati baland, namligi katta muhit moyillik yaratadi. Bu tashqi shart-sharoit omillari guruhiga kiradi.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135-bet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4: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Vazni kichik va umumiy qarshilik tizimi to‘liq shakllanmagan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Bolalar kattalarga nisbatan sezgirroq. Buni vaznining kichikligi va umumiy qarshilik ko‘rsatish tizimining to‘liq shakllanmaganligi bilan tushuntiriladi.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134-bet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Birinchi bosqich — hodisa joyini ko‘zdan kechirish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Birinchi bosqichda hodisa joyi mutaxassis ishtirokida ko‘zdan kechiriladi. Dori idishlari, shpritslar, qusuq moddalarga e’tibor beriladi, ashyoviy dalillar olinadi va tibbiy hujjatlar o‘rganiladi.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135-bet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Sianid kislotasi yoki uning tuzi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Sianid kislotasi yoki uning tuzlari bilan zaharlanganda murda dog‘lari yorqin olcha rangda bo‘ladi, ichki a’zolardan achchiq bodom hidi keladi. Is gazida dog‘lar pushti, metgemoglobin hosil qiluvchilarda jigarrang-qo‘ng‘ir, gemoliz chaqiruvchilarda sarg‘ish bo‘ladi.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136-bet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7: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Oshqozon massasi, jigar bo‘lagi, buyrak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“Uch nuqta” qoidasiga ko‘ra namunalar zahar kirgan joydan (oshqozon massasi), asosan ta’sir etgan joydan (jigar bo‘lagi) va chiqqan joydan (butun buyrak siydik bilan) olinadi.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136-bet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Formaldegid (metil spirtidan)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Metil spirtining butun molekulasi narkotik ta’sir qiladi. Keyingi kardiotoksik, nefrotoksik va neyrotoksik o‘zgarishlar uning metaboliti formaldegid ta’siri bilan tushuntiriladi.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138-bet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Markaziy nerv tizimini so‘ndiruvchi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Sud-tibbiy tasnifda etil va boshqa spirtlar, uyqu dorilari (barbituratlar) va trankvilizatorlar funksional zaharlarning markaziy nerv tizimini so‘ndiruvchi guruhchasiga kiradi.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140-bet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Gipoksiya holatida bo‘lganda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Endogen alkogol miqdori kuchli ruhiy ta’sirlanish, travma, sovuq yeyish va jismoniy zo‘riqishda kamayadi. Ijobiy emotsiyalarda va gipoksiya holatida esa ko‘payadi.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156-bet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11: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Taxminan 5 foizi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Och qoringa qabul qilinganda etil spirtining 5 foizga yaqini bog‘lanib, qonga so‘rilmaydi. Oshqozon to‘la bo‘lsa, taxminan 40 foizi vaqtincha bog‘lanadi va so‘rilish kechikadi. 20 foiz va 80 foiz esa oshqozon hamda ichakda so‘rilish ulushlari.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157-bet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71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Rezorbsiya davri qisqaradi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Rezorbsiya davri odatda 1-2 soat davom etadi. Modda almashinuvi kuchli bo‘lganda (masalan, tireotoksikozda) u qisqaradi. To‘la oshqozon, giperatsid gastrit va stress esa uni uzaytiradi.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157-bet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72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Alkogoldegidrogenaza ta’sirida atsetaldegid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Birinchi bosqichda alkogoldegidrogenaza etil spirtini atsetaldegidga aylantiradi. Ikkinchi bosqichda aldegiddegidrogenaza atsetaldegidni oksidlab sirka kislotasiga o‘tkazadi, keyin suv va karbonat angidridi hosil bo‘ladi.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157-bet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73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Atsetaldegidning organizmda tez to‘planishi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Fermentlarning atipik shaklida spirt atsetaldegidga tez aylanadi, atsetaldegid esa sekin oksidlanadi. Natijada toksik atsetaldegid to‘planib, qonda spirt konsentratsiyasi baland bo‘lmasa ham kuchli intoksikatsiya, ba’zan o‘lim kuzatiladi.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157-bet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74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Eliminatsiya davri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Eliminatsiya davrida qondagi konsentratsiya pasayadi, siydikdagisi esa baland bo‘ladi. Rezorbsiya davrida aksincha: qondagi konsentratsiya siydikdagidan baland va oshib boradi.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159-bet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75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0,10–0,12 promille/soat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Uyqu holatida spirt kamayish tezligi pastroq bo‘ladi (0,10–0,12), koma holatida esa 0,10 dan ham past. 0,15–0,18 o‘rtacha jismoniy yuklamaga, 0,20–0,24 kuchli yuklamaga, 0,30–0,40 esa alkogolga tolerantlikka xos.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159-bet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76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0,70–0,75 oralig‘ida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Ozg‘in odamlarda reduksiya omili balandroq (0,70–0,75), to‘la odamlarda pastroq (0,55–0,65). 0,10–0,13 va 0,20–0,24 Vidmark konstantasiga tegishli, reduksiya omiliga emas.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160-bet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77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O‘rta darajali mastlik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1,5 dan 2,5 promillegacha o‘rta daraja hisoblanadi. 0,5–1,5 engil, 2,5–3,0 kuchli daraja, 3,0 dan yuqori esa zaharlanish deb baholanadi.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160-bet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19: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78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Eliminatsiya davri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Eliminatsiya davrida qondagi spirt kamayadi, siydikdagisi baland bo‘ladi. Rezorbsiyada qondagi konsentratsiya siydikdagidan balandroq va oshib boradi. Takroriy qabul siydikda baland bo‘lib, qonda oshishi bilan namoyon bo‘ladi.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159-bet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 20: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79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Formaldegid va chumoli kislotasi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Metanol alkogoldegidrogenaza va katalaza ta’sirida formaldegid va chumoli kislotasiga aylanadi, atsidoz rivojlanadi. Atsetaldegid va sirka kislotasi etil spirtining, glikol aldegid va oksalat kislotasi etilenglikolning metabolitlaridir.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Manba: G‘iyosov Z.A., Sud tibbiyoti: darslik, 161-bet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Foydalanilgan 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O'tkir alkogol intoksikatsiyasining sud-tibbiy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80 /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 (qisman mos)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