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jismoniy zo‘riqishda havo ehtiyoji keskin ortadi? 2) Klinitsist vrach asfiksiya mexanizmini nega bilishi shart? Doskada: kislorodning organizmga kirish yo‘llari (nafas a’zolari ~99%, teri va ichak-oshqozon qolgani) sxemasini chizdiring. Tipik xato: kislorodning asosiy ulushi teri orqali olinadi deb o‘ylash. Dars rejasi: gipoksiya turlari, mexanik asfiksiya tasnifi, hayotiy kechishi, umumiy belgilar, keyin har bir 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Respirator gipoksiyaning bevosita shakliga qanday holatlar kiradi (bo‘yin qisilishi, nafas yo‘llari yopilishi)? 2) Nima uchun sud tibbiyotida faqat tez rivojlanuvchi turlar muhim? Doskada: ekzogen va endogen turlar daraxtini chizdiring. Diqqat: gipoksik ≠ giperkapnik: birinchisida kislorod oz, ikkinchisida karbonat angidrid ham ortadi. Tipik xato: gemik gipoksiyani sirkulyator bilan aralashtirish (gemik – gemoglobin, sirkulyator – qon aylanishi).  Tezkor savol: markaziy nerv tizimida to‘qima nafasi to‘xtasa, necha daqiqada qaytmas o‘zgarish bo‘ladi? (5–10 daq.)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Gipoksiya va asfiksiya o‘rtasida qanday farq bor? 2) Strangulyatsion va kompression asfiksiya nimasi bilan farqlanadi? Doskada: mexanik asfiksiya tasnifi jadvalini ko‘chirib chizdiring. Diqqat: asfiksiya ≠ gipoksiya (asfiksiyada gipoksiya giperkapniya bilan birga bo‘ladi). Tipik xato: cho‘kishni qisilish turiga kiritish (u yopilish asfiksiyasining turi). Tezkor savol: strangulyatsion asfiksiyada qaysi a’zolar qisiladi?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bunday holatlarda hodisa joyini sinchiklab ko‘rish hal qiluvchi? 2) Qaysi ashyolar autoasfiksiofiliyani tasdiqlaydi? Doskada chizish: hodisa joyidagi ashyolar va murdadagi belgilar ro‘yxati (ikki ustun). Tipik xato: sirtmoq topilgan har bir holatni avtomatik o‘z-o‘zini o‘ldirish deb baholash; manbada bu holatlar baxtsiz hodisa sifatida baholanishi ko‘rsatilgan. Qo‘shimcha (slayddan ko‘chirilgan, manba shu bet): Joyda pornografik rasmlar, jinsiy a’zo imitatorlari, boshqa jins kiyimi topilishi, murdada yalang‘ochlanish va onanizm belgilari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Gipoksiya va asfiksiya o‘rtasidagi farq nima (asfiksiyada gipoksiya giperkapniya bilan birga)? 2) Hodisa joyidagi qaysi ashyolar baholashga yordam beradi? Doskada chizish: ‘asfiksiya = gipoksiya + giperkapniya’ sxemasi. Eslab qoling: ‘asfiksiya’ grekcha a – inkor, sphygmos – puls, ya’ni pulsning yo‘qligi. Tipik xato: gipoksiyani asfiksiya bilan bir xil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Preasfiktik davrda nega asfiksiya belgilari hali rivojlanmaydi? 2) Talvasalar tufayli tananing jismlarga urilishidan hosil bo‘lgan jarohatlarni o‘zga shaxs jarohatlaridan farqlash nega zarur? Doskada chizish: ikki hansirash bosqichi uchun ‘bosim va puls’ strelkalari (yuqoriga/pastga). Tipik xato: inspirator va ekspirator bosqichlardagi arterial va venoz bosim o‘zgarishini almashtirib yuborish. Siydik, maniy, axlat ajralishi ekspirator bosqichda klonik talvasalar bilan kuzatilishi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nafas markazi falajlanganda ham yurak bir muddat uradi? 2) Terminal bosqichda qon bosimi qanday o‘zgaradi? Doskada: 5 tugunli zanjirni davomiyliklari bilan chizdiring. Tipik xato: terminal nafas olishni inspirator hansirash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reflektor to‘xtashda murdada asfiksiya belgilari topilmasligi mumkin? 2) Nega bosqichlar davomiyligi shartli deb hisoblanadi? Doskada: reflektor to‘xtash yo‘lini (retseptor – nerv – yurak) sxema qilib chizdiring. Tipik xato: 30 soniyagacha to‘xtashda ham to‘liq asfiktik belgilar bo‘ladi,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Javob: ekspirator hansirash bosqichi. Muhokama: 1) Talvasalar paytidagi jarohatlarni o‘zga shaxs yetkazgan jarohatdan qanday farqlash kerak? 2) Preasfiktik davrda organizm qanday moslashadi? Doskada: ikki bosqichni (inspirator va ekspirator) bosim va puls bo‘yicha solishtiring. Tipik xato: bosqichlarning bosim va puls o‘zgarishini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koma davrida talvasalar tonikdan tonik-klonikka o‘tadi? 2) Karaxtlik davri komadan nimasi bilan farq qiladi? Doskada: 4 davrli zanjirni chizib, har davr tagiga asosiy belgisini yozing. Tipik xato: karaxtlik davrini komaning bosqichi deb adashtirish. Karaxtlik komadan chiqish davridir, talvasalar bo‘lmaydi.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koma bosqichlarini bosim va tonus o‘zgarishi bilan yozing. Tipik xato: rigidlik bosqichini atoniya bosqichi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konfabulyasiya nima? (xotira bo‘shlig‘ini soxta xotira bilan to‘ldirish). Tipik xato: karaxtlik davrini komaning bosqichi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o‘pka shishi dastlabki soatlarda noxush belgi hisoblanadi? 2) Postasfiktik gastroenteropatiya qanday asoratlarga olib keladi? Doskada: o‘lim sabablarini vaqt o‘qida (minut-soat, sutka, kechroq) chizing. Tipik xato: o‘lim sababini barcha muddatlarda bir xil deb o‘ylash. Sababi muddatga qarab o‘zgaradi. Qo‘shimcha (slayddan ko‘chirilgan, manba shu bet): Dastlabki soatlarda o‘pka shishi noxush prognostik belgi. Asorat: o‘tkir yetishmovchilik, perforatsiya, peritonit yoki ichki qon ketish.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Javob: dezorientatsiya va xotira buzilishi davri (3-davr). Muhokama: 1) Mutanosib yordam ko‘rsatilganda yengil holatlar qancha vaqtda izsiz yo‘qoladi, og‘ir holatlarda nimalar qoladi? 2) Klinitsist tibbiy hujjatga nimalarni yozishi kerak? Doskada: 4 davrni chizib, bemor holatini mos davrga belgilang. Tipik xato: konfabulyatsiyani yolg‘on gapirish deb baholash. Bu xotira bo‘shlig‘ini anglamagan holda to‘ldirishdir.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sianoz murda holatiga qarab o‘zgaradi? 2) Ekximozlar qaysi bosqichda va nima uchun paydo bo‘ladi? Doskada: hansirash bosqichidagi bosim o‘zgarishidan tashqi belgilargacha sxema chizdiring. Tipik xato: midriazni doimiy va aniq belgi deb hisoblash. Qo‘shimcha (slayddan ko‘chirilgan, manba shu bet): Murda chalqancha yotsa, qon pastga oqib, ko‘kimtirlik yo‘qolishi mumkin. Fonida mayda qon quyilishlar bo‘lishi mumkin. Midriaz (qorachiq kengayishi) noturg‘un belgi: katexolaminlar ta’siri. Manbadan qo‘shimcha (slaydda sig‘magan): Fonida mayda qon quyilishlar bo‘lishi mumkin. Midriaz (qorachiq kengayishi) noturg‘un belgi: katexolaminlar ta’siri.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qon suyuq va to‘q qizil bo‘ladi? 2) Nega yurakning o‘ng yarmi ko‘proq to‘ladi? Doskada: kichik qon aylanish doirasida bosim oshishidan asfiktik yurak va venoz to‘laqonlikkacha zanjir chizdiring. Tipik xato: asfiktik yurak sababini chap qorincha zaifligi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Nega bitta belgi bilan tashxis qo‘yib bo‘lmaydi? 2) Sabinskiy belgisi qaysi davr o‘zgarishini aks ettiradi? Doskada: Tarde dog‘lari joylashuvi va diagnostik majmua tarkibini chizdiring. Tipik xato: Tarde dog‘larini asfiksiyaning yagona isboti deb olish. Tezkor savol: qaysi belgilar nisbatan patognomik?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Nega bitta belgiga tayanib asfiksiya tashxisi qo‘yilmaydi? 2) Murdaning yotish holati sianozga qanday ta’sir qiladi? Doskaga chizish: murdaning chalqancha va yuztuban yotgandagi qon oqimi sxemasi. Tipik xato: sianozni asfiksiyaning aniq (patognomik) belgisi deb hisoblash. Qo‘shimcha (slayddan ko‘chirilgan, manba shu bet): Ko‘proq o‘pka bo‘laklari oralig‘i, diafragmal plevra va yurak orqa yuzasida bo‘ladi. Shuning uchun belgilar alohida emas, majmua sifatida baholanadi. Manbadan qo‘shimcha (slaydda sig‘magan): Yuzi pastga qarab yotgan murdada asfiksiyasiz ham yuz ko‘kimtir bo‘ladi. Shuning uchun belgilar alohida emas, majmua sifatida baholanadi.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yotgan holatdagi osilish ham o‘limga olib kelishi mumkin? 2) Osilishning aksariyat hollarda o‘lim tafsilotlari qanday baholanadi? Doskaga chizish: tipik va notipik osilish turlarini sxema qilib chizing. Tipik xato: faqat erkin osilgan holatni osilish deb hisoblash. Qo‘shimcha (slayddan ko‘chirilgan, manba shu bet): Mexanik asfiksiyadan o‘lim holatlarining uchdan ikki qismidan ortig‘i shu turga to‘g‘ri keladi. Tizzaga tayanib osilganda tana massasining 20% iga teng, yotgan holda esa boshning massasiga (4-5 kg) teng kuch yetadi. Manbadan qo‘shimcha (slaydda sig‘magan): Mexanik asfiksiyadan o‘lim holatlarining uchdan ikki qismidan ortig‘i shu turga to‘g‘ri keladi.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sirtmoqni olishda tugunni buzmaslik kerak? 2) Tugunning atipik joylashuvi qanday ahamiyatga ega? Doskaga chizish: bo‘yinda tugunning tipik va atipik joylarini sxema qiling. Tipik xato: sirtmoqni tugunning o‘zidan kesib, tugunni buzib qo‘yish. Qo‘shimcha (slayddan ko‘chirilgan, manba shu bet): Shuning uchun sirtmoq tugunga qarama-qarshi tomondan kesib olinadi. Manbadan qo‘shimcha (slaydda sig‘magan): Tugun kriminalistik ahamiyatga ega: u sirtmoqni tayyorlagan shaxsning kasbiy ko‘nikmasidan dalolat berishi mumkin. Shuning uchun sirtmoq tugunga qarama-qarshi tomondan kesib olinadi.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Nega osilishda o‘lim bitta sabab bilan tushuntirilmaydi? 2) Yurakning reflektor to‘xtashi qaysi nerv tuzilmalari bilan bog‘liq? Doskada chizish: bo‘yin kesimi va qisilayotgan tuzilmalar (havo yo‘li, venalar, arteriyalar, nervlar) sxemasi. Tipik xato: osilishda o‘lim faqat havo yo‘lining to‘liq yopilishidan deb o‘ylash. Manbaga ko‘ra havo yo‘li ko‘pincha faqat torayadi. Qo‘shimcha (slayddan ko‘chirilgan, manba shu bet): Umurtqa arteriyalari orqali qon kirib turadi, kalla ichi bosimi keskin oshadi va miya faoliyati buziladi. Yurak-qon tomir kasalligida bu yurakning reflektor to‘xtashiga olib kelishi mumkin. Keskin tipik osilishda orqa miya va disklar yorilishi hal qiluvchi bo‘lishi mumkin. Manbadan qo‘shimcha (slaydda sig‘magan): Yurak-qon tomir kasalligida bu yurakning reflektor to‘xtashiga olib kelishi mumkin. Keskin tipik osilishda orqa miya va disklar yorilishi hal qiluvchi bo‘lishi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1) Egatning qaysi belgilari sirtmoq bilan taqqoslash uchun kerak? 2) Nega tugunni buzmasdan, qarama-qarshi tomondan kesiladi? Doskada chizish: bo‘yin va egat yo‘nalishi (tipik va atipik) sxemasi. Tipik xato: tipik va atipik atamalarini tugun joyi emas, egat chuqurligi bilan bog‘lash. Jadval 5.5 dagi sakkiz mezonni talabalar bilan birga sanab chiqing.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9 daqiqa. Muhokama: 1) Egat hayotiyligi qaysi holatlarda ayniqsa muhim? 2) Cho‘zilish belgilari nega sirtmoq bilan bo‘g‘ishda uchramaydi? Doskada chizish: Bokarius sinamasi bosqichlari (teri laxtagi, yog‘dan tozalash, ikki oynacha orasida yorug‘likda ko‘rish). Tipik xato: Kasper belgisini chalkashtirish. Osilishda bu mis sim belgisi; cho‘kishda esa yurak chap kameralaridagi qonning ochroq bo‘lishi. Tezkor savol: Amyuss belgisi nimani bildiradi? Qo‘shimcha (slayddan ko‘chirilgan, manba shu bet): Mikroskopda Neyding (qon aylanishi buzilishi) va Kasyanov (reaktiv yallig‘lanish) belgilari.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Egatning qaysi xususiyatlari (joyi, yo‘nalishi, kengligi, chuqurligi) sirtmoq turini aniqlashga yordam beradi? 2) Bokarius sinamasida hayotiylikni nima tasdiqlaydi (egat burmachasida to‘laqonlik, qon quyilish)? Doskada chizish: bo‘yin sxemasida tipik va atipik egat joyini, til osti suyagi sathini belgilang. Tipik xato: yumshoq sirtmoqda tashqi egat ko‘rinmasa, osilishni inkor qilish. Bunda ichki tekshiruvdagi “mis sim belgisi”ni (Kasper) eslatish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bo‘g‘ishda yurak reflektor to‘xtashi ko‘proq uchraydi? 2) Cho‘zilish belgilari nima uchun faqat osilishda bo‘ladi? Doskada chizish: ikki ustunli jadvalni talabalar o‘zlari to‘ldirsin. Tipik xato: “Osilish ≠ bo‘g‘ish” farqini unutib, egat yo‘nalishini aralashtirish. Osilishda qiyshiq va yuqori, bo‘g‘ishda gorizontal va pastroq.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qo‘l bilan bo‘g‘ishda ichki jarohatlar tashqisidan ustun? 2) Pozitsion asfiksiyada tashxis nimaga tayanadi? Doskada chizish: bo‘yin old va orqa yuzasida old tomondan ikki qo‘l bilan bo‘g‘ishdagi barmoq izlarining joyini belgilang. Tipik xato: bo‘yin burmasini strangulyatsion egat deb qabul qilish, vaholanki ichki tekshiruvda burma proeksiyasida faqat oqimtir yo‘lka va ayrim qon quyilishlar topiladi.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Qarshilik bo‘lmaganda nega xos belgi topilmaydi? 2) Qaysi holatlar yot jism aspiratsiyasiga moyillik yaratadi? Doskada: obturatsion asfiksiyaning ikki turini (teshiklar, yo‘llar) va ularning sabablarini sxema qilib chizing. Tipik xato: nafas teshiklari yopilishini nafas yo‘llari yopilishi bilan aralashtirish. Qo‘shimcha (slayddan ko‘chirilgan, manba shu bet): Qotillikda asosan yosh bolalar va holsizlangan kattalar jabrlanadi, tasodifiy yopilish esa komadagilarda bo‘ladi. Qarshilikda og‘iz-burun atrofida qontalash, shilinma, milk va shilliq qavatda qon quyilish bo‘ladi. Mastlik va kalla-miya jarohati aspiratsiyaga moyillik yaratadi. Murdada o‘pkalar kengaygan, emfizematoz bo‘ladi. Manbadan qo‘shimcha (slaydda sig‘magan): Qarshilikda og‘iz-burun atrofida qontalash, shilinma, milk va shilliq qavatda qon quyilish bo‘ladi. Mastlik va kalla-miya jarohati aspiratsiyaga moyillik yaratadi. Murdada o‘pkalar kengaygan, emfizematoz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Reanimatsiya qusuqning nafas yo‘liga tushishiga qanday ta’sir qiladi? 2) Hodisa joyi ma’lumotlari tashxisda nima beradi? Doskada: aspiratsiya hayotiy va o‘limdan keyingi bo‘lgan holatlarini ikki ustunda taqqoslang. Tipik xato: faqat qusuq topilganiga qarab obturatsiya deb xulosa qilish. Qo‘shimcha (slayddan ko‘chirilgan, manba shu bet): Bunda u oz bo‘ladi, kichik bronx va alveolalarda topilmaydi. Hayotiy aspiratsiyada shilliq qavat to‘laqon, shishgan va qon quyilishli bo‘ladi, tashxis gistologiya bilan tasdiqlanadi. Manbadan qo‘shimcha (slaydda sig‘magan): Qusuq massasi yurakning bilvosita massajida, murdani tashishda va chirishda ham nafas yo‘llariga tushishi mumkin. Bunda u oz bo‘ladi, kichik bronx va alveolalarda topilmaydi.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Cho‘kish turi nimaga bog‘liq? 2) Nega umumasfiktik belgilar cho‘kishning barcha turlarida bo‘lishi mumkin? Doskada: chin va asfiktik cho‘kishda suvning nafas yo‘llaridagi yo‘lini chizing. Tipik xato: asfiktik cho‘kishda suv umuman bo‘lmaydi deb o‘ylash; aslida suv ko‘proq oshqozonga o‘tadi. Qo‘shimcha (slayddan ko‘chirilgan, manba shu bet): Mexanik asfiksiyadan o‘limda osilishdan keyin ikkinchi o‘rinda turadi. Ko‘pincha baxtsiz hodisa, ba’zan o‘z-o‘zini o‘ldirish, kam hollarda qotillik (suzishni bilmaganlarga nisbatan). Chin turda suv alveolalargacha boradi; asfiktikda hiqildoq spazmi tufayli suv traxeya va bronxlarga o‘tmaydi. Manbadan qo‘shimcha (slaydda sig‘magan): Chin turda suv alveolalargacha boradi; asfiktikda hiqildoq spazmi tufayli suv traxeya va bronxlarga o‘tmaydi.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Nega asfiktik cho‘kishda o‘pka quruq, chin cho‘kishda xamirsimon? 2) Havo emboliyasini aniqlashda nega chap qorincha teshiladi? Doskada: laringospazm va suv yo‘lini ikki tarmoqli sxema qilib chizdiring. Tipik xato: Rasskazov-Lukomskiy-Paltauf dog‘larini Tarde dog‘lari bilan aralashtirish (ular epikard ostida bo‘lmaydi). Qo‘shimcha belgilar: Moro (qorin bo‘shlig‘ida ~100 ml suyuqlik), Sveshnikov (kalla asosida 5-15 ml suyuqlik), limfogemiya.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Chuchuk va sho‘r suvda qon tarkibi qanday o‘zgaradi? 2) Nega suvdagi to‘satdan o‘limni «sinkopal cho‘kish» emas, to‘satdan o‘lim deyish to‘g‘riroq? Doskada: osmotik bosim yo‘nalishini strelkalar bilan chizdiring (chuchuk va sho‘r suv). Tipik xato: sho‘r suvda ham chin cho‘kishdagi kabi qon suyulishini kutish (aksincha, qon quyuqlashadi).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Nega o‘pkada topilgan diatom hayotiylikni isbotlamaydi? 2) Nega murda topilgan havzadan suv namunasi olinadi? Doskada: diatomning qon aylanishi orqali parenximatoz a’zolargacha yo‘lini chizdiring. Qo‘shimcha ma’lumot: plankton odatda 15-50 mk, ba’zan 200 mk gacha; krioskopik, refraktometrik va elektr o‘tkazuvchanlik tekshiruvlari yurakning chap va o‘ng kameralaridagi qonni taqqoslashga asoslanadi; bakteriyalar: Pseudomonas putida, P. fluorescens. Tipik xato: o‘pkadagi planktonni hayotiylik belgisi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Doskada: diatom va psevdoplanktonni farqlovchi jadval. Tipik xato: o‘pkadagi diatomni hayotiylik isboti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jarohat hayotiyligini qaysi belgilar bilan aniqlaysiz? Tipik xato: suvdan chiqqan murdadagi har bir jarohatni hayotiy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Teridagi o‘zgarishlar murdaning suvda yotgan muddatini qanday ko‘rsatadi? 2) Suvdan chiqqan murdadagi jarohatni hayotiy va o‘limdan keyingisidan qanday farqlaymiz? Doskada: kunlar bo‘yicha teri o‘zgarishlari (soatlar – 2-5 kun – 5-8 kun – 2-3 hafta) chizig‘ini chizdiring. Tipik xato: suvda yotganlik belgilarini o‘lim sababi (cho‘kish) belgisi deb hisoblash. Bu belgilar o‘lim sababi bilan bog‘liq emas. Qo‘shimcha (slayddan ko‘chirilgan, manba shu bet): Sochlar 10-15 kunda oson sug‘uriladi.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Javob: A – chin (aspiratsion), B – asfiktik cho‘kish; asfiktik turda kalla asosi bo‘shlig‘idagi suyuqlik tekshiriladi. Muhokama: 1) Nega asfiktik turda suv alveolalargacha yetmaydi (laringospazm)? 2) Nega o‘pkadagi planktonning o‘zi yetarli emas? Doskada: ikki ustunli taqqoslash (ko‘pik, o‘pka, plankton) chizdiring. Tipik xato: o‘pkada plankton topilsa, chin cho‘kish deb xulosa qilish. Qo‘shimcha (slayddan ko‘chirilgan, manba shu bet): Parenximatoz a’zolar va suyak miyadagi plankton hayotiylikni ko‘rsatadi.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faqat ko‘krak qisilishi faqat qorin qisilishidan xavfliroq (yurak, diafragma harakati)? 2) Olomon halokatida o‘lim sababini aniqlashda qanday raqobatli sabablar bor? Doskada: ko‘krak va qorin qisilishining turlari bo‘yicha o‘lim tezligi tartibini chizdiring. Tipik xato: Olive-Danjer (ekximotik niqob) va Lakkasan (karmin shishishi) belgilarini aralashtirish. Birinchisi teri va ko‘z shilliq pardasida, ikkinchisi o‘pkada bo‘ladi. Qo‘shimcha (slayddan ko‘chirilgan, manba shu bet): Sabablari: yer qimirlashi, ko‘chki, bino qulashi, avtomobil ag‘darilishi, olomon qisilishi. Frontal qisilish yonlamadan xavfliroq; ko‘krak qisilishi tezroq o‘ldiradi, faqat qorin qisilishiga chidamliroq. Sababi — yuqori kovak vena tizimida qon o‘tishining buzilishi. Mexanik jarohatlar ham o‘limga sabab bo‘lishi mumkin, differensial diagnostika kerak. Manbadan qo‘shimcha (slaydda sig‘magan): Sabablari: yer qimirlashi, ko‘chki, bino qulashi, avtomobil ag‘darilishi, olomon qisilishi. Sababi — yuqori kovak vena tizimida qon o‘tishining buzilishi. Mexanik jarohatlar ham o‘limga sabab bo‘lishi mumkin, differensial diagnostika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bolalar uchun xavfli karbonat angidrid chegarasi pastroq? 2) Quduqda topilgan murdada toksik moddalar rolini qanday baholaysiz? Doskada: yopiq muhitda O2 pasayishi va CO2 ortishini ikki qarama-qarshi strelka bilan chizing. Tipik xato: o‘limni faqat kislorod tanqisligi bilan izohlash, karbonat angidrid rolini unutish. Qo‘shimcha: autoasfiksiofiliyada qopcha usuli baxtsiz hodisa hisoblanadi. Qo‘shimcha (slayddan ko‘chirilgan, manba shu bet): Murdada faqat umumasfiktik belgilar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Qaysi belgilar tur uchun xos, qaysilari barcha asfiksiyada umumiy? 2) Nega klinitsist uchun postasfiktik o‘zgarishlar va to‘liq tibbiy hujjatlar muhim (tugallanmagan asfiksiyada yordam ko‘rsatish, jarohat og‘irligi va o‘lim sababini aniqlash; G‘iyosov, 109-110-betlar)? Doskada: uch tur bo‘yicha tasniflash daraxtini chizing va har turga bittadan xos belgi yozing. Tipik xato: umumasfiktik belgilarni bitta o‘zi asfiksiya isboti deb hisoblash. Javob: bolalarda 2,0-2,5%, kattalarda o‘lim odatda 8-10% 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Amaliy mashg’ulot: Mexanik asfiksiya.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mexanik asfiksiya va mashg‘ulot maqsadi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Hayot uchun muhitda yetarli kislorod bo‘lishi va organizm uni o‘zlashtirishi asosiy shartlardan biridir.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Kislorodning 98,5–99,0% nafas a’zolari orqali, qolgani teri, oshqozon va ichaklar orqali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Tinch holatda bir minutda 6–8 l havo kerak; jismoniy zo‘riqishda ehtiyoj ba’zan 10–20 barobar ortadi.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Tugallanmagan asfiksiyada bemorlarga tibbiy muassasada yordam beriladi, shuning uchun klinitsist ham mexanizmni bilishi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Nafas a’zolari orqali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98,5-99,0</a:t>
            </a:r>
            <a:r>
              <a:rPr sz="11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Tinch holatda havo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6-8</a:t>
            </a:r>
            <a:r>
              <a:rPr sz="1100" b="0">
                <a:solidFill>
                  <a:srgbClr val="6B7280"/>
                </a:solidFill>
                <a:latin typeface="Calibri"/>
              </a:rPr>
              <a:t>  l/daqiqa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Zo‘riqishda ehtiyoj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10-20</a:t>
            </a:r>
            <a:r>
              <a:rPr sz="1100" b="0">
                <a:solidFill>
                  <a:srgbClr val="6B7280"/>
                </a:solidFill>
                <a:latin typeface="Calibri"/>
              </a:rPr>
              <a:t>  barobar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Kislorod va organizm ehtiyoji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103, 109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Gipoksiya turlari va rivojlanish jadalligi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Ekzogen: gipoksik, giperoksik, giperkapnik; oxirgisida karbonat angidrid ko‘payadi.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Endogen: respirator, sirkulyator, gemik, sitotoksik va fiziologik turlar.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tibbiyotida yashinsimon va o‘tkir turlar ko‘p uchraydigan ekspertiza obyektidir.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Yashinsimon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Soniyalarda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O‘tkir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Daqiqalarda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Biroz o‘tkir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Soatlarda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Surunkali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Kun, hafta, oylarda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Gipoksiya rivojlanish jadalligi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103,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Asfiksiya va mexanik asfiksiya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Asfiksiya grekcha “pulsning yo‘qligi” ma’nosini bildiradi (a – inkor, sphygmos – puls).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Asfiksiyada kislorod kamayib, karbonat angidrid ortadi (gipoksiya + giperkapniya birga).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Mexanik omildan tashqi nafas buzilishi – mexanik asfiksiya; uch turi farqlanadi.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Mexanik asfiksiya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Qisilishdan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Bo‘yin qisilishi  ·  Ko‘krak-qorin qisilishi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Yopilishdan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Nafas teshiklari, yo‘llari  ·  Cho‘kish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Cheklangan muhitda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Yopiq muhitda kislorod kamayishi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Qo‘shimcha holat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Autoasfiksiofiliya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Mexanik asfiksiya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104, 104–105, 105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Autoasfiksiofiliya (seksual asfiksiya)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Autoasfiksiofiliyada jinsiy qo‘zg‘alish gipoksiya va giperkapniya sharoitida yuz beradi. Orgazm spontan yoki onanizm natijasida paydo bo‘ladi.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Hodisa ko‘pincha jinsiy chetlanishga moyil o‘rta yoshdagi yolg‘iz erkaklarda uchraydi. Ba’zan yosh erkaklarda ham kuzatiladi.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Xos belgi: asfiktik jarayon qo‘l, oyoq yoki turli moslamalar bilan boshqariladi. Ko‘pincha bo‘yin sirtmoq bilan qisiladi yoki boshga polietilen qopcha kiyiladi.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O‘lim bilan tugasa, baxtsiz hodisa deb baholanadi.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Joyda pornografik rasmlar, jinsiy a’zo imitatorlari, boshqa jins kiyimi topilishi, murdada yalang‘ochlanish va onanizm belgilari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105, 105-106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gipoksiya va asfiksiya tushunchalari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yolg‘iz yashovchi o‘rta yoshdagi erkak xonasida bo‘ynida sirtmoq bilan topildi. Yonida pornografik rasmlar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 jinsiy a’zolar yalang‘ochlangan, onanizmga xos belgilar bor. Sirtmoqni qo‘l yoki moslama bilan boshqarish mumkin bo‘lgan.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Asfiksiya: tashqi nafas buzilishidan kislorod tanqisligi va karbonat angidrid ko‘payishi. Gipoksiya giperkapniya bilan birga kechadi.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hodisani qanday baholaysiz? Qaysi belgilar autoasfiksiofiliyaga ishora qiladi va nima uchun joyni sinchiklab ko‘rish kerak?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106, 105-106, 104-105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Preasfiktik davr va hansirash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Preasfiktik davr o‘rtacha 20-30 sek. davom etadi: nafas qisqa to‘xtaydi, keyin maromi sekinlashadi.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Kompensatsiya: aylanayotgan qon ko‘payadi, suyuqlashadi va hayotiy a’zolar foydasiga qayta taqsimlanadi.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inspiratorda arterial bosim pasayadi, ekspiratorda ko‘tariladi. Adashtirmang.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Inspirator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Olish tezlashadi, davomiyroq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Plevra bosimi keskin pasayadi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Arterial ↓, venoz ↑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Puls sekin; 40-60 s da hush ketadi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Ekspirator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Chiqarish kuchli, davomiyroq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Plevra bosimi ortadi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Arterial ↑, venoz ↓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Puls tez; kuchli klonik talvasa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Hansirash bosqichlari solishtirmasi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Nafas to‘xtashidan klinik o‘limgacha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Nafasning qisqa to‘xtashi 30–40 soniya davom etadi; mushaklar bo‘shashadi, reflekslar so‘na boshlaydi.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Terminal nafas: noritmik, turli chuqurlikdagi harakatlar, og‘iz ochiladi; 5 daqiqagacha davom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To‘liq to‘xtashda nafas markazi falajlanadi; yurak yana 3–10 daqiqa urishi, so‘ng klinik o‘lim boshlanishi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Pauza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Nafasning qisqa to‘xtashi, 30-40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Terminal nafas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5 daqiqagacha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To‘xtash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Nafasning to‘liq to‘xtashi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Yurak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Yana 3-10 daqiqa uradi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Klinik o‘lim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Yurak to‘xtaydi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Nafas to‘xtashidan klinik o‘limgacha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106, 106-107, 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Yurakning reflektor to‘xtashi va Minovichi tajribasi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Mexanik asfiksiyadan o‘limda bosh miya gipoksiyasi bilan birga yurakning to‘xtashi ham muhim ahamiyatga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Reflektor to‘xtash karotid sinus, hiqildoq, traxeya, bronxlar retseptorlari ta’sirlanishi yoki adashgan va yuqori hiqildoq nervi shikastlanishidan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Yurak 30 soniyagacha to‘xtasa, umumasfiktik belgilar ulgurmaydi va murda tekshiruvida aniqlanmasligi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Bosqichlar ma’lumoti shartli, taxminiy. N. Minovichi 1905-yilda assistentlari yordamida o‘zida osilish tajribasini o‘tkazgan.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asfiksiya kechishi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Preasfiktik davr o‘rtacha 20–30 soniya: nafas qisqa to‘xtaydi, so‘ng sekinlashadi; moslashuv tufayli belgilar rivojlanmaydi.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Inspirator hansirashda nafas olish uzayadi, arterial bosim pasayadi, venoz bosim ortadi, puls sekinlashadi.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Ekspirator hansirashda nafas chiqarish kuchayadi, arterial bosim ko‘tariladi, puls tezlashadi, klonik talvasalar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inspirator ≠ ekspirator. Savol: qaysi bosqichda arterial bosim ko‘tarilib, puls tezlashadi?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Postasfiktik holat davrlari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Asfiksiya o‘limsiz tugasa, organizmda bir qator o‘zgarishlar qoladi. Ularning majmuyi postasfiktik holat deyiladi.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Koma bosqichlari: atoniya va arefleksiya, keyin detserebratsion rigidlik, oxirida tonik-klonik talvasalar.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Karaxtlikda hush asta tiklanadi: sopor, chuqur va yengil karaxtlik, so‘ng uyquchanlik.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Asfiktik koma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Atoniya, rigidlik, talvasa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Karaxtlik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Sopor — uyquchanlik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Dezorientatsiya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Xotira buzilishi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Qoldiq oqibatlar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Xotira, diqqat buzilishi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Postasfiktik holat davrlari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107, 108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Asfiktik koma: bosqichma-bosqich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Dastlabki bosqichda mushaklar atoniyada, qorachiqlar kengaygan, reflekslar chaqirilmaydi; arterial bosim aniqlanmaydi yoki juda past, yurak urishi noritmik.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Nafas va yurak faoliyati tiklangach, detserebratsion rigidlik rivojlanadi: bosim va mushak tonusi ko‘tariladi, tonik talvasalar, tana harorati ko‘tariladi.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So‘nggi bosqichda tonik-klonik talvasalar, giperkinezlar va bukuvchi tipdagi patologik reflekslar; reflekslar asta tiklanadi.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Yurak urishi kuchayadi va tezlashadi, bosim va harorat baland; ba’zan ichki qon ketish alomatlari ham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a) Atoniya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Arefleksiya, miya o‘zagi funksiyasi buzilgan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b) Rigidlik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Detserebratsion rigidlik, tonik talvasalar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v) Talvasa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Tonik-klonik talvasa, giperkinezlar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Asfiktik koma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Karaxtlik va dezorientatsiya davrlari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Karaxtlik davrida jabrlangan komadan chiqa boshlaydi, talvasalar kuzatilmaydi, hush asta-sekin tiklanadi.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Avval sopor, keyin chuqur, so‘ngra yengil karaxtlik; oxirgi bosqichda jabrlangan uyquchan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Bukuvchi tipdagi patologik reflekslar va miya pardalari ta’sirlanish belgilari aniqlanishi mumkin; qon bosimi va puls asta normallashadi.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Uchinchi davrda hush tiklangan, ammo zamon va makonda chalkashadi: konfabulyasiya bilan retrograd amneziya, joriy voqealarga nisbatan amneziya.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Sopor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Hush asta tiklana boshlaydi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Chuqur karaxtlik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Davom etadi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Yengil karaxtlik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Talvasa yo‘q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Uyquchanlik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Karaxtlikning oxirgi bosqichi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Dezorientatsiya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Konfabulyasiya, retrograd amneziya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Karaxtlikdan dezorientatsiyagacha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Postasfiktik oqibatlar va o‘lim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Vegetativ buzilishlar: terining giperesteziyasi, gipergidroz, “qorachiqlar o‘yini”, qusish, ixtiyorsiz siydik va axlat ajralishi.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Asfiksiya 3 daqiqa va undan uzoq bo‘lsa, turg‘un gipotoniya, ichki a’zolar ishemiyasi, ba’zan miokard infarkti kuzatiladi.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Jigarda gepatotsitlar distrofiyasi, buyrakda shok o‘zgarishlari, oshqozon-ichakda eroziya va yaralar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O‘lim sababi: dastlabki minut va soatlarda asfiktik koma, birinchi sutkada o‘pka va miya shishi, keyinroq gipostatik pnevmoniya.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Asorat: o‘tkir yetishmovchilik, perforatsiya, peritonit yoki ichki qon ketish.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Oqibatlar va o‘lim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Vegetativ buzilishlar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Giperesteziya, gipergidroz  ·  Qusish, ixtiyorsiz ajralma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Qon-tomir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Turg‘un gipotoniya  ·  A’zolar ishemiyasi, infarkt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Ichki a’zolar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Jigar distrofiyasi, buyrak o‘zgarishi  ·  Oshqozon-ichak eroziyasi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O‘lim sabablari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Asfiktik koma  ·  O‘pka, miya shishi  ·  Gipostatik pnevmoniya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Postasfiktik oqibatlar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qutqarilgan jabrlanuvchi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suvda cho‘kayotgan shaxs qutqarib olindi. Asfiktik ta’sir o‘limsiz tugadi, uni tibbiy muassasaga olib kelishdi.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Ko‘rik: hushi tiklangan, lekin zamon va makonda chalkashadi, xotiradagi bo‘shliqni soxta xotira bilan to‘ldiradi, retrograd amneziya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postasfiktik holatning qaysi davri? Mutanosib yordam ko‘rsatilmasa, qanday qoldiq oqibatlar qolishi mumkin?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hujjatlar to‘laqonli ma’lumot saqlasa, tana jarohati og‘irligini yoki o‘lim sababini aniqlashda juda muhim.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107, 108, 109, 110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asfiksiyaning umumiy belgilari: tashqi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Yuz va bo‘yin sianozi hansirash vaqtidagi talvasalarda paydo bo‘ladi, lekin turg‘un emas.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Ko‘lamli ko‘kimtir-binafsha murda dog‘lari o‘limdan so‘ng bir soatgacha tez paydo bo‘ladi: qon suyuq va karbonat angidridga to‘yingan.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Ko‘z konyunktivasida mayda qon quyilishlar (subkonyunktival ekximozlar) hansirashda bosim keskin o‘zgarishidan chiqadi.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Talvasada silliq mushaklar qisqarib, ixtiyorsiz siydik va axlat ajraladi; erkaklarda sperma, ayollarda bachadon bo‘yni shilliq tiqini chiqadi.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Murda chalqancha yotsa, qon pastga oqib, ko‘kimtirlik yo‘qolishi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Tashqi belgilar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Sianoz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Yuz va bo‘yin  ·  Turg‘un emas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Murda dog‘lari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Ko‘lamli, ko‘kimtir-binafsha  ·  1 soatgacha paydo bo‘ladi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Ko‘z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Subkonyunktival ekximoz  ·  Midriaz — noturg‘un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Ixtiyorsiz ajralma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Siydik, axlat  ·  Sperma, bachadon tiqini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Tashqi umumiy belgilar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belgilar: ichki o‘zgarishlar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Yurakning o‘ng kameralari chapga nisbatan qonga ko‘proq to‘ladi (asfiktik yurak).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O‘pkalarning qisman emfizemasi hansirash bosqichlarida vujudga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Tarde dog‘lari o‘pka bo‘laklari oralig‘i, diafragmal plevra va yurakning orqa yuzasida ko‘proq topiladi.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Ichki belgilar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To‘q qizil suyuq qon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Giperkapniya  ·  Fibrinogenaza faolligi 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Asfiktik yurak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Kichik doira bosimi ↑  ·  Nafas oldin to‘xtaydi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Venoz to‘laqonlik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Kichik doira gipertenziyasi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Tarde dog‘lari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Bosim ↑, tomir o‘tkazuvchanligi 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Ichki belgi va sababi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110, 111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Tarde dog‘lari, Sabinskiy belgisi, diagnostik majmua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Tarde dog‘lari — visseral plevra va epikard ostidagi diametri 2-3 mm to‘q qizil qon quyilishlar (rasm 5.1). Ular inspirator hansirashda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o‘zgarishlar mexanik asfiksiyaga spetsifik emas, boshqa tez o‘limlarda ham chiqadi. Shu sababli ular alohida emas, majmua sifatida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Asfiktik yurak, kamqonlik va qisqargan taloq nisbatan patognomik (o‘ziga xos). Sabinskiy belgisi preasfiktik davrda depodan qon chiqarilishidan kelib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xavfi! Yuz ko‘kimtirligi ≠ asfiksiya isboti: yuzi bilan pastga yotgan murdada asfiksiyasiz ham ko‘kimtir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111, 110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umumiy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mexanik asfiksiyaning umumiy belgilari faqat shu o‘limga xosmi? Yo‘q, ular tez o‘limning boshqa turlarida ham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Tarde dog‘lari: visseral plevra va epikard ostidagi mayda (2-3 mm) to‘q qizil qon quyilishlar.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Yuz va bo‘yin sianozi turg‘un belgi emas. Murda chalqancha yotsa, qon pastga oqib tushib, sianoz yo‘qolishi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xavfi. Yuzi pastga qarab yotgan murdada asfiksiyasiz ham yuz ko‘kimtir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Ko‘proq o‘pka bo‘laklari oralig‘i, diafragmal plevra va yurak orqa yuzasida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111, 110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Strangulyatsion asfiksiya va osilish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Strangulyatsion asfiksiya bo‘yin a’zolarining qisilishi bilan bog‘liq.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Osilish mexanik asfiksiyaning eng ko‘p uchraydigan turi bo‘lib, asfiksiyadan o‘limning 65-70% ini tashkil etadi. Ko‘pincha o‘z-o‘zini o‘ldirish usuli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Tipik (to‘liq) osilishda tana sirtmoqda erkin osilib turadi. Notipik osilishda tananing bir qismi tayanchga ega: tik, o‘tirgan yoki yotgan holat.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Sirtmoqni tortish uchun katta kuch shart emas.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Tizzaga tayanib osilganda tana massasining 20% iga teng, yotgan holda esa boshning massasiga (4-5 kg) teng kuch yetadi.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Strangulyatsion ulushi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 2/3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Osilishning ulushi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65-70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Tizzaga tayanib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</a:t>
            </a:r>
            <a:r>
              <a:rPr sz="1500" b="0">
                <a:solidFill>
                  <a:srgbClr val="6B7280"/>
                </a:solidFill>
                <a:latin typeface="Calibri"/>
              </a:rPr>
              <a:t>  % massa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Yotgan holda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4-5</a:t>
            </a:r>
            <a:r>
              <a:rPr sz="1500" b="0">
                <a:solidFill>
                  <a:srgbClr val="6B7280"/>
                </a:solidFill>
                <a:latin typeface="Calibri"/>
              </a:rPr>
              <a:t>  kg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Osilish raqamlari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111, 112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Sirtmoq materiali, halqasi va tuguni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Sirtmoq materiali bo‘yicha uch guruh: yumshoq (sochiq, sharf, galstuk), yarim qattiq (arqon, kamar) va qattiq (sim, zanjir).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Sirtmoq halqasi bir, ikki yoki ko‘p o‘ramli bo‘ladi. O‘zgaruvchanligi bo‘yicha sirpanuvchan va sirpanmas sirtmoqlar farqlanadi.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Tugun kriminalistik ahamiyatga ega: u sirtmoqni tayyorlagan shaxsning kasbiy ko‘nikmasidan dalolat berishi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Tugunning joylashuvi tipik (orqa sohada) yoki atipik (old, yon sohalarda) bo‘ladi. Tugunsiz, universal sirtmoqda ham osilish ro‘y berishi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Sirtmoq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Material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Yumshoq: sochiq, sharf  ·  Yarim qattiq: arqon, kamar  ·  Qattiq: sim, zanjir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Halqa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Bir, ikki, ko‘p o‘ramli  ·  Sirpanuvchan yoki sirpanmas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Tugun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Tipik — orqa sohada  ·  Atipik — old, yon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Kriminalistika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Tugun kasbiy ko‘nikmani ko‘rsatadi  ·  Sirtmoq tugunga qarama-qarshi kesiladi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Sirtmoq tavsifi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Osilishda o‘lim mexanizmi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Bo‘yin qisilganda til asosi halqum devoriga siljiydi va havo yo‘li torayadi. Havo yo‘li faqat ayrim holatlarda butunlay yopiladi.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Bo‘yinturuq venalar qisilib, miyadan qon oqishi qiyinlashadi.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Adashgan nerv, yuqori hiqildoq nervi va sinokarotid tugun sohasi qisiladi yoki cho‘ziladi.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Tugun atipik joylashsa qizilo‘ngach to‘liq berkilmaydi: qusish va massaning aspiratsiyasi kuzatiladi.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Umurtqa arteriyalari orqali qon kirib turadi, kalla ichi bosimi keskin oshadi va miya faoliyati buziladi.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Osilishda o‘lim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Havo yo‘li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Til asosi halqumga siljiydi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 aylanishi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Bo‘yinturuq venalar qisiladi  ·  Kalla ichi bosimi oshadi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Reflektor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Adashgan nerv, sinokarotid tugun  ·  Yurak reflektor to‘xtashi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Atipik tugun: qusish, aspiratsiya  ·  Orqa miya, disklar yorilishi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Osilishda o‘lim mexanizmi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113, 113–114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Strangulyatsion egat va uning xususiyatlari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Egat shilinma ko‘rinishida bo‘lib, sirtmoq xususiyatiga bog‘liq. Joyi, yo‘nalishi, kengligi, chuqurligi, relefi, zichligi o‘rganiladi.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Qattiq sirtmoq zichroq va chuqurroq egat qoldiradi. Tugunga qarama-qarshi tomonda egat yaqqolroq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Universal sirtmoqda uchlari tutashgan egat hosil bo‘ladi. Tugun tomonida uchlari ochiq bo‘lishi, tugun izi qolishi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Tipik osilish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Egat bo‘yin yuqorisida, til osti suyagidan baland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Qiyshiq-vertikal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Tugun orqa sohada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Atipik osilish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Egat bo‘yinning pastroq qismida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Vertikallik kamayadi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Tugun old yoki yon sohada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Tipik va atipik osilishda egat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114, 115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Osilishdagi qo‘shimcha belgilar va egat hayotiyligi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Yumshoq sirtmoqda teri egati ko‘rinmasa, ichki tekshiruvda oqimtir yo‘lka topiladi (Kasper belgisi). Halqum orti qon quyilishi — Bruardel belgisi.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Cho‘zilish belgilari: Amyuss — uyqu arteriyasi intimasi yorilishi; Martin — arteriya tashqi qavati; Valxer — mushak uchi; Simon — disklarga qon quyilishi.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Bu jarohatlar asosan semiz odamlarda va tipik siltab osilishda kuzatiladi.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Hayotiylik: Bokarius sinamasida egat burmachasida to‘laqonlik, qon quyilish.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Mikroskopda Neyding (qon aylanishi buzilishi) va Kasyanov (reaktiv yallig‘lanish) belgilari.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Qo‘shimcha belgilar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Yumshoq sirtmoq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Kasper: oqimtir yo‘lka  ·  Bruardel: halqum orti qon quyilishi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Cho‘zilish belgilari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Amyuss: uyqu arteriyasi intimasi  ·  Martin: arteriya tashqi qavati  ·  Valxer, Simon: mushak, disklar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Egat hayotiyligi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Bokarius sinamasi  ·  Neyding, Kasyanov belgilari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Osilishdagi qo‘shimcha belgilar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115–116, 116, 116–117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osilish holati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osilgan murdaning bo‘ynida tor, chuqur, qiyshiq egat bor, sirtmoq tuguni orqada. Bu tipik joylashuv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Tipik osilishda egat til osti suyagidan yuqorida, qiyshiq-vertikal bo‘ladi. Atipikda egat pastroq, vertikalligi kamroq.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Qattiq sirtmoq zichroq va chuqurroq egat qoldiradi. Tugunga qarama-qarshi tomonda egat yaqqolroq va chuqurroq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egatning hayotiyligini qaysi usul bilan aniqlaysiz? Egatni sirtmoq bilan qanday taqqoslaysiz?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112, 115, 114, 115, 115, 114, 116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Sirtmoq bilan bo‘g‘ish va osilish farqi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Bo‘g‘ishda reflekslar ko‘proq ta’sirlanadi, o‘lim yurakning reflektor to‘xtashidan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Bo‘g‘ishda sianoz, murda dog‘lari, ixtiyorsiz axlat-siydik ajralishi osilishdagidan yaqqolroq.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Til osti suyagi shikasti ikkalasida xos emas. Bo‘g‘ishda kurash izlari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Osilish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Kuch manbai: tana og‘irligi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Egat qiyshiq, yuqorida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Amyuss, Valxer, Simon mumkin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Sirtmoq bilan bo‘g‘ish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Kuch manbai: o‘zga kuch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Egat gorizontal, tog‘ay sathida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Cho‘zilish belgilari yo‘q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Osilish va bo‘g‘ish solishtirmasi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117, 116, 117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Qo‘l, o‘tmas jism bilan bo‘g‘ish, pozitsion asfiksiya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Qo‘l bilan bo‘g‘ishda bo‘ynda dumaloq yoki oval qontalashlar va tirnoqdan yoysimon shilinmalar bo‘ladi. Ularning joyi qotilning holatiga bog‘liq.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Old tomondan ikki qo‘l bilan bo‘g‘ilganda har yonda old yuzada bittadan, orqada 2-4 tadan iz qoladi. Orqadan bo‘g‘ilganda aksincha.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Ichki jarohatlar tashqisidan yaqqolroq: til osti suyagi va qalqonsimon tog‘ay sinadi, to‘qimalarga qon quyiladi. Yumshoq jism ustidan tashqi iz kam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O‘tmas jismda izlar ta’sir yuzasi proeksiyasida joylashadi. Pozitsion asfiksiyada egat yo‘q, burma bor; tashxis boshqa sabablarni istisno qilishga asoslanadi.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Qo‘l bilan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Dumaloq/oval qontalash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Tirnoqdan yoysimon shilinma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Ichki jarohat yaqqolroq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O‘tmas jism bilan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Izlar ta’sir yuzasi proeksiyasida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Qontalash, shilinma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Pozitsion asfiksiya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Egat yo‘q, burma bor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Boshqa sabablar istisno qilinadi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Bo‘g‘ishning boshqa turlari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118, 119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Obturatsion asfiksiya: teshik va yo‘llar yopilishi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Og‘iz va burunning yopilishi qotillik yoki baxtsiz hodisa bo‘lishi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Jabrlangan qarshilik ko‘rsatmasa, umumasfiktik belgilardan boshqa xos belgi topilmaydi.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Nafas yo‘llari yot jism, sochiluvchan modda, qon yoki qusuq bilan yopiladi. Bu tur ko‘pincha baxtsiz hodisa hisoblanadi.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O‘limda avvalo o‘pkaga havo o‘tishi qiyinlashadi; tovush boylamlari spazmi yoki yurakning reflektor to‘xtashi ham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Qotillikda asosan yosh bolalar va holsizlangan kattalar jabrlanadi, tasodifiy yopilish esa komadagilarda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Obturatsion asfiksiya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Teshiklar yopilishi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Og‘iz, burun — qo‘l yoki yumshoq jism  ·  Qotillik yoki tasodif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Nafas yo‘llari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Yot jism  ·  Sochiluvchan modda  ·  Qon, qusuq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Murdada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Qarshilikda qontalash, shilinma  ·  O‘pkalar emfizematoz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Obturatsion asfiksiya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119, 120, 120-121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qusuq aspiratsiyasi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murda ochilganda nafas yo‘llarida qusuq moddalari topildi. Bu darhol obturatsion asfiksiyadan o‘lim degani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Qusuq massasi yurakning bilvosita massajida, murdani tashishda va chirishda ham nafas yo‘llariga tushishi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xavfi! Nafas yo‘lidagi qusuq ≠ obturatsion asfiksiya.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qusuq faqat bosh bronxlarda oz miqdorda topilsa va reanimatsiya o‘tkazilgan bo‘lsa, qanday xulosa qilasiz? Qaysi qo‘shimcha tekshiruvlar kerak?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Hayotiy aspiratsiyada shilliq qavat to‘laqon, shishgan va qon quyilishli bo‘ladi, tashxis gistologiya bilan tasdiqlanadi.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120, 120-121, 121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Cho‘kish: tushuncha, tarqalishi va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Cho‘kish — tananing to‘liq yoki qisman botirilishida nafas yo‘llarining suyuqlik, ko‘pincha suv bilan yopilishi.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Dunyoda yiliga uch yuz mingdan ortiq o‘lim qayd etiladi.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Cho‘kishda havzaning xususiyatlari (oqar yoki oqmas, chuchuk yoki sho‘r, harorat), salomatlik holati va xavfli vaziyatlar (to‘lqin, o‘ramlar) muhim.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Turlari: chin (aspiratsion), asfiktik (spastik) va aralash.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Ko‘pincha baxtsiz hodisa, ba’zan o‘z-o‘zini o‘ldirish, kam hollarda qotillik (suzishni bilmaganlarga nisbatan).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Cho‘kish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Chin (aspiratsion)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Suv alveolalargacha boradi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Asfiktik (spastik)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Hiqildoq spazmi  ·  Suv traxeyaga o‘tmaydi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Aralash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Ikki mexanizm birga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Ahamiyati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O‘limda osilishdan keyin ikkinchi  ·  Dunyoda yiliga 300 000+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Cho‘kish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Chin va asfiktik cho‘kish farqi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 cho‘kishda suv qonga o‘tadi: gemodilyusiya, gemoliz, chap yurak qoni ochroq (Kasper belgisi).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Asfiktik cho‘kishda laringospazm suvni o‘tkazmaydi; yurakning chap kameralarida havo emboliyasi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Sunsov sinamasida odatdagidek o‘ng emas, chap qorincha teshiladi.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Chin cho‘kish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Turg‘un oq, keyin pushti ko‘pik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Xamirsimon, marmarsimon o‘pka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Rasskazov-Lukomskiy-Paltauf dog‘lari bor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Asfiktik cho‘kish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Oz, noturg‘un oq ko‘pik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Emfizema, kesma quruq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Faqat Tarde dog‘lari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Chin va asfiktik cho‘kish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122, 123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Dengiz suvida cho‘kish va suvdagi o‘lim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Sho‘r suvning osmotik bosimi qondikidan ancha baland: alveoladagi suv qonga o‘tmaydi, aksincha qonning suyuq qismi alveolaga chiqadi.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Natijada gipovolemiya va qonning quyuqlashuvi kuzatiladi. Rasskazov-Lukomskiy-Paltauf dog‘lari hosil bo‘lmaydi, ba’zan o‘pka shishadi.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Suvdagi o‘limda tana suvga tushgan zahoti yurak va nafas reflektor to‘xtaydi; asfiksiya belgilari rivojlanib ulgurmaydi.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Moyillik omillari: issiq urish, o‘ta charchash, oshqozonning haddan tashqari to‘laligi, mastlik. Yurakda ko‘pincha patologik o‘zgarishlar topiladi.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Mexanizm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Sho‘r suv osmotik bosimi baland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Alveoladagi suv qonga o‘tmaydi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suyuq qismi alveolaga chiqadi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Natija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Gipovolemiya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quyuqlashadi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R-L-P dog‘lari hosil bo‘lmaydi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Sho‘r suvda cho‘kish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123, 124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Cho‘kish hayotiyligini aniqlash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Diatom plankton: kremniy qobiqli bir hujayrali suv o‘simligi; chin cho‘kishda qonga o‘tib, ichki a’zolarga tarqaladi.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Asfiktik cho‘kishda kalla asosi suyuqligi olinadi; o‘pkadagi diatom ahamiyatsiz (o‘limdan keyin ham kiradi).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Qo‘shimcha: psevdoplankton (polyarizatsion mikroskopiya), bakteriologik, krioskopik, refraktometrik usullar.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Namuna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Havzadan 1 l suv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A’zolar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A’zo va suyak miyasi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Topilma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Diatom plankton topiladi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Taqqoslash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Havza planktoniga 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Xulosa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Suvga tirik tushgan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Plankton tekshiruvi tartibi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124-125, 125, 126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Plankton va boshqa hayotiylik ko‘rsatkichlari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Diatom plankton 15-50 mk, ba’zan 200 mk gacha; chin cho‘kishda suv bilan qonga o‘tib, katta doira orqali ichki a’zolarga tarqaladi.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Parenximatoz a’zolar va suyak miyada topilgan plankton havza suvidagi planktonga mos kelsa, cho‘kish hayotiyligidan dalolat beradi.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Psevdoplankton (mayda qum, o‘simlik changi) ham a’zolarga o‘tishi mumkin; u polyarizatsion mikroskopiyada aniqlanadi.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Suvga hayotiy tushganlikni bakteriyalar (Pseudomonas putida, P. fluorescens), krioskopik, refraktometrik, quyushqoqlik, elektr o‘tkazuvchanlik tasdiqlaydi.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Suvga tirik tushish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Diatom plankton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15-50 mk, ba’zan 200 mk gacha  ·  A’zo, suyak miyada, havzaga mos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Psevdoplankton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Qum, o‘simlik changi  ·  Polyarizatsion mikroskopiya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Bakteriyalar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Pseudomonas putida  ·  Pseudomonas fluorescens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Fizik usullar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Krioskopik, refraktometrik  ·  Quyushqoqlik, elektr o‘tkazuvchanlik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Hayotiylik ko‘rsatkichlari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125, 126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Suvdan chiqarilgan murdadagi jarohatlar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Cho‘kish va suv havzasidan chiqarilgan murdalarda jarohatlar hayotiy yoki o‘limdan so‘ng yetkazilgan bo‘lishi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Hayotiy jarohatlar suvga tushishdan oldin ham yetkazilgan bo‘lishi ehtimolini hisobga olish kerak.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Jarohat suv yuzasi yoki sayoz havza tubiga urilishdan, qayiq, kema, katerlar qismlaridan, kuchli oqimda tub jismlariga urilishdan hosil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O‘limdan so‘ng baliqlar va suv hayvonlari shikast yetkazadi; birinchi yordamda yurak massaji, sun’iy nafas oldirish ham jarohat berishi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Hayotiy (tirikda)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Suvga urilish, havza tubi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Qayiq, kema, kater qismlari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Suvga tushishdan oldingi jarohat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O‘limdan keyin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Baliq, suv hayvonlari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Oqimda tub jismlariga urilish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Massaj, sun’iy nafas oldirish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Jarohat kelib chiqishi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Murdaning suvda bo‘lganlik belgilari va jarohatlar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Suvdan chiqqan murdaning tanasi va kiyimi loy, qum, moy, suv o‘tlari bilan ifloslanadi. Suvda sovush tezroq, teri oqaradi va “g‘oz terisi” ko‘rinishini oladi.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Soatlardan so‘ng barmoqlar oqarib bujmayadi; 2-5 kunda kaft, 5-8 kunda tovon qamraladi (“kir yuvuvchi qo‘l”). 2-3 haftada teri “o‘lim qo‘lqopi” kabi ajraladi.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Suv issiq bo‘lsa o‘zgarishlar tez, kiyim ularni sekinlashtiradi. Kattalar terisi matseratsiyaga moyil, chaqaloqda mo‘msimon qoplama himoya qiladi.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Jarohat suvga tushishdan oldin, suvda urilishdan (tub, qayiq, kema), baliq va hayvonlardan yoki reanimatsiyada (massaj, sun’iy nafas)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Soatlar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Barmoqlar oqarib bujmayadi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2-5 kun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Kaft: «kir yuvuvchi qo‘li»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5-8 kun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Tovon qamraladi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10-15 kun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Sochlar oson sug‘uriladi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2-3 hafta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«O‘lim qo‘lqopi»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Suvda bo‘lish muddati va teri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127, 128, 126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suvdan chiqarilgan murda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Vaziyat A: og‘iz-burun atrofida mayda pufakli turg‘un oq ko‘pik. O‘pkalar xamirsimon, hajmi ortgan, plevra bo‘shlig‘ini to‘ldirgan, tashqi yuzasi “marmarsimon”.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Vaziyat B: ko‘pik oz va noturg‘un, nafas yo‘llarida suv yo‘q. O‘pkalar keskin emfizemali, hajmi katta, kesmada quruq yoki oz suyuqlik ajraladi.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Diqqat: o‘pkada diatom planktonining topilishi o‘zi dalil emas, o‘limdan keyin suvga tushganda ham bo‘lishi mumkin.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Savol: A va B vaziyatlar qaysi cho‘kish turiga mos? Asfiktik turda plankton tekshiruvi uchun qaysi suyuqlik olinadi?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Parenximatoz a’zolar va suyak miyadagi plankton hayotiylikni ko‘rsatadi.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122, 123, 125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Kompression asfiksiya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Ko‘krak qafasi va qorin old devori harakati cheklansa, nafas buziladi.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O‘lim tezligi kuch, joy, yo‘nalish va davomiylikka bog‘liq.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Ekximotik niqob (Olive-Danjer): yuz shishgan, ko‘kimtir; yuz, bo‘yin, ko‘krak yuqorisi terisida va ko‘z shilliq pardasida qon quyilishlar.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Karmin shishishi (Lakkasan): uzoq qisilishda o‘pka shishadi, yorqin qizil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Frontal qisilish yonlamadan xavfliroq; ko‘krak qisilishi tezroq o‘ldiradi, faqat qorin qisilishiga chidamliroq.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Kompression asfiksiya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Sabablar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Yer qimirlashi, ko‘chki  ·  Bino qulashi, olomon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O‘lim tezligi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Frontal qisilish xavfliroq  ·  Qorin qisilishiga chidamli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Ekximotik niqob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Olive-Danjer belgisi  ·  Yuz, bo‘yin, ko‘krak qon quyilishi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Karmin shishishi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Lakkasan belgisi  ·  O‘pka yorqin qizil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Kompression asfiksiya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Cheklangan yopiq muhitdagi asfiksiya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Yopiq muhitda kislorod asta-sekin kamayib, karbonat angidrid ko‘payadi. O‘limda yetakchi omil — karbonat angidridning oshib ketishi.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Karbonat angidrid 0,5% bo‘lganda nafas tezlashadi. Kattalarda o‘lim 8-10% da, bolalarda esa 2,0-2,5% dayoq xavf tug‘iladi. Diqqat: bolalar ancha sezgir.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Ko‘pincha baxtsiz hodisa: yer qimirlashi, ko‘chki, suv osti kemasi, sovutkich, germetik sandiq. Boshga plastik qopcha kiygizish — qotillik usuli.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To‘liq yopilmagan muhitda (quduq, silos o‘rasi, ombor) bijg‘ish va chirish toksik moddalari ham o‘limga ta’sir qiladi.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Murdada faqat umumasfiktik belgilar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Nafas tezlashadi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0,5</a:t>
            </a:r>
            <a:r>
              <a:rPr sz="1200" b="0">
                <a:solidFill>
                  <a:srgbClr val="6B7280"/>
                </a:solidFill>
                <a:latin typeface="Calibri"/>
              </a:rPr>
              <a:t>  % CO2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Kattalarda o‘lim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8-10</a:t>
            </a:r>
            <a:r>
              <a:rPr sz="1100" b="0">
                <a:solidFill>
                  <a:srgbClr val="6B7280"/>
                </a:solidFill>
                <a:latin typeface="Calibri"/>
              </a:rPr>
              <a:t>  % CO2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Bolalarda xavf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2,0-2,5</a:t>
            </a:r>
            <a:r>
              <a:rPr sz="1100" b="0">
                <a:solidFill>
                  <a:srgbClr val="6B7280"/>
                </a:solidFill>
                <a:latin typeface="Calibri"/>
              </a:rPr>
              <a:t>  % CO2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Karbonat angidrid chegaralari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yakuniy tezkor savol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Mexanik asfiksiya uch turga bo‘linadi: qisilishdan (bo‘yin yoki ko‘krak-qorin), yopilishdan (teshik, yo‘l, cho‘kish) va cheklangan muhitdagi.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Umumiy belgilar (sianoz, ko‘z ekximozlari, Tarde dog‘lari) maxsus emas, majmua sifatida baholanadi. Asfiktik yurak va qisqargan taloq nisbatan patognomik.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Farqlovchi belgilar: osilishda qiyshiq egat, sirtmoq bilan bo‘g‘ishda gorizontal egat, chin cho‘kishda Krushevskiy ko‘pigi, kompressiyada ekximotik niqob.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Tezkor savol: cheklangan yopiq muhitda bolalar uchun havodagi karbonat angidridning xavfli chegarasi qanday va kattalardan nimasi bilan farq qiladi?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105, 110-111, 114, 117, 122, 129, 130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Qiziq fakt: asfiksiya so‘zi grekcha bo‘lib, tub ma’nosi «pulsning yo‘qligi» (a – inkor, sphygmos – puls). Hozirgi ma’nosi esa kislorod tanqisligi va karbonat angidridi ko‘payishi bilan kechadigan o‘tkir buzilishdir.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Tarixiy fakt: asfiksiyaning kechishi bo‘yicha tibbiyot tarixida faqat bitta tajriba qayd etilgan. N. Minovici 1905-yilda o‘zida, assistentlari yordamida osilish tajribalarini o‘tkazgan. Shuning uchun asfiksiya bosqichlari haqidagi ma’lumotlar shartli va taxminiy.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 (Tarde ≠ Rasskazov-Lukomskiy-Paltauf): Tarde dog‘lari mayda (2-3 mm), to‘q qizil va epikard hamda plevra ostida bo‘ladi. Rasskazov-Lukomskiy-Paltauf dog‘lari kattaroq, pushti-qizg‘ish, faqat visseral plevra ostida bo‘ladi, epikard ostida uchramaydi. Ular chin cho‘kishning belgisi: Tarde dog‘lari suv bilan gemolizga uchraganda hosil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Hodisalarni solishtirish: chin cho‘kishda oshqozonda 300 ml gacha suv aniqlanishi mumkin. Asfiktik cho‘kishda laringospazm suvni nafas yo‘llariga o‘tkazmaydi va u ko‘proq oshqozonga tushadi, shuning uchun 1 l gacha suv bo‘lishi mumkin (Fegerlund belgisi).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Vaqt chizig‘i: suvda murdaning qo‘l-oyoq terisi bir necha soatdan so‘ng oqarib bujmayadi. 2-5 kunda o‘zgarish kaft yuzasini, 5-8 kunda tovon yuzasini qamrab oladi. 2-3 haftadan so‘ng teri timoqlar bilan «o‘lim qo‘lqopi» shaklida ajralishi mumkin. Bu o‘zgarishlar o‘lim sababiga bog‘liq emas.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Mexanik asfiksiya.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5. Kislorod tanqisligi (asfiksiya)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