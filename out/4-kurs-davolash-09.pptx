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jismoniy zo‘riqishda havo ehtiyoji keskin ortadi? 2) Klinitsist vrach asfiksiya mexanizmini nega bilishi shart? Doskada: kislorodning organizmga kirish yo‘llari (nafas a’zolari ~99%, teri va ichak-oshqozon qolgani) sxemasini chizdiring. Tipik xato: kislorodning asosiy ulushi teri orqali olinadi deb o‘ylash. Dars rejasi: gipoksiya turlari, mexanik asfiksiya tasnifi, hayotiy kechishi, umumiy belgilar, keyin har bir 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Respirator gipoksiyaning bevosita shakliga qanday holatlar kiradi (bo‘yin qisilishi, nafas yo‘llari yopilishi)? 2) Nima uchun sud tibbiyotida faqat tez rivojlanuvchi turlar muhim? Doskada: ekzogen va endogen turlar daraxtini chizdiring. Diqqat: gipoksik ≠ giperkapnik: birinchisida kislorod oz, ikkinchisida karbonat angidrid ham ortadi. Tipik xato: gemik gipoksiyani sirkulyator bilan aralashtirish (gemik – gemoglobin, sirkulyator – qon aylanishi).  Tezkor savol: markaziy nerv tizimida to‘qima nafasi to‘xtasa, necha daqiqada qaytmas o‘zgarish bo‘ladi? (5–10 daq.)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Gipoksiya va asfiksiya o‘rtasida qanday farq bor? 2) Strangulyatsion va kompression asfiksiya nimasi bilan farqlanadi? Doskada: mexanik asfiksiya tasnifi jadvalini ko‘chirib chizdiring. Diqqat: asfiksiya ≠ gipoksiya (asfiksiyada gipoksiya giperkapniya bilan birga bo‘ladi). Tipik xato: cho‘kishni qisilish turiga kiritish (u yopilish asfiksiyasining turi). Tezkor savol: strangulyatsion asfiksiyada qaysi a’zolar qisiladi?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bunday holatlarda hodisa joyini sinchiklab ko‘rish hal qiluvchi? 2) Qaysi ashyolar autoasfiksiofiliyani tasdiqlaydi? Doskada chizish: hodisa joyidagi ashyolar va murdadagi belgilar ro‘yxati (ikki ustun). Tipik xato: sirtmoq topilgan har bir holatni avtomatik o‘z-o‘zini o‘ldirish deb baholash; manbada bu holatlar baxtsiz hodisa sifatida baholanishi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Gipoksiya va asfiksiya o‘rtasidagi farq nima (asfiksiyada gipoksiya giperkapniya bilan birga)? 2) Hodisa joyidagi qaysi ashyolar baholashga yordam beradi? Doskada chizish: ‘asfiksiya = gipoksiya + giperkapniya’ sxemasi. Eslab qoling: ‘asfiksiya’ grekcha a – inkor, sphygmos – puls, ya’ni pulsning yo‘qligi. Tipik xato: gipoksiyani asfiksiya bilan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Preasfiktik davrda nega asfiksiya belgilari hali rivojlanmaydi? 2) Talvasalar tufayli tananing jismlarga urilishidan hosil bo‘lgan jarohatlarni o‘zga shaxs jarohatlaridan farqlash nega zarur? Doskada chizish: ikki hansirash bosqichi uchun ‘bosim va puls’ strelkalari (yuqoriga/pastga). Tipik xato: inspirator va ekspirator bosqichlardagi arterial va venoz bosim o‘zgarishini almashtirib yuborish. Siydik, maniy, axlat ajralishi ekspirator bosqichda klonik talvasalar bilan kuzatilishi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nafas markazi falajlanganda ham yurak bir muddat uradi? 2) Terminal bosqichda qon bosimi qanday o‘zgaradi? Doskada: 5 tugunli zanjirni davomiyliklari bilan chizdiring. Tipik xato: terminal nafas olishni inspirator hansirash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reflektor to‘xtashda murdada asfiksiya belgilari topilmasligi mumkin? 2) Nega bosqichlar davomiyligi shartli deb hisoblanadi? Doskada: reflektor to‘xtash yo‘lini (retseptor – nerv – yurak) sxema qilib chizdiring. Tipik xato: 30 soniyagacha to‘xtashda ham to‘liq asfiktik belgilar bo‘ladi,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Javob: ekspirator hansirash bosqichi. Muhokama: 1) Talvasalar paytidagi jarohatlarni o‘zga shaxs yetkazgan jarohatdan qanday farqlash kerak? 2) Preasfiktik davrda organizm qanday moslashadi? Doskada: ikki bosqichni (inspirator va ekspirator) bosim va puls bo‘yicha solishtiring. Tipik xato: bosqichlarning bosim va puls o‘zgarishini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koma davrida talvasalar tonikdan tonik-klonikka o‘tadi? 2) Karaxtlik davri komadan nimasi bilan farq qiladi? Doskada: 4 davrli zanjirni chizib, har davr tagiga asosiy belgisini yozing. Tipik xato: karaxtlik davrini komaning bosqichi deb adashtirish. Karaxtlik komadan chiqish davridir, talvasalar bo‘lmaydi.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o‘pka shishi dastlabki soatlarda noxush belgi hisoblanadi? 2) Postasfiktik gastroenteropatiya qanday asoratlarga olib keladi? Doskada: o‘lim sabablarini vaqt o‘qida (minut-soat, sutka, kechroq) chizing. Tipik xato: o‘lim sababini barcha muddatlarda bir xil deb o‘ylash. Sababi muddatga qarab o‘zgaradi.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Javob: dezorientatsiya va xotira buzilishi davri (3-davr). Muhokama: 1) Mutanosib yordam ko‘rsatilganda yengil holatlar qancha vaqtda izsiz yo‘qoladi, og‘ir holatlarda nimalar qoladi? 2) Klinitsist tibbiy hujjatga nimalarni yozishi kerak? Doskada: 4 davrni chizib, bemor holatini mos davrga belgilang. Tipik xato: konfabulyatsiyani yolg‘on gapirish deb baholash. Bu xotira bo‘shlig‘ini anglamagan holda to‘ldirishdir.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sianoz murda holatiga qarab o‘zgaradi? 2) Ekximozlar qaysi bosqichda va nima uchun paydo bo‘ladi? Doskada: hansirash bosqichidagi bosim o‘zgarishidan tashqi belgilargacha sxema chizdiring. Tipik xato: midriazni doimiy va aniq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qon suyuq va to‘q qizil bo‘ladi? 2) Nega yurakning o‘ng yarmi ko‘proq to‘ladi? Doskada: kichik qon aylanish doirasida bosim oshishidan asfiktik yurak va venoz to‘laqonlikkacha zanjir chizdiring. Tipik xato: asfiktik yurak sababini chap qorincha zaifligi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bitta belgi bilan tashxis qo‘yib bo‘lmaydi? 2) Sabinskiy belgisi qaysi davr o‘zgarishini aks ettiradi? Doskada: Tarde dog‘lari joylashuvi va diagnostik majmua tarkibini chizdiring. Tipik xato: Tarde dog‘larini asfiksiyaning yagona isboti deb olish. Tezkor savol: qaysi belgilar nisbatan patognomik?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bitta belgiga tayanib asfiksiya tashxisi qo‘yilmaydi? 2) Murdaning yotish holati sianozga qanday ta’sir qiladi? Doskaga chizish: murdaning chalqancha va yuztuban yotgandagi qon oqimi sxemasi. Tipik xato: sianozni asfiksiyaning aniq (patognomik)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yotgan holatdagi osilish ham o‘limga olib kelishi mumkin? 2) Osilishning aksariyat hollarda o‘lim tafsilotlari qanday baholanadi? Doskaga chizish: tipik va notipik osilish turlarini sxema qilib chizing. Tipik xato: faqat erkin osilgan holatni osilish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sirtmoqni olishda tugunni buzmaslik kerak? 2) Tugunning atipik joylashuvi qanday ahamiyatga ega? Doskaga chizish: bo‘yinda tugunning tipik va atipik joylarini sxema qiling. Tipik xato: sirtmoqni tugunning o‘zidan kesib, tugunni buzib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osilishda o‘lim bitta sabab bilan tushuntirilmaydi? 2) Yurakning reflektor to‘xtashi qaysi nerv tuzilmalari bilan bog‘liq? Doskada chizish: bo‘yin kesimi va qisilayotgan tuzilmalar (havo yo‘li, venalar, arteriyalar, nervlar) sxemasi. Tipik xato: osilishda o‘lim faqat havo yo‘lining to‘liq yopilishidan deb o‘ylash. Manbaga ko‘ra havo yo‘li ko‘pincha faqat torayadi.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Egatning qaysi belgilari sirtmoq bilan taqqoslash uchun kerak? 2) Nega tugunni buzmasdan, qarama-qarshi tomondan kesiladi? Doskada chizish: bo‘yin va egat yo‘nalishi (tipik va atipik) sxemasi. Tipik xato: tipik va atipik atamalarini tugun joyi emas, egat chuqurligi bilan bog‘lash. Jadval 5.5 dagi sakkiz mezonni talabalar bilan birga sanab chiqing.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9 daqiqa. Muhokama: 1) Egat hayotiyligi qaysi holatlarda ayniqsa muhim? 2) Cho‘zilish belgilari nega sirtmoq bilan bo‘g‘ishda uchramaydi? Doskada chizish: Bokarius sinamasi bosqichlari (teri laxtagi, yog‘dan tozalash, ikki oynacha orasida yorug‘likda ko‘rish). Tipik xato: Kasper belgisini chalkashtirish. Osilishda bu mis sim belgisi; cho‘kishda esa yurak chap kameralaridagi qonning ochroq bo‘lishi. Tezkor savol: Amyuss belgisi nimani bildiradi?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Egatning qaysi xususiyatlari (joyi, yo‘nalishi, kengligi, chuqurligi) sirtmoq turini aniqlashga yordam beradi? 2) Bokarius sinamasida hayotiylikni nima tasdiqlaydi (egat burmachasida to‘laqonlik, qon quyilish)? Doskada chizish: bo‘yin sxemasida tipik va atipik egat joyini, til osti suyagi sathini belgilang. Tipik xato: yumshoq sirtmoqda tashqi egat ko‘rinmasa, osilishni inkor qilish. Bunda ichki tekshiruvdagi “mis sim belgisi”ni (Kasper) eslatish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bo‘g‘ishda yurak reflektor to‘xtashi ko‘proq uchraydi? 2) Cho‘zilish belgilari nima uchun faqat osilishda bo‘ladi? Doskada chizish: ikki ustunli jadvalni talabalar o‘zlari to‘ldirsin. Tipik xato: “Osilish ≠ bo‘g‘ish” farqini unutib, egat yo‘nalishini aralashtirish. Osilishda qiyshiq va yuqori, bo‘g‘ishda gorizontal va pastroq.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qo‘l bilan bo‘g‘ishda ichki jarohatlar tashqisidan ustun? 2) Pozitsion asfiksiyada tashxis nimaga tayanadi? Doskada chizish: bo‘yin old va orqa yuzasida old tomondan ikki qo‘l bilan bo‘g‘ishdagi barmoq izlarining joyini belgilang. Tipik xato: bo‘yin burmasini strangulyatsion egat deb qabul qilish, vaholanki ichki tekshiruvda burma proeksiyasida faqat oqimtir yo‘lka va ayrim qon quyilishlar topiladi.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Qarshilik bo‘lmaganda nega xos belgi topilmaydi? 2) Qaysi holatlar yot jism aspiratsiyasiga moyillik yaratadi? Doskada: obturatsion asfiksiyaning ikki turini (teshiklar, yo‘llar) va ularning sabablarini sxema qilib chizing. Tipik xato: nafas teshiklari yopilishini nafas yo‘llari yopilishi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Reanimatsiya qusuqning nafas yo‘liga tushishiga qanday ta’sir qiladi? 2) Hodisa joyi ma’lumotlari tashxisda nima beradi? Doskada: aspiratsiya hayotiy va o‘limdan keyingi bo‘lgan holatlarini ikki ustunda taqqoslang. Tipik xato: faqat qusuq topilganiga qarab obturatsiya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Cho‘kish turi nimaga bog‘liq? 2) Nega umumasfiktik belgilar cho‘kishning barcha turlarida bo‘lishi mumkin? Doskada: chin va asfiktik cho‘kishda suvning nafas yo‘llaridagi yo‘lini chizing. Tipik xato: asfiktik cho‘kishda suv umuman bo‘lmaydi deb o‘ylash; aslida suv ko‘proq oshqozonga o‘tadi.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asfiktik cho‘kishda o‘pka quruq, chin cho‘kishda xamirsimon? 2) Havo emboliyasini aniqlashda nega chap qorincha teshiladi? Doskada: laringospazm va suv yo‘lini ikki tarmoqli sxema qilib chizdiring. Tipik xato: Rasskazov-Lukomskiy-Paltauf dog‘larini Tarde dog‘lari bilan aralashtirish (ular epikard ostida bo‘lmaydi). Qo‘shimcha belgilar: Moro (qorin bo‘shlig‘ida ~100 ml suyuqlik), Sveshnikov (kalla asosida 5-15 ml suyuqlik), limfogemiya.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Chuchuk va sho‘r suvda qon tarkibi qanday o‘zgaradi? 2) Nega suvdagi to‘satdan o‘limni «sinkopal cho‘kish» emas, to‘satdan o‘lim deyish to‘g‘riroq? Doskada: osmotik bosim yo‘nalishini strelkalar bilan chizdiring (chuchuk va sho‘r suv). Tipik xato: sho‘r suvda ham chin cho‘kishdagi kabi qon suyulishini kutish (aksincha, qon quyuqlashadi).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o‘pkada topilgan diatom hayotiylikni isbotlamaydi? 2) Nega murda topilgan havzadan suv namunasi olinadi? Doskada: diatomning qon aylanishi orqali parenximatoz a’zolargacha yo‘lini chizdiring. Qo‘shimcha ma’lumot: plankton odatda 15-50 mk, ba’zan 200 mk gacha; krioskopik, refraktometrik va elektr o‘tkazuvchanlik tekshiruvlari yurakning chap va o‘ng kameralaridagi qonni taqqoslashga asoslanadi; bakteriyalar: Pseudomonas putida, P. fluorescens. Tipik xato: o‘pkadagi planktonni hayotiylik belgisi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Teridagi o‘zgarishlar murdaning suvda yotgan muddatini qanday ko‘rsatadi? 2) Suvdan chiqqan murdadagi jarohatni hayotiy va o‘limdan keyingisidan qanday farqlaymiz? Doskada: kunlar bo‘yicha teri o‘zgarishlari (soatlar – 2-5 kun – 5-8 kun – 2-3 hafta) chizig‘ini chizdiring. Tipik xato: suvda yotganlik belgilarini o‘lim sababi (cho‘kish) belgisi deb hisoblash. Bu belgilar o‘lim sababi bilan bog‘liq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Javob: A – chin (aspiratsion), B – asfiktik cho‘kish; asfiktik turda kalla asosi bo‘shlig‘idagi suyuqlik tekshiriladi. Muhokama: 1) Nega asfiktik turda suv alveolalargacha yetmaydi (laringospazm)? 2) Nega o‘pkadagi planktonning o‘zi yetarli emas? Doskada: ikki ustunli taqqoslash (ko‘pik, o‘pka, plankton) chizdiring. Tipik xato: o‘pkada plankton topilsa, chin cho‘kish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faqat ko‘krak qisilishi faqat qorin qisilishidan xavfliroq (yurak, diafragma harakati)? 2) Olomon halokatida o‘lim sababini aniqlashda qanday raqobatli sabablar bor? Doskada: ko‘krak va qorin qisilishining turlari bo‘yicha o‘lim tezligi tartibini chizdiring. Tipik xato: Olive-Danjer (ekximotik niqob) va Lakkasan (karmin shishishi) belgilarini aralashtirish. Birinchisi teri va ko‘z shilliq pardasida, ikkinchisi o‘pkada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bolalar uchun xavfli karbonat angidrid chegarasi pastroq? 2) Quduqda topilgan murdada toksik moddalar rolini qanday baholaysiz? Doskada: yopiq muhitda O2 pasayishi va CO2 ortishini ikki qarama-qarshi strelka bilan chizing. Tipik xato: o‘limni faqat kislorod tanqisligi bilan izohlash, karbonat angidrid rolini unutish. Qo‘shimcha: autoasfiksiofiliyada qopcha usuli baxtsiz hodisa hisoblanadi.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belgilar tur uchun xos, qaysilari barcha asfiksiyada umumiy? 2) Nega klinitsist uchun postasfiktik o‘zgarishlar va to‘liq tibbiy hujjatlar muhim (tugallanmagan asfiksiyada yordam ko‘rsatish, jarohat og‘irligi va o‘lim sababini aniqlash; G‘iyosov, 109-110-betlar)? Doskada: uch tur bo‘yicha tasniflash daraxtini chizing va har turga bittadan xos belgi yozing. Tipik xato: umumasfiktik belgilarni bitta o‘zi asfiksiya isboti deb hisoblash. Javob: bolalarda 2,0-2,5%, kattalarda o‘lim odatda 8-10% 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Mexanik asfiksiya.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mexanik asfiksiya va mashg‘ulot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uchun muhitda yetarli kislorod bo‘lishi va organizm uni o‘zlashtirishi asosiy shartlardan biridir.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Kislorodning 98,5–99,0% nafas a’zolari orqali, qolgani teri, oshqozon va ichaklar orqali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Tinch holatda bir minutda 6–8 l havo kerak; jismoniy zo‘riqishda ehtiyoj ba’zan 10–20 barobar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Tugallanmagan asfiksiyada bemorlarga tibbiy muassasada yordam beriladi, shuning uchun klinitsist ham mexanizmni bilishi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103, 109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Gipoksiya turlari va rivojlanish jadalligi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Ekzogen: gipoksik, giperoksik, giperkapnik; oxirgisida karbonat angidrid ko‘payadi.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Endogen: respirator, sirkulyator, gemik, sitotoksik va fiziologik turlar.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tibbiyotida yashinsimon va o‘tkir turlar ko‘p uchraydigan ekspertiza obyektidir.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7360"/>
                <a:gridCol w="287061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Yashinsimon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soniyalarda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daqiqalarda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Biroz o‘tkir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soatlarda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Surunkali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kun, hafta, oylarda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Rivojlanish jadalligi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103, 104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 va mexanik asfiksiya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Asfiksiya grekcha “pulsning yo‘qligi” ma’nosini bildiradi (a – inkor, sphygmos – puls).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Asfiksiyada kislorod kamayib, karbonat angidrid ortadi (gipoksiya + giperkapniya birga).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omildan tashqi nafas buzilishi – mexanik asfiksiya; uch turi farqlanadi.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Ko‘rinishlari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Qisilishdan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bo‘yin va ko‘krak-qorin qisilishi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Yopilishdan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 teshiklari, yo‘llari, cho‘kish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Cheklangan muhitda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yopiq muhitda kislorod kamayishi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Qo‘shimcha holat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autoasfiksiofiliya (seksual asfiksiya)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104, 104–105, 105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Autoasfiksiofiliya (seksual asfiksiya)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Autoasfiksiofiliyada jinsiy qo‘zg‘alish gipoksiya va giperkapniya sharoitida yuz beradi. Orgazm spontan yoki onanizm natijasida paydo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Hodisa ko‘pincha jinsiy chetlanishga moyil o‘rta yoshdagi yolg‘iz erkaklarda uchraydi. Ba’zan yosh erkaklarda ham kuzatiladi.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Xos belgi: asfiktik jarayon qo‘l, oyoq yoki turli moslamalar bilan boshqariladi. Ko‘pincha bo‘yin sirtmoq bilan qisiladi yoki boshga polietilen qopcha kiyiladi.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 bilan tugasa, baxtsiz hodisa deb baholanadi. Joyda pornografik rasmlar, jinsiy a’zo imitatorlari, boshqa jins kiyimi topilishi, murdada yalang‘ochlanish va onanizm belgilari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105-106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gipoksiya va asfiksiya tushunchalari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yolg‘iz yashovchi o‘rta yoshdagi erkak xonasida bo‘ynida sirtmoq bilan topildi. Yonida pornografik rasmlar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jinsiy a’zolar yalang‘ochlangan, onanizmga xos belgilar bor. Sirtmoqni qo‘l yoki moslama bilan boshqarish mumkin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Asfiksiya: tashqi nafas buzilishidan kislorod tanqisligi va karbonat angidrid ko‘payishi. Gipoksiya giperkapniya bilan birga kechadi.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hodisani qanday baholaysiz? Qaysi belgilar autoasfiksiofiliyaga ishora qiladi va nima uchun joyni sinchiklab ko‘rish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105-106, 104-105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Preasfiktik davr va hansirash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Preasfiktik davr o‘rtacha 20-30 sek. davom etadi: nafas qisqa to‘xtaydi, keyin maromi sekinlashadi.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Kompensatsiya: aylanayotgan qon ko‘payadi, suyuqlashadi va hayotiy a’zolar foydasiga qayta taqsimlanadi.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inspiratorda arterial bosim pasayadi, ekspiratorda ko‘tariladi. Adashtirmang.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824365"/>
                <a:gridCol w="189007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Inspirator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Ekspirator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Olish tezlashadi, davomiyroq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Chiqarish kuchli, davomiyroq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Plevra bosimi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Keskin pasayadi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Ortadi, ko‘krak kichrayadi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bosimi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Arterial pasayadi, venoz ortadi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Arterial ko‘tariladi, venoz kamayadi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Puls, talvasa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Puls sekin; 40-60 sek.da hush ketadi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Puls tez; kuchli klonik talvasa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Hansirash bosqichlari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Nafas to‘xtashidan klinik o‘limgacha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Nafasning qisqa to‘xtashi 30–40 soniya davom etadi; mushaklar bo‘shashadi, reflekslar so‘na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Terminal nafas: noritmik, turli chuqurlikdagi harakatlar, og‘iz ochiladi; 5 daqiqagacha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to‘xtashda nafas markazi falajlanadi; yurak yana 3–10 daqiqa urishi, so‘ng klinik o‘lim boshlanishi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Nafasning qisqa to‘xtashi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Terminal nafas olish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Nafasning to‘liq to‘xtashi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Yurak urishi (3–10 daq)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 o‘lim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Bosqichlar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106-107, 107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Yurakning reflektor to‘xtashi va Minovichi tajribasi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asfiksiyadan o‘limda bosh miya gipoksiyasi bilan birga yurakning to‘xtashi ham muhim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Reflektor to‘xtash karotid sinus, hiqildoq, traxeya, bronxlar retseptorlari ta’sirlanishi yoki adashgan va yuqori hiqildoq nervi shikastlanishidan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30 soniyagacha to‘xtasa, umumasfiktik belgilar ulgurmaydi va murda tekshiruvida aniqlanmasligi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Bosqichlar ma’lumoti shartli, taxminiy. N. Minovichi 1905-yilda assistentlari yordamida o‘zida osilish tajribasini o‘tkazgan.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asfiksiya kechishi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Preasfiktik davr o‘rtacha 20–30 soniya: nafas qisqa to‘xtaydi, so‘ng sekinlashadi; moslashuv tufayli belgilar rivojlanmaydi.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Inspirator hansirashda nafas olish uzayadi, arterial bosim pasayadi, venoz bosim ortadi, puls sekinlashadi.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Ekspirator hansirashda nafas chiqarish kuchayadi, arterial bosim ko‘tariladi, puls tezlashadi, klonik talvasalar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inspirator ≠ ekspirator. Savol: qaysi bosqichda arterial bosim ko‘tarilib, puls tezlashadi?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Asfiksiya o‘limsiz tugasa, organizmda bir qator o‘zgarishlar qoladi. Ularning majmuyi postasfiktik holat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Koma bosqichlari: atoniya va arefleksiya, keyin detserebratsion rigidlik, oxirida tonik-klonik talvasalar.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Karaxtlikda hush asta tiklanadi: sopor, chuqur va yengil karaxtlik, so‘ng uyquchanlik.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Asfiktik koma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Karaxtlik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Dezorientatsiya va amneziya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Qoldiq oqibatlar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Postasfiktik holat davrlari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107, 108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oqibatlar va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Vegetativ buzilishlar: terining giperesteziyasi, gipergidroz, “qorachiqlar o‘yini”, qusish, ixtiyorsiz siydik va axlat ajralishi.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Asfiksiya 3 daqiqa va undan uzoq bo‘lsa, turg‘un gipotoniya, ichki a’zolar ishemiyasi, ba’zan miokard infarkti kuzatiladi. Dastlabki soatlarda o‘pka shishi noxush prognostik belgi.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Jigarda gepatotsitlar distrofiyasi, buyrakda shok o‘zgarishlari, oshqozon-ichakda eroziya va yaralar bo‘ladi. Asorat: o‘tkir yetishmovchilik, perforatsiya, peritonit yoki ichki qon ketish.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 sababi: dastlabki minut va soatlarda asfiktik koma, birinchi sutkada o‘pka va miya shishi, keyinroq gipostatik pnevmoniya.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qutqarilgan jabrlanuvchi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suvda cho‘kayotgan shaxs qutqarib olindi. Asfiktik ta’sir o‘limsiz tugadi, uni tibbiy muassasaga olib kelishdi.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Ko‘rik: hushi tiklangan, lekin zamon va makonda chalkashadi, xotiradagi bo‘shliqni soxta xotira bilan to‘ldiradi, retrograd amneziya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postasfiktik holatning qaysi davri? Mutanosib yordam ko‘rsatilmasa, qanday qoldiq oqibatlar qolishi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hujjatlar to‘laqonli ma’lumot saqlasa, tana jarohati og‘irligini yoki o‘lim sababini aniqlashda juda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107, 108, 109, 110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umumiy belgilari: tashqi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Yuz va bo‘yin sianozi hansirash vaqtidagi talvasalarda paydo bo‘ladi, lekin turg‘un emas. Murda chalqancha yotsa, qon pastga oqib, ko‘kimtirlik yo‘qolishi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Ko‘lamli ko‘kimtir-binafsha murda dog‘lari o‘limdan so‘ng bir soatgacha tez paydo bo‘ladi: qon suyuq va karbonat angidridga to‘yingan. Fonida mayda qon quyilishlar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Ko‘z konyunktivasida mayda qon quyilishlar (subkonyunktival ekximozlar) hansirashda bosim keskin o‘zgarishidan chiqadi. Midriaz (qorachiq kengayishi) noturg‘un belgi: katexolaminlar ta’siri.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Talvasada silliq mushaklar qisqarib, ixtiyorsiz siydik va axlat ajraladi; erkaklarda sperma, ayollarda bachadon bo‘yni shilliq tiqini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belgilar: ichki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Yurakning o‘ng kameralari chapga nisbatan qonga ko‘proq to‘ladi (asfiktik yurak).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O‘pkalarning qisman emfizemasi hansirash bosqichlarida vujudga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Tarde dog‘lari o‘pka bo‘laklari oralig‘i, diafragmal plevra va yurakning orqa yuzasida ko‘proq topiladi.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352531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qizil suyuq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Giperkapniya; fibrinogenaza faolligi ↑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Asfiktik yurak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Kichik doira bosimi ↑, nafas oldin to‘xtaydi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Venoz to‘laqonlik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Kichik doira gipertenziyasi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Tarde dog‘lari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Bosim ↑, tomir o‘tkazuvchanligi ↑, so‘rish ↑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belgi va sababi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110, 111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Tarde dog‘lari, Sabinskiy belgisi, diagnostik majmua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Tarde dog‘lari — visseral plevra va epikard ostidagi diametri 2-3 mm to‘q qizil qon quyilishlar (rasm 5.1). Ular inspirator hansirashda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o‘zgarishlar mexanik asfiksiyaga spetsifik emas, boshqa tez o‘limlarda ham chiqadi. Shu sababli ular alohida emas, majmua sifatida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Asfiktik yurak, kamqonlik va qisqargan taloq nisbatan patognomik (o‘ziga xos). Sabinskiy belgisi preasfiktik davrda depodan qon chiqarilishidan kelib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Yuz ko‘kimtirligi ≠ asfiksiya isboti: yuzi bilan pastga yotgan murdada asfiksiyasiz ham ko‘kimtir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umumiy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mexanik asfiksiyaning umumiy belgilari faqat shu o‘limga xosmi? Yo‘q, ular tez o‘limning boshqa turlarida ham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Tarde dog‘lari: visseral plevra va epikard ostidagi mayda (2-3 mm) to‘q qizil qon quyilishlar. Ko‘proq o‘pka bo‘laklari oralig‘i, diafragmal plevra va yurak orqa yuzasida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Yuz va bo‘yin sianozi turg‘un belgi emas. Murda chalqancha yotsa, qon pastga oqib tushib, sianoz yo‘qolishi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Yuzi pastga qarab yotgan murdada asfiksiyasiz ham yuz ko‘kimtir bo‘ladi. Shuning uchun belgilar alohida emas, majmua sifatida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asfiksiya va osilish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Strangulyatsion asfiksiya bo‘yin a’zolarining qisilishi bilan bog‘liq. Mexanik asfiksiyadan o‘lim holatlarining uchdan ikki qismidan ortig‘i shu turga to‘g‘ri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Osilish mexanik asfiksiyaning eng ko‘p uchraydigan turi bo‘lib, asfiksiyadan o‘limning 65-70% ini tashkil etadi. Ko‘pincha o‘z-o‘zini o‘ldirish usuli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Tipik (to‘liq) osilishda tana sirtmoqda erkin osilib turadi. Notipik osilishda tananing bir qismi tayanchga ega: tik, o‘tirgan yoki yotgan holat.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Sirtmoqni tortish uchun katta kuch shart emas. Tizzaga tayanib osilganda tana massasining 20% iga teng, yotgan holda esa boshning massasiga (4-5 kg) teng kuch yetadi.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materiali, halqasi va tuguni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materiali bo‘yicha uch guruh: yumshoq (sochiq, sharf, galstuk), yarim qattiq (arqon, kamar) va qattiq (sim, zanjir).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halqasi bir, ikki yoki ko‘p o‘ramli bo‘ladi. O‘zgaruvchanligi bo‘yicha sirpanuvchan va sirpanmas sirtmoqlar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Tugun kriminalistik ahamiyatga ega: u sirtmoqni tayyorlagan shaxsning kasbiy ko‘nikmasidan dalolat berishi mumkin. Shuning uchun sirtmoq tugunga qarama-qarshi tomondan kesib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Tugunning joylashuvi tipik (orqa sohada) yoki atipik (old, yon sohalarda) bo‘ladi. Tugunsiz, universal sirtmoqda ham osilish ro‘y berishi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 o‘lim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Bo‘yin qisilganda til asosi halqum devoriga siljiydi va havo yo‘li torayadi. Havo yo‘li faqat ayrim holatlarda butunlay yopiladi.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Bo‘yinturuq venalar qisilib, miyadan qon oqishi qiyinlashadi. Umurtqa arteriyalari orqali qon kirib turadi, kalla ichi bosimi keskin oshadi va miya faoliyati buziladi.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Adashgan nerv, yuqori hiqildoq nervi va sinokarotid tugun sohasi qisiladi yoki cho‘ziladi. Yurak-qon tomir kasalligida bu yurakning reflektor to‘xtashiga olib kelishi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Tugun atipik joylashsa qizilo‘ngach to‘liq berkilmaydi: qusish va massaning aspiratsiyasi kuzatiladi. Keskin tipik osilishda orqa miya va disklar yorilishi hal qiluvchi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113, 113–114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egat va uning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Egat shilinma ko‘rinishida bo‘lib, sirtmoq xususiyatiga bog‘liq. Joyi, yo‘nalishi, kengligi, chuqurligi, relefi, zichligi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sirtmoq zichroq va chuqurroq egat qoldiradi. Tugunga qarama-qarshi tomonda egat yaqqolroq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Universal sirtmoqda uchlari tutashgan egat hosil bo‘ladi. Tugun tomonida uchlari ochiq bo‘lishi, tugun izi qolishi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256546"/>
                <a:gridCol w="157600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Tipik osilish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Atipik osilish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Egat joyi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Bo‘yin yuqorisi, til osti suyagidan baland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Bo‘yinning pastroq qismi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Yo‘nalishi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Qiyshiq-vertikal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Vertikallik kamayadi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Tugun joyi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Orqa sohada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Old yoki yon sohada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Tipik va atipik osilishda egat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114, 115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Osilishdagi qo‘shimcha belgilar va egat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Yumshoq sirtmoqda teri egati ko‘rinmasa, ichki tekshiruvda oqimtir yo‘lka topiladi (Kasper belgisi). Halqum orti qon quyilishi — Bruardel belgisi.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Cho‘zilish belgilari: Amyuss — uyqu arteriyasi intimasi yorilishi; Martin — arteriya tashqi qavatiga, Valxer — to‘sh-o‘mrov-so‘rg‘ichsimon mushak uchiga, Simon — disklarga qon quyilishi.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jarohatlar asosan semiz odamlarda va tipik siltab osilishda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Hayotiylik: Bokarius sinamasida egat burmachasida to‘laqonlik, qon quyilish. Mikroskopda Neyding (qon aylanishi buzilishi) va Kasyanov (reaktiv yallig‘lanish) belgilari.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115–116, 116, 116–117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osilish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osilgan murdaning bo‘ynida tor, chuqur, qiyshiq egat bor, sirtmoq tuguni orqada. Bu tipik joylashuv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Tipik osilishda egat til osti suyagidan yuqorida, qiyshiq-vertikal bo‘ladi. Atipikda egat pastroq, vertikalligi kamroq.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Qattiq sirtmoq zichroq va chuqurroq egat qoldiradi. Tugunga qarama-qarshi tomonda egat yaqqolroq va chuqurroq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egatning hayotiyligini qaysi usul bilan aniqlaysiz? Egatni sirtmoq bilan qanday taqqoslaysiz?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112, 115, 114, 115, 115, 114, 116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bilan bo‘g‘ish va osilish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Bo‘g‘ishda reflekslar ko‘proq ta’sirlanadi, o‘lim yurakning reflektor to‘xtashidan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Bo‘g‘ishda sianoz, murda dog‘lari, ixtiyorsiz axlat-siydik ajralishi osilishdagidan yaqqolroq.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Til osti suyagi shikasti ikkalasida xos emas. Bo‘g‘ishda kurash izlari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797698"/>
                <a:gridCol w="20348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Osilish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Bo‘g‘ish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 manbai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og‘irligi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 kuch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Egat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Qiyshiq, bo‘yinning yuqori qismida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Gorizontal, tog‘ay sathida yoki pastroq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 belgilari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Amyuss, Valxer, Simon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Vujudga kelmaydi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Hodisa turi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Ko‘pincha o‘z-o‘zini o‘ldirish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Ko‘pincha qotillik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Osilish va bo‘g‘ish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117, 116, 117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Qo‘l, o‘tmas jism bilan bo‘g‘ish, pozitsion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bilan bo‘g‘ishda bo‘ynda dumaloq yoki oval qontalashlar va tirnoqdan yoysimon shilinmalar bo‘ladi. Ularning joyi qotilning holatiga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Old tomondan ikki qo‘l bilan bo‘g‘ilganda har yonda old yuzada bittadan, orqada 2-4 tadan iz qoladi. Orqadan bo‘g‘ilganda aksincha.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jarohatlar tashqisidan yaqqolroq: til osti suyagi va qalqonsimon tog‘ay sinadi, to‘qimalarga qon quyiladi. Yumshoq jism ustidan tashqi iz kam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jismda izlar ta’sir yuzasi proeksiyasida joylashadi. Pozitsion asfiksiyada egat yo‘q, burma bor; tashxis boshqa sabablarni istisno qilishga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118, 119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Obturatsion asfiksiya: teshik va yo‘llar yopilishi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Og‘iz va burunning yopilishi qotillik yoki baxtsiz hodisa bo‘lishi mumkin. Qotillikda asosan yosh bolalar va holsizlangan kattalar jabrlanadi, tasodifiy yopilish esa komadagilarda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Jabrlangan qarshilik ko‘rsatmasa, umumasfiktik belgilardan boshqa xos belgi topilmaydi. Qarshilikda og‘iz-burun atrofida qontalash, shilinma, milk va shilliq qavatda qon quyilish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Nafas yo‘llari yot jism, sochiluvchan modda, qon yoki qusuq bilan yopiladi. Bu tur ko‘pincha baxtsiz hodisa hisoblanadi. Mastlik va kalla-miya jarohati aspiratsiyaga moyillik yaratadi.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O‘limda avvalo o‘pkaga havo o‘tishi qiyinlashadi; tovush boylamlari spazmi yoki yurakning reflektor to‘xtashi ham mumkin. Murdada o‘pkalar kengaygan, emfizematoz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119, 120, 120-121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qusuq aspiratsiyasi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murda ochilganda nafas yo‘llarida qusuq moddalari topildi. Bu darhol obturatsion asfiksiyadan o‘lim degani emas.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Qusuq massasi yurakning bilvosita massajida, murdani tashishda va chirishda ham nafas yo‘llariga tushishi mumkin. Bunda u oz bo‘ladi, kichik bronx va alveolalarda topilmaydi.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xavfi! Nafas yo‘lidagi qusuq ≠ obturatsion asfiksiya. Hayotiy aspiratsiyada shilliq qavat to‘laqon, shishgan va qon quyilishli bo‘ladi, tashxis gistologiya bilan tasdiqlanadi.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qusuq faqat bosh bronxlarda oz miqdorda topilsa va reanimatsiya o‘tkazilgan bo‘lsa, qanday xulosa qilasiz? Qaysi qo‘shimcha tekshiruvlar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120, 120-121, 121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Cho‘kish: tushuncha, tarqalishi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Cho‘kish — tananing to‘liq yoki qisman botirilishida nafas yo‘llarining suyuqlik, ko‘pincha suv bilan yopilishi. Mexanik asfiksiyadan o‘limda osilishdan keyin ikkinchi o‘rinda turadi.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Dunyoda yiliga uch yuz mingdan ortiq o‘lim qayd etiladi. Ko‘pincha baxtsiz hodisa, ba’zan o‘z-o‘zini o‘ldirish, kam hollarda qotillik (suzishni bilmaganlarga nisbatan).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Cho‘kishda havzaning xususiyatlari (oqar yoki oqmas, chuchuk yoki sho‘r, harorat), salomatlik holati va xavfli vaziyatlar (to‘lqin, o‘ramlar) muhim.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Turlari: chin (aspiratsion), asfiktik (spastik) va aralash. Chin turda suv alveolalargacha boradi; asfiktikda hiqildoq spazmi tufayli suv traxeya va bronxlarga o‘tmaydi.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va asfiktik cho‘kish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cho‘kishda suv qonga o‘tadi: gemodilyusiya, gemoliz, chap yurak qoni ochroq (Kasper belgisi).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cho‘kishda laringospazm suvni o‘tkazmaydi; yurakning chap kameralarida havo emboliyasi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Sunsov sinamasida odatdagidek o‘ng emas, chap qorincha teshiladi.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3463289"/>
                <a:gridCol w="13304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Asfiktik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Turg‘un oq, keyin pushti ko‘pik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Oz, noturg‘un oq ko‘pik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Xamirsimon, marmarsimon, gipergidriya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Emfizema, giperaeriya, kesma quruq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Rasskazov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Rasskazov–Lukomskiy–Paltauf bor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Yo‘q, faqat Tarde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Oshqozondagi 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 ml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l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Chin va asfiktik cho‘kish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122, 123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Dengiz suvida cho‘kish va suvdagi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Sho‘r suvning osmotik bosimi qondikidan ancha baland: alveoladagi suv qonga o‘tmaydi, aksincha qonning suyuq qismi alveolaga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Natijada gipovolemiya va qonning quyuqlashuvi kuzatiladi. Rasskazov-Lukomskiy-Paltauf dog‘lari hosil bo‘lmaydi, ba’zan o‘pka shishadi.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Suvdagi o‘limda tana suvga tushgan zahoti yurak va nafas reflektor to‘xtaydi; asfiksiya belgilari rivojlanib ulgurmaydi.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Moyillik omillari: issiq urish, o‘ta charchash, oshqozonning haddan tashqari to‘laligi, mastlik. Yurakda ko‘pincha patologik o‘zgarishlar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123, 124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 hayotiyligini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Diatom plankton: kremniy qobiqli bir hujayrali suv o‘simligi; chin cho‘kishda qonga o‘tib, ichki a’zolarga tarqaladi.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cho‘kishda kalla asosi suyuqligi olinadi; o‘pkadagi diatom ahamiyatsiz (o‘limdan keyin ham kiradi).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Qo‘shimcha: psevdoplankton (polyarizatsion mikroskopiya), bakteriologik, krioskopik, refraktometrik usullar.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Havzadan 1 l suv namunasi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A’zo, suyak miyasi tekshiruvi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Diatom plankton topiladi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Havza planktoniga mos keladi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Suvga tirik tushgan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Plankton tekshiruvi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124-125, 125, 126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suvda bo‘lganlik belgilari va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Suvdan chiqqan murdaning tanasi va kiyimi loy, qum, moy, suv o‘tlari bilan ifloslanadi. Suvda sovush tezroq, teri oqaradi va “g‘oz terisi” ko‘rinishini oladi.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Soatlardan so‘ng barmoqlar oqarib bujmayadi; 2-5 kunda kaft, 5-8 kunda tovon qamraladi (“kir yuvuvchi qo‘l”). 2-3 haftada teri “o‘lim qo‘lqopi” kabi ajraladi.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Suv issiq bo‘lsa o‘zgarishlar tez, kiyim ularni sekinlashtiradi. Kattalar terisi matseratsiyaga moyil, chaqaloqda mo‘msimon qoplama himoya qiladi. Sochlar 10-15 kunda oson sug‘uriladi.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Jarohat suvga tushishdan oldin, suvda urilishdan (tub, qayiq, kema qismlari), baliq va hayvonlardan yoki reanimatsiyada (massaj, sun’iy nafas) yetkazilgan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127, 128, 126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suvdan chiqarilgan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 A: og‘iz-burun atrofida mayda pufakli turg‘un oq ko‘pik. O‘pkalar xamirsimon, hajmi ortgan, plevra bo‘shlig‘ini to‘ldirgan, tashqi yuzasi “marmarsimon”.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 B: ko‘pik oz va noturg‘un, nafas yo‘llarida suv yo‘q. O‘pkalar keskin emfizemali, hajmi katta, kesmada quruq yoki oz suyuqlik ajraladi.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o‘pkada diatom planktonining topilishi o‘zi dalil emas, o‘limdan keyin suvga tushganda ham bo‘lishi mumkin. Parenximatoz a’zolar va suyak miyadagi plankton hayotiylikni ko‘rsatadi.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A va B vaziyatlar qaysi cho‘kish turiga mos? Asfiktik turda plankton tekshiruvi uchun qaysi suyuqlik olinadi?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122, 123, 125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Kompression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Ko‘krak qafasi va qorin old devori harakati cheklansa, nafas buziladi. Sabablari: yer qimirlashi, ko‘chki, bino qulashi, avtomobil ag‘darilishi, olomon qisilishi.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 tezligi kuch, joy, yo‘nalish va davomiylikka bog‘liq. Frontal qisilish yonlamadan xavfliroq; ko‘krak qisilishi tezroq o‘ldiradi, faqat qorin qisilishiga chidamliroq.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Ekximotik niqob (Olive-Danjer): yuz shishgan, ko‘kimtir; yuz, bo‘yin, ko‘krak yuqorisi terisida va ko‘z shilliq pardasida qon quyilishlar. Sababi — yuqori kovak vena tizimida qon o‘tishining buzilishi.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Karmin shishishi (Lakkasan): uzoq qisilishda o‘pka shishadi, yorqin qizil bo‘ladi. Mexanik jarohatlar ham o‘limga sabab bo‘lishi mumkin, differensial diagnostika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Cheklangan yopiq muhitdagi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Yopiq muhitda kislorod asta-sekin kamayib, karbonat angidrid ko‘payadi. O‘limda yetakchi omil — karbonat angidridning oshib ketishi.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Karbonat angidrid 0,5% bo‘lganda nafas tezlashadi. Kattalarda o‘lim 8-10% da, bolalarda esa 2,0-2,5% dayoq xavf tug‘iladi. Diqqat: bolalar ancha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Ko‘pincha baxtsiz hodisa: yer qimirlashi, ko‘chki, suv osti kemasi, sovutkich, germetik sandiq. Boshga plastik qopcha kiygizish — qotillik usuli.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To‘liq yopilmagan muhitda (quduq, silos o‘rasi, ombor) bijg‘ish va chirish toksik moddalari ham o‘limga ta’sir qiladi. Murdada faqat umumasfiktik belgilar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yakuniy tezkor savol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asfiksiya uch turga bo‘linadi: qisilishdan (bo‘yin yoki ko‘krak-qorin), yopilishdan (teshik, yo‘l, cho‘kish) va cheklangan muhitdagi.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belgilar (sianoz, ko‘z ekximozlari, Tarde dog‘lari) maxsus emas, majmua sifatida baholanadi. Asfiktik yurak va qisqargan taloq nisbatan patognomik.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Farqlovchi belgilar: osilishda qiyshiq egat, sirtmoq bilan bo‘g‘ishda gorizontal egat, chin cho‘kishda Krushevskiy ko‘pigi, kompressiyada ekximotik niqob.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cheklangan yopiq muhitda bolalar uchun havodagi karbonat angidridning xavfli chegarasi qanday va kattalardan nimasi bilan farq qiladi?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110-111, 114, 117, 122, 129, 130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 fakt: asfiksiya so‘zi grekcha bo‘lib, tub ma’nosi «pulsning yo‘qligi» (a – inkor, sphygmos – puls). Hozirgi ma’nosi esa kislorod tanqisligi va karbonat angidridi ko‘payishi bilan kechadigan o‘tkir buzilishdir.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 fakt: asfiksiyaning kechishi bo‘yicha tibbiyot tarixida faqat bitta tajriba qayd etilgan. N. Minovici 1905-yilda o‘zida, assistentlari yordamida osilish tajribalarini o‘tkazgan. Shuning uchun asfiksiya bosqichlari haqidagi ma’lumotlar shartli va taxminiy.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(Tarde ≠ Rasskazov-Lukomskiy-Paltauf): Tarde dog‘lari mayda (2-3 mm), to‘q qizil va epikard hamda plevra ostida bo‘ladi. Rasskazov-Lukomskiy-Paltauf dog‘lari kattaroq, pushti-qizg‘ish, faqat visseral plevra ostida bo‘ladi, epikard ostida uchramaydi. Ular chin cho‘kishning belgisi: Tarde dog‘lari suv bilan gemolizga uchraganda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Hodisalarni solishtirish: chin cho‘kishda oshqozonda 300 ml gacha suv aniqlanishi mumkin. Asfiktik cho‘kishda laringospazm suvni nafas yo‘llariga o‘tkazmaydi va u ko‘proq oshqozonga tushadi, shuning uchun 1 l gacha suv bo‘lishi mumkin (Fegerlund belgisi).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Vaqt chizig‘i: suvda murdaning qo‘l-oyoq terisi bir necha soatdan so‘ng oqarib bujmayadi. 2-5 kunda o‘zgarish kaft yuzasini, 5-8 kunda tovon yuzasini qamrab oladi. 2-3 haftadan so‘ng teri timoqlar bilan «o‘lim qo‘lqopi» shaklida ajralishi mumkin. Bu o‘zgarishlar o‘lim sababiga bog‘liq emas.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asfiksiya.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5. Kislorod tanqisligi (asfiksiya)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