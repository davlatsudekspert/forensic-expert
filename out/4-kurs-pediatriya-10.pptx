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pediatr uchun asfiksiya bilimi zarur (bolalar, yot jism, tasodifiy yopilish)? 2) Mexanik asfiksiya oddiy gipoksiyadan nimasi bilan farq qiladi? Doskada: mexanik asfiksiyaning 3 turini daraxt shaklida chizdiring. Tipik xato: asfiksiya va gipoksiyani bir xil deb olish — asfiksiyada gipoksiya giperkapniya bilan birga rivojlanadi.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miya to‘qimasi kislorod tanqisligiga eng sezgir? 2) Nega sud tibbiyoti uchun faqat yashinsimon va o‘tkir turlar ahamiyatli? Doskada: gipoksiya tezligi bo‘yicha 4 turni vaqt o‘qida (soniya → oy) chizdiring. Tipik xato: 5-10 minutni barcha to‘qimalarga tegishli deb o‘ylash — bu faqat markaziy nerv tizimiga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Yopiq sandiqqa kirib qolgan bola qaysi turga mos keladi? 2) Nega giperoksik gipoksiyada kislorod ko‘p bo‘lsa-da, gipoksiya rivojlanadi? Doskada: jadvalni talabalar bilan birga to‘ldiring, uchta bosim sharoitini alohida yozing. Tipik xato: giperoksik va giperkapnik turlarni aralashtirish. Keyingi slaydda qisqa ’Tezkor savol’ o‘tkazing.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Mexanik asfiksiya qaysi endogen gipoksiya turiga eng yaqin? 2) Gemik va sitotoksik gipoksiyani nima farqlaydi? Doskada: 5 turni ustun shaklida chizib, har biriga bittadan sabab yozdiring. Tipik xato: respirator gipoksiyani faqat o‘pka kasalligi deb o‘ylash, holbuki bo‘yin qisilishi va nafas yo‘llari yopilishi ham shunga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Atama tarjimasi ta’rifni qanchalik aks ettiradi? 2) Nega faqat gipoksiya demasdan giperkapniyani ham qo‘shamiz? Doskada: «Asfiksiya = gipoksiya + giperkapniya» formulasini yozdiring. Tipik xato: gipoksiya va asfiksiyani sinonim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Osilish va cho‘kish qaysi turga kiradi? 2) Nega autoasfiksiofiliya hodisa joyini ko‘zdan kechirishda alohida e’tibor talab qiladi? Doskada: tasnif daraxtini chizdiring (3 shox, ularning tarmoqlari). Tipik xato: kompression asfiksiyani strangulyatsion bilan aralashtirish (bo‘yin qisilishi va ko‘krak-qorin qisilishi).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bu holatlarda hodisa joyini sinchiklab ko‘rish alohida muhim? 2) Seksual asfiksiyada qaysi usullar ko‘p uchraydi? Doskada: autoasfiksiofiliyaning 3 belgisini (kim, qanday usul, hodisa joyidagi ashyolar) ustunlarga yozdiring. Tipik xato: bunday o‘limni avtomatik o‘z-o‘zini o‘ldirish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belgilar seksual asfiksiyani qo‘llab-quvvatlaydi? 2) Boshqa ehtimoliy sabablarni istisno qilish uchun nima kerak? Doskada: hodisa joyi va murda belgilarini ikki ustunda yozdiring. Tipik xato: faqat bitta belgiga qarab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og‘zaki, tez-tez so‘rang. Muhokama: 1) Gipoksiya va asfiksiya farqi nimada? 2) Qisilishdan asfiksiya qanday ikki ko‘rinishga bo‘linadi? Doskada: mexanik asfiksiya tasnifining daraxt sxemasini chizdiring. Tipik xato: giperkapniyani gipoksiya bilan bir xil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preasfiktik davrda asfiksiya belgilari ko‘rinmaydi? 2) Qonning qayta taqsimlanishi organizm uchun qanday foyda beradi? Doskada chizish: preasfiktik davrdagi kompensator o‘zgarishlar (qon ko‘payishi, suyulishi, qayta taqsimlanishi) sxemasi. Tipik xato: talabalar preasfiktik davrni asfiktik davrning bir bosqichi deb o‘ylaydi, aslida u alohida davr.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nafas to‘xtashi bosqichida mushaklar bo‘shashadi va reflekslar so‘nadi? 2) Nima uchun nafas to‘xtagandan keyin ham yurak urishi mumkin? Doskada chizish: beshta bosqichni o‘q bilan ketma-ket chizib, yoniga davomiyligini yozing. Tipik xato: vaqt ko‘rsatkichlarini qat’iy deb o‘ylash. Darslikda ular shartli va taxminiy, chunki tugallanmagan asfiksiya kuzatuvlariga asoslangan.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Ko‘krak qafasi kengayishi plevra bosimiga qanday ta’sir qiladi? 2) Talvasa jarohatini boshqa shaxs yetkazgan jarohatdan nima uchun farqlash kerak? Doskada chizish: ikki ustunli jadvalni talabalar daftarida to‘ldirish. Tipik xato: arterial va venoz bosim yo‘nalishini chalkashtirish. Inspiratorda arterial pasayadi, ekspiratorda ko‘tariladi.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Nafas to‘xtagandan keyin yurak nega yana bir necha minut ishlaydi? 2) Yurakning reflektor to‘xtashi qaysi retseptorlar ta’sirlanishidan kelib chiqadi? Doskada chizish: asfiktik davr bosqichlarining ketma-ketligi (inspirator, ekspirator, nisbiy tinchlik, terminal, to‘liq to‘xtash) va ularning taxminiy davomiyligi. Tipik xato: nafas to‘xtashini klinik o‘lim bilan aralashtirish; bosqich vaqtlari shartli va taxminiy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Belgilar yo‘qligi mexanik asfiksiyani istisno qiladimi? 2) Bunday holatda yana qaysi ma’lumotlarga tayanish kerak (hodisa tafsilotlari, bo‘yindagi iz)? Doskada chizish: ikki yo‘l sxemasi, ya’ni sekin asfiksiya va yurakning reflektor to‘xtashi. Tipik xato: murdada sianoz va qon quyilishlar yo‘q ekan, asfiksiya bo‘lmagan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Karaxtlik davri asfiktik komadan nimasi bilan farq qiladi (talvasa yo‘q, hush tiklanadi)? 2) Konfabulyatsiya nima? Doskada chizish: to‘rt davrning ketma-ketlik zanjiri va har davr ostiga bittadan asosiy belgi. Tipik xato: karaxtlik bosqichlari (sopor, chuqur, yengil, uyquchanlik) tartibini aralashtirish va retrograd amneziyani konfabulyatsiya bilan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tugallanmagan asfiksiyada tibbiy hujjat sud-tibbiy ekspertiza uchun muhim? 2) Dastlabki soatlarda o‘pka shishi nimani bildiradi? Doskada: o‘lim sabablarini vaqt bo‘yicha (daqiqa-soat, sutka, kechroq) uch qatorli jadval qilib chizdiring. Tipik xato: postasfiktik holatni faqat o‘lim bilan tugaydi deb o‘ylash; aslida u qutqarilgan shaxsda ham rivojlanadi.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sianoz mexanik asfiksiyaning ishonchli belgisi emas? 2) Midriaz nima uchun noturg‘un hisoblanadi? Doskada: tashqi belgilarni ‘belgi — paydo bo‘lish sababi’ ko‘rinishida ikki ustunli ro‘yxat qilib yozdiring. Tipik xato: murda yuzining ko‘kimtirligini doim asfiksiya belgisi deb baholash; murdaning yotish holatini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bitta belgi emas, belgilar majmuasi baholanadi? 2) Tarde dog‘lari qayerda ko‘proq uchraydi (o‘pka bo‘laklari oralig‘i, diafragmal plevra, yurak orqa yuzasi)? Doskada: yurak va o‘pka sxemasini chizib, Tarde dog‘larini belgilang. Tipik xato: Tarde dog‘lari yoki suyuq qonni mexanik asfiksiyaning yagona isboti deb hisoblash; ular tez o‘limning boshqa turlarida ham uchraydi.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sianozning o‘zi yetarli dalil emas? 2) Asfiktik yurak, kamqonlik va qisqargan taloq nima uchun nisbatan ishonchliroq? Doskada chizish: “umumiy belgilar → majmua → xulosa” strelkali sxema. Tipik xato: bitta belgiga qarab asfiksiya tashxisini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Savollarni talabalarga navbat bilan bering, javobni slaydni ochishdan oldin so‘rang. Muhokama: nega bosqich davomiyligi shartli va taxminiy hisoblanadi? Doskada chizish: asfiktik davr bosqichlarini ketma-ket yozish. Tipik xato: inspirator va ekspirator bosqichlarni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yotgan holatda ham osilishdan o‘lim mumkin? 2) Notipik osilishning qanday variantlarini bilasiz? Doskada chizish: jadvalni ko‘chirib, har bir variantga tana holatining sxemasini chizing. Tipik xato: tipik joylashuv (sirtmoq tuguni) bilan tipik osilish (tana erkin osilishi) tushunchalarini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sirtmoqni yechmasdan, tugunga qarama-qarshi tomondan kesish kerak? 2) Tugun murdani tekshirishda qanday ma’lumot berishi mumkin? Doskada: bo‘yin va sirtmoq sxemasini chizib, tugunning tipik (orqa) va atipik (old, yon) joylarini belgilang. Tipik xato: tugunni yechib yoki buzib yuborish. Diqqat: tipik tugun joyi ≠ atipik tugun joyi. Eslatma: sirpanuvchan va sirpanmas sirtmoqning ta’rifi manbadagi 5.4-jadvalda berilgan, matnda ochilmagan; jadvalni ko‘rsatib tushuntiring.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yurak-qon tomir kasalligi bor odamda reflektor to‘xtash xavfi ortadi? 2) Havo yo‘li to‘liq yopilmasa ham o‘lim nega sodir bo‘ladi? Doskada: bo‘yin kesimini chizib, havo yo‘li, bo‘yinturuq vena, uyqu va umurtqa arteriyalarini belgilang. Tipik xato: o‘limni faqat havo yo‘lining yopilishi bilan izohlash. Diqqat: bo‘yinturuq vena (qon chiqishi) ≠ umurtqa arteriyasi (qon kelishi).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Egat xususiyatlarini nega sirtmoq bilan solishtiramiz? 2) Yumshoq sirtmoqda terida egat ko‘rinmasa, qanday belgiga tayanamiz? Doskada: bo‘yinda tipik va atipik egatni qiyshiq chiziq bilan chizib, tugun joyini belgilang. Tipik xato: egat yo‘qligini osilish bo‘lmaganligi deb xulosa qilish. Diqqat: egat sirtmoqning shilinma izi, tugunning bosma izi esa uchlari tutashgan joyda qolishi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yumshoq sirtmoqda teri egati ko‘rinmay qolishi mumkin? 2) Egatning hayotiyligi nega bahsli holatlarda muhim? Doskada chizing: egat kesimi va yonida to‘rt belgi (Amyuss, Martin, Valxer, Simon) joylashuvi. Diqqat: xato qilish xavfi — Kasper belgisi osilishda “mis sim” izi, chin cho‘kishda esa yurak chap kamerasi qonining ochroq rangi; ikkalasini aralashtirmang. Tipik xato: cho‘zilish belgilarini (Amyuss, Valxer, Simon) hayotiylik belgilari (Bokarius, Neyding, Kasyanov) bilan adashtirish. Eslatma: cho‘zilish jarohatlari asosan semiz odamlarda, tipik siltab osilishda kuzatiladi.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Egat joylashuvi bo‘yicha ikki holatni qanday ajratasiz? 2) Nega cho‘zilish belgilari sirtmoq bilan bo‘g‘ishda bo‘lmaydi? Doskada chizing: bo‘yin sxemasida ikki egat — qiyshiq-yuqori va gorizontal-pastroq. Qo‘shimcha: sirtmoq bilan bo‘g‘ishda sianoz, murda dog‘lari ko‘lami va ixtiyorsiz axlat, siydik ajralishi yaqqolroq. Tipik xato: atipik osilishda egat pastroq bo‘lishi mumkinligini unutib, joylashuv bo‘yicha xulosani yagona belgiga tayanib chiqarish; belgilar majmuasini baholang.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Old tomondan ikki qo‘l bilan bo‘g‘ilganda barmoq izlari bo‘ynda qanday joylashadi? 2) Pozitsion asfiksiya diagnostikasi nimaga asoslanadi (voqea tafsilotlari, boshqa o‘lim sabablarini istisno qilish)? Doskada chizing: bo‘yin old va orqa yuzasida ikki qo‘l izlarining joylashuvi (old tomondan: har tarafda old yuzada bittadan, orqada 2-4 tadan). Tipik xato: yumshoq jism ustidan bo‘g‘ishda tashqi izlar kamligini “bo‘g‘ish bo‘lmagan” deb talqin qilish; ichki tekshiruvni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Egatning yo‘nalishi va joyi nimaga ishora qiladi? 2) Nega Amyuss, Valxer, Simon belgilari yo‘qligi muhim? Kutilgan javob: sirtmoq bilan bo‘g‘ish (gorizontal egat, qalqonsimon tog‘ay sathida, cho‘zilish belgilari yo‘q). Doskada chizing: bo‘yin konturida osilish va bo‘g‘ishdagi egat joylashuvini yonma-yon. Tipik xato: til osti suyagi singanini osilishning asosiy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qarshilik bo‘lmaganda xos belgi topilmaydi va ekspert nimaga tayanadi? 2) Qusuq aspiratsiyasini o‘limdan keyingi tushishdan qanday farqlaysiz? Doskada chizing: nafas yo‘llari sxemasi, yot jism va suyuqlik qayergacha yetishini ko‘rsating. Tipik xato: nafas yo‘lida qusuq topilsa, avtomatik obturatsion asfiksiya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asfiktik cho‘kishda oshqozonda suv ko‘proq bo‘ladi? 2) Dengiz suvida nega gemodilyusiya o‘rniga qon quyuqlashadi? Doskada chizing: alveola va qon osmotik farqini ikki strelka bilan (chuchuk va sho‘r suv). Tipik xato: Tarde dog‘i bilan Rasskazov-Lukomskiy-Paltauf dog‘ini aralashtirish va Sveshnikov belgisini (kalla asosidagi suyuqlik) oshqozondagi suv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o‘pkadagi diatom topilmasi hayotiylik isboti bo‘la olmaydi? 2) Asfiktik cho‘kishda plankton uchun qaysi suyuqlik olinadi? Doskada chizing: suv → alveola → qon → a’zolar zanjiri (chin cho‘kish). Tipik xato: o‘pkadagi planktonni hayotiylik belgisi deb hisoblash va suv namunasi olishni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Qaysi omillar teri o‘zgarishini tezlashtiradi yoki sekinlashtiradi? 2) Suvdagi to‘satdan o‘limda nimaga e’tibor beriladi? Doskada chizing: soatlardan haftalargacha vaqt chizig‘i. Tipik xato: bujmayish muddatini o‘lim sababi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Qusuq aspiratsiyasini murdadan keyingi tushishdan qanday ajratamiz (miqdor, kichik bronxlar, gistologiya)? 2) Asfiktik cho‘kishda suv qayerga o‘tadi? Doskada chizing: nafas yo‘li sxemasi va suv yetgan darajani belgilang. Tipik xato: qusuq topilishining o‘zini obturatsion asfiksiya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bolalar karbonat angidridga sezgirroq? 2) Olomonda qisilganda o‘lim sababini qanday aniqlaymiz? Doskada: jadvalni chizib, har ustunga yana bitta misol yozdiring. Tipik xato: kompression asfiksiyani strangulyatsiya bilan aralashtirish (ko‘krak-qorin qisilishi ≠ bo‘yin qisilishi). Diqqat: Olive-Danjer (ekximotik niqob) ≠ Lakkasan (o‘pka karmin shishishi). Eslab qoling: niqob — yuz va bo‘yin, karmin — o‘pka. Cheklangan muhitda o‘ziga xos belgi yo‘qligini alohida ta‘kidlang.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Umumasfiktik belgilar nega yakka holda tashxis qo‘ymaydi? 2) Egatning joyi va yo‘nalishi tur haqida nima deydi? Doskada: osilish va sirtmoq bilan bo‘g‘ish egatini yonma-yon sxematik chizdiring. Kutiladigan javob: sirtmoq bilan bo‘g‘ish (qotillik ehtimoli yuqori), chunki egat gorizontal, pastda va cho‘zilish belgilari yo‘q. Tipik xato: bitta belgiga (masalan, sianoz) tayanib xulosa qilish. Diqqat: osilish ≠ sirtmoq bilan bo‘g‘ish, ularda sirtmoqqa kuch qo‘yilishi har xil.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mashgʻulot: Mexanik asfiksiya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asfiksiya — mexanik omil ta’sirida tashqi nafas olishning buzilishi: kislorod kamayadi, karbonat angidrid ko‘payadi.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tasnif uch turni ajratadi: qisilishdan, yopilishdan va cheklangan muhitdagi asfiksiya.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Osilish asfiksiyadan o‘lim holatlarining 65-70% ini beradi. Strangulyatsiya o‘limlarning uchdan ikki qismidan ortig‘iga to‘g‘ri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gipoksiya, asfiksiya kechishi, postasfiktik holat, umumiy belgilar, so‘ng strangulyatsion, obturatsion, kompression va yopiq muhit asfiksiyasi.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111, 103-129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Kislorod ehtiyoji va gipoksiya jadalligi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Kislorodning 98,5-99,0% qismi nafas a’zolari orqali olinadi, qolgani teri, oshqozon va ichaklar orqali.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Tinch holatda bir minutda 6-8 l havo kerak. Jismoniy zo‘riqishda ehtiyoj ba’zan 10-20 barobargacha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Markaziy nerv tizimida to‘qima nafasi 5-10 minut to‘xtasa, o‘zgarishlar tiklanmaydi. Mushak va biriktiruvchi to‘qimada bu vaqt ancha uzoq.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Tezligi bo‘yicha: yashinsimon (soniya), o‘tkir (daqiqa), biroz o‘tkir (soat), surunkali (kun-oy). Sud tibbiyotida birinchi ikkisi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103, 104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Ekzogen gipoksiya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 kislorod odatda 20,93%. Gipoksik turda nafas olinadigan havoda u kamroq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Bosim bo‘yicha: gipobarik — tog‘ kasalligi, normobarik — kislorodi kam gaz, giperbarik — chuqur suv.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giperoksik ≠ giperkapnik. Birida kislorod ko‘p, ikkinchisida karbonat angidrid ko‘p.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168813"/>
                <a:gridCol w="154563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Sharoit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Gipoksik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Havoda kislorod miqdori 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Tog‘, chuqur suv, kislorodi kam gaz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Giperoksik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Kislorod konsentratsiyasi katta, uzoq nafas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O‘pkada o‘zgarish, kislorod qonga o‘tmaydi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Giperkapnik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Cheklangan (yopiq)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Kislorod kamayadi, CO2 ko‘payadi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Ekzogen gipoksiya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Endogen gipoksiya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Endogen gipoksiyaning beshta turi bor: respirator, sirkulyator, gemik, sitotoksik va fiziologik.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Respirator: bevosita shakli bo‘yin qisilishi va nafas yo‘llari yopilishi, bilvosita shakli shok va sepsisda.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Fiziologik gipoksiya vaqtincha: jismoniy zo‘riqishda yoki birdaniga ko‘p ovqat yeyilganda.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Respirator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Bo‘yin qisilishi, nafas yo‘llari yopilishi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Sirkulyator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aylanishi buzilishi, terminal holat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Gemik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Gemoglobin kamayishi yoki bog‘lay olmasligi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Sitotoksik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Zaharlanishda to‘qima nafasining buzilishi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Endogen gipoksiya: tur va sabab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 va mexanik asfiksiya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kislorod tanqisligi qadimdan asfiksiya atamasi bilan belgilanadi. Grekcha: a — inkor, sphygmos — puls, ya’ni pulsning yo‘qligi.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 — tashqi nafas buzilishi tufayli kislorod tanqisligi va karbonat angidrid ko‘payishi bilan hayotiy tizimlar faoliyatining o‘tkir buzilishi.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Asfiksiyada gipoksiya doimo giperkapniya, ya’ni karbonat angidrid ko‘payishi bilan birga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omil ta’sirida tashqi nafas buzilishidan vujudga kelgan holat mexanik asfiksiya deyiladi. Diqqat: gipoksiya ≠ asfiksiya, chunki asfiksiyada giperkapniya ham bor.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104, 104-105, 105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tasnifda mexanik asfiksiyaning uch turi bor: qisilish, yopilish va cheklangan muhit.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Strangulyatsion — bo‘yin a’zolarining qisilishi; kompression — ko‘krak va qorin bo‘shliqlari a’zolarining qisilishi.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Alohida holat: autoasfiksiofiliya (seksual asfiksiya) — jinsiy qo‘zg‘alish gipoksiya va giperkapniya sharoitida kechadi.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Ko‘rinishlari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Qisilishdan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Strangulyatsion; kompression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Yopilishdan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Nafas teshiklari; nafas yo‘llari; cho‘kish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Cheklangan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Yopiq muhitda kislorod kamayadi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tasnifi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Autoasfiksiofiliya (seksual asfiksiya)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Autoasfiksiofiliya (seksual, autoerotik asfiksiya)da jinsiy qo‘zg‘alish gipoksiya va giperkapniya sharoitida sodir bo‘ladi. Orgazm spontan yoki onanizm natijasida yuzaga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Ko‘pincha jinsiy chetlanishga moyil o‘rta yoshdagi yolg‘iz erkaklarda, ba’zan yosh erkaklarda kuzatiladi.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Xos jihati: asfiktik jarayonni shaxs o‘zi qo‘l, oyoq yoki moslamalar bilan boshqaradi. Ko‘pincha bo‘yin sirtmoq bilan qisiladi yoki boshga polietilen qopcha kiyiladi.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Ba’zan o‘lim bilan tugaydi va baxtsiz hodisa deb baholanadi. Hodisa joyida pornografik rasmlar, jinsiy a’zo imitatorlari, boshqa jins kiyimi topilishi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105-106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gumonli o‘lim hodisa joyida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(o‘quv misoli): yolg‘iz yashovchi o‘rta yoshdagi erkak o‘z xonasida o‘lik topildi. Bo‘yinda sirtmoq bor, sirtmoq tana og‘irligi bilan emas, moslama orqali tortilgan.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Hodisa joyida pornografik rasmlar va jinsiy a’zo imitatorlari bor. Murdada jinsiy a’zolar yalang‘ochlangan, onanizmga xos belgilar aniqlanishi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Osilish ko‘pincha o‘z-o‘zini o‘ldirish usuli, seksual asfiksiyada o‘lim esa baxtsiz hodisa sifatida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o‘lim turini qaysi dalillarga tayanib baholaysiz? Hodisa joyidan yana nimalarni izlaysiz?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106, 106, 111, 105-106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ekzogen gipoksiyaning turlari? Javob: gipoksik, giperoksik va giperkapnik.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endogen gipoksiyaning turlari? Javob: respirator, gemik, sirkulyator, sitotoksik va fiziologik.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asfiksiya nima? Javob: tashqi nafas buzilishidan kislorod tanqisligi va karbonat angidrid ko‘payishi; gipoksiya giperkapniya bilan birga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mexanik asfiksiyaning turlari? Javob: qisilishdan, yopilishdan va cheklangan muhitdagi asfiksiya.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103, 104, 104-105, 105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Asfiksiyaning preasfiktik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Preasfiktik davr o‘rtacha 20-30 sekund davom etadi. Nafas qisqa vaqtga to‘xtaydi, keyin uning maromi sekinlashadi.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Ba’zan tartibsiz harakat kuzatiladi. Organizm kompensator-moslashuv imkoniyatlari bilan asfiktik omil ta’sirini bartaraf etishga urinadi.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Kislorodni tashuvchi qon miqdori ko‘payadi, qon suyuqlashadi va hayot uchun muhim a’zolar foydasiga qayta taqsimlanadi.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moslashuv hisobiga bu davrda asfiksiya belgilari hali rivojlanmaydi.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davr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Inspirator va ekspirator bosqich taxminan 1 minutdan davom etadi. Hush odatda 40-60 sekundda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to‘xtashi bosqichi 30-40 sekund, terminal nafas olish esa 5 minutgacha davom etishi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markazi falajlangach, yurak yana 3-10 minut urib turishi mumkin. So‘ng yurak to‘xtab, klinik o‘lim boshlanadi.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Inspirator hansirash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Ekspirator hansirash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to‘xtashi (tinchlik)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Terminal nafas olish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Nafasning to‘liq to‘xtashi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Asfiktik davr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106-107, 107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Inspirator va ekspirator hansirash: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Ekspirator bosqichda siydik, maniy, axlat ajralishi bilan kuchli klonik talvasalar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Talvasada tana qismlari atrofdagi jismlarga urilib, turli jarohatlar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talvasa jarohati ≠ o‘zga shaxs yetkazgan jarohat. Ularni farqlash zarur.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1957421"/>
                <a:gridCol w="222946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Inspirator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Ekspirator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Nafas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Olish tezlashadi va uzayadi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Chiqarish kuchli va uzoqroq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Plevra bosimi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Keskin pasayadi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bosimi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Arterial pasayadi, venoz ortadi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Arterial ko‘tariladi, venoz kamayadi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Puls va harakat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Sekinlashadi; harakat tartibsiz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Tezlashadi; klonik talvasa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hansirash bosqichi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Terminal bosqich va yurakning reflektor to‘xtashi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Terminal bosqichda orqa miya markazlari faollashadi. Onda-sonda ritmsiz, turli chuqurlikdagi nafas harakatlari paydo bo‘ladi, ko‘pincha og‘iz ochiladi.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Bosqich 5 minutgacha davom etadi. Oxirida arterial bosim juda pasayadi, reflekslar yo‘qoladi; ba’zan kuchli talvasalar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markazi falajlanib, nafas butunlay to‘xtaydi. Diqqat: nafas to‘xtashi ≠ yurak to‘xtashi, yurak yana 3-10 minut urishi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reflektor to‘xtashi mumkin: karotid sinus, hiqildoq, traxeya, bronx retseptorlari ta’sirlanganda yoki adashgan va yuqori hiqildoq nervlari shikastlanganda.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106-107, 107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tez o‘lim va belgilarning yo‘qligi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Shartli vaziyat: bo‘yni sirtmoq bilan qisilgan shaxs murdasida sianoz va Tarde dog‘lari kabi asfiktik belgilar aniqlanmadi.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asfiksiya bo‘lmaganini bildiradimi? Asfiktik ta’sirdan 30 sekundgacha yurak to‘xtasa, umumasfiktik belgilar rivojlanib ulgurmaydi.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bilan bo‘g‘ishda bo‘yinning refleksogen sohalari ko‘proq ta’sirlanadi. Shu sabab belgilar to‘liq rivojlanguncha yurak reflektor to‘xtashi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Muhokama: osilishda bo‘yindagi strangulyatsion egat asosiy belgi. Egat sirtmoq bilan taqqoslanadi.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107, 117, 114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 davrlari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koma: mushaklar atoniyasi, reflekslar yo‘q; keyin detserebratsion rigidlik va talvasalar.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Karaxtlik va dezorientatsiya: hush tiklanadi, konfabulyatsiya bilan retrograd amneziya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oqibatlar: yengil holatda 1-2 haftada o‘tadi, og‘irida xotira va diqqat buziladi.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1. Asfiktik koma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Atoniya, arefleksiya; keyin talvasalar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2. Karaxtlik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Hush tiklanadi: sopordan uyquchanlikkacha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3. Dezorientatsiya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Zamon-makonda adashish, amneziya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4. Qoldiq oqibatlar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 bo‘lsa 1-2 haftada yo‘qoladi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Postasfiktik davrlar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108, 109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holat: oqibatlar va asoratlar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Yengil holatda to‘liq yordam bilan o‘zgarishlar 1-2 haftada izsiz yo‘qoladi. Og‘irida xotira, diqqat buziladi, bosh og‘rig‘i, paralich, ba’zan aql pasayishi qoladi.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Gipoksiya jigarda distrofiya va nekrozga, buyrakda shokka xos o‘zgarishlarga olib keladi. Oshqozon-ichakda eroziya, yaralar, so‘ngra peritonit yoki ichki qon ketish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Dastlabki daqiqa-soatlarda o‘lim asfiktik komadan, birinchi sutkada o‘pka va miya shishidan bo‘ladi. Kechroq gipostatik pnevmoniya o‘limga sabab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shaxsda jarohat og‘irligini, o‘limda sababni aniqlashda to‘liq ma’lumotli tibbiy hujjatlarning ahamiyati juda katta.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109, 109-110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umumiy tashqi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yuz-bo‘yin sianozi turg‘un emas. Chalqancha yotgan murdada yo‘qolishi, yuzi pastga yotganda esa asfiksiyasiz ham ko‘kimtir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 dog‘lari ko‘lamli, ko‘kimtir-binafsha bo‘lib, o‘limdan bir soatgacha tez paydo bo‘ladi. Sababi qonning suyuqligi va karbonat angidridga to‘yinganligidir; fonida mayda qon quyilishlar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Ko‘z biriktiruvchi qobig‘ida mayda qon quyilishlar (subkonyunktival ekximozlar) hansirashda bosim keskin o‘zgarishidan chiqadi. Qorachiq kengayishi (midriaz) noturg‘un belgi.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Talvasada silliq mushaklar qisqarishidan siydik va axlat ixtiyorsiz ajraladi. Erkakda sperma, ayolda bachadon bo‘yni kanalidan shilliq tiqin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umumiy ichki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Qisman o‘pka emfizemasi hansirash bosqichlarida paydo bo‘ladi; ichki a’zolar venoz to‘laqon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spetsifik emas, boshqa tez o‘limda ham uchraydi; diagnozda majmuasi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yurak, kamqonlik va qisqargan taloq nisbatan patognomik (shu holatga xos) belgilar.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867686"/>
                <a:gridCol w="208297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Suyuq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Yurak, yirik venalarda 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Giperkapniya, fibrinogenaza ko‘payishi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Asfiktik yurak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O‘ng kameralar ko‘proq to‘lgan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Kichik doirada bosim ortishi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Tarde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2-3 mm to‘q qizil, plevra, epikard ostida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Tomir bosimi ortishi, o‘tkazuvchanlik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Sabinskiy belgisi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Kamqon, qisqargan taloq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Preasfiktik davrda depo qoni chiqishi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belgilar va sabablari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110-111, 111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belgilar spetsifik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murdada yuz sianozi, Tarde dog‘lari va suyuq to‘q qizil qon topildi. Savol: bu faqat mexanik asfiksiyani isbotlaydimi?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Yo‘q. Bu o‘zgarishlar tez o‘limning boshqa turlarida ham uchraydi: to‘satdan yurak o‘limi, elektrotravma, anafilaktik shok.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Diagnostikada belgilar alohida emas, majmua holida, ya’ni birgalikda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Sianoz turg‘un emas: murda chalqancha yotsa yo‘qoladi, yuzi pastga yotsa asfiksiyasiz ham ko‘kimtir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110-111, 110, 111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Preasfiktik davr o‘rtacha necha soniya davom etadi? Javob: 20-30 soniya, bu davrda asfiksiya belgilari hali rivojlanmaydi.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Inspirator hansirash bosqichidan keyin qaysi bosqich keladi? Javob: ekspirator hansirash, unda nafas chiqarish kuchliroq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Postasfiktik holatning to‘rt davrini ayting. Javob: asfiktik koma, karaxtlik, dezorientatsiya va xotira buzilishi, qoldiq oqibatlar.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Subkonyunktival ekximozlar qachon paydo bo‘ladi? Javob: hansirash bosqichida, arterial va venoz bosim keskin o‘zgarganda.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108, 110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Osilish: tipik va notipik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uchraydi (65-70%). Aksariyati o‘z-o‘zini o‘ldirish usuli, baxtsiz hodisa kamdan-kam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tomir va nervlarni qisish uchun sirtmoqni katta kuch bilan tortish shart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Tizzaga tayansa kuch tana massasining 20%i, yotganda esa bosh og‘irligi (4-5 kg) ga teng.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837520"/>
                <a:gridCol w="1995034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Tipik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Notipik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To‘liq osilish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To‘liqmas osilish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Tananing holati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Sirtmoqda erkin osilib turadi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qismi tayanchga ega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Variantlar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Turgan, o‘tirgan, yotgan va h.k.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Tipik va notipik osilish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111, 112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va tugunning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Sirtmoq materiali turlicha bo‘ladi; halqa bir, ikki yoki ko‘p o‘ramli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Tugun kriminalistik jihatdan muhim: u sirtmoqni tayyorlagan shaxsning kasbiy ko‘nikmasini ko‘rsatishi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Sirtmoqni olishda tugunga qarama-qarshi tomon kesiladi; tugunsiz (universal) sirtmoqda ham osilish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61"/>
                <a:gridCol w="348781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Variantlar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Material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Yumshoq, yarim qattiq, qattiq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O‘ramlar soni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Bir, ikki, ko‘p o‘ramli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Siljishi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Sirpanuvchan va sirpanmas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Tugun joyi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Tipik (orqa), atipik (old, yon)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Sirtmoq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 o‘limning vujudga kelish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Osilishda o‘lim bir necha omilning birgalikdagi ta’siridan sodir bo‘ladi, faqat bitta sabab yetakchi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Uyqu arteriyalari qisilsa ham, umurtqa arteriyalari orqali qon keladi; kalla ichi bosimi keskin oshadi.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Atipik tugunda qizilo‘ngach to‘liq berkilmaydi: adashgan nerv ta’sirlanib, qusish va aspiratsiya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Havo yo‘li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Til asosi siljib, yo‘l torayadi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Venalar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Miyadan qon oqishi qiyinlashadi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Reflektor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Adashgan nerv ta’siri: yurak to‘xtashi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Umurtqa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Keskin tipik osilishda orqa miya yorilishi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O‘lim omillari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113, 113-114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egat va uning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belgi — bo‘yindagi strangulyatsion egat; u shilinma bo‘lib, sirtmoq xususiyatiga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Egatning joyi, yo‘nalishi, tutashuvi, kengligi, chuqurligi va relefi sirtmoq bilan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sirtmoq chuqur egat qoldiradi; yumshoq sirtmoqda egat bilinmasa, “mis sim belgisi” (Kasper) topiladi.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164080"/>
                <a:gridCol w="178658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Tipik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Atipik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Tugun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Orqa sohada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Old yoki yon sohada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Joylashuv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Til osti suyagidan yuqorida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Pastroq bo‘lishi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Yo‘nalish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Qiyshiq-vertikal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Vertikalligi kamayadi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Tipik va atipik osilishda egat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114, 114-115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Cho‘zilish belgilari va egat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Kasper belgisi: yumshoq sirtmoqda teri egati ko‘rinmasa, ichki to‘qimada oqimtir yo‘lka (“mis sim”)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Brouardel belgisi: halqum orti sohasi va halqumning orqa devorida ko‘lamli qon quyilish.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Bokarius sinamasi, Neyding va Kasyanov belgilari egatning hayotiy yetkazilganini tasdiqlaydi.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266"/>
                <a:gridCol w="3463289"/>
                <a:gridCol w="145542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Amyuss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Uyqu arteriyasi intimasi ko‘ndalang yorilishi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Uyqu arteriyasi tashqi qavatida qon quyilish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Valxer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To‘sh-o‘mrov-so‘rg‘ichsimon mushak pastki uchida qon quyilish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Bo‘yin umurtqalararo disklariga qon quyilish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Bo‘yin cho‘zilishi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115, 116, 116-117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Bo‘yinni sirtmoq bilan bo‘g‘ish va osilishdan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Refleksogen sohalar ko‘proq ta’sirlanadi, o‘lim yurakning reflektor to‘xtashidan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qotillik; kurash va o‘z-o‘zini himoya jarohatlari topilishi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Til osti suyagi shikasti xos emas; qalqonsimon tog‘ay shoxchalari sinishi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164080"/>
                <a:gridCol w="166847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Osilish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Sirtmoq bilan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 manbai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 yoki qismining og‘irligi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 kuch ta’siri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Egat yo‘nalishi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Qiyshiq-vertikal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Gorizontal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Egat joyi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Til osti suyagidan yuqorida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Qalqonsimon tog‘ay sathi va pastroq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 belgilari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Bo‘lishi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Vujudga kelmaydi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Osilish va sirtmoq bilan bo‘g‘ish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Qo‘l, o‘tmas jism bilan bo‘g‘ish va pozitsion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bilan bo‘g‘ishda bo‘ynda barmoqlardan dumaloq yoki oval qontalashlar, ustida tirnoqdan yoysimon shilinmalar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jarohatlar tashqisidan yaqqolroq: til osti suyagi shoxchalari, qalqonsimon tog‘ay sinishi, yumshoq to‘qimalarga qon quyilishi.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 (tayoq, stul suyanchig‘i) bilan bo‘g‘ishda izlar asosan ta’sir yuzasi proeksiyasida: qontalash, shilinma, suyak va tog‘ay shikasti.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Pozitsion asfiksiyada egat bo‘lmaydi; bukilish burmasi egatga o‘xshashi mumkin, til osti suyagi va hiqildoq tog‘aylari shikastlanmaydi.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118, 119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strangulyatsion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 bo‘yinida gorizontal, tutashgan, bir xil kenglikdagi egat qalqonsimon tog‘ay sathida. Amyuss, Valxer, Simon belgilari topilmagan.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Taqqoslang: tipik osilishda egat bo‘yinning yuqori qismida, til osti suyagidan baland va qiyshiq-vertikal yo‘nalishda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bilan bo‘g‘ishda bo‘yinda dumaloq yoki oval qontalashlar va tirnoqdan yoysimon shilinmalar bo‘ladi. Ichki jarohatlar tashqisidan yaqqolroq.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egat qaysi turga xos? Diqqat: osilish ≠ sirtmoq bilan bo‘g‘ish. Osilishda egat yuqorida, bo‘g‘ishda gorizontal va pastroqda.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117, 114, 118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Obturatsion asfiksiya: teshiklar va nafas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Og‘iz-burunni qo‘l yoki yumshoq jism bilan yopish yosh bolalar, holsiz kattalarga qarshi qotillik usuli. Tasodifan yopilish hushsiz holatda uchraydi.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Qarshilik bo‘lmasa, umumasfiktik belgilardan boshqa xos belgi topilmaydi. Qarshilikda og‘iz-burun atrofida qontalash, shilinma, milkda qon quyilish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Nafas yo‘lini yot jism, sochiluvchan modda, qon, qusuq yopadi; ko‘pincha baxtsiz hodisa. O‘lim: havo o‘tmasligi, tovush boylami spazmi yoki yurakning reflektor to‘xtashi.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nafas yo‘lidagi qusuq har doim obturatsiya emas. Reanimatsiya, tashish, chirishda ham tushadi, lekin oz va mayda bronxlargacha yetmaydi.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119, 120, 120–121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Cho‘kish: chin va asfiktik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cho‘kishda suv alveolalargacha yetadi. Asfiktik turda hiqildoq spazmi suvni traxeya va bronxlarga o‘tkazmaydi.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Dengiz suvida qon quyuqlashadi (gipovolemiya); plevra ostidagi pushti-qizg‘ish dog‘lar hosil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Tarde dog‘i ≠ Rasskazov-Lukomskiy-Paltauf dog‘i: ikkinchisi kattaroq, epikard ostida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3463289"/>
                <a:gridCol w="13304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Chin cho‘kish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Asfiktik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nafas yo‘lida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Alveolalargacha yetadi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Spazm tufayli suv o‘tmaydi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Turg‘un mayda pufakli oq ko‘pik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Oz, noturg‘un oq ko‘pik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Plevra osti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Rasskazov-Lukomskiy-Paltauf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Tarde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Oshqozondagi 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300 ml gacha (Fegerlund)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l gacha, kalla asosida 5–15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Chin va asfiktik cho‘kish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121, 123, 122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Cho‘kishning hayotiyligini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Diatom planktoni kremniyli qobiqli bir hujayrali suv o‘simligi; har bir havzaning o‘ziga xos tarkibi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cho‘kishda plankton suyak miya va parenximatoz a’zolarda topiladi; o‘pkada topilsa, ahamiyati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Taqqoslash uchun havzadan 1 l suv namunasi olinadi; asfiktik cho‘kishda kalla asosi suyuqligi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477805"/>
                <a:gridCol w="188231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Nimani ko‘radi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Diatom plankton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va a’zolarda plankton topilishi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Havza suvidagi planktonga mos kelishi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Psevdoplankton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Qum, o‘simlik changi zarrachalari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Polyarizatsion mikroskopiyada aniqlanadi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Bakteriologik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Pseudomonas putida, fluorescens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Suvga hayotiy tushganlik tasdig‘i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Krioskopik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Chap va o‘ng yurak qoni xususiyati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Muzlash, nur sindirish, o‘tkazuvchanlik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Laboratoriya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124, 125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suvda bo‘lganlik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tez soviydi, teri oqaradi, “g‘oz terisi” bo‘ladi; tana loy va suv o‘tlari bilan ifloslanadi.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Soch 10-15 kunda oson sug‘uriladi; tezlik harorat, kiyim va yoshga bog‘liq, o‘lim sababiga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Suvga tushgan zahoti reflektor to‘xtashda asfiksiya belgilari ulgurmaydi — bu suvdagi to‘satdan o‘lim.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Teridagi 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Qo‘l, oyoq barmoqlari oqarib bujmayadi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2-5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 kafti: “kir yuvuvchi qo‘li”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5-8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Oyoq tovoni to‘liq qamraladi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2-3 hafta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Kaft terisi “o‘lim qo‘lqopi” bo‘lib tushadi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Teri o‘zgarishlari vaqti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127, 128-129, 124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 3: cho‘kish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Voqea: suvdan chiqarilgan murdaning nafas yo‘llarida oz miqdorda oshqozon massasi topildi; kichik bronx va alveolalarda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nafas yo‘lida qusuq topilishi ≠ obturatsion asfiksiya isboti. Savol: bu massa qanday yo‘l bilan tushishi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massa reanimatsiyada yurak massajida, murda tashilganda va chirishda ham tushadi; miqdori oz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chin va asfiktik cho‘kish nimasi bilan farqlanadi? Suv alveolagacha yetadimi yoki laringospazm to‘sadimi?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120-121, 121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Kompression va cheklangan muhitdagi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ko‘krak qisilishi faqat qorin qisilishidan xavfliroq; frontal qisilish yonlamadan xavfliroq.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Ekximotik niqob (Olive-Danjer belgisi) va o‘pkaning karmin shishishi (Lakkasan belgisi) xos belgilar.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Karbonat angidrid kattalarda 8-10% da o‘limga olib keladi; bolalarda 2,0-2,5% da xavfli.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1329"/>
                <a:gridCol w="2203322"/>
                <a:gridCol w="220332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Kompression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Cheklangan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Sabab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Ko‘krak, qorin o‘tmas jism bilan qisiladi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Kislorod kamayadi, karbonat angidrid ortadi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Xos belgi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Ekximotik niqob, karmin shishish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Xos belgi yo‘q, tez o‘lim belgilari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Ko‘chki, olomon, bino qulashi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Quduq, sovutkich, plastik qopcha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turni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129, 130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yakuniy voqea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asfiksiyaning uch turi: qisilishdan, yopilishdan va cheklangan muhitdagi asfiksiya. Qisilish strangulyatsion va kompression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Tarde dog‘lari, suyuq to‘q qon kabi umumasfiktik belgilar spetsifik emas; asfiktik yurak, kamqon va qisqargan taloq nisbatan patognomik. Majmua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Osilishda egat yuqorida, qiyshiq bo‘lib, cho‘zilish belgilari (Amyuss) bo‘lishi mumkin; sirtmoq bilan bo‘g‘ishda egat gorizontal, pastroq, bunday belgilar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tahlili: bo‘yinda gorizontal, tutashgan egat, qalqonsimon tog‘ay shoxchalari singan, Amyuss belgisi yo‘q. Qaysi tur ehtimol va nega?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111, 115-117, 117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 fakt: asfiksiya kechishi bo‘yicha tibbiyot tarixida faqat bitta tajriba qayd etilgan. 1905-yilda N. Minovici o‘zida, yordamchilari ishtirokida osilish tajribasini o‘tkazgan. Shuning uchun bosqichlar vaqti shartli va taxminiy.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(Tarde va Rasskazov-Lukomskiy-Paltauf dog‘lari): Tarde dog‘lari mayda (2-3 mm), to‘q qizil, plevra va epikard ostida. Rasskazov-Lukomskiy-Paltauf dog‘lari kattaroq, pushti-qizg‘ish, faqat plevra ostida; epikardda va dengiz suvida cho‘kishda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oshqozonda ko‘p suv topildi. Chin cho‘kishda oshqozonda 300 ml gacha, asfiktik cho‘kishda laringospazm tufayli 1 l gacha suv bo‘lishi mumkin (Fegerlund belgisi). Hajm turni farqlashga yordam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(egat): osilishda egat qiyshiq, bo‘yinning yuqori qismida, til osti suyagidan baland. Sirtmoq bilan bo‘g‘ishda egat gorizontal, qalqonsimon tog‘ay sathida yoki undan pastroq joylashadi.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joyi ahamiyati: seksual asfiksiyadan o‘lim baxtsiz hodisa deb baholanadi. Joyni sinchiklab ko‘zdan kechirish kerak. Jinsiy chetlanishni tasdiqlovchi ashyolar topilishi va murdada jinsiy a’zolarning yalang‘ochligi aniqlanishi mumkin.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5. Kislorod tanqisligi (asfiksiya)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