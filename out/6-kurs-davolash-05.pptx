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Axloq va huquq me’yorlari ta’minlanishi bo‘yicha qanday farqlanadi? Doskada: ikki ustunli jadval. Tipik xato: huquq me’yorini faqat odat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Vazirlik buyrug‘i qonunmi yoki qonun osti hujjatimi? Doskada: hujjatlar ketma-ketligini yozing. Tipik xato: buyruqni qonun deb atash.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Talabni «lozim darajada bajarmaslik» nimani bildiradi? Doskada: TXKH ta’rifini yozing. Tipik xato: faqat talabni umuman bajarmaslikni TXKH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Beshta belgidan birortasi yetishmasa nima bo‘ladi? Doskada: 5 belgini ro‘yxatlang. Tipik xato: harakatsizlikni qilmish hisoblamaslik.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Qaysi belgi qilmishni jinoyatdan ajratadi? Doskada: ikki ustunli jadval. Tipik xato: har bir g‘ayriqonuniy harakatni jinoyat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Har bir turga o‘z amaliyotingizdan misol keltiring. Doskada: uchta tur nomini yozing. Tipik xato: turlarni bir-biridan farqlamaslik.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Mulkiy va nomulkiy huquq farqi nimada? Doskada: uch tur jadvali. Tipik xato: fuqaroviy qilmishni intizomiy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Nega bu tushunchalar qonunda yo‘q? Doskada: ikki atamani yozing. Tipik xato: vrach xatosini huquqiy atama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Vrach xatosi tushunchasini kim va qachon kiritgan? Doskada: lotincha ibora va muallif nomi. Tipik xato: muallifni boshqa olim bilan almashtirish.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Nega xatoni oshkor etish kasbiy fazilat hisoblanadi? Doskada: Pirogov qoidasini qisqa yozing. Tipik xato: xatoni yashirishni oqilona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Qaysi belgi xatoni beparvolikdan ajratadi? Doskada: ta’rifni uch qismga bo‘lib yozing. Tipik xato: beparvolik elementi bor holatni ham xato deb baholash.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Xatoni muhokama qilish qanday foyda beradi? Doskada: xato → muhokama → takrorlamaslik. Tipik xato: vijdonan adashishga jinoiy javobgarlik qo‘llash.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Klinik-anatomik konferensiyaning maqsadi nima? Doskada: sana va joyni yozing. Tipik xato: konferensiyani javobgarlikka tortish usuli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Bu holat nega vrach xatosiga kiradi? Mezonlarni tekshiring. Doskada: anamnez → atipik kechish → xato. Tipik xato: bu holatni beparvolik deb baholash.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Krassovskiy yondashuvini bugungi amaliyot bilan solishtiring. Doskada: tavsiyalar ro‘yxati. Tipik xato: hodisani yashirishni to‘g‘ri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Jamiyat munosabati ikki misolda nega har xil bo‘ldi? Doskada: ikki voqea taqqoslash jadvali. Tipik xato: ta’qibni ijobiy yechim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Baxtsiz hodisa va vrach xatosi o‘rtasidagi asosiy farq nima? Doskada: ta’rif va 2 belgi. Tipik xato: baxtsiz hodisani vrach harakatiga bog‘lash.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Qaysi misolda oldindan bilish imkoni yo‘q? Doskada: 5 holatni ro‘yxatlang. Tipik xato: bu holatlarda vrachni aybdor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Javobgarlik bo‘lmasa ham tahlil nega kerak? Doskada: ikki xulosa. Tipik xato: tahlilni faqat javobgarlik uchun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Atamaning etimologiyasi mazmunini qanday ochadi? Doskada: grekcha ildizlar. Tipik xato: yatrogeniyani faqat ruhiy ta’sir deb cheklash.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daq. Muhokama: Yatrogeniya va sororigeniya farqi nima? Doskada: ikki atama. Tipik xato: sororigeniyani vrachga nisbatan qo‘llash.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Ta’riflar orasidagi asosiy farqlarni toping. Doskada: ta’rifni yozing. Tipik xato: yatrogeniyani faqat qasddan sodir etilgan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«Yangi patologik holat» belgisi nega muhim? Doskada: ta’rif sxemasi. Tipik xato: dastlabki kasallikni yatrogeniya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Har bir turga misol keltiring. Doskada: turlar ro‘yxati. Tipik xato: davolamaslikni vrach harakatsizligi deb tushunish.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Tasnifdagi har bir guruhni o‘z o‘rniga qo‘ying. Doskada: sxemani chizing. Tipik xato: yatrogeniyani faqat jinoyatga tenglashtirish.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Ijtimoiy xavfli qilmish nimani anglatadi? Doskada: 4 belgi. Tipik xato: qonunda jinoyat deb belgilanmagan harakatni jinoyat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To‘g‘ri va egri qasd farqini misolda tushuntiring. Doskada: ikki qasd jadvali. Tipik xato: egri qasdni ehtiyotsizlik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Ikki shakl o‘rtasidagi ruhiy munosabat farqi nima? Doskada: jadval. Tipik xato: beparvolikni qasd deb baholash.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Har bir misolda ehtiyotsizlik shaklini asoslang. Doskada: ikki misol – ikki shakl. Tipik xato: ikkala misolni bir xil shaklga kiritish.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Oxirgi zarurat shartlarini sanang. Doskada: shartlar ro‘yxati. Tipik xato: zararning kattaligini hisobga olmaslik.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Asosli tavakkalchilik chegarasi qayerda? Doskada: uch shart. Tipik xato: natija erishilmasa javobgarlik kelib chiqadi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Qaysi shartlar tavakkalchilikni asosli qildi? Doskada: shartlar jadvali. Tipik xato: barcha tavakkalchilikni asosli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Aqli norasolikning tibbiy va yuridik mezoni nima? Doskada: ikki mezon. Tipik xato: jinoiy javobgarlik yoshini 18 deb ko‘rsatish.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Tarkibning to‘rt elementini tibbiy misolda ko‘rsating. Doskada: to‘rt element sxemasi. Tipik xato: juridik shaxsni jinoyat subyekti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Qaysi guruh tibbiy faoliyatga eng yaqin? Doskada: guruhlar jadvali. Tipik xato: barcha moddalarni bitta guruhga kiritish.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Modda qismlari qanday ko‘tarilib boradi? Doskada: uch pog‘ona. Tipik xato: modda oqibatsiz ham qo‘llanadi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Ishdan tashqari vaqtda majburiyat saqlanadimi? Doskada: modda raqami. Tipik xato: majburiyatni faqat ish vaqti bilan cheklash.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Ikki ro‘yxatdan namunalarni taqqoslang. Doskada: ikki ustunli jadval. Tipik xato: dam olish kunini uzrli sabab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Uchala shartni bir holatda tekshiring. Doskada: 3 shart ro‘yxati. Tipik xato: bog‘lanishsiz oqibat uchun javobgarlik qo‘llash.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Birinchi va ikkinchi qism subyektlari qanday farqlanadi? Doskada: qism – subyekt jadvali. Tipik xato: jinoiy abortni faqat vrach sodir etadi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Amaliy mashg’ulot: Tibbiyot xodimlarining huquqiy holati.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Kirish: axloq va huquq me’yorlari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Tibbiyot xodimlarining huquqiy holati.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Jamiyatda insonlarning o‘zaro, shu jumladan kasb faoliyatidagi munosabatlari ijtimoiy me’yorlar bilan boshqariladi.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Axloq me’yorlari «tabiiy» yo‘l bilan vujudga keladi; ularga rioya jamoatchilik fikri kuchi bilan ta’minlanadi.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Huquq me’yorlarini davlat joriy qiladi; ularga rioya davlat majburlashi yo‘li bilan ta’minlanadi.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Axloq me’yorlari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«Tabiiy» yo‘l bilan vujudga keladi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Jamoatchilik fikri kuchi bilan ta’minlanadi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Huquq me’yorlari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Davlat tomonidan joriy etiladi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Davlat majburlashi bilan ta’minlanadi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Ijtimoiy me’yorlar: axloq va huquq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67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Me’yoriy-huquqiy hujjatlar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Tibbiyot xodimlarining huquqiy holati.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Huquq me’yorlaridan tashkil topgan rasmiy hujjatlar me’yoriy-huquqiy hujjatlar deb ataladi.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Ular qonun yoki qonun osti hujjatlari ko‘rinishida bo‘ladi: Prezident Farmoni, qarori, hukumat qarori va boshqalar.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Sog‘liqni saqlashda bular Sog‘liqni saqlash vazirligining buyruqlari, yo‘riqnomalari, qoidalari, nizomlari.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Me’yoriy-huquqiy hujjatlar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Qonun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Qonun osti hujjatlari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Prezident Farmoni, qarori  ·  Hukumat qarori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Sog‘liqni saqlashda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Vazirlik buyruqlari  ·  Yo‘riqnoma, qoida, nizom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Huquq me’yorlaridan tashkil topgan hujjatlar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67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Tibbiy xodimlarning kasb huquqbuzarligi (TXKH)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Tibbiyot xodimlarining huquqiy holati.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Tibbiy xodimlar faoliyati qonun va boshqa me’yoriy hujjatlar bilan belgilangan.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Belgilangan talablarni bajarmaslik yoki lozim darajada bajarmaslik TXKH deb ataladi.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Me’yoriy talab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58568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532888"/>
            <a:ext cx="5287975" cy="7772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Bajarmaslik yoki lozim bajarmaslik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32841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602736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TXKH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TXKH ta’rifi mantiqi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67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Huquqbuzarlik belgilari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Tibbiyot xodimlarining huquqiy holati.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Huquq nazariyasiga ko‘ra huquqbuzarlik belgilari: qilmish (harakat yoki harakatsizlik), ijtimoiy xavf, g‘ayriqonuniylik, ayb va noxush oqibat.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Qilmish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Harakat yoki harakatsizlik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Ijtimoiy xavf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Jamiyat uchun xavf belgisi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G‘ayriqonuniylik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Qonunga zid bo‘lish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Ayb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Shaxsning aybdorligi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Noxush oqibat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Zarar yoki xavf yuzaga kelishi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Huquqbuzarlikning 5 belgisi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67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Qilmish va jinoyat farqi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Tibbiyot xodimlarining huquqiy holati.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Ijtimoiy xavfliligiga ko‘ra TXKH qilmish yoki jinoyat ko‘rinishida bo‘lishi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G‘ayriqonuniy harakat ijtimoiy xavf belgisiga ega bo‘lmasa va Jinoyat kodeksida ko‘zda tutilmagan bo‘lsa, u qilmish deyiladi.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Ijtimoiy xavf alomatlari bo‘lsa, harakat jinoyat sifatida baholanadi.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Qilmish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G‘ayriqonuniy harakat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Ijtimoiy xavf belgisi yo‘q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Jinoyat kodeksida ko‘zda tutilmagan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Jinoyat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G‘ayriqonuniy harakat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Ijtimoiy xavf alomatlari bor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Jinoyat sifatida baholanadi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Ijtimoiy xavfliligiga ko‘ra TXKH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68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Tibbiy xodimlar qilmishining turlari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Tibbiyot xodimlarining huquqiy holati.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Huquq nuqtai-nazaridan tibbiy xodimlarning qilmishi intizomiy, ma’muriy va fuqaroviy turlarga bo‘linadi.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Intizomiy qilmishda belgilangan mehnat, xizmat va ishlab chiqarish tartibi buzilishi ko‘zda tutiladi.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Tibbiy xodim qilmishi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Intizomiy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Mehnat, xizmat, ishlab chiqarish tartibi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Ma’muriy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Muassasa boshqaruv tartibi buzilishi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Fuqaroviy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Mulkiy va nomulkiy huquqlar buzilishi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Huquq nuqtai-nazaridan qilmish turlari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68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Ma’muriy va fuqaroviy qilmish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Tibbiyot xodimlarining huquqiy holati.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Ma’muriy huquqbuzarlikka asosan belgilangan muassasani boshqaruv tartibining buzilishi taalluqli.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Fuqaroviy qilmish fuqarolar va tashkilotlarning mulkiy va nomulkiy huquqlari buzilishini anglatadi.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Bu huquqbuzarliklarning mohiyati va javobgarligi darslikning keyingi boblarida atroflicha bayon etilgan.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0850"/>
                <a:gridCol w="3777125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Tur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Nima buziladi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Intizomiy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Mehnat, xizmat, ishlab chiqarish tartibi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Ma’muriy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Muassasa boshqaruv tartibi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Fuqaroviy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Mulkiy va nomulkiy huquqlar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Qilmish turlari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68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Vrach faoliyatining o‘ziga xosligi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Tibbiyot xodimlarining huquqiy holati.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Qilmishlardan tashqari vrach xatosi va baxtsiz hodisa deb nomlanadigan noxush oqibatlar guruhi mavjud.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Vrach tabiatning eng murakkab obyekti — odam ustida ishlaydi; standart yechimi yo‘q masalalar uchraydi.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Vrach xatosi va baxtsiz hodisa huquqiy tushuncha emas, qonunchilik hujjatlarida uchramaydi.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Noxush oqibatlar guruhlari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Qilmish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Intizomiy, ma’muriy, fuqaroviy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Vrach xatosi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Huquqiy tushuncha emas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Baxtsiz hodisa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Huquqiy tushuncha emas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Qilmishdan tashqari ikki guruh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68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Vrach xatosi: «xato qilish insonga xos»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Tibbiyot xodimlarining huquqiy holati.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Errare humanum est (lot.) — xato qilish insonga xos; tibbiy xodimlar faoliyati bundan mustasno emas.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Xatodan xoli bo‘lish ehtimoli juda mushkul masala; vrach xatosini baholashda qarama-qarshi fikrlar bor.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«Vrach xatosi» jumlasini ilk bor N. I. Pirogov taklif etgan.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68, 69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Pirogov va Bilrot: xatoga munosabat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Tibbiyot xodimlarining huquqiy holati.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Pirogov vrachning xato qilish huquqi mavjudligini, xatolarni yashirish huquqi yo‘qligini ta’kidlagan.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Pirogov 1837 yilda o‘z faoliyati va natijalari haqida ochiq so‘zlashni muqaddas majburiyat deb hisoblagan.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Bilrot: xatolarni ochiq aytishdan faqat ruhan ojizlar qo‘rqadi.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Pirogov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Xato qilish huquqi bor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Xatoni yashirish huquqi yo‘q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1837: ochiq so‘zlash — muqaddas burch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Bilrot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Xatoni ochiq aytishdan faqat ruhan ojizlar qo‘rqadi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Xatoga munosabat: Pirogov va Bilrot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69, 70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Davidovskiy ta’rifi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Tibbiyot xodimlarining huquqiy holati.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Davidovskiy (1928): vrach xatosi — vrachning vijdonan adashishi.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Sabablari: tibbiyot fani va usullarining nomukammalligi, kasallikning atipik kechishi yoki vrach tayyorgarligining yetarli emasligi.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Bunda sovuqqonlik, e’tiborsizlik yoki tibbiy beparvolik elementlari bo‘lmaydi.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Vrach xatosi (1928)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Ta’rif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Vrachning vijdonan adashishi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Sabablari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Tibbiyot fani, usullari nomukammal  ·  Kasallikning atipik kechishi  ·  Vrach tayyorgarligi yetarli emas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Bo‘lmaydigan elementlar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Sovuqqonlik  ·  E’tiborsizlik, beparvolik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Davidovskiy: vrach xatosi ta’rifi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70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Xato va huquqiy javobgarlik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Tibbiyot xodimlarining huquqiy holati.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«Vrach xatosi» huquqiy jihatdan jinoyat, ma’muriy, intizomiy yoki fuqaroviy qilmish holatlarini anglatmasligi lozim.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«Vijdonan adashish» oqibatlari mantiqan huquqiy javobgarlik yuzaga keltirmasligi lozim.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Ular oshkor qilinib, takrorlamaslik maqsadida hamkasblar o‘rtasida muhokama etilishi lozim.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Vrach xatosi (vijdonan adashish)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Huquqiy javobgarlik yuzaga kelmaydi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Oshkor qilinadi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Hamkasblar o‘rtasida muhokama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Xatoga to‘g‘ri munosabat zanjiri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70, 71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Davidovskiy va klinik-anatomik konferensiya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Tibbiyot xodimlarining huquqiy holati.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Davidovskiy vrach xatolarini o‘rganish va boshqa vrachlar faoliyatida bartaraf etishga alohida e’tibor bergan.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Birinchi klinik-anatomik konferensiya 1930 yil 9 dekabrda «Medsantrud» kasalxonasida (Moskva) o‘tkazilgan.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Davidovskiy ta’rifi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1928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32522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32522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42250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Birinchi KAK sanasi</a:t>
            </a:r>
          </a:p>
          <a:p>
            <a:pPr algn="l">
              <a:spcAft>
                <a:spcPts val="100"/>
              </a:spcAft>
            </a:pPr>
            <a:r>
              <a:rPr sz="2300" b="1">
                <a:solidFill>
                  <a:srgbClr val="0B1F3A"/>
                </a:solidFill>
                <a:latin typeface="Calibri"/>
              </a:rPr>
              <a:t>9-dekabr 1930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24364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624364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34092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Joyi</a:t>
            </a:r>
          </a:p>
          <a:p>
            <a:pPr algn="l">
              <a:spcAft>
                <a:spcPts val="100"/>
              </a:spcAft>
            </a:pPr>
            <a:r>
              <a:rPr sz="2300" b="1">
                <a:solidFill>
                  <a:srgbClr val="0B1F3A"/>
                </a:solidFill>
                <a:latin typeface="Calibri"/>
              </a:rPr>
              <a:t>Medsantrud, Moskva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Klinik-anatomik konferensiya (KAK) boshlanishi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70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tahlili: abdominal infarkt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Tibbiyot xodimlarining huquqiy holati.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30 yoshlardagi erkak qorin og‘rig‘i, ko‘ngil aynish, qusish, bir marta suyuq axlat bilan murojaat qilgan; QB 110/70 mm sim. ust., puls 90 ta.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Vrach ovqatdan zaharlanishga shubha qilib oshqozonni yuvishga qaror qilgan; zond kiritishda bemor to‘satdan vafot etgan.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Autopsiyada miokardning o‘tkir infarkti aniqlangan: infarktning abdominal shakli.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Qorin og‘rig‘i, qusish, suyuq axlat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Ovqatdan zaharlanishga shubha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Oshqozonni yuvish: zond kiritildi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Bemor to‘satdan vafot etdi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Autopsiya: abdominal infarkt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Abdominal infarkt: voqealar ketma-ketligi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71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tahlili: Krassovskiy (1870)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Tibbiyot xodimlarining huquqiy holati.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1870 yilda Krassovskiy tuxumdon kistasini olib tashlagan; 40 soatdan so‘ng yosh ayol vafot etgan.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Patologoanatomik tekshiruvda qorin bo‘shlig‘ida gubkali tampon qoldirilgani aniqlangan.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Krassovskiy holatni jurnalda bayon etishni burch deb bilgan va gubkalarni sanash hamda ularga uzun tasmalar biriktirishni taklif etgan.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1870: tuxumdon kistasi olib tashlandi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40 soatdan so‘ng ayol vafot etdi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Qorinda gubkali tampon qolgani aniqlandi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Taklif: gubkani sanash, tasma qo‘shish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Krassovskiy holati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71, 72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tahlili: Kolomnin (1886)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Tibbiyot xodimlarining huquqiy holati.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1886 yilda Kolomnin ayolni to‘g‘ri ichak yarasi munosabati bilan operatsiya qilgan; anesteziya uchun kokaindan 4 marta 6 gran (1,5 g) huqna qilingan.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Operatsiyadan taxminan 45 min so‘ng ahvol keskin yomonlashgan; bemor 3 soatdan so‘ng vafot etgan, kokaindan zaharlanish tasdiqlangan.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Vrachni ta’qib qilish fojea bilan yakunlangan: operatsiyadan 5 kundan so‘ng, 1886 yil 11 noyabrda Kolomnin o‘zini o‘ldirgan.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1886: to‘g‘ri ichak yarasi operatsiyasi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Kokain huqnasi: 4 marta 6 gran (1,5 g)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~45 min: ahvol keskin yomonlashdi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 soatdan so‘ng vafot (kokain)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11.11.1886: o‘zini o‘ldirdi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Kolomnin holati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72, 73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Baxtsiz hodisa tushunchasi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Tibbiyot xodimlarining huquqiy holati.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Baxtsiz hodisa — tibbiy xodimga bog‘liq bo‘lmagan, oldindan bilish va bartaraf etish imkoni bo‘lmagan tasodifiy holatlar oqibati.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Aksariyat holatlarda bunday oqibatlar shaxsning hayotligida aniqlanmagan a’zolarning individual xususiyatlari natijasida yuz beradi.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73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Baxtsiz hodisa holatlari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Tibbiyot xodimlarining huquqiy holati.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Ayrim odatdagi dorilarga idiosinkraziya yoki oldin qabul qilingan dorilarga keyinchalik yuqori sezgirlik vujudga kelishi.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Simptomsiz kechgan bosh miya qon tomirlari anevrizmasining odatdagi muolaja vaqtida yorilishi.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Angiografiya yoki gastrofibroskopiyada yurakning reflektor to‘xtashi; operatsiya arafasida ruhiy-emotsional shokdan to‘satdan o‘lim.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Baxtsiz hodisa holatlari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Idiosinkraziya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Odatdagi dorilarga  ·  Keyinchalik yuqori sezgirlik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Qon tomir anevrizmasi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Simptomsiz kechgan  ·  Odatdagi muolajada yorilishi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Yurak reflektor to‘xtashi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Angiografiya yoki gastrofibroskopiya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Ruhiy-emotsional shok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Operatsiya arafasida to‘satdan o‘lim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Baxtsiz hodisaga misollar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73, 74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Baxtsiz hodisa va javobgarlik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Tibbiyot xodimlarining huquqiy holati.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Baxtsiz hodisada oqibat vrach harakati yoki harakatsizligiga bog‘liq emas.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Shu sababli baxtsiz hodisa tibbiy xodimning biron-bir ko‘rinishdagi javobgarligini yuzaga keltirishi mumkin emas.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Vrach xatosi kabi, baxtsiz hodisa oqibatlari ham tibbiy muassasada albatta o‘rganilishi va tahlil etilishi lozim.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74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Yatrogeniya atamasi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Tibbiyot xodimlarining huquqiy holati.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«Yatrogeniya» atamasini 1925 yilda nemis psixiatri O. Bumke taklif etgan (grekcha iatros — vrach, gennao — yuzaga keltiraman).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Dastlab yatrogeniya deganda vrach so‘zlari yoki harakatlarining bemor ruhiyatiga noxush ta’siridan kelib chiqqan kasalliklar inobatga olingan.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Kassirskiy (1970) bunga muolajalarni noto‘g‘ri bajarish va dorilarni noto‘g‘ri qo‘llashni ham kiritishni taklif etgan.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6110935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5397703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1925: Bumke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Atamani taklif etgan (iatros, gennao)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40680" y="2801112"/>
            <a:ext cx="6110935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2801112"/>
            <a:ext cx="5397703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Dastlabki ma’no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Vrach so‘zi/harakatining ruhiy ta’siri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4184904"/>
            <a:ext cx="6110935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4184904"/>
            <a:ext cx="5397703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1970: Kassirskiy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Noto‘g‘ri muolaja va dori ham kiritilsin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«Yatrogeniya» atamasi tarixi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74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Sororigeniya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Tibbiyot xodimlarining huquqiy holati.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Yatrogeniya ba’zan o‘rta tibbiy xodim tomonidan sodir etilishi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Vengriyalik psixoterapevt I. Xardi (1972) hamshiralar harakatlari oqibatlari uchun «sororigeniya» atamasini taklif etgan (lot. soror — hamshira).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74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Yatrogeniya ta’riflari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Tibbiyot xodimlarining huquqiy holati.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Mualliflar yatrogeniyani turlicha tavsiflaydi: ayrimlar unga barcha kasb huquqbuzarliklarini, boshqalar faqat ehtiyotsizlik holatlarini kiritadi.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Ma’qul ta’rif: yatrogeniya — diagnostika, davolash, profilaktika yoki reabilitatsiya bilan bog‘liq holda bemor salomatligiga zarar etkazish (Sergeev, Erofeev).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74, 75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Yatrogeniyaning hozirgi talqini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Tibbiyot xodimlarining huquqiy holati.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Umum qabul qilingan talqinga ko‘ra yatrogeniya — tibbiy omillar ta’sirida yuzaga kelgan yangi patologik holat.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Tibbiy omil tibbiy texnologiyaning barcha elementlari va bemor bo‘lgan tibbiy-profilaktika muassasasi sharoitlarini o‘z ichiga oladi.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75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Yatrogeniya turlari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Tibbiyot xodimlarining huquqiy holati.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Turlari: diagnostik, davolash (davolash, jarrohlik, jismoniy), ruhiy-emotsional va informatsion, profilaktik, davolamaslik va boshqalar.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Davolamaslik — tibbiy yordamga kechikib murojaat qilishni bildiradi.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Yatrogeniya turlari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790395"/>
            <a:ext cx="0" cy="3277209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790395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Diagnostik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609697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236622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236622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Davolash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Davolash  ·  Jarrohlik  ·  Jismoniy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055924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055924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Ruhiy-emotsional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Informatsion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24830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3875227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3875227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Profilaktik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612380" y="50676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772400" y="4694529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4694529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Davolamaslik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Tibbiy yordamga kechikib murojaat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Yatrogeniya tasnifi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75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Kasb huquqbuzarliklari tasnifi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Tibbiyot xodimlarining huquqiy holati.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Kasb huquqbuzarligi oqibatlari — jinoyat, qilmish, vrach xatosi, baxtsiz hodisa — yatrogeniya ko‘rinishlari sifatida talqin etilishi mumkin.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Yatrogeniya ko‘rinishlari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Jinoyat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Qilmish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Vrach xatosi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Baxtsiz hodisa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Kasb huquqbuzarligi oqibatlari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75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Jinoyat belgilari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Tibbiyot xodimlarining huquqiy holati.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Tibbiy xodimlar kasb huquqbuzarligining eng jiddiy ko‘rinishi — jinoyat.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Jinoyat belgilari: jamiyat uchun xavf, jinoiy huquqbuzarlik, aybdorlik va jazo ko‘zda tutilishi.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Jinoyat kodeksida jazo tahdidi bilan taqiqlangan aybli ijtimoiy xavfli qilmish jinoyat deb topiladi (JK 14-modda).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Ijtimoiy xavf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Jamiyat uchun xavfli qilmish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Jinoiy huquqbuzarlik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JK 14-modda: jazo tahdidi bilan taqiqlangan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Aybdorlik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Qasd yoki ehtiyotsizlik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Jazo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Jazo ko‘zda tutilishi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Jinoyatning belgilari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115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Ayb shakllari: qasd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Tibbiyot xodimlarining huquqiy holati.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Qilmishni qasddan yoki ehtiyotsizlik orqasidan sodir etgan shaxs aybdor deb topilishi mumkin (JK 20-modda).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To‘g‘ri qasd: shaxs xavflilikni anglagan, oqibatlarga ko‘zi yetgan va ularning yuz berishini istagan.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Egri qasd: shaxs oqibatlarga ko‘zi yetgan va ularning yuz berishiga ongli ravishda yo‘l qo‘ygan (JK 21-modda).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2658"/>
                <a:gridCol w="3525316"/>
              </a:tblGrid>
              <a:tr h="86868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Tur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Oqibatga munosabat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To‘g‘ri qasd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Yuz berishini istagan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Egri qasd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Yuz berishiga ongli yo‘l qo‘ygan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Qasd turlari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115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Ehtiyotsizlik: o‘z-o‘ziga ishonish va beparvolik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Tibbiyot xodimlarining huquqiy holati.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O‘z-o‘ziga ishonish: shaxs oqibat mumkinligiga ko‘zi yetib, ehtiyotkorlik choralariga rioya etmay, oqibat kelmasligiga asossiz umid qiladi.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Beparvolik: shaxs oqibatga ko‘zi yetmasa ham, ko‘zi yetishi lozim va mumkin bo‘lgan (JK 22-modda).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Aksariyat holatlarda tibbiy xodimlar ehtiyotsizlik orqasidan sodir etilgan jinoyatlar uchun javobgarlikka tortiladi.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O‘z-o‘ziga ishonish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Oqibat mumkinligiga ko‘zi yetadi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Ehtiyot choralariga rioya etmaydi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Oqibat kelmasligiga asossiz umid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Beparvolik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Oqibatga ko‘zi yetmaydi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Ko‘zi yetishi lozim va mumkin edi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JK 22-modda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Ehtiyotsizlik turlari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116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Ehtiyotsizlik misollari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Tibbiyot xodimlarining huquqiy holati.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Navbatchilikda jarroh va anesteziolog sababsiz, tayyorgarliksiz, assistent va operatsion hamshirasiz rejali qorin operatsiyasini o‘tkazgan: o‘z-o‘ziga ishonish.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Vrach amaldagi standartlarni ijro etmagan; tergovda u bilishi lozim bo‘lsa-da, standartlar bilan tanish emasligi aniqlangan: beparvolik.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116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Jinoyatni istisno etuvchi holatlar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Tibbiyot xodimlarining huquqiy holati.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Qilmishning jinoyat ekanligini istisno etuvchi holatlar mavjud: kasb bilan bog‘liq asosli tavakkalchilik va oxirgi zarurat.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Oxirgi zarurat: xavfni boshqa chora bilan qaytarib bo‘lmasa va keltirilgan zarar oldi olingan zarardan kam bo‘lsa, jinoyat yo‘q (JK 38-modda).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Jinoyat emas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404872"/>
            <a:ext cx="0" cy="2048256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40487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9751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97510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Asosli tavakkalchilik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JK 41-modda  ·  Kasb bilan bog‘liq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445312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3465576"/>
            <a:ext cx="3779215" cy="19751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465576"/>
            <a:ext cx="3779215" cy="197510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Oxirgi zarurat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JK 38-modda  ·  Boshqa chora bilan qaytarib bo‘lmaydi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Jinoyatni istisno etuvchi holatlar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116, 117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Oxirgi zarurat va asosli tavakkalchilik misollari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Tibbiyot xodimlarining huquqiy holati.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Laringospazmda vrach muassasadan tashqarida qo‘lidagi vositalar bilan traxeostoma qo‘ygan; hayot saqlangan, keyin yiringli asoratlar yuz bergan — jinoyat emas.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Tavakkalchilik zamonaviy bilim va tajribaga muvofiq, tavakkalsiz erishib bo‘lmasa, zararning oldi olinsa — asosli (JK 41-modda).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Odamlar halok bo‘lishi xavfini bila turib qilingan tavakkalchilik asosli deb topilmaydi.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Oxirgi zarurat (JK 38)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Xavfni boshqa chora bilan qaytarib bo‘lmaydi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Keltirilgan zarar oldi olingandan kam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Tavakkalchilik (JK 41)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Zamonaviy bilim va tajribaga muvofiq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Tavakkalsiz erishib bo‘lmaydi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Zararning oldi olish choralari ko‘rilgan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Ikki holat shartlari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117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tahlili: yurak jarohati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Tibbiyot xodimlarining huquqiy holati.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33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Tuman shifoxonasiga ko‘krak qafasi sanchma-kesma yarasi bilan bemor kelgan; yurak shikastlanishi aniqlangan.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Yurakda operatsiya uchun shart-sharoit yo‘q, bemorni ko‘chirib bo‘lmaydi, kardioxirurgni chaqirish foydasiz bo‘lgan.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Navbatchi jarroh yurak jarohatini tikishga qaror qilgan: bu yagona to‘g‘ri qaror, kasbiy tavakkalchilik asosli; harakat jinoyat emas.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Ko‘krak yarasi, yurak jarohati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Sharoit yo‘q, ko‘chirib bo‘lmaydi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Kardioxirurgni chaqirish foydasiz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Jarroh yurak jarohatini tikdi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Asosli tavakkalchilik: jinoyat emas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Yurak jarohati: qaror mantiqi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117, 118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Jinoiy javobgarlik asoslari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Tibbiyot xodimlarining huquqiy holati.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34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Jinoiy javobgarlik shaxs ijtimoiy xavfli qilmishni faqat qasddan yoki ehtiyotsizlik orqasidan sodir etgandagina yuzaga keladi.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Jinoiy javobgarlik aqli raso jismoniy shaxslarga belgilanadi; aksariyat holatlarda jinoyat vaqtida 16 yoshga to‘lgan shaxslar (JK 17-modda).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Aqli norasolik tibbiy va yuridik belgilar mavjud bo‘lganda yuzaga keladi.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Jinoiy javobgarlik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Asos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Faqat qasd yoki ehtiyotsizlik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Subyekt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Aqli raso jismoniy shaxs  ·  Aksariyatda 16 yosh (JK 17)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Aqli norasolik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Tibbiy va yuridik belgi birga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Jinoiy javobgarlik asoslari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118, 119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Jinoyat tarkibi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Tibbiyot xodimlarining huquqiy holati.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35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Jinoiy qilmishning qonun belgilagan belgilari jinoyat tarkibi deb ataladi.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Obyekt: odatda fuqarolarning sog‘lig‘i va hayoti. Obyektiv tomon: qilmish, oqibat va ular orasidagi sababiy bog‘lanish.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Subyekt: jismoniy shaxs, ko‘proq vrach, ba’zan o‘rta va kichik xodim; mansabdor shaxslar ham bo‘lishi mumkin.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Jinoyat tarkibi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Obyekt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Odatda sog‘liq va hayot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Obyektiv tomon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Qilmish  ·  Oqibat  ·  Sababiy bog‘lanish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Subyekt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Ko‘proq vrach  ·  Ba’zan o‘rta, kichik xodim  ·  Mansabdor shaxs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Jinoyat tarkibi elementlari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119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Tibbiy xodimlar jinoyatlari guruhlari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Tibbiyot xodimlarining huquqiy holati.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36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Sog‘liq va hayotga qarshi: ehtiyotsiz o‘ldirish (102), tan jarohati (104, 105, 109, 111), abort (114), vazifani bajarmaslik (116), xavf ostida qoldirish (117).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Boshqaruv tartibiga qarshi: mansab soxtakorligi (209-m.), pora olish (210-m.), pora berish (211-m.).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Jamiyat xavfsizligiga qarshi: sanitariya yoki epidemiyaga qarshi qoidalarni buzish (257-m.); giyohvandlik vositalari qoidalarini buzish (275-m.).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Tibbiy xodim jinoyatlari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Sog‘liq va hayotga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102, 104, 105, 109, 111-m.  ·  Abort 114, vazifa 116, 117-m.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Boshqaruv tartibiga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209-m. mansab soxtakorligi  ·  210, 211-m. pora olish, berish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Jamiyat xavfsizligiga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257-m. sanitariya qoidalari  ·  275-m. giyohvand vositalar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Jinoyat guruhlari va JK moddalari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120, 121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JK 116-modda: vazifani lozim bajarmaslik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Tibbiyot xodimlarining huquqiy holati.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37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Beparvolik yoki insofsizlik tufayli kasb vazifasini bajarmaslik o‘rtacha og‘ir yoki og‘ir shikastga sabab bo‘lsa, jinoiy javobgarlik yuzaga keladi.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Yordam ko‘rsatishi shart shaxsning uzrli sababsiz yordam ko‘rsatmasligi o‘rtacha og‘ir yoki og‘ir shikast keltirsa, jiddiyroq jazo belgilangan.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Ehtiyotsizlik bilan odamlar o‘limiga yoki boshqa og‘ir oqibatlarga sabab bo‘lsa, yanada og‘irroq jazo belgilangan.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6110935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5397703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Asosiy tarkib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Beparvolik/insofsizlik: o‘rtacha og‘ir yoki og‘ir shikast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40680" y="2801112"/>
            <a:ext cx="6110935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2801112"/>
            <a:ext cx="5397703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Yordam bermaslik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Uzrsiz yordam ko‘rsatmaslik: jiddiyroq jazo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4184904"/>
            <a:ext cx="6110935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4184904"/>
            <a:ext cx="5397703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Og‘ir oqibat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O‘lim yoki og‘ir oqibat: yanada og‘irroq jazo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JK 116-modda: oqibatga qarab jazo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121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Shoshilinch yordam majburiyati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Tibbiyot xodimlarining huquqiy holati.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38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«Fuqarolar sog‘lig‘ini saqlash to‘g‘risida»gi Qonun 30-moddasiga ko‘ra tibbiyot va farmatsevtika xodimlari shoshilinch yordam ko‘rsatishga majbur.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Zarurat holatlarida yordam joydan va vaqtdan qat’iy nazar, tibbiy muassasadan tashqarida va ishdan tashqari vaqtda ham ko‘rsatilishi shart.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122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Uzrli va uzrsiz sabablar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Tibbiyot xodimlarining huquqiy holati.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39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Uzrli sabablar: xodimning kasalligi, og‘irroq bemor bilan bandlik, dori-asbob-uskuna-transport yo‘qligi, tabiiy ofatlar.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Uzrli sabab hisoblanmaydi: dam olish va bayram kunlari, ishdan tashqari vaqt, ta’til, shoshilinch holatda maxsus bilim yo‘qligi, bemor bilan shaxsiy adovat.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Sabablar uzrli ekanligi masalasini hal etish sudning tasarrufida.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Uzrli sabab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Xodimning kasalligi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Og‘irroq bemor bilan bandlik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Dori, asbob, transport yo‘qligi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Tabiiy ofatlar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Uzrli emas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Dam olish, bayram kuni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Ishdan tashqari vaqt, ta’til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Maxsus bilim yo‘qligi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Bemor bilan shaxsiy adovat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Yordam ko‘rsatmaslik sabablari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122, 123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Vermel: jinoiy javobgarlik uchun uch shart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Tibbiyot xodimlarining huquqiy holati.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40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Birinchisi: xodim harakatlari obyektiv noto‘g‘ri va rasmiy yo‘riqnoma, qoida, standartlarga zid.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Ikkinchisi: xodim o‘z tayyorgarligi va toifasiga mos ravishda harakati noto‘g‘riligini anglashi va to‘g‘ri qaror qabul qilishga real imkoni bo‘lishi lozim.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Uchinchisi: harakat yoki harakatsizlik jiddiy noxush oqibatlar bilan bevosita sabab-oqibat bog‘lanishiga ega bo‘lishi.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6110935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5397703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1: Obyektiv noto‘g‘rilik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Harakat yo‘riqnoma, standartga zid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40680" y="2801112"/>
            <a:ext cx="6110935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2801112"/>
            <a:ext cx="5397703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2: Anglash va imkon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Tayyorgarligi va toifasiga mos anglash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4184904"/>
            <a:ext cx="6110935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4184904"/>
            <a:ext cx="5397703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3: Sababiy bog‘lanish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Jiddiy oqibat bilan bevosita bog‘liq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Vermel: jinoiy javobgarlikning uch sharti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123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Jinoiy abort (JK 114-modda)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Tibbiyot xodimlarining huquqiy holati.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41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JK 114-modda 1-qism: akusher-ginekolog davolash muassasalaridan tashqarida yoki tibbiy jihatdan mumkin bo‘lmagan holda sun’iy homila tushirsa — javobgarlik.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Ikkinchi qism sun’iy homila tushirishga huquqi bo‘lmagan shaxsning bunday ishni amalga oshirishiga taalluqli.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1-qism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Akusher-ginekolog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Davolash muassasasidan tashqarida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Yoki tibbiy jihatdan mumkin bo‘lmaganda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2-qism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Abort qilishga huquqi bo‘lmagan shaxs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JK 114-modda qismlari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123, 124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Tibbiyot xodimlarining huquqiy holati.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42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Krassovskiy qoldirilgan tampon holatini jurnalda bayon etgan va gubkalarni sanash hamda ularga uzun tasmalar biriktirishni taklif etgan; tavsiyalar hozirgacha ahamiyatini yo‘qotmagan.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Botkin (XIX asrning ikkinchi yarmi): qo‘yilgan tashxislarning kamida 30 foizi to‘g‘ri bo‘lganda ham o‘zidan qoniqish his etgan.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Jinoiy javobgarlik aksariyat holatlarda jinoyat sodir etilgan vaqtda 16 yoshga to‘lgan aqli raso shaxslarga belgilanadi.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Vrachgacha birlamchi shoshilinch yordam voqea joyida militsiya, yong‘in xavfsizligi, transport xodimlari tomonidan ham ko‘rsatilishi lozim.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Tibbiyot xodimlarining huquqiy holati.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43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G‘iyosov Z.A. Vrach faoliyatining huquqiy asoslari: darslik, Toshkent: Tafakkur-Bo‘stoni. 2012. 5-bob. Tibbiy xodimlarning kasb huquqbuzarliklari; bet 67-77; 9-bob. Tibbiy xodimlarning jinoiy javobgarligi; bet 115-133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