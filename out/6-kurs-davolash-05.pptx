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Axloq va huquq me’yorlari ta’minlanishi bo‘yicha qanday farqlanadi? Doskada: ikki ustunli jadval. Tipik xato: huquq me’yorini faqat odat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Vazirlik buyrug‘i qonunmi yoki qonun osti hujjatimi? Doskada: hujjatlar ketma-ketligini yozing. Tipik xato: buyruqni qonun deb atash.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Talabni «lozim darajada bajarmaslik» nimani bildiradi? Doskada: TXKH ta’rifini yozing. Tipik xato: faqat talabni umuman bajarmaslikni TXKH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Beshta belgidan birortasi yetishmasa nima bo‘ladi? Doskada: 5 belgini ro‘yxatlang. Tipik xato: harakatsizlikni qilmish hisoblamaslik.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belgi qilmishni jinoyatdan ajratadi? Doskada: ikki ustunli jadval. Tipik xato: har bir g‘ayriqonuniy harakatni jinoyat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Har bir turga o‘z amaliyotingizdan misol keltiring. Doskada: uchta tur nomini yozing. Tipik xato: turlarni bir-biridan farqlamaslik.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Mulkiy va nomulkiy huquq farqi nimada? Doskada: uch tur jadvali. Tipik xato: fuqaroviy qilmishni intizomiy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bu tushunchalar qonunda yo‘q? Doskada: ikki atamani yozing. Tipik xato: vrach xatosini huquqiy atama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Vrach xatosi tushunchasini kim va qachon kiritgan? Doskada: lotincha ibora va muallif nomi. Tipik xato: muallifni boshqa olim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xatoni oshkor etish kasbiy fazilat hisoblanadi? Doskada: Pirogov qoidasini qisqa yozing. Tipik xato: xatoni yashirishni oqilona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belgi xatoni beparvolikdan ajratadi? Doskada: ta’rifni uch qismga bo‘lib yozing. Tipik xato: beparvolik elementi bor holatni ham xato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Xatoni muhokama qilish qanday foyda beradi? Doskada: xato → muhokama → takrorlamaslik. Tipik xato: vijdonan adashishga jinoiy javobgarlik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Klinik-anatomik konferensiyaning maqsadi nima? Doskada: sana va joyni yozing. Tipik xato: konferensiyani javobgarlikka tortish usuli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Bu holat nega vrach xatosiga kiradi? Mezonlarni tekshiring. Doskada: anamnez → atipik kechish → xato. Tipik xato: bu holatni beparvolik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Krassovskiy yondashuvini bugungi amaliyot bilan solishtiring. Doskada: tavsiyalar ro‘yxati. Tipik xato: hodisani yashirishni to‘g‘ri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Jamiyat munosabati ikki misolda nega har xil bo‘ldi? Doskada: ikki voqea taqqoslash jadvali. Tipik xato: ta’qibni ijobiy yechim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Baxtsiz hodisa va vrach xatosi o‘rtasidagi asosiy farq nima? Doskada: ta’rif va 2 belgi. Tipik xato: baxtsiz hodisani vrach harakatiga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misolda oldindan bilish imkoni yo‘q? Doskada: 5 holatni ro‘yxatlang. Tipik xato: bu holatlarda vrachni aybdor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Javobgarlik bo‘lmasa ham tahlil nega kerak? Doskada: ikki xulosa. Tipik xato: tahlilni faqat javobgarlik uchun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Atamaning etimologiyasi mazmunini qanday ochadi? Doskada: grekcha ildizlar. Tipik xato: yatrogeniyani faqat ruhiy ta’sir deb cheklash.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Yatrogeniya va sororigeniya farqi nima? Doskada: ikki atama. Tipik xato: sororigeniyani vrachga nisbatan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Ta’riflar orasidagi asosiy farqlarni toping. Doskada: ta’rifni yozing. Tipik xato: yatrogeniyani faqat qasddan sodir etilgan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«Yangi patologik holat» belgisi nega muhim? Doskada: ta’rif sxemasi. Tipik xato: dastlabki kasallikni yatrogeniya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Har bir turga misol keltiring. Doskada: turlar ro‘yxati. Tipik xato: davolamaslikni vrach harakatsizligi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Tasnifdagi har bir guruhni o‘z o‘rniga qo‘ying. Doskada: sxemani chizing. Tipik xato: yatrogeniyani faqat jinoyatga tenglashtirish.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Ijtimoiy xavfli qilmish nimani anglatadi? Doskada: 4 belgi. Tipik xato: qonunda jinoyat deb belgilanmagan harakatni jinoyat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To‘g‘ri va egri qasd farqini misolda tushuntiring. Doskada: ikki qasd jadvali. Tipik xato: egri qasdni ehtiyotsizlik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Ikki shakl o‘rtasidagi ruhiy munosabat farqi nima? Doskada: jadval. Tipik xato: beparvolikni qasd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Har bir misolda ehtiyotsizlik shaklini asoslang. Doskada: ikki misol – ikki shakl. Tipik xato: ikkala misolni bir xil shaklga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Oxirgi zarurat shartlarini sanang. Doskada: shartlar ro‘yxati. Tipik xato: zararning kattaligini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Asosli tavakkalchilik chegarasi qayerda? Doskada: uch shart. Tipik xato: natija erishilmasa javobgarlik kelib chiqadi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Qaysi shartlar tavakkalchilikni asosli qildi? Doskada: shartlar jadvali. Tipik xato: barcha tavakkalchilikni asosli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Aqli norasolikning tibbiy va yuridik mezoni nima? Doskada: ikki mezon. Tipik xato: jinoiy javobgarlik yoshini 18 deb ko‘rsatish.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Tarkibning to‘rt elementini tibbiy misolda ko‘rsating. Doskada: to‘rt element sxemasi. Tipik xato: juridik shaxsni jinoyat subyekti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Qaysi guruh tibbiy faoliyatga eng yaqin? Doskada: guruhlar jadvali. Tipik xato: barcha moddalarni bitta guruhga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Modda qismlari qanday ko‘tarilib boradi? Doskada: uch pog‘ona. Tipik xato: modda oqibatsiz ham qo‘llanadi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Ishdan tashqari vaqtda majburiyat saqlanadimi? Doskada: modda raqami. Tipik xato: majburiyatni faqat ish vaqti bilan cheklash.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Ikki ro‘yxatdan namunalarni taqqoslang. Doskada: ikki ustunli jadval. Tipik xato: dam olish kunini uzrli sabab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Uchala shartni bir holatda tekshiring. Doskada: 3 shart ro‘yxati. Tipik xato: bog‘lanishsiz oqibat uchun javobgarlik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Birinchi va ikkinchi qism subyektlari qanday farqlanadi? Doskada: qism – subyekt jadvali. Tipik xato: jinoiy abortni faqat vrach sodir etadi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Tibbiyot xodimlarining huquqiy holati.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axloq va huquq me’yorlari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Jamiyatda insonlarning o‘zaro, shu jumladan kasb faoliyatidagi munosabatlari ijtimoiy me’yorlar bilan boshqariladi.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Axloq me’yorlari «tabiiy» yo‘l bilan vujudga keladi; ularga rioya jamoatchilik fikri kuchi bilan ta’minlanadi.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Huquq me’yorlarini davlat joriy qiladi; ularga rioya davlat majburlashi yo‘li bilan ta’minlanadi.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Me’yoriy-huquqiy hujjatlar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Huquq me’yorlaridan tashkil topgan rasmiy hujjatlar me’yoriy-huquqiy hujjatlar deb ataladi.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qonun yoki qonun osti hujjatlari ko‘rinishida bo‘ladi: Prezident Farmoni, qarori, hukumat qarori va boshqalar.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Sog‘liqni saqlashda bular Sog‘liqni saqlash vazirligining buyruqlari, yo‘riqnomalari, qoidalari, nizomlari.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xodimlarning kasb huquqbuzarligi (TXKH)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xodimlar faoliyati qonun va boshqa me’yoriy hujjatlar bilan belgilangan.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Belgilangan talablarni bajarmaslik yoki lozim darajada bajarmaslik TXKH deb ataladi.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Me’yoriy talab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Bajarmaslik yoki lozim darajada bajarmaslik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TXKH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TXKH ta’rifi mantiqi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Huquqbuzarlik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Huquq nazariyasiga ko‘ra huquqbuzarlik belgilari: qilmish (harakat yoki harakatsizlik), ijtimoiy xavf, g‘ayriqonuniylik, ayb va noxush oqibat.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Qilmish va jinoyat farqi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Ijtimoiy xavfliligiga ko‘ra TXKH qilmish yoki jinoyat ko‘rinishida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G‘ayriqonuniy harakat ijtimoiy xavf belgisiga ega bo‘lmasa va Jinoyat kodeksida ko‘zda tutilmagan bo‘lsa, u qilmish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Ijtimoiy xavf alomatlari bo‘lsa, harakat jinoyat sifatida baholanadi.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xodimlar qilmishining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Huquq nuqtai-nazaridan tibbiy xodimlarning qilmishi intizomiy, ma’muriy va fuqaroviy turlarga bo‘linadi.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Intizomiy qilmishda belgilangan mehnat, xizmat va ishlab chiqarish tartibi buzilishi ko‘zda tutiladi.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Ma’muriy va fuqaroviy qilmish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Ma’muriy huquqbuzarlikka asosan belgilangan muassasani boshqaruv tartibining buzilishi taalluqli.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Fuqaroviy qilmish fuqarolar va tashkilotlarning mulkiy va nomulkiy huquqlari buzilishini anglatadi.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huquqbuzarliklarning mohiyati va javobgarligi darslikning keyingi boblarida atroflicha bayon etilgan.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Nima buziladi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Intizomiy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Mehnat, xizmat, ishlab chiqarish tartibi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Ma’muriy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Muassasa boshqaruv tartibi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Fuqaroviy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Mulkiy va nomulkiy huquqlar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Qilmish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Vrach faoliyatining o‘ziga xosligi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Qilmishlardan tashqari vrach xatosi va baxtsiz hodisa deb nomlanadigan noxush oqibatlar guruhi mavjud.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Vrach tabiatning eng murakkab obyekti — odam ustida ishlaydi; standart yechimi yo‘q masalalar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Vrach xatosi va baxtsiz hodisa huquqiy tushuncha emas, qonunchilik hujjatlarida uchramaydi.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Vrach xatosi: «xato qilish insonga xos»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Errare humanum est (lot.) — xato qilish insonga xos; tibbiy xodimlar faoliyati bundan mustasno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Xatodan xoli bo‘lish ehtimoli juda mushkul masala; vrach xatosini baholashda qarama-qarshi fikrlar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«Vrach xatosi» jumlasini ilk bor N. I. Pirogov taklif etgan.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68, 69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Pirogov va Bilrot: xatoga munosabat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Pirogov vrachning xato qilish huquqi mavjudligini, xatolarni yashirish huquqi yo‘qligini ta’kidlagan.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Pirogov 1837 yilda o‘z faoliyati va natijalari haqida ochiq so‘zlashni muqaddas majburiyat deb hisoblagan.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Bilrot: xatolarni ochiq aytishdan faqat ruhan ojizlar qo‘rqadi.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69, 70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Davidovskiy ta’rifi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Davidovskiy (1928): vrach xatosi — vrachning vijdonan adashishi.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Sabablari: tibbiyot fani va usullarining nomukammalligi, kasallikning atipik kechishi yoki vrach tayyorgarligining yetarli emasligi.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 sovuqqonlik, e’tiborsizlik yoki tibbiy beparvolik elementlari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Xato va huquqiy javobgarlik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«Vrach xatosi» huquqiy jihatdan jinoyat, ma’muriy, intizomiy yoki fuqaroviy qilmish holatlarini anglatmasligi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«Vijdonan adashish» oqibatlari mantiqan huquqiy javobgarlik yuzaga keltirmasligi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oshkor qilinib, takrorlamaslik maqsadida hamkasblar o‘rtasida muhokama etilishi lozim.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70, 71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Davidovskiy va klinik-anatomik konferensiya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Davidovskiy vrach xatolarini o‘rganish va boshqa vrachlar faoliyatida bartaraf etishga alohida e’tibor bergan.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klinik-anatomik konferensiya 1930 yil 9 dekabrda «Medsantrud» kasalxonasida (Moskva) o‘tkazilgan.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abdominal infarkt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30 yoshlardagi erkak qorin og‘rig‘i, ko‘ngil aynish, qusish, bir marta suyuq axlat bilan murojaat qilgan; QB 110/70 mm sim. ust., puls 90 ta.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Vrach ovqatdan zaharlanishga shubha qilib oshqozonni yuvishga qaror qilgan; zond kiritishda bemor to‘satdan vafot etgan.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Autopsiyada miokardning o‘tkir infarkti aniqlangan: infarktning abdominal shakli.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Krassovskiy (1870)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1870 yilda Krassovskiy tuxumdon kistasini olib tashlagan; 40 soatdan so‘ng yosh ayol vafot etgan.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Patologoanatomik tekshiruvda qorin bo‘shlig‘ida gubkali tampon qoldirilgani aniqlangan.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Krassovskiy holatni jurnalda bayon etishni burch deb bilgan va gubkalarni sanash hamda ularga uzun tasmalar biriktirishni taklif etgan.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71, 72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Kolomnin (1886)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1886 yilda Kolomnin ayolni to‘g‘ri ichak yarasi munosabati bilan operatsiya qilgan; anesteziya uchun kokaindan 4 marta 6 gran (1,5 g) huqna qilingan.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Operatsiyadan taxminan 45 min so‘ng ahvol keskin yomonlashgan; bemor 3 soatdan so‘ng vafot etgan, kokaindan zaharlanish tasdiqlangan.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Vrachni ta’qib qilish fojea bilan yakunlangan: operatsiyadan 5 kundan so‘ng, 1886 yil 11 noyabrda Kolomnin o‘zini o‘ldirgan.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72, 73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Baxtsiz hodisa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Baxtsiz hodisa — tibbiy xodimga bog‘liq bo‘lmagan, oldindan bilish va bartaraf etish imkoni bo‘lmagan tasodifiy holatlar oqibati.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Aksariyat holatlarda bunday oqibatlar shaxsning hayotligida aniqlanmagan a’zolarning individual xususiyatlari natijasida yuz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Baxtsiz hodisa holatlari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odatdagi dorilarga idiosinkraziya yoki oldin qabul qilingan dorilarga keyinchalik yuqori sezgirlik vujudga kelishi.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Simptomsiz kechgan bosh miya qon tomirlari anevrizmasining odatdagi muolaja vaqtida yorilishi.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Angiografiya yoki gastrofibroskopiyada yurakning reflektor to‘xtashi; operatsiya arafasida ruhiy-emotsional shokdan to‘satdan o‘lim.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73, 74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Baxtsiz hodisa va javobgarlik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Baxtsiz hodisada oqibat vrach harakati yoki harakatsizligiga bog‘liq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baxtsiz hodisa tibbiy xodimning biron-bir ko‘rinishdagi javobgarligini yuzaga keltirishi mumkin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Vrach xatosi kabi, baxtsiz hodisa oqibatlari ham tibbiy muassasada albatta o‘rganilishi va tahlil etilishi lozim.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Yatrogeniya atamasi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«Yatrogeniya» atamasini 1925 yilda nemis psixiatri O. Bumke taklif etgan (grekcha iatros — vrach, gennao — yuzaga keltiraman).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 yatrogeniya deganda vrach so‘zlari yoki harakatlarining bemor ruhiyatiga noxush ta’siridan kelib chiqqan kasalliklar inobatga olingan.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Kassirskiy (1970) bunga muolajalarni noto‘g‘ri bajarish va dorilarni noto‘g‘ri qo‘llashni ham kiritishni taklif etgan.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Sororigeniya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Yatrogeniya ba’zan o‘rta tibbiy xodim tomonidan sodir etilishi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Vengriyalik psixoterapevt I. Xardi (1972) hamshiralar harakatlari oqibatlari uchun «sororigeniya» atamasini taklif etgan (lot. soror — hamshira).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Yatrogeniya ta’riflari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Mualliflar yatrogeniyani turlicha tavsiflaydi: ayrimlar unga barcha kasb huquqbuzarliklarini, boshqalar faqat ehtiyotsizlik holatlarini kiritadi.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Ma’qul ta’rif: yatrogeniya — diagnostika, davolash, profilaktika yoki reabilitatsiya muolajalari bilan bog‘liq holda bemor salomatligiga zarar etkazish (Sergeev, Erofeev, 1998).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74, 75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Yatrogeniyaning hozirgi talqini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 qabul qilingan talqinga ko‘ra yatrogeniya — tibbiy omillar ta’sirida yuzaga kelgan yangi patologik holat.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omil tibbiy texnologiyaning barcha elementlari va bemor bo‘lgan tibbiy-profilaktika muassasasi sharoitlarini o‘z ichiga oladi.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Yatrogeniya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Turlari: diagnostik, davolash (davolash, jarrohlik, jismoniy), ruhiy-emotsional va informatsion, profilaktik, davolamaslik va boshqalar.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Davolamaslik — tibbiy yordamga kechikib murojaat qilishni bildiradi.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Kasb huquqbuzarliklari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Kasb huquqbuzarligi oqibatidagi barcha noxush oqibatlar — jinoyat, qilmish, vrach xatosi, baxtsiz hodisa — yatrogeniya ko‘rinishlari sifatida talqin etilishi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Jinoyat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xodimlar kasb huquqbuzarligining eng jiddiy ko‘rinishi — jinoyat.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Jinoyat belgilari: jamiyat uchun xavf, jinoiy huquqbuzarlik, aybdorlik va jazo ko‘zda tutilishi.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Jinoyat kodeksida jazo tahdidi bilan taqiqlangan aybli ijtimoiy xavfli qilmish jinoyat deb topiladi (JK 14-modda).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Ayb shakllari: qasd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Qilmishni qasddan yoki ehtiyotsizlik orqasidan sodir etgan shaxs aybdor deb topilishi mumkin (JK 20-modda).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To‘g‘ri qasd: shaxs xavflilikni anglagan, oqibatlarga ko‘zi yetgan va ularning yuz berishini istagan.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Egri qasd: shaxs oqibatlarga ko‘zi yetgan va ularning yuz berishiga ongli ravishda yo‘l qo‘ygan (JK 21-modda).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3525316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Oqibatga munosabat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To‘g‘ri qasd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Yuz berishini istagan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Egri qasd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Yuz berishiga ongli yo‘l qo‘ygan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Qasd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Ehtiyotsizlik: o‘z-o‘ziga ishonish va beparvolik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O‘z-o‘ziga ishonish: shaxs oqibat mumkinligiga ko‘zi yetib, ehtiyotkorlik choralariga rioya etmay, oqibat kelmasligiga asossiz umid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Beparvolik: shaxs oqibatga ko‘zi yetmasa ham, ko‘zi yetishi lozim va mumkin bo‘lgan (JK 22-modda).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Aksariyat holatlarda tibbiy xodimlar ehtiyotsizlik orqasidan sodir etilgan jinoyatlar uchun javobgarlikka tortiladi.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Ehtiyotsizlik misollari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Navbatchilikda jarroh va anesteziolog obyektiv sababsiz, tayyorgarliksiz, assistent va operatsion hamshirasiz rejali qorin operatsiyasini o‘tkazgan: o‘z-o‘ziga ishonish.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Vrach amaldagi standartlarni ijro etmagan; tergovda u bilishi lozim bo‘lsa-da, standartlar bilan tanish emasligi aniqlangan: beparvolik.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Jinoyatni istisno etuvchi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Qilmishning jinoyat ekanligini istisno etuvchi holatlar mavjud: kasb bilan bog‘liq asosli tavakkalchilik va oxirgi zarurat.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Oxirgi zarurat: xavfni boshqa choralar bilan qaytarish iloji bo‘lmasa va keltirilgan zarar oldi olingan zarardan kamroq bo‘lsa, jinoyat topilmaydi (JK 38-modda).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116, 117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Oxirgi zarurat va asosli tavakkalchilik misollari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Laringospazmda vrach tibbiy muassasadan tashqarida qo‘lidagi vositalar bilan traxeostoma qo‘ygan; hayot saqlangan, keyin yiringli asoratlar yuzaga kelgan — jinoyat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Tavakkalchilik zamonaviy bilim va tajribaga muvofiq bo‘lsa, tavakkalsiz erishib bo‘lmasa, zararning oldini olish choralari ko‘rilgan bo‘lsa, asosli (JK 41-modda).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Odamlar halok bo‘lishi xavfini bila turib qilingan tavakkalchilik asosli deb topilmaydi.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yurak jarohati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Tuman shifoxonasiga ko‘krak qafasi sanchma-kesma yarasi bilan bemor kelgan; yurak shikastlanishi aniqlangan.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Yurakda operatsiya uchun shart-sharoit yo‘q, bemorni ko‘chirib bo‘lmaydi, kardioxirurgni chaqirish foydasiz bo‘lgan.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Navbatchi jarroh yurak jarohatini tikishga qaror qilgan: bu yagona to‘g‘ri qaror, kasbiy tavakkalchilik asosli; harakat jinoyat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117, 118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Jinoiy javobgarlik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Jinoiy javobgarlik shaxs ijtimoiy xavfli qilmishni faqat qasddan yoki ehtiyotsizlik orqasidan sodir etgandagina yuzaga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Jinoiy javobgarlik aqli raso jismoniy shaxslarga belgilanadi; aksariyat holatlarda jinoyat vaqtida 16 yoshga to‘lgan shaxslar (JK 17-modda).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Aqli norasolik tibbiy va yuridik belgilar mavjud bo‘lganda yuzaga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118, 119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Jinoyat tarkibi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Jinoiy qilmishning qonun belgilagan belgilari jinoyat tarkibi deb ataladi.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Obyekt: odatda fuqarolarning sog‘lig‘i va hayoti. Obyektiv tomon: qilmish, oqibat va ular orasidagi sababiy bog‘lanish.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Subyekt: jismoniy shaxs, ko‘proq vrach, ba’zan o‘rta va kichik xodim; mansabdor shaxslar ham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xodimlar jinoyatlari guruhlari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Sog‘liq va hayotga qarshi: ehtiyotsizlik bilan odam o‘ldirish (102-m.), tan jarohatlari (104, 105, 109, 111-m.), jinoiy abort (114-m.), vazifani lozim bajarmaslik (116-m.), xavf ostida qoldirish (117-m.).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Boshqaruv tartibiga qarshi: mansab soxtakorligi (209-m.), pora olish (210-m.), pora berish (211-m.).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Jamiyat xavfsizligiga qarshi: sanitariya yoki epidemiyaga qarshi qoidalarni buzish (257-m.); giyohvandlik vositalari qoidalarini buzish (275-m.).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120, 121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JK 116-modda: vazifani lozim bajarmaslik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Beparvolik yoki insofsizlik tufayli kasb vazifasini bajarmaslik o‘rtacha og‘ir yoki og‘ir shikastga sabab bo‘lsa, jinoiy javobgarlik yuzaga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Yordam ko‘rsatishi shart shaxsning uzrli sababsiz yordam ko‘rsatmasligi o‘rtacha og‘ir yoki og‘ir shikast keltirsa, jiddiyroq jazo belgilangan.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Ehtiyotsizlik bilan odamlar o‘limiga yoki boshqa og‘ir oqibatlarga sabab bo‘lsa, yanada og‘irroq jazo belgilangan.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Shoshilinch yordam majburiyati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«Fuqarolar sog‘lig‘ini saqlash to‘g‘risida»gi Qonun 30-moddasiga ko‘ra tibbiyot va farmatsevtika xodimlari shoshilinch yordam ko‘rsatishga majbur.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Zarurat holatlarida yordam joydan va vaqtdan qat’iy nazar, tibbiy muassasadan tashqarida va ishdan tashqari vaqtda ham ko‘rsatilishi shart.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Uzrli va uzrsiz sabablar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Uzrli sabablar: xodimning kasalligi, og‘irroq bemor bilan bandlik, dori-asbob-uskuna-transport yo‘qligi, tabiiy ofatlar.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Uzrli sabab hisoblanmaydi: dam olish va bayram kunlari, ishdan tashqari vaqt, ta’til, shoshilinch holatda maxsus bilim yo‘qligi, bemor bilan shaxsiy adovat.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Sabablar uzrli ekanligi masalasini hal etish sudning tasarrufida.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122, 123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Vermel: jinoiy javobgarlik uchun uch shart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Birinchisi: xodim harakatlari obyektiv noto‘g‘ri va rasmiy yo‘riqnoma, qoida, standartlarga zid.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Ikkinchisi: xodim o‘z tayyorgarligi va toifasiga mos ravishda harakati noto‘g‘riligini anglashi va to‘g‘ri qaror qabul qilishga real imkoni bo‘lishi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Uchinchisi: harakat yoki harakatsizlik jiddiy noxush oqibatlar bilan bevosita sabab-oqibat bog‘lanishiga ega bo‘lishi.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Jinoiy abort (JK 114-modda)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JK 114-moddaning birinchi qismida akusher-ginekolog tomonidan davolash muassasalaridan tashqarida yoki tibbiy jihatdan mumkin bo‘lmagan holda sun’iy homila tushirish uchun javobgarlik ko‘zda tutilgan.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Ikkinchi qism sun’iy homila tushirishga huquqi bo‘lmagan shaxsning bunday ishni amalga oshirishiga taalluqli.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123, 124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Krassovskiy qoldirilgan tampon holatini jurnalda bayon etgan va gubkalarni sanash hamda ularga uzun tasmalar biriktirishni taklif etgan; tavsiyalar hozirgacha ahamiyatini yo‘qotmagan.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Botkin (XIX asrning ikkinchi yarmi): qo‘yilgan tashxislarning kamida 30 foizi to‘g‘ri bo‘lganda ham o‘zidan qoniqish his etgan.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Jinoiy javobgarlik aksariyat holatlarda jinoyat sodir etilgan vaqtda 16 yoshga to‘lgan aqli raso shaxslarga belgilanadi.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Vrachgacha birlamchi shoshilinch yordam voqea joyida militsiya, yong‘in xavfsizligi, transport xodimlari tomonidan ham ko‘rsatilishi lozim.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Tibbiyot xodimlarining huquqiy holati.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Vrach faoliyatining huquqiy asoslari: darslik, Toshkent: Tafakkur-Bo‘stoni. 2012. 5-bob. Tibbiy xodimlarning kasb huquqbuzarliklari; bet 67-77; 9-bob. Tibbiy xodimlarning jinoiy javobgarligi; bet 115-133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