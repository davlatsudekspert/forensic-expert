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 savollari: 1) Nega makroskopik belgilar bo‘lmaganda TBI tashxisi murakkablashadi? 2) Gistologiya bu holatda qanday rol o‘ynaydi? Doskada chizish: ikki ustunli sxema — «makroskopik belgilar bor» va «yo‘q» holatlari, har biriga tashxis usullarini yozing. Tipik xato: TBI va DAI tushunchalarini aralashtirish — DAI TBIning bir turi (diffuz aksonal komponenti), TBI esa kengroq tushuncha.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 savollari: 1) Nima uchun o‘z-o‘ziga zarar yetkazish birinchi o‘rinda turishi sud-tibbiy ekspertiza uchun muhim? 2) Jarohat mexanizmi tashxis yondashuviga qanday ta’sir qiladi? Doskada chizish: uchta ulushni doiraviy diagrammada ko‘rsating, qolgan qismini «manbada ko‘rsatilmagan» deb belgilang. Tipik xato: uchta sababni jami 100% deb o‘ylash — manbada qolgan sabablar ko‘rsatilmagan.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 savollari: 1) Nima uchun qisqa yashagan holatda oddiy bo‘yash usullari yetarli emas? 2) β-APP musbat topilma nega travmaning yagona isboti bo‘lmaydi? Doskada chizish: vaqt o‘qi — 2–3 soat (β-APP), 12–18 soat (kumush), ~24 soat (gematoksilin-eozin). Tipik xato: β-APP ni travmaga mutlaqo xos deb hisoblash — u ishemiya/gipoksiyada ham ko‘rinadi. Qisqartma: KT — kompyuter tomografiya, MRT — magnit-rezonans tomografiya.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Strich ishi DAI tushunchasining poydevori hisoblanadi? 2) MRT va immunobo‘yash sud-gistologik tashxisni qanday o‘zgartirdi? Doskada: 1940-yillar–1956–Adams–MRT/immunobo‘yash vaqt chizig‘ini chizdiring. Tipik xato: Strich va Adams hissalarini aralashtirish (Strich tasvirlagan, Adams atamani kiritgan va darajalagan). TBI = travmatik bosh miya shikastlanishi.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zarba kuchi bosh suyagi sinishiga yetmasa ham DAI bo‘lishi mumkin? 2) Koronal harakat sagittalga qaraganda nega og‘irroq zarar beradi (manbada shunday deyilgan)? Doskada: bosh harakati yo‘nalishlari va zarar joylarini sxema qilib chizdiring. Tipik xato: DAI faqat bosh suyagi sinishi bilan keladi deb o‘ylash. Diqqat: kesuvchi kuch ≠ siquvchi kuch.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ochiq modellar DAI mexanizmini to‘liq aks ettirmasligi mumkin? 2) CHIMERA qanday afzallik beradi (biokimyoviy, xulq-atvor va neyropatologik tahlil birga)? Doskada: ochiq va yopiq model farqini ikki ustunli sxema qilib chizdiring. Tipik xato: FP/CCI ni yopiq model deb adashtirish. Diqqat: ochiq model ≠ yopiq model. CHIMERA = yopiq bosh, aylanma tezlanish muhandislik modeli.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4-5 daq. Muhokama: 1) Nega transport hodisasida DAI, qattiq yuzaga yiqilishda esa subdural gematoma ko‘proq uchraydi? 2) Bosh suyagi sinmasa, DAI ehtimolini qanday baholaymiz? Doskada chizish: bosh va bo‘yinning koronal hamda sagittal harakat sxemasi, har biriga strelka bilan. Tipik xato: bosh suyagi sinmagan bo‘lsa, og‘ir diffuz shikast yo‘q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Vaziyat o‘quv maqsadida manba ma’lumotlaridan tuzilgan. Muhokama: 1) KT normal bo‘lsa, DAI istisno etiladimi? 2) Sud-tibbiy ekspert qaysi tekshiruvni tanlaydi? Doskada chizish: mexanizm zanjiri (transport hodisasi - bosh harakati - aksonlarga siljish kuchi - ong yo‘qolishi). Tipik xato: KTda o‘zgarish yo‘q bo‘lsa, DAI yo‘q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Talabalar savollarga avval yozma javob beradi, keyin javoblar tekshiriladi. Muhokama: Strich va Adams hissasi qanday farq qiladi (tasvirlash va atama hamda baholash tizimi)? Doskada chizish: sodda vaqt chizig‘i (1940-yillar tajribalar, 1956 Strich, keyin Adams). Tipik xato: Strich va Adams hissasini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Nima uchun zarba paytida uzilmagan akson keyinroq uzilishi mumkin? 2) Bu holat sud-gistologik tashxisda qanday ahamiyatga ega? Doskada chizish: ikki shoxli sxema — chapda birlamchi (zarba paytida), o‘ngda ikkilamchi (kaskad orqali). Tipik xato: talabalar DAI ni faqat zarbaning bevosita mexanik oqibati deb o‘ylaydi.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Nima uchun transport buzilsa akson shishadi? 2) β-APP ni topish nima uchun yagona dalil bo‘la olmaydi? Doskada chizish: akson sxemasi — shishgan joy va uzilgan uchi bilan. Tipik xato: β-APP musbat natijani avtomatik travmatik DAI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9 daq. Muhokama: 1) Mexanoporatsiya nima va u kalsiyga qanday ta’sir qiladi? 2) Nimodipin qaysi bosqichga ta’sir qiladi? Doskada chizish: glutamat → kalsiy ↑ → kaspaza/kalpain → nekroz/apoptoz zanjiri. Tipik xato: kaspaza va kalpainni aralashtirish; ikkalasi ham kalsiyga bog‘liq fermentlar ekanini eslatib o‘ting.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β-APP va CD68 birga bo‘yalishi gistologik nimani isbotlaydi? 2) Nega bu 5–15 kunlik omon qolish muddatida muhim? Doskada: aksonal shikast → mikroglia → sitokinlar zanjirini chizdiring. Tipik xato: β-APP to‘planishini faqat travmaga xos deb hisoblash; manbada bu to‘planish boshqa holatlarda ham uchrashi aytilgan (β-APP ≠ travmaning yagona belgisi).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Sog‘lom mitoxondriyada ROS nega kam hosil bo‘ladi? 2) Yomon doira qaysi bosqichda uzilishi mumkin? Doskada: diagrammadagi zanjirni yopiq doira shaklida chizdiring. Antioksidant tizim: tokoferol, koenzim Q10, glutation (GSH) va fermentlar (superoksid dismutaza, katalaza). Tipik xato: ROS ni faqat zararli deb o‘ylash; muammo muvozanat buzilishida.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Musbat teskari aloqa nima uchun jarayonni kuchaytiradi? 2) Kalpain-1 kaspaza-3 ni ham faollashtirishini qanday tushuntirasiz? Doskada: Ca2+ → kalpain-1 → Ca2+ ↑ sikl strelkalarini chizdiring. Qo‘shimcha: siklosporin A mPTP ni ingibirlaydi, lekin natijalar qat’iy emas. Tipik xato: kalpain va kaspazani bir xil ferment deb adashtirish; kalpain — kalsiyga bog‘liq sistein proteaza.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KT da o‘choq bo‘lmasa, hush yo‘qolishining sababi nima bo‘lishi mumkin? 2) Birlamchi va ikkilamchi aksotomiya farqi nimada? Doskada: zarba → Ca2+ ortishi → kalpain/kaspaza → neyron o‘limi zanjirini chizdiring. Tipik xato: talabalar neyron o‘limini faqat zarbaning bevosita natijasi deb o‘ylaydi.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Talabalardan avval javob so‘rang, keyin slaydni oching. Muhokama: nega tashqi Ca2+ ni olib tashlash mitoxondrial Ca2+ ajralishini to‘sishdan samaraliroq? Doskada: kalpain-1 va Ca2+ kirishi o‘rtasidagi halqani strelkalar bilan chizdiring. Tipik xato: mPTP ni asosiy sabab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aksonal shikast makroskopik ko‘rinmasligi mumkin? 2) Kallosum o‘chog‘i o‘rta chiziqqa yetsa nima kuzatiladi? (qorinchalararo to‘siq uzilishi, qorincha ichi qon quyilishi). Doskada: kallosum va rostral miya ustunining sagittal sxemasini chizib, o‘choqlarni belgilang. Tipik xato: Adams darajalarini mikroskopik Gennarelli darajalari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qisqa yashaganlarda o‘choq qonli, uzoq yashaganlarda esa jigarrang chandiq bo‘ladi? 2) Oq modda hajmi kamayganda qorinchalar kengayishi nega gidrosefaliyaga o‘xshab ketadi? Doskada chizing: miya kesimida kallazsimon tana, o‘rta chiziq va rostral miya sopining dorsolateral kvadranti (yuqori serebellyar oyoqcha yonida). Tipik xato: o‘choq bor-yo‘qligiga qarab tashxis qo‘yish. Manbaga ko‘ra aksonal shikast faqat mikroskopda ko‘rinadigan holatlar ham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kamida bitta hudud tentoriumdan yuqorida va bittasi pastda bo‘lishi talab qilinadi? 2) “Retraksiya bulbi” o‘rniga “aksonal bulb” atamasi qanday patogenetik g‘oyani aks ettiradi? Doskada chizing: tentorium chizig‘i va uning ikki tomonidagi hududlarni belgilang, aksonal bulb sxemasini qo‘shing. Tipik xato: bitta hududdagi aksonal shishni diffuz DAI deb baholash; “Diqqat: bulb ≠ faqat retraksiya, mexanizm transport buzilishi”.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daraja ortishi bilan koma og‘irligi va oqibat bog‘lanadi? 2) Qaysi hududda o‘choq topilsa, 2-daraja 3-darajaga o‘tadi? Doskada chizing: uch ustunli jadvalni talabalar bilan birga to‘ldiring. Tipik xato: Gennarelli darajalarini (1–3) Adams bo‘yicha strukturaviy belgilar (I–III) bilan aralashtirish va o‘choqning qaysi qismda ekanligini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aksonal shish kunlar ichida, Valler degeneratsiyasi esa oylar o‘tgach ko‘rinadi? 2) Oylar o‘tgan holatda gidrosefaliya bilan adashish nimaga olib keladi? Doskada: kunlar, haftalar va oylar uchun vaqt chizig‘ini chizib, har biriga gistologik belgini yozing. Tipik xato: mikroglia klasterlarini (haftalar) Valler degeneratsiyasi (oylar) bilan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Jarohatdan 3 soat o‘tib o‘lgan jasadda qaysi usul tanlanadi va nega? 2) Gematoksilin-eozin manfiy bo‘lsa, DAI inkor etiladimi? Doskada: soat o‘qini chizib, 2–3, 12–18 va 24 soat nuqtalariga usullarni joylang. Tipik xato: kumush impregnatsiyasi (12–18 soat) bilan gematoksilin-eozin (taxminan 24 soat) vaqtini almashtirib yuborish. Eslab qoling: usul qanchalik zamonaviy bo‘lsa, shunchalik erta aniqlaydi.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β-APP musbat bo‘lsa, ekspert xulosasida nimani qo‘shimcha hisobga olish kerak? 2) Zaharlanish va travmada zararning joylashuvi nima bilan farq qiladi? Doskada: ko‘prik va katta miya uchun ikki ustunli taqqoslash sxemasini chizing (travma va zaharlanish). Tipik xato: β-APP musbat natijani avtomatik ravishda travmatik DAI deb xulosalash.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(1) Nega qisqa omon qolishda gematoksilin-eozin ishonchsiz? (2) β-APP musbat bo‘lsa, travmani ishemiyadan ajratish uchun yana nima kerak? Doskada chizing: 0–24 soat vaqt chizig‘i va unda 2–3 soat (β-APP), 12–18 soat (kumush), ~24 soat (gematoksilin-eozin) belgilari. Tipik xato: β-APP musbat natijani avtomatik ‘sof mexanik travma’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(1) Adams va Gennarelli tasniflari qanday o‘xshaydi? (2) Jismoniy tana (corpus callosum) o‘chog‘i qaysi darajadan boshlanadi? Doskada chizing: ikki ustunli jadval – daraja va o‘choq joyi (Adams / Gennarelli). Tipik xato: o‘choq darajalarini aksonal shikast darajasi bilan aralashtirish va gistologik tekshiruvsiz DAI tashxisini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(1) Nega bitta marker o‘zi yetarli emas? (2) Politravmada S100β talqini nega ehtiyot talab qiladi? Doskada chizing: jarohat – kalpain/kaspaza – spektrin va NF parchalanishi – suyuqlikda marker zanjiri. Tipik xato: sharh ma’lumotlarini sud-tibbiy aniq tashxis mezoni deb qabul qilish; ular klinik va prognostik tadqiqotlardan olingan.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Qisqartmalar: PRISMA – tizimli sharhlar hisobot qoidasi; S100B – S100 kalsiy bog‘lovchi oqsil B; NSE – neyronga xos enolaza; GFAP – glial fibrillyar kislotali oqsil; IL-6 – interleykin-6; LDH – laktatdegidrogenaza; BDNF – miyadan ajraluvchi neyrotrofik omil; NGAL – neytrofil jelatinaza bilan bog‘liq lipokalin; MAPT – mikronaychalar bilan bog‘liq tau oqsili. Muhokama: nega nazorat guruhi bo‘lmagan ishlar kiritilmagan? Nazorat guruhini tanlash natijaga qanday ta’sir qiladi? Doskada: sharh bosqichlari zanjirini chizing. Tipik xato: 17 ta tadqiqotni 17 ta marker deb adashtirish; markerlar 9 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nega yuqori spetsifiklik bilan sezgirlik past bo‘lishi mumkin? Chegaralar boshqa laboratoriyada qo‘llanadimi? Doskada: 4 markerli jadvalni ko‘chiring va ferritin, BDNF, NGAL, LDH qatorlarini qo‘shing. Qo‘shimcha: GFAP likvorda 385.5 ng/ml chegarada sezgirlik 71.1%, spetsifiklik 71.4%; diffuz gipoksiyada GFAP yuqori chiqishi mumkin. Diqqat: xato qilish xavfi – aniqlik (accuracy) ≠ spetsifiklik; hech bir marker TBI uchun 100% spetsifik emas, natija boshqa dalillar bilan birga baholanadi. Tipik xato: chegarani mustaqil isbot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yuqori qiymat nimani, past qiymat nimani anglatadi? Nega bu usul faqat minimal muddatni beradi? Doskada: vaqt o‘qini chizib, 15 daq, 20 daq, 2 soat, 3 kun nuqtalarini belgilang. Tipik xato: yuqori qiymatni aniq muddat deb talqin qilish; qiymatlar likvor uchun. Tezkor savol: qaysi marker eng uzoq (3 kun) minimal muddatni ko‘rsatadi?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statistik farq 100% aniq tashxis degani emas? 2) Nazorat guruhini aralash emas, alohida-alohida olish nimani o‘zgartiradi? Doskada: ikki ustunli sxema chizdiring: chapda omillar (PMI, gemoliz, neyroxirurgiya), o‘ngda ularning biomarker qiymatiga ta’siri. Tipik xato: chegara qiymatni mustaqil isbot deb hisoblash; u boshqa avtopsiya topilmalari bilan birga shubhani kuchaytiradi.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Likvor ko‘rsatkichi va gistologiya bir-birini qanday to‘ldiradi? 2) Gipoksiya va ishemiyani istisno qilish uchun qaysi ma’lumotlar kerak? Doskada: qaror sxemasi chizdiring: likvor biomarkeri, β-APP, tentorium ustida va ostida joylashuv, xulosa. Tipik xato: β-APP musbat bo‘lsa, shikast albatta travmatik deb xulosa qilish. Eslatma: voqea o‘quv maqsadida tuzilgan, faqat manbadagi ma’lumotlarga tayanadi.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Qisqartmalar: MRT (magnit-rezonans tomografiya), SWI (susceptibility-weighted imaging, qonga sezgir ketma-ketlik), T2*GRE (T2* gradient-echo), DWI (diffuziya-vaznli tasvir), DTI (diffuziya tenzor tasviri). Muhokama: 1) Nega manfiy KT DAI ni inkor etmaydi? 2) Sud-tibbiy noaniq holatda 7 T SWI nimani beradi? Doskada: vaqt chizig‘i chizdiring: KT, MRT, 3 oydan keyingi nazorat. Tipik xato: KT dagi normal topilmani DAI yo‘qligi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(1) β-APP musbat bo‘lsa, travmani qanday ishemiyadan farqlaymiz? (2) Nega biomarker bitta o‘zi yetarli emas? Doskada chizish: bo‘yash usullarini vaqt o‘qida (2–3 soat, 12–18 soat, ~24 soat) joylashtiring. Tipik xato: β-APP musbat degani aniq travma deb o‘ylash. Yakuniy savolga to‘g‘ri javob: β-APP immunogistokimyosi 2–3 soatdan keyin ko‘rsata oladi, lekin shikastdan keyin 1 soatda manba aniq vaqt bermaydi, shu sababli javobni talabalar bilan muhokama qiling.</a:t>
            </a:r>
          </a:p>
          <a:p/>
          <a:p>
            <a:r>
              <a:t>Tekshirish kerak (manbada noaniq):</a:t>
            </a:r>
          </a:p>
          <a:p>
            <a:r>
              <a:t>- Yakuniy savol: shikastdan keyin 1 soat ichida o‘lgan, makroskopik belgisiz holatda qaysi usul gistologik tashxisga eng erta yordam beradi va nima uchun?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(1) DAI tashxisi nega mikroskopiyasiz qo‘yilmaydi? (2) Biomarker natijasi va gistologiya bir-biriga zid kelsa, qanday qaror qilinadi? Doskada chizish: mexanizm zanjirini yozing: kuch, aksonal shikast, Ca2+ va ROS, aksonal bulba, gistologik tashxis. Tipik xato: biomarker chegaraviy qiymatini mutlaq tashxis mezoni deb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Bosh miya travmatik shikastlanishining sud-gistologik diagnostikasi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bosh miya travmasi va sud-tibbiy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 miya travmatik shikastlanishi (TBI) — urilish, zarba, silkinish yoki kirib boruvchi jarohatlar tufayli miya odatdagi faoliyatining buzilishi (AQSh kasalliklar nazorati markazi ta’rifi).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TBI jarohatlar global yukiga katta hissa qo‘shadi; aholi o‘sishi bilan uning mutlaq soni yanada oshishi kutilmoqda.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Kontuziya, qon quyilishi yoki yirtilish kabi makroskopik belgilar bo‘lmasa, TBIni o‘limning yagona yoki qo‘shimcha sababi deb belgilash qiyin.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Diffuz aksonal shikastlanish (DAI) faqat mikroskopda ko‘rinsa, yetarli gistologik tekshiruvsiz tashxis qo‘yib bo‘lmaydi.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Zwirner et al., Forensic biomarkers of lethal traumatic brain injury, betlar: PMID 35226180; Frati et al., Diffuse Axonal Injury and Oxidative Stress: A Comprehensive Review, betlar: PMID 29207487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TBIdan o‘lim sabablari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Og‘ir TBIda o‘lim bemorlarning taxminan to‘rtdan bir–uchdan bir qismida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Taxminan shuncha bemor og‘ir zarbadan keyin to‘liq tuzaladi.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holatlar o‘z-o‘ziga urib shikastlashdan qotillik maqsadidagi zarbalargacha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508"/>
                <a:gridCol w="2014466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Sabab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Ulushi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O‘z-o‘ziga zarar yetkazish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33%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Tasodifiy yiqilish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28%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Yo‘l-transport hodisalari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TBIdan o‘lim sabablari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Zwirner et al., Forensic biomarkers of lethal traumatic brain injury, betlar: PMID 35226180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Sud-tibbiy tashxis usullari xaritasi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β-amiloid prekursor oqsil (β-APP) immunogistokimyosi — DAI uchun oltin standart; mikroskopik shikast gistologiyasiz tashxislanmaydi.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Biokimyoviy belgilar mustaqil isbot emas, boshqa topilmalar bilan birga hisobga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 miya KT birinchi bosqich; MRT (magnit-rezonans tomografiya) mayda qon quyilishlarni aniqroq topadi.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410"/>
                <a:gridCol w="1443974"/>
                <a:gridCol w="132559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Imkoniyat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Cheklov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Gematoksilin-eozin, kumush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Shikast 24 / 12–18 soatdan so‘ng ko‘rinadi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Qisqa yashashda aniqlash qiyin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β-APP immunogistokimyo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Shikastlangan akson 2–3 soatdan so‘ng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Travma va gipoksiyani ajratmaydi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Likvor biokimyosi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Chegara qiymat gumonni kuchaytiradi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Birorta belgi 100% o‘ziga xos emas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Kompyuter tomografiya (KT), MRT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MRT KTdan sezgirroq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KT diffuz shikastni yomon ajratadi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Usullar va cheklovlar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29207487; Zwirner et al., Forensic biomarkers of lethal traumatic brain injury, betlar: PMID 35226180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Diffuz aksonal shikastlanish (DAI) tarixi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1940-yillarda oq moddadagi diffuz o‘zgarishlarning tajriba modellari yozilgan; 1956-yilda Strich uni to‘liq tasvirlagan.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Adams “diffuz aksonal shikastlanish” atamasini kiritgan va aksonal zararni uch bosqichli darajaga bo‘lgan.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Yuqori maydonli magnit-rezonans tomografiya (MRT) va immunobo‘yash DAI mexanizmlarini yoritishga yordam berdi.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1730835"/>
                <a:gridCol w="198360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Davr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Kim/nima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Hissa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1940-yillar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Tajriba modellari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Oq moddada diffuz o‘zgarishlar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1956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Strich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Og‘ir TBI dan keyingi gistopatologiya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Adams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Atama va 3 bosqichli daraja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Aksonal zarar darajasiga ko‘ra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Keyingi davr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Yuqori maydonli MRT, immunobo‘yash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Mexanizmlar yoritildi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DAI tarixi: vaqt chizig‘i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DAI jarohat mexanizmi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DAI aylanma tezlanish-sekinlanishli bosh miya jarohatining morfologik ekvivalenti; kesuvchi kuchlardan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Miya inertsiyasi tufayli bosh tez harakatlanganda akson cho‘ziladi; eng ko‘p aylanma tezlanishda zararlanadi.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Zarar zichligi turlicha to‘qimalar chegarasida (kul rang-oq modda) va rostral miya ustunida joylashadi.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Bosh tez harakati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Miya–bo‘yin harakati nomuvofiq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Kesuvchi (shear) kuchlar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Kul rang–oq modda chegarasi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Rostral miya ustuni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Jarohat mexanizmi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Tajriba modellari: FP, CCI, CHIMERA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Inson miyasi murakkab, shuning uchun DAIdagi barcha dinamik kuchlarni tajribada to‘liq qayta yaratish qiyin.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FP (suyuqlik zarbasi) va CCI (nazoratli kortikal zarba) da kuch ochilgan qattiq pardaga beriladi.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Yopiq modellar zarba, portlash yoki bosh aylanishiga asoslanadi; CHIMERA da bosh zarbadan so‘ng erkin harakatlanadi.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090"/>
                <a:gridCol w="2093554"/>
                <a:gridCol w="209333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Kuch beriladi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Xususiyat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FP, CCI (ochiq)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Kraniotomiya, qattiq pardaga kuch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Nozik aksonal ta’sirga yo‘naltirilgan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CHI (yopiq)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Butun bosh suyagi orqali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Zarba, portlash yoki inersion yuklama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CHIMERA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Belgilangan energiyali zarba, yopiq bosh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Zarbadan so‘ng bosh erkin harakatlanadi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Ochiq va yopiq modellar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Zarba yo‘nalishi va real hayotdagi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 harakatining yo‘nalishi muhim: koronal (yon tomonga) harakat sagittal (oldinga-orqaga) harakatga qaraganda og‘irroq diffuz shikast bilan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Tajribada tezlanish-sekinlashish kuchlari shikast uchun yetarli. Real hayotda esa deyarli doim avval to‘g‘ridan-to‘g‘ri zarba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Subdural gematoma qattiq yuzaga yiqilishda ko‘proq uchraydi. Diffuz aksonal shikast (DAI) transport yo‘lovchilarida uchraydi: yumshoq yuza sekinlashishni cho‘zadi.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DAI uchun dastlabki zarba kuchi bosh suyagini sindirishga yetmasligi mumkin, shunda ham diffuz miya shikasti paydo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DAI mexanizmi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transport hodisasi qurboni. Bosh suyagi sinmagan, kompyuter tomografiyasida (KT) aniq intrakranial shikast ko‘rinmaydi, ong yo‘qotilgan.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Ma’lumot: DAI KTda shikast ko‘rinmasa ham travmadan keyingi ong yo‘qolishining asosiy sabablaridan biri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Yumshoq yuzaga zarba sekinlashishni cho‘zadi, shu sababli suyak sinmasa ham diffuz shikast rivojlanishi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DAI ehtimoli bormi va uni qanday tasdiqlaymiz? Aksonal shikast faqat mikroskopda ko‘rinadi, gistologiyasiz tashxis qo‘yilmaydi.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mexanizm va tarix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1: DAI qanday shikastning morfologik korrelyati? Javob: rotatsion tezlanish-sekinlashishli bosh miya jarohati (cho‘zilish va siljish kuchlari).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2: og‘ir travmatik bosh miya jarohati (TBI) dan keyin oq moddaning gistopatologik ko‘rinishini 1956-yilda birinchi to‘liq tasvirlagan kim? Javob: Strich.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3: «diffuz aksonal shikast» atamasini kim kiritgan? Javob: Adams. U DAIni aksonal shikast darajasiga ko‘ra uch bosqichli tizimga ajratgan.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Birlamchi va ikkilamchi aksotomiya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DAI (diffuz aksonal shikast) faqat zarbadagi mexanik uzilishdan emas, ikkilamchi aksotomiyadan ham kelib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Ikkilamchi uzilish — shikastdan keyin akson ichida davom etadigan molekulyar va hujayraviy o‘zgarishlar kaskadi.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birlamchi aksotomiya ≠ ikkilamchi aksotomiya. Biri zarba paytida, ikkinchisi keyinroq yuz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Zarba: cho‘zilish va siljish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Birlamchi aksotomiya (mexanik)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Aksonda molekulyar kaskad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Ikkilamchi aksotomiya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Kechikkan akson uzilishi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Aksotomiya yo‘li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29207487; 3-bo‘lim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Aksonal transport buzilishi va β-APP to‘planishi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Aksonlar viskoelastik bo‘lgani uchun travmadagi yuqori deformatsiya tezligida oson shikastlanadi.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β-APP (β-amiloid prekursor oqsil) shikastdan 2 soat ichida aksonda aniqlanishi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β-APP to‘planishi boshqa holatlarda ham uchraydi, faqat travmaga xos 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Aksonal transport buzilishi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β-APP to‘planishi (2 soatdan)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Aksonal shishish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Ikkilamchi uzilish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Valler degeneratsiyasi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Akson degeneratsiyasi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29207487; 3-bo‘lim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Kalsiy gomeostazi, kaspaza va kalpain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Glutamat va boshqa qo‘zg‘atuvchi aminokislotalar ajralishi hamda neyron membranasining mexanoporatsiyasi kalsiy gomeostazini buzadi.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Kalsiy kaspaza va kalpain fermentlarini faollashtiradi; ular nekroz va apoptozning boshlanishida rol o‘ynaydi.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Erkin radikallar hosil bo‘lishi va lizosomalardan gidrolitik fermentlar chiqishi sitotoksik kaskadni kuchaytiradi.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Kalsiy kanali blokatori nimodipin ikkilamchi shikastni kamaytirishi mumkin; bu yondashuv terapevtik nishon sifatida ko‘riladi.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29207487; 3-bo‘lim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Neyrovospalenie: mikroglia va sitokinlar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Mikroglia markaziy asab tizimining immun hujayralari. Diffuz aksonal shikastlanish (DAI) modellarida ularning javobi ko‘p o‘rganilgan.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Galectin-3/Mac-2 miyelin parchalanishida qatnashuvchi faollashgan mikroglia qismining belgisi sifatida qo‘llangan.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β-APP (β-amiloid prekursor oqsil) aksonal o‘zgarishni, CD68 mikroglia infiltratsiyasini ko‘rsatadi. Bemorlarning yarmida ular jarohatdan 5–15 kun o‘tgach birga joylashgan.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Yallig‘lanishda sitokinlar IL-1α, IL-1β, IL-6 (interleykin), TNF-α (o‘sma nekrozi omili), shuningdek ICAM-1 va xemokin MCP-1 qatnashadi.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Oksidlovchi stress va mitoxondriya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Mitoxondriya kislorodni ko‘p sarflaydi; elektronlar kislorodga o‘tib, superoksid (O2−)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ROS (reaktiv kislorod turlari) hosil bo‘lishi va yo‘qotilishi muvozanati buzilsa — oksidlovchi stress.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Mitoxondriya shikastlansa himoya kamayadi, ROS uni yana buzadi: yomon doira (o‘ta aylanma zanjir).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Ca2+ aksonga kirishi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Ca2+ mitoxondriyada to‘planadi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ROS (superoksid) ko‘payadi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Antioksidant himoya kamayadi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Mitoxondriya yana shikastlanadi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Oksidlovchi stress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mPTP va kalpain-1 musbat teskari aloqa sikli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mPTP (mitoxondrial o‘tkazuvchanlik pori) Ca2+ yig‘ilishidan hosil bo‘ladi, kichik molekulalarni o‘tkazadi.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Oksidlovchi stress Ca2+ ni chiqaradi; kalpain-1 faollashib, Ca2+ kirishini yana oshiradi.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AIF (apoptozni qo‘zg‘ovchi omil) va kaspaza-3 birga DNK fragmentatsiyasi va apoptozni qo‘zg‘atadi.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Stress → Ca2+ ajralishi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Kalpain-1 faollashadi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Ca2+ kirishi ↑ (teskari aloqa)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mPTP ochiladi, AIF chiqadi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AIF+kaspaza-3 → apoptoz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Kalpain-1 sikli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ikkilamchi shikastlanish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avtohalokatda jabrlanuvchi hushini yo‘qotgan, lekin kompyuter tomografiyada (KT) ko‘rinadigan intrakranial shikast yo‘q.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Aksotomiya faqat zarbaning o‘zidan (birlamchi) emas, zarbadan keyingi molekulyar va hujayraviy zanjirdan ham (ikkilamchi) kelib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Glutamat ajralishi va membrananing mexanik shikasti kalsiy gomeostazini buzadi; kalpain va kaspazalar faollashib, nekroz hamda apoptozni boshlaydi.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tirik qolgan jabrlanuvchida neyronlar zarbadan keyin ham nega nobud bo‘lishda davom etadi? Zanjirni bosqichma-bosqich sanang.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29207487, 2-bo‘lim, PMID 29207487, 3-bo‘lim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patofiziologiya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aksonda hujayra ichi kalsiy ortsa, mitoxondriyada nima hosil bo‘ladi va u qanday stressga olib keladi?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ortiqcha Ca2+ mitoxondriyaga o‘tadi, reaktiv kislorod turlari (ROS) hosil bo‘ladi va oksidlovchi stress rivojlanadi.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Faollashgan kalpain-1 qo‘shimcha Ca2+ kirishini ta’minlaydi va musbat teskari aloqa halqasini hosil qiladi; kaspaza-3 ham faollashadi.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xavfi! ROS orqali aksonal o‘zgarishda hujayra tashqi Ca2+ asosiy, mitoxondrial o‘tkazuvchanlik teshigi (mPTP) ikkilamchi rol o‘ynaydi.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29207487, 4-bo‘lim, PMID 29207487, 4.3-bo‘lim, PMID 29207487, 4.2-bo‘lim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Makroskopik belgilar: Adams bo‘yicha uch belgi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Adams 45 ta o‘lim holatida diffuz aksonal shikastning (DAI) uch tuzilma belgisini ta’riflagan.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Fokal o‘choqlar qisqa yashaganlarda gemorragik; keyinchalik gemosiderin tufayli jigarrang chandiqqa aylanadi.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Aksonal shikastni faqat mikroskopda ko‘rish mumkin; yetarli gistologiyasiz DAI tashxisi qo‘yilmaydi.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523"/>
                <a:gridCol w="1927859"/>
                <a:gridCol w="2357592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Joylashuv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Xususiyat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 daraja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Diffuz supratentorial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Faqat mikroskopda aniqlanadi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II daraja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Kallosum fokal o‘chog‘i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Pastki qism, o‘rta chiziqdan yonda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III daraja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Rostral miya ustuni o‘chog‘i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Dorsolateral kvadrant, yuqori oyoqcha yoni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Adams bo‘yicha uch belgi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29207487, 5.1-bo‘lim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O‘choqlar joylashuvi va vaqt davomida o‘zgarishi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Og‘ir DAI da uch belgi bor: oq moddada diffuz shikast, kallazsimon tanada o‘choq va rostral miya sopida o‘choq.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Gemorragik o‘choq qisqa yashaganlarda qonli bo‘ladi. Keyin kichrayib chandiqqa aylanadi va autopsiyada topish qiyinlashadi. Gemosiderin tufayli jigarrang ko‘rinadi.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Kallazsimon tanadagi o‘choq pastki qismda, o‘rta chiziqdan bir yonda turadi. Chiziqqa yetsa, qorinchalar to‘sig‘i uzilib, qorincha ichiga qon quyiladi.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necha oy yashaganda oq modda hajmi kamayib, qorinchalar kengayadi. Autopsiyada buni travmadan keyingi gidrosefaliya bilan adashtirish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 (5.1-bo‘lim)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Mikroskopik diagnostik mezonlar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DAI tashxisi shikastlangan aksonlarning mikroskopik topilmasi bilan tasdiqlanadi: shishgan aksonal varikozitlar va aksonal bulblar.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Ikki asosiy belgi: oq moddada diffuz yoki multifokal aksonal shikast va uning ko‘p miya hududlarida tarqalganligi. Hududlardan kamida biri tentoriumdan yuqorida, biri pastda bo‘lishi kerak.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Aksonal shikast faqat mikroskopda ko‘rinadigan hollarda adekvat gistologik tekshiruvsiz DAI tashxisini qo‘yib bo‘lmaydi.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Hill va hamkasblariga ko‘ra “retraksiya bulbi” atamasi to‘liq emas: shakl aksonal transport buzilishi bilan bog‘liq. Katta yagona shishni “aksonal bulb” deb atash taklif etilgan.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 (5.2-bo‘lim), PMID 29207487 (5.1-bo‘lim)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Gennarelli bo‘yicha DAI darajalari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Gennarelli primatlardagi tajribalarda aksonal shikastni og‘irligi bo‘yicha uch darajaga ajratgan.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Aksonal shikast miqdori va tarqalishi koma davomiyligi, og‘irligi va yakuniy oqibat bilan yaxshi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1-darajada o‘choq yo‘q; 2-darajada kallazsimon tana, 3-darajada miya soni ham qo‘shiladi.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2105441"/>
                <a:gridCol w="1963333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O‘choq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Oq 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1-daraja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Tarqoq aksonal bulblar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2-daraja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Kallazsimon tana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Yarim sharlar oq moddasida shikast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3-daraja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Kallazsimon tana + rostral miya soni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Yarim sharlar oq moddasida shikast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Gennarelli darajalari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 (5.2-bo‘lim)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Omon qolish muddati va gistologik manzara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Aksonal zarar omon qolish muddatiga qarab uch xil ko‘rinishda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Aksonal zararning miqdori va tarqalishi koma davomiyligi hamda oqibat bilan yaxshi mos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Oylar o‘tgach oq modda kamayib, qorinchalar kengayadi; bu post-travmatik gidrosefaliyaga o‘xshab ketadi.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Gistologik manzara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Kunlar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Ko‘p aksonal shishlar oq moddada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Haftalar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 moddada mikroglia mayda klasterlari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Oylar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Valler degeneratsiyasi: miya va orqa miya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Muddat va gistologik belgi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Bo‘yash usullari va aniqlash vaqt oynasi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Qisqa omon qolganda oddiy bo‘yashlar bilan diffuz aksonal jarohat (DAI) ni topish qiyin.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DAI uchun immunogistokimyoning oltin standarti — β-APP (β-amiloid prekursor oqsil) qidiruvi.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Odatda tinktorial bo‘yashlar — gematoksilin-eozin va kumush impregnatsiyasi — ishlatib kelingan.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3763"/>
                <a:gridCol w="260421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Aniqlash vaqti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Gematoksilin-eozin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Taxminan 24 soatdan keyin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Kumush impregnatsiyasi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Jarohatdan 12–18 soat keyin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β-APP immunogistokimyosi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2–3 soatdan keyin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Usul va aniqlash vaqti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Diqqat: β-APP travmaga xos 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xavfi! β-APP ifodasi aksonal jarohat belgisi, lekin travmani ishemiya yoki gipoksiyadan ajratib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DAI faqat mexanik jarohatga xos belgi deb hisoblanmaydi.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Niess 450 ta tanlanmagan miyani β-APP bilan tekshirdi: travmada zarar asosan ko‘prikda, zaharlanishda ko‘prik va katta miyada keng.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Hayashi kallosumda β-APP bilan bo‘yalgan aksonal bulbalar naqshini travma va gipoksiyada solishtirib, ikki xil naqsh topdi.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qisqa omon qolish va gistologiya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bosh jarohatidan keyin taxminan 3 soat o‘tib o‘lim yuz berdi. Gistolog oddiy bo‘yash va β-APP bo‘yicha immunogistokimyoni qo‘llaydi.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Gematoksilin-eozin aksonal shikastni taxminan 24 soatdan keyin, kumush impregnatsiyasi esa 12–18 soatdan keyin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β-APP (amiloid prekursor oqsil) ga qarshi antitanalar shikastlangan aksonlarni jarohatdan 2–3 soat o‘tib aniqlashga imkon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nega bu holatda oddiy bo‘yash manfiy, β-APP esa musbat bo‘lishi mumkin? Diqqat: β-APP travma bilan ishemiya/gipoksiyani ajratmaydi.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29207487, 5.3-bo‘lim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gistologiya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1-savol: qaysi usul aksonal shikastni eng erta, 2–3 soatdan keyin ko‘rsatadi? Javob: β-APP immunogistokimyosi; kumush va gematoksilin-eozin kechroq.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2-savol: Adams bo‘yicha I daraja – diffuz supratentorial aksonal shikast; II – jismoniy tanadagi o‘choq; III – rostral miya poyasidagi o‘choq.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3-savol: Gennarelli bo‘yicha 1-darajada oq moddada tarqoq retraksiya sharlari; 2-darajada kallozal o‘choq; 3-darajada miya poyasi o‘chog‘i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Adams (45 ta o‘lim holati) va Gennarelli (primatlar tajribasi) darajalari o‘xshash, lekin asosi boshqa; ularni aralashtirmang.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29207487, 5.3-bo‘lim, PMID 29207487, 5.1-bo‘lim, PMID 29207487, 5.2-bo‘lim, PMID 29207487, 5.1–5.2-bo‘limlar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DAI biomarkerlari: Frati sharhi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Kaspaza va kalpain parchalagan oqsillar DAI biomarkeri sifatida o‘rganilmoqda.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Neyrofilament (NF) dalillari kichik tanlamadan olingan; yirik prospektiv tadqiqotlar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β-APP, NSE (neyronga xos enolaza), NF, GFAP (glial oqsil) va S100 – neyron o‘limi markerlari.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969"/>
                <a:gridCol w="1608675"/>
                <a:gridCol w="163333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Marker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Asosiy fakt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Cheklov/izoh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SBDP (spektrin parchalari)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6 soatda ko‘tariladi; 2–3 kunda cho‘qqi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Boshqa MNS shikastida ham uchraydi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NF (neyrofilament)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pNF-H va NF-L natijani bashorat qiladi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Kichik tanlama; tasdiq kerak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GFAP, tau, Aβ42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GFAP va tau 24 soatda, Aβ42 30-kunda maks.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Uchalasi birga foydali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S100β, NSE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S100β – Ca bog‘lovchi; NSE – ferment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Politravmada ta’sir; qon-miya to‘sig‘i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DAI biomarkerlari va cheklovlar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29207487, 5.4-bo‘lim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O‘limdan keyingi biomarkerlar sharhi: usul va natija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Mezon: o‘lim sababi travmatik miya shikasti (TBI), nazorat guruhi bor, inson, hakamli 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Qidiruv PRISMA qoidasi bo‘yicha 2021-yil avgustigacha; 17 tadqiqot, 9 marker.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Eng ko‘p IL-6 (6 ta); GFAP, LDH, S100B 5 tadan; NSE 4; BDNF, MAPT, ferritin 3; NGAL 2 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PubMed qidiruvi (PRISMA)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Sarlavha/annotatsiya skrining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To‘liq matnni baholash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Kiritish mezonlari tekshiruvi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17 ta tadqiqot tahlili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Sharh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Zwirner et al., Forensic biomarkers of lethal traumatic brain injury, betlar: PMID 35226180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Likvorda S100B, NSE va boshqa chegara qiymatlar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Chegaralar 2 soatdan qisqa omon qolgan o‘tkir TBI uchun; spetsifiklik 94–97%.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Ferritin 1.73 mg/l (aniqlik 87%, spets. 96%); BDNF 11.1 pg/ml (86%/96%); NGAL 334.4 ng/ml (84%/94%).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LDH 16.71 ukat/l (81%/97%). NSE &gt;6000 ng/ml faqat TBI guruhida kuzatilgan.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069"/>
                <a:gridCol w="1627069"/>
                <a:gridCol w="2033836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Marker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Chegara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Aniqlik/spets.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S100B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2267 ng/ml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79% / 97%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599 ng/ml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83% / 97%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GFAP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134 ng/ml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78% / 94%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IL-6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99.1 pg/ml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86% / 96%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O‘tkir TBI, likvor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Zwirner et al., Forensic biomarkers of lethal traumatic brain injury, betlar: PMID 35226180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Omon qolish muddatini baholash uchun biomarkerlar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Yuqori likvor qiymatlari faqat ma’lum minimal muddatdan keyin kuzatilgan.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Aniq omon qolish muddatini ko‘rsatuvchi qiymatlar hozircha yo‘q; faqat minimal muddat baholanadi.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Chegaralar faqat shu tadqiqot laboratoriyasi va test to‘plamida amal qiladi; tasdiqlash kerak.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1726685"/>
                <a:gridCol w="1834603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Marker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Min. 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S100B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&gt; 10 000 ng/ml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20 daqiqa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&gt; 6000 ng/ml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15 daqiqa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Ferritin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&gt; 30 mg/l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IL-6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&gt; 100 000 pg/ml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 kun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Minimal omon qolish muddati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Zwirner et al., Forensic biomarkers of lethal traumatic brain injury, betlar: PMID 35226180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Biomarkerlar cheklovlari va kelajak yo‘nalishlari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Hech bir biomarker TBI (travmatik bosh miya shikasti) uchun spetsifik emas: boshqa o‘limlarda ham o‘zgaradi, ko‘rsatkichlar bir-biriga ustma-ust tushadi.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Har biri kamida bitta omilga bog‘liq: o‘limdan keyingi interval (PMI), gemoliz yoki neyroxirurgiya. PMI bilan bog‘liqlik asosan gemolizga bog‘langan.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Nazorat guruhi tanlovi natijani o‘zgartiradi: bir jinsli guruhlar bilan solishtirish kerak. Chegara qiymat faqat o‘sha laboratoriya va test to‘plamida o‘rinli.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Kelajak: miRNK (mikro-ribonuklein kislota) va metabolomika, shuningdek siydik, so‘lak, shishasimon suyuqlik. Hozircha chegaralar tashxisni isbotlamaydi, shubhani kuchaytiradi.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Zwirner et al., Forensic biomarkers of lethal traumatic brain injury, betlar: PMID 35226180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makroskopik belgisiz TBI gumoni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boshda makroskopik shikast belgilari yo‘q, o‘lim holati noma’lum. TBI yagona yoki hissa qo‘shuvchi o‘lim sababi bo‘lganmi?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Likvorda NSE (neyronga xos enolaza) 6000 ng/ml dan yuqori bo‘lsa, faqat TBI qurbonlarida uchragan. Bunday yuqori chegara spetsifik, lekin sezgirligi past.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Gistologiyada β-APP (amiloid prekursor oqsil) shikastlangan aksonni 2–3 soatdan keyin ko‘rsatadi, ammo travma bilan ishemiya yoki gipoksiyani ajratmaydi.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ikki topilma birga nimani bildiradi? Yana nima kerak: tentorium ustida va ostida aksonal shikast va boshqa o‘lim sabablarini istisno qilish.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Zwirner et al., Forensic biomarkers of lethal traumatic brain injury, betlar: PMID 35226180; Frati et al., Diffuse Axonal Injury and Oxidative Stress: A Comprehensive Review, betlar: PMID 29207487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Nurli tashxis: KT va MRT solishtiruvi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KT (kompyuter tomografiya) dastlabki tekshiruv, lekin DAI (diffuz aksonal shikast) ni yaxshi ajratmaydi; shuning uchun MRT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 T da T2*GRE 1,5 T dan ustun; 7 T SWI noaniq va sud-tibbiy holatlarda muhim vosita.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Gemorragik DAI o‘choqlari 3 oydan keyin kamroq ko‘rinadi, qoldiqlar esa oylar-yillar saqlanishi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/>
                <a:gridCol w="1846815"/>
                <a:gridCol w="174952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Jihat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MRT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Birinchi bosqich, shoshilinch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DAI uchun sezgirroq usul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Ko‘radi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O‘tkir gemorragik o‘choqlar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Mikroqon quyilish, aksonal shikast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Cheklov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DAI ni aniq ko‘rsatmaydi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Beqaror bemorda qiyin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Ketma-ketlik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SWI/T2*GRE: qon; DWI/DTI: akson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 T va 7 T sezgirroq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KT va MRT solishtiruvi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Eslab qoling: asosiy qoidalar va yakuniy savol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β-APP aksonal shikastni ko‘rsatadi, lekin travmatik shikastni ishemiya/gipoksiyadan ajrata olmaydi. β-APP ≠ faqat mexanik travma.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Eslab qoling: kumush usuli shikastni 12–18 soatdan, gematoksilin-eozin taxminan 24 soatdan, β-APP esa 2–3 soatdan keyin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Biomarkerlarning hech biri bosh miya travmasiga (TBI) xos emas. Ularning chegaraviy qiymatlari gumonni boshqa topilmalar bilan birga kuchaytiradi.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Yakuniy savol: shikastdan keyin 1 soat ichida o‘lgan, makroskopik belgisiz holatda qaysi usul gistologik tashxisga eng erta yordam beradi va nima uchun?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29207487; Zwirner et al., Forensic biomarkers of lethal traumatic brain injury, betlar: PMID 35226180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Diffuz aksonal shikast (DAI) aylanma tezlanish-sekinlashuv kuchlaridan yuzaga keladi. Dastlabki shikastdan keyin kalsiy va erkin radikallar ishtirokida ikkilamchi kaskad davom etadi.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Gistologik tashxis shishgan aksonlar va aksonal bulbalarni topishga asoslanadi. Shikast oq moddada keng tarqalgan, kamida bir o‘choq tentoriumdan yuqorida, bittasi pastda bo‘lishi kerak.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β-APP immunogistokimyosi hozir oltin standart hisoblanadi va erta bosqichda ham shikastni ko‘rsatadi. Ammo u travmani gipoksiyadan ajratmaydi.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Biomarkerlar (S100B, NSE, GFAP va boshqalar) faqat qo‘shimcha dalil. Ular o‘lim sababini mustaqil isbotlamaydi, avtopsiya va gistologiya bilan birga baholanadi.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Frati et al., Diffuse Axonal Injury and Oxidative Stress: A Comprehensive Review, betlar: PMID 29207487; Zwirner et al., Forensic biomarkers of lethal traumatic brain injury, betlar: PMID 35226180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 (Adams bo‘yicha diffuz aksonal shikastlanish, DAI, darajalari): 1-daraja – yarim sharlar oq moddasi, 2-daraja – qadoqsimon tana o‘chog‘i, 3-daraja – miya ustunining rostral qismi. Raqam oshgan sari shikast “pastga” tushadi.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Aniqlash vaqti bo‘yicha taqqoslash: β-APP (β-amiloid prekursor oqsil) bo‘yog‘i shikastlangan aksonni 2–3 soatda, kumush usuli 12–18 soatda, gematoksilin-eozin esa taxminan 24 soatda ko‘rsatadi. Qisqa yashagan holatlarda immunogistokimyo afzal.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 (diqqat, xato xavfi): β-APP musbat bo‘lishi aksonal shikastni bildiradi, lekin travmani ishemiya yoki gipoksiyadan ajratmaydi. Shuning uchun DAI faqat mexanik shikastga xos deb olinmaydi; xulosa holat va boshqa topilmalar bilan birga chiqariladi.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usuli: eng kam yashash muddatini bildiruvchi yuqori ko‘rsatkichlar. Likvorda S100B &gt;10 000 ng/ml – kamida 20 daqiqa, NSE &gt;6000 ng/ml – 15 daqiqa, ferritin &gt;30 mg/l – 120 daqiqa, IL-6 &gt;100 000 pg/ml – 3 kundan ortiq. Ketma-ketlik: 20 – 15 – 120 – 3 kun.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Qiziqarli fakt: likvordagi NSE &gt;6000 ng/ml faqat bosh miya travmasidan o‘lganlarda kuzatilgan, nazorat guruhlarida yo‘q. Bunday “ekstremal” chegara o‘ta o‘ziga xos, lekin sezgirligi past. Chegara faqat o‘sha tadqiqotdagi laboratoriya to‘plami bilan to‘g‘ri keladi.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 miya travmatik shikastlanishining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Zwirner et al. Forensic biomarkers of lethal traumatic brain injury, International Journal of Legal Medicine. 2022. PMID 35226180; DOI 10.1007/s00414-022-02785-2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Frati et al. Diffuse Axonal Injury and Oxidative Stress: A Comprehensive Review, International Journal of Molecular Sciences. 2017. PMID 29207487; DOI 10.3390/ijms18122600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