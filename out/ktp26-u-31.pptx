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Nima uchun FOB zaharlanishi ham pestitsid, ham jangovar agent muammosi sifatida o‘rganiladi? 2) Qaysi ikki asosiy o‘lim sababini eslaysiz? Doskaga chizish: FOB → AChE ingibitsiyasi → atsetilxolin to‘planishi → xolinergik inqiroz zanjiri. Tipik xato: FOB va karbamatlarni bir xil mexanizm deb aralashtirish; talabalar bu slaydda faqat FOB haqida gapirilishini unutmasin.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Nima uchun manbalar turlicha raqam beradi? 2) Taqiqlash chora sifatida qanday samara berdi? Doskaga chizish: 2007 va 2017 yillar uchun o‘lim kamayishini ko‘rsatuvchi oddiy vaqt chizig‘i. Tipik xato: bitta raqamni jahon uchun yagona haqiqat deb yozib olish; har bir raqam qamrovi (barcha pestitsid yoki faqat FOB) va yiliga bog‘liq.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Nima uchun G‘arbda letallik bunchalik past? 2) Ventilyatsiyadagi bemorlarda yuqori o‘lim nimani anglatadi: usul sababmi yoki og‘irlik belgisimi? Doskaga chizish: uch ustunli oddiy taqqoslash chizig‘i (rivojlanayotgan / ayrim pestitsid / G‘arb). Tipik xato: 10–20% va 50–70% ni bitta ko‘rsatkich deb olish; ikkinchisi faqat ayrim pestitsidlarga tegishli.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 savoli: nima uchun bir xil zaharlanishda letallik G‘arbda 0,3% dan kam, rivojlanayotgan mamlakatlarda esa 10–20%? Doskada chizish: ‘letallik sabablari’ ro‘yxatini 4 ustunli ro‘yxat ko‘rinishida yozdiring (zahar, masofa, xodim, antidot). Tipik xato: letallikni faqat zaharning toksikligi bilan izohlash; manbada sabablar ko‘p omilli deyilgan.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 savollari: (1) bu bemorda xavfni oshirgan omillar qaysilar (masofa, kadr, antidot)? (2) qabulda birinchi qadam nima (ABC: nafas yo‘li, nafas, qon aylanishi)? Doskada chizish: bemorning yo‘li – zahar ichishdan qabul bo‘limigacha – vaqt chizig‘i. Tipik xato: oshqozonni yuvishdan boshlash; avval bemorni barqarorlashtirish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 savollari: FOB guruhlarini sanab bering; nima uchun FOB hayotimizda keng uchraydi? Doskada chizish: FOB uchun umumiy ‘guruhlar’ daraxti (4 shox) va uning yonida qo‘llanish joylari (dala, uy, dam olish). Tipik xato: FOB faqat qishloq xo‘jaligi zahari deb o‘ylash; manbada turmush va dam olish sharoitlari ham keltirilgan.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Nima uchun pestitsid va asab agenti belgilari o‘xshash? 2) Kirish yo‘li zaharlanish tezligiga qanday ta’sir qiladi? Doskada: ikki ustunli ro‘yxat chizing (pestitsidlar | asab agentlari) va ularga umumiy mexanizmni yozing. Tipik xato: asab agentlari va pestitsidlarning mexanizmi har xil deb o‘ylash. Aslida mexanizm umumiy, zaharlilik darajasi va kirish yo‘li farq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Nima uchun ACh yig‘ilishi miozis va bradikardiyaga olib keladi? 2) Qaysi belgilar muskarin, qaysilari nikotin ta’siriga mansub? Doskada: zanjir sxemasini tugunma-tugun chizing va har tugunga bitta belgi yozing. Tipik xato: ingibitsiyalanadigan narsa ACh deb o‘ylash. Aslida ingibitsiyalanadigan narsa fermentning o‘zi (AChE).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Nima uchun atropin faqat simptomatik davo hisoblanadi? 2) Qarish (aging) oksim samarasini qanday cheklaydi? Doskada: AChE holatlari sxemasini chizing (ingibitsiyalangan → tiklangan yoki qarigan). Tipik xato: atropin fermentni tiklaydi deb o‘ylash. Eslatma: manbalar oksimlar bo‘yicha bir fikrda emas, shuni talabalarga ochiq ayting.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Nima uchun oksim somanda deyarli foydasiz? 2) Qarishgacha o‘tgan vaqt davolash taktikasiga qanday ta’sir qiladi? Doskada chizish: AChE → ingibitorlangan (EP) → ikki yo‘l: spontan reaktivatsiya (E) yoki qarish (EA). Tipik xato: qarish va spontan reaktivatsiyani bir narsa deb o‘ylash; ular qarama-qarshi jarayonlar.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Bitta talabani chaqirib javob so‘rang, keyin guruh to‘ldirsin. Muhokama: letallik ko‘rsatkichi nima uchun mamlakatlar o‘rtasida farq qiladi? Doskada chizish: mexanizm zanjiri FOB → AChE bloklanishi → atsetilxolin to‘planishi → xolinergik krizis. Tipik xato: letallikni faqat zahar toksikligiga bog‘lash; transport, kadr va antidot yetishmasligi ham ahamiyatli.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Nima uchun VX belgilari kechikib boshlanadi? 2) Lipofil FOB (masalan, fention) bemorni kuzatishga qanday ta’sir qiladi? Doskada chizish: kirish yo‘li → qonga o‘tish → AChE ingibitsiyasi → belgilar boshlanishi. Tipik xato: barcha FOB bir xil tezlikda va bir xil yo‘l bilan ta’sir qiladi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tion ichilgan zahot belgilar bo‘lmasligi mumkin? 2) Yog‘da eruvchanlik davolash muddatiga qanday ta’sir qiladi? Doskada: 5 bosqichli zanjirni chizdiring va har bosqichga bitta xavfni yozdiring. Tipik xato: tion bilan okson bir xil faol modda deb o‘ylash; ular farqli: tion – pro-zahar, okson – faol shakl.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Bemorni kuzatuvsiz uyga jo‘natish qanday oqibat beradi? 2) Qaytalanishda qaysi belgilarga e’tibor beriladi (bo‘yin fleksiyasi zaifligi, nafas)? Doskada: soatlar bo‘yicha kuzatuv jadvalini (0–6 soat, keyin 2–3 soatda) chizdiring. Tipik xato: belgilar yo‘qligidan zaharlanish yo‘q degan xulosa chiqarish.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atropin to‘liq davo emas? 2) Qaysi belgilar bo‘yicha atropin yetarliligi baholanadi? Doskada: ikki ustunli jadval (muskarin | nikotin) chizdirib, bemorning belgilarini guruhlatish. Tipik xato: bradikardiyani doimiy belgi deb hisoblash va tez yurak urishida atropinni to‘xtatish. Eslatma: belgilarni muskarin/nikotin guruhlarga taqsimlash umumiy farmakologik bilimga tayanadi, matnlarda barcha belgilar uchun alohida ko‘rsatilmagan.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aynan shu beshta belgi kundalik baholash uchun tanlangan? 2) Yurak urishi tez bo‘lsa, atropinni rad etish to‘g‘rimi? Doskada: besh belgini ketma-ket chizib, yonida ‘har doim emas’ degan belgini bradikardiyaga qo‘ying. Tipik xato: talabalar bradikardiyani majburiy belgi deb o‘ylaydi, holbuki normal yoki tez puls ham uchraydi.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Nima uchun dastlabki yengil baho xavfli? 2) ‘Bemorni davolang, zaharni emas’ qoidasi amalda nimani anglatadi? Doskada: ‘yengil → og‘ir’ o‘qini chizib, yonida ‘qayta baholash’ deb yozing. Tipik xato: talabalar laboratoriya tasdig‘ini kutib davoni kechiktiradi. Eslatma: POP shkalasining to‘liq nomi manbada ochilmagan, shuning uchun qisqartma shundayligicha berildi.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bo‘yin zaifligi eng qulay erta tekshiruv belgisi? 2) Qaysi bemorlarni tez-tez kuzatish kerak? Doskada: 5 bosqichli zanjirni chizing va 1-bosqichni qizil bilan belgilang. Tipik xato: sxemadagi tartib qat’iy deb o‘ylash — manbada faqat bo‘yin zaifligi birinchi belgi, qolganlari ‘keyingi belgilar’ deb sanalgan, aniq tartib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Qaysi ikki belgi atropin berishga yetarli? 2) Nega bradikardiya yo‘qligi atropinni rad etish sababi emas? Doskada: besh belgini ustun qilib yozing, ikkita asosiy belgini (miyoz, ter) belgilang. Tipik xato: talabalar bradikardiyani majburiy belgi deb o‘ylaydi.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Bo‘yin zaifligi bo‘lgan hamma bemorda to‘liq oraliq sindrom rivojlanadimi? 2) Intubatsiya uchun qaysi ko‘rsatkichlarni kuzatasiz? Doskada: oraliq sindrom belgilarining ketma-ketligini strelka bilan chizing. Tipik xato: zaiflikni ahamiyatsiz deb ko‘rib, kuzatuvni kamaytirish.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bemor chap yonga, boshi past yotqiziladi? 2) Guedel naychasi yaxshi ishlasa ham nega ET naycha kerak? Doskada: besh qadamli zanjirni chizing. Tipik xato: kislorod yo‘qligi sababli atropinni kechiktirish; atropin kislorodlanishni yaxshilaydi.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dozani ikki hissa oshiramiz, oldingisini takrorlamaymiz? 2) Besh belgi qaysilar (miozis, terlash, o‘pkada havo o‘tishi, bradikardiya, gipotenziya) va qaysi uchtasi eng muhim (o‘pka, puls, bosim)? Doskada: zanjirni chizing va har bosqichga vaqtni yozing. Infuziya: yuklash dozasining 10–20% soatiga, manbada 30 mg dan ko‘p yuklashda kamroq. Tipik xato: qorachiq kengaymaguncha atropinni davom ettirish; qorachiq kech kengayadi, bemor qorachiqdan o‘lmaydi.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Chalkash va isitmali bemorda atropin ko‘pligini boshqa sabablardan (alkogol abstinensiyasi) qanday ajratamiz? 2) Nega faol sovitish ustuvor? Doskada: jadvalni chizing, qatorlarni talabalar bilan to‘ldiring. Tipik xato: faqat yurak urishi yoki qorachiqqa qarab atropinni to‘xtatish yoki oshirish; manbaga ko‘ra bu ikki belgi ishonchli emas. Taxikardiya (tez yurak urishi) atropinga qarshi ko‘rsatma emas. Qo‘zg‘algan bemorni bog‘lash issiqlikni oshirib, yurak to‘xtashiga olib kelishi mumkin; diazepam afzal.</a:t>
            </a:r>
          </a:p>
          <a:p/>
          <a:p>
            <a:r>
              <a:t>Tekshirish kerak (manbada noaniq):</a:t>
            </a:r>
          </a:p>
          <a:p>
            <a:r>
              <a:t>- Uch belgi (chalkashlik, isitma, ichak tovushi yo‘q) birga bo‘lsa, infuziya to‘xtatiladi va 30 daqiqada qayta ko‘riladi.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atropin bor-u oksim ham kerak (nikotin va muskarin ta’siri)? 2) Kech boshlangan oksim nega kam foyda beradi (qarish)? Doskada: AChE → ingibirlangan AChE → qarigan AChE yoki qayta faollangan AChE sxemasini chizing. Eddleston protokolida JSST dozasi: pralidoksim 30 mg/kg yuklash 10–20 daq, so‘ng 8–10 mg/kg/soat; juda tez yuborilsa qusish, taxikardiya, gipertenziya. Tipik xato: oksimni mustaqil davo deb o‘ylash; manbaga ko‘ra u butun davo kompleksining bir qismi, atropin va reanimatsiyani almashtirmaydi.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dekontaminatsiya qabul qilingan zahoti emas, barqarorlashgandan keyin qilinadi? 2) Qaysi bemorda me’da yuvish xavfli? Doskada: qaror daraxtini chizing (barqarormi? intubatsiyami? 1–2 soat ichidami?). Tipik xato: talaba ipekak bilan qusdirishni birinchi yordam deb hisoblaydi.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Atropin toksikligini boshqa sabablardan (spirtdan chiqish, pnevmoniya) qanday ajratamiz? 2) Nega haloperidol o‘rniga diazepam tanlanadi? Doskada: atropin toksikligi belgilarini ro‘yxat qilib chizing. Tipik xato: talaba taxikardiyani atropinni to‘xtatish uchun yagona asos deb biladi.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gipovolemiya sepsisga o‘xshab ketishi mumkin? 2) Nega ventilyatsiyadagi bemorlarda o‘lim yuqori? Doskada: zanjirni o‘zingiz davom ettirib, har bosqichga bitta davo chorasini yozing. Tipik xato: talaba o‘limni faqat fermentning to‘silishi bilan tushuntiradi, ikkilamchi gipovolemiyani unutadi.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nima uchun fosfororganik birikmalar (FOB) bilan zaharlanishda gipotenziya sepsisga o‘xshab ko‘rinadi? Suyuqlik yo‘qotilishi qaysi yo‘llar bilan bo‘ladi? Doskada: suyuqlik yo‘qotilishidan prerenal buyrak yetishmasligigacha bo‘lgan zanjirni chizing. Tipik xato: shok va oliguriyani darhol sepsis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autopsiyada o‘pka va buyrak topilmalari qanday o‘lim mexanizmiga ishora qiladi? Aspiratsiya prognozga qanday ta’sir qiladi? Doskada: o‘pka va buyrak topilmalarini ikki ustunli jadvalga yozing. Tipik xato: faqat zaharni aniqlashga e’tibor berib, o‘lim mexanizmini e’tiborsiz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daq. Talabalardan javobni avval yozma, so‘ng og‘zaki so‘rang. Muhokama: nima uchun mexanik ventilyatsiya olganlarda o‘lim yuqori bo‘lishi mumkin? Doskada: o‘lim sabablarini ketma-ketlikda yozing (nafas yetishmovchiligi, yurak to‘xtashi, sepsis, shok). Tipik xato: ventilyatsiyani sababchi deb hisoblash, aslida u og‘ir holat belgisi ham bo‘lishi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CRP oshishi har doim infeksiya degani emas? 2) Asos tanqisligi to‘qima perfuziyasi haqida nimani ko‘rsatadi? Doskada: markerlar → sabab (gipovolemiya → gipoperfuziya → ishemiya) zanjirini chizing. Tipik xato: BChE past bo‘lsa, prognoz yomon deb o‘ylash; manbaga ko‘ra u diagnostik qiymatga ega xolos.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Albumin pasayishi sabab yoki oqibatmi? 2) Nega albumin va CRP o‘rtasida teskari bog‘liqlik bor? Doskada: uch guruh uchun o‘lim ustunli diagrammasini chizing. Tipik xato: bog‘liqlikni sabab deb talqin qilish. Manbaga ko‘ra, o‘lgan bemorlar guruhi 19,8% edi, ular yoshi katta va ko‘proq OFB ichgan.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BChE pasayishi faqat ingibitsiyani anglatmaydi? 2) Oldingi qiymat noma’lum bo‘lsa, xulosa qanday cheklanadi? Doskada: flow sxemani o‘zlari chizsin. Tipik xato: BChE va AChE ni bir xil deb olish (BChE – plazma, AChE – eritrotsit va sinaps). Eslatma: annotatsiyada serum xolinesterazasi diagnostik qiymatga ega emas deyilgan, matnda esa diagnostik qiymati tilga olinadi. Bu farqni talabalar bilan muhokama qiling.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6–7 daq. Muhokama savollari: 1) Gipovolemiya va to‘qima gipoksiyasi laktat hamda CRP (C-reaktiv oqsil) ko‘rsatkichlarini qanday o‘zgartiradi? 2) Nima uchun oksimlar bu holatda asosiy yechim emas? Doskada chizish: zanjir ’zahar → atsetilxolin ko‘payishi → suyuqlik yo‘qotilishi → gipovolemiya → atsidoz → davo‘. Tipik xato: bitta holatni umumiy qoida deb qabul qilish. Bu yakka klinik hisobot, katta tadqiqot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5–6 daq. Muhokama savollari: 1) ABC, atropin, nafas himoyasi va suyuqlik terapiyasi ketma-ketligini qanday tartiblaysiz? 2) Nima uchun qat’iy kuzatuv o‘limni kamaytirishi mumkin? Doskada chizish: 5 ta asosiy xulosa va o‘lim sabablari ro‘yxati. Tipik xato: oksim yoki laboratoriya (xolinesteraza) natijasini kutib, favqulodda davoni kechiktirish. Davo klinik belgilarga qarab boshlanadi.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FOB bilan zaharlanishning xususiyatlari. O’limga olib kelgan zaharlanishlar xarakteristikasi.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Mavzuga kirish: FOB va o‘lim muammosi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Fosfororganik birikmalar (FOB) eng samarali insektitsidlar qatoriga kiradi. Ular qishloq xo‘jaligida va maishiy sohada keng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Ayni birikmalar asab agenti sifatida ham qo‘llangan: Suriya fuqarolar urushida (2013 yildan) va 2017–2018 yillardagi suiqasdlarda.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Asosiy mexanizm: FOB atsetilxolinesteraza (AChE) fermentiga bog‘lanib, uni ingibirlaydi va xolinergik inqirozni keltirib chiqaradi.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Osiyoda pestitsid o‘limlarining ko‘pchiligi FOB hissasiga to‘g‘ri keladi. Kasalxonada o‘limning keng tarqalgan sababi nafas yetishmovchiligi, so‘ng yurak to‘xtashi.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Ramadori et al., Organophosphorus Poisoning: Acute Respiratory Distress Syndrome, betlar: PMID 37047631; Worek et al., Organophosphorus compounds and oximes: a critical review, betlar: PMID 32506210; Eddleston et al., Early management after self-poisoning with an organophosphorus or carbamate pesticide – a treatment protocol for junior doctors, betlar: PMID 15566582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Epidemiologiya: jahon ko‘rsatkichlari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Yiliga 3 milliondan ortiq og‘ir o‘tkir zaharlanish bo‘lishi taxmin qilinadi; ro‘yxatga olinmagan holatlar undan ham ko‘p.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300 000 — barcha pestitsidlar, 110 000 — faqat FOB; bu raqamlarni aralashtirmang.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 sinf pestitsidlar (paration, mevinfos) taqiqlangach, FOB bilan o‘z-o‘ziga zaharlanishdan o‘lim kamaygan.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420"/>
                <a:gridCol w="1906975"/>
                <a:gridCol w="1925579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Manba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Baho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Tavsif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Eddleston, 2004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~300 000 o‘lim/yil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Pestitsid bilan o‘z-o‘ziga zaharlanish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Ramadori, 2023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200 000–350 000 o‘lim/yil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Tasodifiy va qasddan zaharlanish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Worek, 2020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258 000 dan ortiq (2007) → ~110 000 (2017)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FOB bilan o‘z-o‘ziga zaharlanish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Worek, 2020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100 000 dan ortiq o‘lim/yil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Pestitsid bilan o‘z-o‘ziga zaharlanish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Yillik o‘lim baholari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Ramadori et al., Organophosphorus Poisoning: Acute Respiratory Distress Syndrome, betlar: PMID 37047631; Worek et al., Organophosphorus compounds and oximes: a critical review, betlar: PMID 32506210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Letallik: rivojlanayotgan va G‘arb mamlakatlari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Letallik yuqori bo‘lishining sabablari: zaharli moddalar, uzoq transport, shifokor va antidotlar yetishmasligi.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Sun’iy ventilyatsiyadagi bemorlarda o‘lim 50% dan oshishi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letallik (o‘lganlar ulushi) ≠ o‘limlar soni; bular turli ko‘rsatkichlar.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969"/>
                <a:gridCol w="1219200"/>
                <a:gridCol w="2022806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Hudud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Letallik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Izoh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Rivojlanayotgan mamlakatlar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10–20%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O‘z joniga qasd qilishda odatiy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Ayrim pestitsidlar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50–70% gacha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Alohida yuqori zaharli preparatlar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G‘arb mamlakatlari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0,3% dan kam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Barcha sabablardan zaharlanishda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Kasalxonadagi o‘tkir FOB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15–23%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Hindistonda yaqinda 33% gacha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Letallik taqqoslanishi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Eddleston et al., Early management after self-poisoning with an organophosphorus or carbamate pesticide – a treatment protocol for junior doctors, betlar: PMID 15566582; Ramadori et al., Organophosphorus Poisoning: Acute Respiratory Distress Syndrome, betlar: PMID 37047631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Yuqori letallik sabablari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Rivojlanayotgan mamlakatlarda o‘z-o‘zini zaharlashda letallik odatda 10–20%, ayrim pestitsidlarda esa 50–70% gacha yetadi.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G‘arb mamlakatlarida barcha sabablar bo‘yicha o‘z-o‘zini zaharlashdagi letallik 0,3% dan kam. Farq juda katta.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Sabablar ko‘p omilli: mahalliy zaharlarning yuqori toksikligi, bemorni kasalxonaga olib borishdagi uzoq masofa va tibbiyot xodimlarining kamligi.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Jihozlar, antidotlar va xodimlarni o‘qitish yetishmaydi. Davolash protokollarini tuzish uchun isbotlangan usullar ham kam.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Eddleston et al., Early management after self-poisoning with an organophosphorus or carbamate pesticide – a treatment protocol for junior doctors, betlar: PMID 15566582; DOI 10.1186/cc2953 (Introduction)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olis qishloqdagi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qishloqda FOB (fosfororganik birikmalar) ichgan bemor kasalxonaga uzoq yo‘l bilan keltirildi. U terga botgan, qorachiqlari nuqtadek, nafasi og‘ir.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Zaharlanishlarning ko‘pi kasalxonadan uzoqda yuz beradi. U yerda tashxis usullari osonlik bilan topilmaydi.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Ayrim ma‘lumotlarga ko‘ra, rivojlanayotgan mamlakatlarda bemorlar qabuldan keyin tez orada o‘ladi. Shuning uchun dastlabki barqarorlashtirish muhim.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o‘lim xavfini oshirgan omillarni sanang. Qabul bo‘limida birinchi navbatda nimani tekshirasiz (nafas yo‘li, nafas, qon aylanishi)?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Eddleston et al., Early management after self-poisoning with an organophosphorus or carbamate pesticide – a treatment protocol for junior doctors, betlar: PMID 15566582; DOI 10.1186/cc2953 (Does the patient require atropine?), PMID 15566582; DOI 10.1186/cc2953 (Introduction), PMID 15566582; DOI 10.1186/cc2953 (Initial assessment of the unconscious patient); Ramadori et al., Organophosphorus Poisoning: Acute Respiratory Distress Syndrome, betlar: PMID 37047631; DOI 10.3390/ijms24076658 (2. Organophosphorus Compounds as Insecticides and as Nerve Agents)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FOB guruhlari va qo‘llanilishi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FOB (fosfororganik birikmalar) guruhlari: fosfatlar, fosfonatlar, fosfinatlar va fosforotioatlar. Ular tuzilishi va toksikligi bo‘yicha juda xilma-xil.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Qishloq xo‘jaligida pestitsidlar hosilni hasharot, kana, nematoda, zamburug‘, kemiruvchi, qush va begona o‘tlardan himoya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Pestitsidlar turmush va dam olish sharoitlarida ham ishlatiladi. Qo‘llanish faqat rivojlanayotgan emas, rivojlangan mamlakatlarga ham yoyilgan.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FOB bilan zaharlanish ular joriy etilgan 1950-yillar boshidan qayd etilgan. Holatlar tez-tez uchrab, ijtimoiy ofat darajasiga yetgan.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Worek et al., Organophosphorus compounds and oximes: a critical review, betlar: PMID 32506210; DOI 10.1007/s00204-020-02797-0 (The threat); Ramadori et al., Organophosphorus Poisoning: Acute Respiratory Distress Syndrome, betlar: PMID 37047631; DOI 10.3390/ijms24076658 (1. Introduction), PMID 37047631; DOI 10.3390/ijms24076658 (2. Organophosphorus Compounds as Insecticides and as Nerve Agents)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Pestitsidlar va asab agentlari: umumiy mexanizm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Fosfororganik birikmalar (FOB) samarali insektitsidlar tarkibiga kiradi, ayrimlari esa harbiy asab agentidir.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Sarin, VX kabi asab agentlari ham, pestitsidlar ham atsetilxolinesterazani (AChE) ingibitsiyalaydi. Zaharlilik darajasi birikma tuzilishiga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FOB Matsumoto (1994) va Tokio (1995) teraktlarida, Iroq va Suriyada qurol sifatida, Kuala-Lumpur va Salisberidagi suiqasdlarda ishlatilgan.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Sarin shilliq qavat orqali tez ta’sir qiladi, VX teri orqali kechikib. O‘z joniga qasd qilishda pestitsid asosan og‘iz orqali kiradi.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Ramadori et al., Organophosphorus Poisoning: Acute Respiratory Distress Syndrome, betlar: PMID 37047631; Worek et al., Organophosphorus compounds and oximes: a critical review, betlar: PMID 32506210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Ta’sir mexanizmi: AChE ingibitsiyasi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FOB atsetilxolinesteraza (AChE) faol markazidagi seringa kovalent bog‘lanadi.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Atsetilxolin (ACh) parchalanmasa, signal uzatilishi davom etadi va asab funksiyasi ortiqcha faollashadi.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Belgilar: miozis, so‘lak va ter ajralishi, bradikardiya, fassikulyatsiya, hushni yo‘qotish.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FOB AChE serinini bloklaydi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AChE faolligi pasayadi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Atsetilxolin (ACh) yig‘iladi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Sinaps o‘ta qo‘zg‘aladi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Muskarin va nikotin belgilari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Xolinergik kriz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Worek et al., Organophosphorus compounds and oximes: a critical review, betlar: PMID 32506210; Ramadori et al., Organophosphorus Poisoning: Acute Respiratory Distress Syndrome, betlar: PMID 37047631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Ingibitsiya qaytmasligi va ferment tiklanishi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Ramadori fikricha, ingibitsiya amalda qaytmas. U zaharni fermentdan ajratadigan dori yo‘q deb hisoblaydi.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Normal holat jigarda, suyak iligida va ayniqsa sinapslarda yangi ferment sintezlanishi bilan tiklanadi. ACh ortiqchaligi haftalar davom etishi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atropin reaktivator emas. U fermentni tiklamaydi, faqat muskarin belgilarini bosadi va nikotin ta’sirini to‘smaydi.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Oksimlar fosfil qoldig‘ini fermentdan olib tashlashi kerak. Qarigan AChE ni tiklay olmaydi, odamdagi pestitsid zaharlanishida foydasi munozarali.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Ramadori et al., Organophosphorus Poisoning: Acute Respiratory Distress Syndrome, betlar: PMID 37047631; Worek et al., Organophosphorus compounds and oximes: a critical review, betlar: PMID 32506210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“Qarish” (aging) va spontan reaktivatsiya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FOB (fosfororganik birikma) bilan bloklangan atsetilxolinesteraza (AChE) tiklanishi yoki qarishi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Pralidoksim (2-PAM) va obidoksim qarigan AChE ni tiklay olmaydi.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Somanda oksim samarasiz; dimetil-FOB (malation, dimetoat)da spontan reaktivatsiya oksimga yordam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857869"/>
                <a:gridCol w="1620355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Kinetika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Oqibati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Soman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Qarish yarim davri ~2 daqiqa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Oksim samarasiz (qarigan AChE)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VR (Rossiya VX)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Qarish yarim davri ~140 soat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Qarish juda sekin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G-agentlar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Spontan reaktivatsiya e’tiborsiz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O‘zi tiklanmaydi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Malaoksan (dimetil-FOB)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Reaktivatsiya yarim davri 0,7 soat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Oksim ta’siriga yordam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Qarish va tiklanish solishtirmasi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Worek et al., Organophosphorus compounds and oximes: a critical review, betlar: PMID 32506210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1: mexanizm va epidemiologiya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FOB AChE ni qanday bloklaydi va nega somanda “qarish” oksim ta’sirini yo‘qqa chiqaradi?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javobi: FOB AChE faol markaziga kovalent bog‘lanadi. Soman bloklagan ferment ~2 daqiqada qariydi, oksim uni tiklay olmaydi.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Rivojlanayotgan mamlakatlarda o‘z-o‘zini pestitsid bilan zaharlashda letallik odatda 10–20%, ayrim pestitsidlarda 50–70% gacha.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qarish (aging) ≠ spontan reaktivatsiya. Birida ferment oksimga bo‘ysunmaydi, ikkinchisida o‘zi tiklanadi.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Worek et al., Organophosphorus compounds and oximes: a critical review, betlar: PMID 32506210; Eddleston et al., Early management after self-poisoning with an organophosphorus or carbamate pesticide – a treatment protocol for junior doctors, betlar: PMID 15566582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Toksikokinetika: kirish yo‘llari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Bug‘ bosimi (25 °C): sarin 2,9 mmHg, VX 0,0007 mmHg. VX lipofil va teri orqali xavfli.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Og‘iz orqali: P450 oksonga aylantiradi, paraoksonaza (PON1) zararsizlaydi, lipofillik yog‘da ushlaydi.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VX teri orqali: qondagi maksimum 2–4 soatda (hayvonlarda); sarinning yarim chiqarilishi &lt;60 daqiqa.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525"/>
                <a:gridCol w="1938924"/>
                <a:gridCol w="1674525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Kirish yo‘li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Boshlanishi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Nafas, shilliq qavat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Tez (daqiqalar)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Teri orqali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Kechikkan (soatlar)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Diazinon (paration)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Og‘iz orqali (suitsid)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Tez (daqiqalar)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Malation, dimetoat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Og‘iz orqali (suitsid)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Kechikkan (soatlar)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Kirish yo‘li va boshlanishi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Worek et al., Organophosphorus compounds and oximes: a critical review, betlar: PMID 32506210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Tionlar: oksonga aylanish va yog‘da to‘planish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Tion (pro-zahar) turidagi fosfororganik birikma (FOB) o‘zi faol emas; faol oksonga aylanib toksik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Tionning oksonga aylanishi sitoxrom P450 fermenti orqali ketadi va zahar ta’sirining tezligiga ta’sir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Fention kabi yog‘da eruvchi FOB yog‘ depolaridan kunlar, hatto haftalar davomida qonga sekin chiqadi.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Tion FOB og‘iz orqali ichiladi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Yog‘ depolarida to‘planadi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P450 orqali faol oksonga o‘tadi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Xolinesteraza (AChE) to‘silishi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Yog‘dan chiqib, belgilar qaytadi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Tion FOB: zaharlanish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Eddleston et al., Early management after self-poisoning with an organophosphorus or carbamate pesticide – a treatment protocol for junior doctors, betlar: PMID 15566582; Worek et al., Organophosphorus compounds and oximes: a critical review, betlar: PMID 32506210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fention ichgan bemor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bemor fention ichgach ko‘p o‘tmay keldi; miyoz va terlash yo‘q, o‘pka tiniq, xolinergik belgilar hali ko‘rinmaydi.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belgisizlik ≠ xavfsizlik. Tion faollashishi va fention yog‘dan chiqishi bilan belgilar keyin paydo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Belgilar bo‘lmasa atropin hozir kerak emas, ammo puxta kuzatuv shart; barqarorlashgach dastlabki 6 soat kamida soatiga bir marta ko‘rik.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nega dastlabki “yengil” ko‘rinish aldamchi bo‘lishi mumkin va fention bilan qaytalanish xavfi nima uchun yuqori?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Eddleston et al., Early management after self-poisoning with an organophosphorus or carbamate pesticide – a treatment protocol for junior doctors, betlar: PMID 15566582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Xolinergik sindrom: muskarin va nikotin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Atsetilxolin parchalanmay qoladi; muskarin va nikotin retseptorlari haddan tashqari qo‘zg‘aladi.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Nikotin retseptorlari orqali xavfli periferik nafas bloki rivojlanishi mumkin; atropin buni bartaraf eta olmaydi.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bradikardiya majburiy emas; yurak urishi normal yoki hatto tez bo‘lishi ham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2364047"/>
                <a:gridCol w="1704727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Reseptor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Atropin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Muskarin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Bronxoreya, bronxospazm, bradikardiya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Kamaytiradi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Muskarin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Miyoz, so‘lak oqishi, terlash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Miyoz kech kengayishi mumkin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Nikotin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Fassikulyatsiya, mushak zaifligi, falaj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Ta’sir qilmaydi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Xolinergik sindrom belgilari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Ramadori et al., Organophosphorus Poisoning: Acute Respiratory Distress Syndrome, betlar: PMID 37047631; Worek et al., Organophosphorus compounds and oximes: a critical review, betlar: PMID 32506210; Eddleston et al., Early management after self-poisoning with an organophosphorus or carbamate pesticide – a treatment protocol for junior doctors, betlar: PMID 15566582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Besh asosiy klinik belgi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Kundalik baholashda besh belgi: miyoz, ko‘p terlash, o‘pkaga havo kirishi yomonlashuvi, bradikardiya, gipotenziya.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Og‘ir bemor terga botgan, qorachig‘i nuqtadek; miyoz va ter atropin kerakligini bildiradi.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bradikardiya ≠ majburiy belgi. Yurak urishi normal yoki tez ham bo‘lishi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1. Miyoz (nuqtadek qorachiq)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2. Ko‘p terlash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3. Bronxoreya, bronxospazm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4. Bradikardiya (har doim emas)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5. Gipotenziya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Kolinergik sindromning 5 belgisi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Eddleston et al., Early management after self-poisoning with an organophosphorus or carbamate pesticide – a treatment protocol for junior doctors, betlar: PMID 15566582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Og‘irlik baholash va beqarorlik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Zaharlangan bemorlar beqaror: yengil zaharlanish ham tez og‘ir holatga o‘tib, kasal ahvoli keskin yomonlashishi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Mualliflar tasdiqlanmagan og‘irlik shkalalaridan foydalanmagan. Dastlabki ‘yengil’ ball shifokorni xotirjam qilib qo‘yishi mumkin; xalqaro IPCS/EC/EAPCCT shkalasi faqat retrospektiv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POP shkalasi og‘irlikni faqat klinik simptomlarga qarab darajalaydi va hozir ham amalda yaroqli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Markaziy qoida: shoshilinch davo klinik belgilarga qarab tanlanadi, qabul qilingan zahar nomiga emas; tahlillar palatada bajarilmaydi.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Eddleston et al., Early management after self-poisoning with an organophosphorus or carbamate pesticide – a treatment protocol for junior doctors, betlar: PMID 15566582; Ramadori et al., Organophosphorus Poisoning: Acute Respiratory Distress Syndrome, betlar: PMID 37047631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Oraliq sindrom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Erta belgi: bo‘yin bukuvchilar zaifligi — bemor boshini yostiqdan ko‘tarishda qiynaladi.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Keyin nafas mushaklari ishga tushadi, kranial nervlar falaji; proksimal zaiflik, distal kuch saqlanadi.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Bo‘yin zaifligi bor hamma bemorda to‘liq sindrom bo‘lmaydi, lekin ular xavf ostida — muntazam kuzating.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1. Bo‘yin bukuvchilar zaifligi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2. Yordamchi nafas mushaklari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3. Burun qanoti, taxipnoe, ter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4. Kranial nerv falaji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5. Proksimal zaiflik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Oraliq sindrom belgilarining kechishi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Eddleston et al., Early management after self-poisoning with an organophosphorus or carbamate pesticide – a treatment protocol for junior doctors, betlar: PMID 15566582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2: klinika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bemor terga botgan, qorachiqlari nina uchidek, nafasi og‘ir va xirillaydi. Unga atropin kerakmi?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Javob: ha. Nina uchidek qorachiq (miyoz) va ko‘p ter fosfororganik birikma (FOB) yoki karbamatni ko‘rsatadi, atropin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Atropin kerakligini baholashda beshta belgi: miyoz, ter, bronxoreya va bronxospazm, bradikardiya, gipotenziya.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yurak urishi sekinlashishi mumkin, lekin normal yoki tez bo‘lishi ham ko‘p uchraydi. Bradikardiyani shart deb kutmang.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Eddleston et al., Early management after self-poisoning with an organophosphorus or carbamate pesticide – a treatment protocol for junior doctors, betlar: PMID 15566582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bo‘yin zaifligi bo‘lgan bemor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FOB bilan zaharlangan bemor dastlabki yordamdan keyin boshini yostiqdan ko‘tara olmayapti. Qanday xavf bor?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Bo‘yin bukuvchilar zaifligi oraliq sindromning erta belgisi. Keyin yordamchi nafas mushaklari, burun qanotlari kengayishi, tez nafas, ter, bosh miya nervlari falajligi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Qo‘l-oyoqda proksimal mushaklar zaiflashadi, distal mushak kuchi saqlanadi. Bu bemor nafas yetishmovchiligi xavfida ekanini bildiradi.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Harakat: bemorni muntazam kuzating, nafas hajmi va qon gazlarini o‘lchang. Kelishilgan chegarada profilaktik sedatsiya va intubatsiya qiling.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Eddleston et al., Early management after self-poisoning with an organophosphorus or carbamate pesticide – a treatment protocol for junior doctors, betlar: PMID 15566582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Dastlabki yordam: ABC va himoya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Imkon bo‘lsa yuqori oqimli kislorod bering. Havo yo‘li Guedel naychasi bilan ochiq tursin.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Chap yon holat, bosh past: aspiratsiya xavfi kamayadi. Tutqanoq bo‘lsa darhol tomir ichiga diazepam bering.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Hushsiz bemorga endotraxeal (ET) naycha qo‘ying; o‘limning ko‘pi nafas yetishmovchiligidan.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ABC tekshiruvi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Kislorod, Guedel yo‘li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Chap yon holat, bosh pastda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Tutqanoqda tomirga diazepam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Glazgo shkalasi + pulsoksimetr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Dastlabki yordam tartibi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Eddleston et al., Early management after self-poisoning with an organophosphorus or carbamate pesticide – a treatment protocol for junior doctors, betlar: PMID 15566582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Atropin: yuklash va titrlash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Hushsiz bemorga 1,8–3 mg atropin tez vena ichiga, tez oqayotgan tomchi tizimiga yuboriladi.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3–5 daqiqadan so‘ng belgilar baholanadi. Maqsad: toza o‘pka, puls &gt;80/daq, sistolik bosim &gt;80 mm sim. ust.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javob bo‘lmasa oldingi dozani takrorlamang, ikki hissa oshiring; so‘ng infuziyaga o‘ting.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Atropin 1,8–3 mg vena ichiga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3–5 daqiqada 5 belgini baholash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Javob yo‘q: doza ×2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Atropinizatsiya erishildi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Infuziya: 10–20%/soat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Atropinizatsiya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Eddleston et al., Early management after self-poisoning with an organophosphorus or carbamate pesticide – a treatment protocol for junior doctors, betlar: PMID 15566582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Atropin toksikligi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Ortiqcha atropin: qo‘zg‘alish, chalkashlik, siydik tutilishi, gipertermiya, ichak parezi va taxikardiya.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Uch belgi (chalkashlik, isitma, ichak tovushi yo‘q) birga bo‘lsa, infuziya to‘xtatiladi va 30 daqiqada qayta ko‘riladi.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Belgilar o‘tgach infuziya oldingi tezlikning 70–80% ida qayta boshlanadi; isitma faol sovitiladi.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229"/>
                <a:gridCol w="1944108"/>
                <a:gridCol w="2099637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Atropin ko‘p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FOB ta’siri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Ichak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Ichak parezi, tovush yo‘q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Diareya, qusish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Terlash to‘xtaydi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Ko‘p terlash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Ong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Qo‘zg‘alish, chalkashlik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Hushni yo‘qotish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Yurak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Taxikardiya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Bradikardiya, ba’zan normal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 ko‘pligi va FOB ta’siri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Eddleston et al., Early management after self-poisoning with an organophosphorus or carbamate pesticide – a treatment protocol for junior doctors, betlar: PMID 15566582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Oksimlar: foydasi va cheklovlari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Pralidoksim va obidoksim FOB bilan ingibirlangan atsetilxolinesterazani (AChE) qayta faollaydi.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Atropin faqat muskarin belgilarini bosadi; nikotin retseptorlaridagi nafas bloki uchun oksim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Foydasi bahsli: FOB turi, zahar yuki, boshlash vaqti va doza cheklaydi; karbamatda tavsiya yo‘q.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815"/>
                <a:gridCol w="2735159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Cheklov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Oqibat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Mega-doza zaharlanish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Sof reaktivatsiya juda kam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Kech boshlash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AChE qarigan, oksim ta’sirsiz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Reaktivatsiyaga chidamli FOB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Soman: tez qarish, ta’sir yo‘q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Karbamatlar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Oksimlar tavsiya etilmaydi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Oksim samarasini cheklovchi omillar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Worek et al., Organophosphorus compounds and oximes: a critical review, betlar: PMID 32506210; Eddleston et al., Early management after self-poisoning with an organophosphorus or carbamate pesticide – a treatment protocol for junior doctors, betlar: PMID 15566582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Dekontaminatsiya va qo‘shimcha yordam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FOB (fosfororganik birikmalar) bilan zaharlanganda me’da dekontaminatsiyasi bemor barqarorlashgach va kerak bo‘lsa intubatsiya qilingach o‘ylanadi; qabul qilingan zahoti qilinmaydi.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Me’da yuvish faqat juda zaharli pestitsid ichilib, bemor 1–2 soat ichida kelganda ko‘riladi. Bemor rozi bo‘lgan tinch yoki intubatsiya qilingan bo‘lishi kerak.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Ipekak pestitsidlar bilan zaharlanishda kontrendikatsiya. Faol ko‘mir va me’da yuvishning samarasi noma’lum; ko‘mirning klinik foydasi isbotlanmagan.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Diqqat: qo‘zg‘algan yoki intubatsiyasiz uyqusirayotgan bemorda me’da yuvish og‘ir asoratlarga, hatto o‘limga olib kelishi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Eddleston et al., Early management after self-poisoning with an organophosphorus or carbamate pesticide – a treatment protocol for junior doctors, betlar: PMID 15566582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gipertermiya va qo‘zg‘alish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Vaziyat: FOB bilan zaharlangan bemorga atropin infuziyasi boshlangan. U qo‘zg‘algan, isitmasi bor, ichak tovushlari eshitilmaydi.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Chalkashlik va isitma ichak tovushlarisiz bo‘lsa, atropin toksikligi gumon qilinadi. Infuziya to‘xtatiladi, 30 daqiqadan keyin qayta baholanadi, so‘ng avvalgi tezlikning 70–80% idan qayta boshlanadi.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Qo‘zg‘alishda diazepam 10 mg sekin vena ichiga beriladi, sutkasiga 30–40 mg gacha. Isitmada ventilyator oqimi va nam sochiq bilan faol sovutiladi.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Savol: nega qo‘zg‘algan bemorni karavotga bog‘lab qo‘yish xavfli? Javob: u qarshilik qilib issiqlik hosil qiladi va gipertermik yurak to‘xtashi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Eddleston et al., Early management after self-poisoning with an organophosphorus or carbamate pesticide – a treatment protocol for junior doctors, betlar: PMID 15566582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O‘lim sabablari: nafas va yurak yetishmovchiligi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Eng ko‘p o‘lim sababi — nafas yetishmovchiligi, undan keyin yurak to‘xtashi, sepsis va gipovolemik shok.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Autopsiyada o‘pkada interstitsial shish va qon quyilishi, buyrakda o‘tkir tubulyar nekroz topiladi.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Shifoxonadagi o‘lim 15–23%, Hindistonda 33%; ventilyatsiyadagi bemorlarda 50% dan oshishi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Atsetilxolinesteraza bloki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Xolinergik krizis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Gipovolemiya, o‘pka shishi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O‘tkir nafas distressi (ARDS)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Yurak to‘xtashi → o‘lim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O‘limga olib boruvchi zanjir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Ramadori et al., Organophosphorus Poisoning: Acute Respiratory Distress Syndrome, betlar: PMID 37047631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Gipovolemiya va dehidratatsiya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Bezlar giperseksiyasi, qusish, diareya va siydik yo‘qotilishi suyuqlikni tez kamaytiradi.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Gipotenziya gipovolemik shokka o‘tishi mumkin; oliguriya va bradikardiya sepsisga o‘xshab ketadi.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shok ≠ sepsis. Yallig‘lanish belgilari ko‘pincha to‘qima gipoperfuziyasi oqibati.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Suyuqlik yo‘qotilishi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Gipovolemiya, gipotenziya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Oliguriya, shok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To‘qima gipoperfuziyasi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Prerenal buyrak yetishmasligi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 yo‘qotilishi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Ramadori et al., Organophosphorus Poisoning: Acute Respiratory Distress Syndrome, betlar: PMID 37047631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Autopsiya topilmalari: o‘pka va buyrak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Dastlabki 24 soatda o‘lganlar o‘pkasida interstitsial shish va qon quyilish topilgan.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o‘zgarishlar o‘tkir respirator distress sindromi (ARDS) ga o‘xshaydi; buyrakda tubulyar nekroz bor.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Autopsiya asosan zaharni aniqlash uchun o‘tkaziladi, o‘lim mexanizmi kam o‘rganiladi.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641374"/>
                <a:gridCol w="183685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A’zo / holat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Topilma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Izoh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O‘pka (24 soat ichida)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Interstitsial shish, qon quyilish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ARDS dagi o‘zgarishlarga o‘xshaydi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Buyrak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O‘tkir tubulyar nekroz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Prerenal shikastlanish belgisi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Mini-cho‘chqa tajribasi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O‘xshash gistologik o‘zgarishlar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Aspiratsiyani taqlid qiladi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Aspiratsiya oqibati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Yotish va o‘lim ko‘payadi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Oxirgi 25 yilda yutuq yo‘q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Autopsiya topilmalari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Ramadori et al., Organophosphorus Poisoning: Acute Respiratory Distress Syndrome, betlar: PMID 37047631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 3: o‘lim mexanizmlari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fosfororganik birikmalar (FOB) bilan zaharlangan kasalxonadagi bemorlarda eng ko‘p tilga olingan o‘lim sababi nima?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Javob: nafas yetishmovchiligi, undan keyin yurak to‘xtashi, sepsis va gipovolemik shok.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o‘pkada qanday autopsiya topilmasi uchraydi? Javob: interstitsial shish va qon quyilish, ARDS ga o‘xshash.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ventilyatsiya olgan bemorlarda o‘lim 50% dan oshishi mumkin; xlorpirifos zaharlanishida u xavf omili bo‘lgan.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Ramadori et al., Organophosphorus Poisoning: Acute Respiratory Distress Syndrome, betlar: PMID 37047631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Prognostik markerlar: albumin, CRP, laktat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Gipoalbuminemiya, ayniqsa C-reaktiv oqsil (CRP) oshishi bilan birga, yomon prognoz belgisi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Laktat, qon pH, asos tanqisligi va APACHE II (kasallik og‘irligi shkalasi) ballari yomon omillar bo‘ldi.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BChE (butirilxolinesteraza) prognostik marker emas, u asosan diagnostik qiymatga ega.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1413"/>
                <a:gridCol w="3226561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Ma’nosi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Albumin pasayishi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Yomon prognoz; CRP ↑ bilan kuchayadi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CRP oshishi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Tizimli ishemiya belgisi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Laktat, asos tanqisligi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To‘qima gipoperfuziyasi, o‘lim xavfi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BChE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Asosan diagnostik, prognostik emas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Prognostik markerlar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Ramadori et al., Organophosphorus Poisoning: Acute Respiratory Distress Syndrome, betlar: PMID 37047631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Noh tadqiqoti: gipoalbuminemiya va o‘lim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217 bemor (&gt;18 yosh, 24 soat ichida kelgan) tahlil qilindi; 40 tasida albumin 35 g/L dan past edi.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Gipoalbuminemiyada nafas yetishmovchiligi 100%, buyrak yetishmovchiligi 25%, gipotenziya 55% kuzatildi.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Mualliflar gipoalbuminemiya sababini topa olmadi; ovqatlanishning keskin kamayishi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190"/>
                <a:gridCol w="1592169"/>
                <a:gridCol w="1413615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Yurak to‘xt.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O‘lim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Gipoalbuminemiya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32,5%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45%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Normoalbuminemiya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14,3%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15,8%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Giperalbuminemiya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9,1%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9,1%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Guruhlar bo‘yicha natija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Ramadori et al., Organophosphorus Poisoning: Acute Respiratory Distress Syndrome, betlar: PMID 37047631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Laboratoriya: BChE va AChE qiymati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Faollik Ellman usulining o‘zgartirilgan shaklida o‘lchanadi; BChE yarim yemirilish davri ~24 soat.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Individual farqlar katta; yakuniy xulosa uchun zaharlanishdan oldingi qiymat zarur.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BChE va AChE faolligi xolinergik sinapslar ishtirokining miqdoriga mos kelmadi, prognoz belgisi emas.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BChE faolligi me’yordan past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Ferment ingibitsiyasi mumkin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Yoki jigarda sintez kamaygan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Avvalgi qiymat bilan solishtir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Faqat diagnostik qiymat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BChE pasayganda mantiq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Ramadori et al., Organophosphorus Poisoning: Acute Respiratory Distress Syndrome, betlar: PMID 37047631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og‘ir atsidozli bemor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bemor taxminan 200 ml dixlorvos (DDVP, fosfororganik insektitsid) ichgan. Og‘ir atsidoz rivojlangan, zardobdagi albumin 1 g/dL gacha tushgan.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Davo: 125 g albumin, 6,5 litr suyuqlik va natriy bikarbonat infuziya qilingan. Bu holat muvaffaqiyatli deb tavsiflangan.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Muallif talqini: albumin pasayishi uzoq davom etgan gipovolemiyadan bo‘lgan bo‘lishi mumkin. Shuning uchun hajmni tiklash asosiy edi.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nima uchun faqat zaharga qarshi emas, hajm va albuminni tiklash ham hayotni saqlab qolishi mumkin? Muhokama qiling.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Ramadori et al., Organophosphorus Poisoning: Acute Respiratory Distress Syndrome, betlar: PMID 37047631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Xulosa: bemorni davolang, zahar 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Boshlang‘ich davo standart ABC (nafas yo‘li, nafas, qon aylanishi) bilan boshlanadi. O‘limning ko‘pi nafas yetishmovchiligidan bo‘lgani uchun nafas himoyasi va ventilyatsiya muhim.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Atropin har bemorga individual dozada beriladi. Oshqozonni tozalash faqat bemor to‘liq barqarorlashgach o‘tkaziladi, qabul qilinishi bilanoq emas.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Gipovolemiya, gipoalbuminemiya, yuqori laktat va CRP ikkilamchi omillardir. Ularni to‘g‘rilash natijaga ta’sir qilishi mumkin: “zaharni emas, bemorni davolang”.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Statsionarda o‘lim 15–23%, ventilyatsiyadagilarda 50% dan yuqori bo‘lishi mumkin. Sabablari: nafas yetishmovchiligi, so‘ng yurak to‘xtashi, sepsis, gipovolemik shok.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Eddleston et al., Early management after self-poisoning with an organophosphorus or carbamate pesticide – a treatment protocol for junior doctors, betlar: PMID 15566582; Ramadori et al., Organophosphorus Poisoning: Acute Respiratory Distress Syndrome, betlar: PMID 37047631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Rivojlanayotgan mamlakatlarda o‘z joniga qasd qilib zaharlanishda o‘lim ko‘pincha 10–20%, ayrim pestitsidlarda esa 50–70% bo‘ladi. G‘arb mamlakatlarida barcha sabablar bo‘yicha bu ko‘rsatkich 0,3% dan past.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usuli: FOB (fosfororganik birikmalar) bilan zaharlanishda “beshta belgi” tekshiriladi. Ular: mioz, ter, o‘pkaga havo kirishining yomonlashuvi, bradikardiya va gipotenziya. Ko‘z qorachig‘i nuqtadek va bemor terga botgan bo‘lsa, atropin beriladi.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yog‘da eruvchan FOB (masalan, fention) yog‘ to‘qimasidan kunlar va hatto haftalar davomida qonga chiqadi. Shuning uchun bemor yaxshilangandan keyin ham xolinergik inqiroz to‘satdan qaytishi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Noh va hamkasblarining tadqiqotida (217 bemor) o‘lim gipoalbuminemiya guruhida 45%, normoalbuminemiyada 15,8%, giperalbuminemiyada 9,1% bo‘lgan. Past albumin yomon prognoz belgisidir.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Juda zaharli I sinf pestitsidlar (parathion, mevinphos) taqiqlanishi tufayli FOB bilan o‘z joniga qasd qilishdan o‘lim taxminan 258 000 (2007) dan ~110 000 (2017) gacha kamaygan. Bu hali ham juda katta raqam.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FOB bilan zaharlanishning xususiyatlari. O’limga olib kelgan zaharlanishlar xarakteristika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Eddleston et al. Early management after self-poisoning with an organophosphorus or carbamate pesticide – a treatment protocol for junior doctors, Critical Care. 2004. PMID 15566582; DOI 10.1186/cc2953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Worek et al. Organophosphorus compounds and oximes: a critical review, Archives of Toxicology. 2020. PMID 32506210; DOI 10.1007/s00204-020-02797-0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Ramadori et al. Organophosphorus Poisoning: Acute Respiratory Distress Syndrome (ARDS) and Cardiac Failure as Cause of Death in Hospitalized Patients, International Journal of Molecular Sciences. 2023. PMID 37047631; DOI 10.3390/ijms24076658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