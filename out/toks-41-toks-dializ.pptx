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dializ nima uchun biologik ob’ektdan suvda eruvchan zaharlarni ajratishda qulay? Doskada: reja 2 bandi. Tipik xato: dializni uchuvchan zaharlarni haydash usuli bilan aralashtirish — bu guruh suv bilan bo‘ktirish va dializ orqali ajratiladi.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bu uch guruh bir usul bilan ajratiladi (suvda yaxshi eruvchanlik)? Doskada: jadvalni to‘ldiring. Tipik xato: ammiakni ishqorlar guruhidan chiqarib tashlash — kitob uni ishqorlar qatoriga kiritadi.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«yo‘llanma» va «ekspertning o‘z asosi» farqi. Doskada: 3 asos (yo‘llanma, anamnez, ob’ekt belgilari). Tipik xato: bu tahlilni har qanday ob’ektda majburiy deb hisoblash. Eslatma: umumiy ekspertiza hujjatlari 2-ma’ruzada.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manfiy natija zaharlanishni inkor etadimi? Doskada: «neytrallanish -&gt; oddiy ionlar». Tipik xato: topilgan sulfat yoki xlorid ionini zahar belgisi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aynan oshqozon-ichak a’zolari tanlanadi? Doskada: 6 ta ob’ekt. Tipik xato: bo‘ktirish vaqtini 1-2 soatdan oshirib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dializ davomiyligi nega bir necha marta takrorlanadi? Doskada: 5 bosqichli zanjir. Tipik xato: bug‘latishda quruq qoldiq qoldirish; kitob 5-10 ml qolguncha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pergament qog‘ozi qanday yarim o‘tkazgich vazifasini bajaradi? Doskada: qurilma sxemasi (kristallizator + stakan). Tipik xato: balandliklarni teng qilmaslik. Izoh: bu tavsif faqat malaka materialida bor, kitobda qurilma tasviri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indikatorlar faqat «kislotali muhit»ni ko‘rsatadi, qaysi kislota ekanini emas. Doskada: 4 indikator. Tipik xato: pH intervalini aralashtirish. Kitobda dimetilaminoazobenzol bandi aniq tuzilmagan («qizil zarg‘aldoq esa sariq rangga o‘tadi»), jadvalda qisqartirildi.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haydash tanlab ajratadi? Doskada: «ionlar fon sifatida doim bor». Tipik xato: dializatga to‘g‘ridan-to‘g‘ri BaCl2 yoki AgNO3 qo‘shib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kuchli kislotadan boshlanadi? Doskada: 3 bosqichli zanjir. Tipik xato: tartibni teskari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konsentratsiya zaharlilik darajasini qanday belgilaydi? Doskada: LD50 = 5-10 g. Tipik xato: LD50 ni mutlaq o‘lim dozasi deb o‘ylash; u o‘rtacha o‘ldiruvchi doza ko‘rsatkichi.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bu belgilar klinik ma’lumotni ekspertga qanday yo‘naltiradi? Doskada: simptomlar ketma-ketligi. Tipik xato: klinik belgilarni kimyoviy tahlilning o‘rniga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mis sulfat kislotani qaytarib SO2 hosil qiladi, SO2 yodni oksidlanib sulfat kislotaga aylanadi. Doskada: zanjir. Tipik xato: qabul qiluvchi kolbaga yodsiz suv solish. Reaksiya tenglamalari kitobda to‘liq yozilmagan, shuning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BaSO4 va PbSO4 ni ajratuvchi belgi nima (ishqorda erish)? Doskada: 2 cho‘kma - 1 farq. Tipik xato: PbSO4 ning ammoniy atsetatda erishini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rangsizlanish nima uchun sulfat ionining belgisi? Doskada: qizil -&gt; rangsiz. Tipik xato: rodizonat reaksiyasini rang hosil bo‘lish reaksiyasi deb o‘ylash — bu yerda rang yo‘qoladi.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nitrat kislota nega sulfat kislotadan farqli ravishda to‘qimani sariq bo‘yaydi? Doskada: 68% va 8-10 ml. Tipik xato: sulfat kislotaning LD50 ni (g) nitratnikiga (ml) solishtirib, birliklarni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ksantoprotein reaksiyasi tirik to‘qimada qanday kuzatiladi? Doskada: 4 belgi. Tipik xato: methemoglobin hosil bo‘lishini faqat nitritlarga xos deb o‘ylash; kitob uni nitrat kislota uchun ham keltiradi.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mis nega kerak (sulfat kislotadagidek qaytaruvchi)? Doskada: 3Cu + 8HNO3 tenglamasi. Tipik xato: koeffitsientlarni noto‘g‘ri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difenilamin reaksiyasi nega oksidlovchi ionlarga umumiy (nitrit, xlorat)? Doskada: 4 reaksiya - 4 natija. Tipik xato: jun reaksiyasini ammiaksiz yakunlash (rang qo‘ng‘irga o‘tishi kerak). Miqdori neytrallash usuli bilan aniqlanadi (p.145).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sulfat va xlorid kislotalar zaharlanishini solishtiring. Doskada: ikki ustun (LD50, qorayish). Tipik xato: qorayishni xlorid kislotaga ham xos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bu yerda mis kukuni qo‘shilmaydi? Doskada: HCl + AgNO3 -&gt; AgCl. Tipik xato: mis kukunini sulfat va nitrat kislotalardagidek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pH 8-10 va fenolftalein rang o‘zgarishi. Doskada: «ishqoriy muhit + kation». Tipik xato: faqat pH ga qarab ishqor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BaCO3 cho‘kishi bilan eritma rangi nega o‘chadi (faqat karbonat bo‘lsa)? Doskada: uchta holat jadvali. Tipik xato: uch holatni aralashtirish; ishqor + karbonat holatida cho‘kma ham hosil bo‘ladi, rang ham saqlanadi.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ishqorni bo‘ktirishda neytrallanish yo‘qotishlarini qanday kamaytirish mumkin? Doskada: 2-3 soat, 2-3 tomchi. Tipik xato: spirtli o‘rniga suvli fenolftalein ishlatish — kitob spirtli eritmani aytadi.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reaksiya muhitini to‘g‘rilash shart? Doskada: pH 3-4. Tipik xato: kuchli kislotali muhitda kobaltinitrit ishlatish — reaktiv parchalanadi.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ishqalash cho‘kma tushishini nega tezlashtiradi? Doskada: oq (gidrotartrat) va sariq (kobaltinitrit). Tipik xato: yangi tayyorlanmagan kobaltinitrit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halaqit beruvchi ionlar nima uchun xavfli (xato musbat)? Doskada: 3 halaqit beruvchi ion. Tipik xato: reaksiyani kuchli ishqoriy muhitda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sink qo‘shilishi sezgirlikni nima uchun oshiradi (kompleks tuz hosil bo‘lishi)? Doskada: yashil-sariq cho‘kma. Tipik xato: oddiy uranilatsetatni sink-uranilatsetat bilan almashtirish. Urani tuzlari zaharli — xavfsizlik qoidalariga amal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chirigan jigarda ammiak topilsa, nima deyish mumkin? Doskada: «ammiak + H2S = chirish». Tipik xato: ammiak topilishini darhol ammiak bilan zaharlanish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H2S topilganda ammiak tahlili to‘xtatiladi? Doskada: qora PbS. Tipik xato: H2S tekshiruvini tashlab, to‘g‘ridan-to‘g‘ri ammiakka o‘tish.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lakmus va mis sulfatli qog‘ozlar bir-birini tasdiqlaydi. Doskada: ko‘karish - ammiak. Tipik xato: lakmusni quruq ishlatish — kitob namlangan qizil lakmusni aytadi.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kitob faqat nitritlarni batafsil yoritadi? Doskada: 3 tuz - 1 asosiy. Tipik xato: oksalat va ftoridlar tahlilini kitobdan olish — bu kitobda oksalat va ftoridlarni dializ bilan ajratish yoki aniqlash usuli berilmagan; faqat nitritlar tahlili bayon qilingan.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shokolad rangidagi qon ekspertga qanday yo‘l ko‘rsatadi? Doskada: nitrit -&gt; methemoglobin. Tipik xato: bu bandni kitob matni deb ko‘rsatish — u faqat malaka materialida bor (qo‘shimcha manba sifatida belgilangan).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nitritni nitratdan ajratuvchi belgi nima? Doskada: HNO2 -&gt; diazoniy tuzi -&gt; azo bo‘yoq. Tipik xato: Griss reaksiyasini nitratlarga ham xos deb o‘ylash. Malaka materialida azo bo‘yoq reaksiyasi natijasi qizil rang deb yozilgan.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yod-kraxmal sinovi nima uchun faqat dastlabki? Doskada: 1% HCl, 3-4 tomchi. Tipik xato: boshqa oksidlovchilarni (xlorat, nitrat) yodkraxmal sinoviga to‘sqinlik qilmaydi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butun tahlil yo‘lini «ob’ekt -&gt; dializat -&gt; ion -&gt; miqdor» tartibida so‘zlab bering. Doskada: shu zanjir. Tipik xato: manfiy natijani zaharlanish yo‘qligi isboti deb qabul qilish (neytrallanish).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Dializ usulida ajratiladigan zaharlar: mineral kislotalar (sulfat, xlorid, nitrat), ishqorlar, tuzlar (nitrit, oksalat, ftoridlar)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dializ usulida ajratib olinadigan zaharli moddalar; mineral kislotalar, ishqorlar va tuzlar, ularni ajratish va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 va iboralar: dializ, mineral kislotalar, ishqorlar va tuzlar.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bu mavzu 9-ma’ruza sifatida o‘tiladi va reja shunday ketadi.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141; Yuldashev Z.A., Nurmatova M.I., Toksikologik kimyo modulidan o‘quv-uslubiy majmua, betlar: 138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Dializ usulida ajratiladigan zaharlar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 kislotalar: sulfat, nitrat, xlorid.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Ishqorlar: natriyli, kaliyli va ammiak.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Ba’zi tuzlar: kaliy xlorat (Bertole tuzi), nitrit va nitratlar.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9207"/>
                <a:gridCol w="321876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Mineral kislotalar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Sulfat, nitrat, xlorid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Ishqorlar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NaOH, KOH, ammiak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Tuzlar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Bertole tuzi, nitrit, nitrat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usulidagi zaharlar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Tekshiruv qachon o‘tkaziladi?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 yo‘li bilan tekshirish sud organlari yo‘llanma bergandagina yoki ekspert voqea borishi, kasallik tarixi materiallarida asos topganda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ob’ektning o‘ziga xos belgilari yoki taxminiy tekshirish natijasida ham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moddalar majburiy aniqlanishi kerak bo‘lgan moddalar tarkibiga kirmaydi.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Nega kislota va ishqorni topish qiyin?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Sof kislota va ishqorlar organizmda tez neytrallanadi, shuning uchun ko‘pincha aniqlab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Neytrallanishdan hosil bo‘lgan sulfat va xlorid ionlari hamda ishqoriy metallar karbonatlari organizm tarkibiga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ham xuddi shu fikr keltirilgan.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142; Yuldashev Z.A., Nurmatova M.I., Toksikologik kimyo modulidan o‘quv-uslubiy majmua, betlar: 138-139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 va dastlabki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dalil: qusuq massalar, chayindi suvlar, ovqat qoldiqlari.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Ichki a’zolar: me’da, yo‘g‘on va ingichka ichak, o‘t pufagi bilan jigar, traxeya va qizilo‘ngach.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bosqich: ob’ekt 1-2 soat suv bilan bo‘ktirilib filtrlanadi.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Dializ: oqsildan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bosqich: oqsil moddalardan tozalash maqsadida dializ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Dializ har gal 4-6 soatdan, 4-5 marta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Umumlashtirilgan suyuqlik 5-10 ml qolguncha suv hammomida bug‘latiladi.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bilan bo‘ktirish (1-2 soat)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Dializ (4-6 soat, 4-5 marta)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 (5-10 ml)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Kislota/ishqor/tuz tekshiruvi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Dializ qurilmasi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 uchun 2-3 litrli kristallizator olinadi va unga tozalangan suv solinadi.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Kristallizatorga tagi qirqilib pergament qog‘ozi o‘rnatilgan uzun shisha stakan tushiriladi.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Stakanga maydalangan biologik ob’ekt va tozalangan suv aralashmasi solinadi; stakandagi va kristallizatordagi suyuqlik balandligi bir xil bo‘lishi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№028 (TFI Toksikologik kimyo kafedrasi)., 13-ma’ruza: Dializ usulida ajratib olinadigan zaharli moddalar. Mineral kislotalar, betlar: matn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 kislotalarni indikator bilan topish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Indikator rangining o‘zgarishi dializatda mineral kislotalar borligidan dalolat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Qo‘shimcha: universal indikator qog‘ozi va potensiometrda pH ni o‘lchash.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muhit ayrim kislotalarga tekshirish zarurligini ko‘rsatadi.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/>
                <a:gridCol w="1927859"/>
                <a:gridCol w="605486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Indikator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O‘zgarish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Kongo qog‘ozi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 -&gt; ko‘k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3,0-5,2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Tropeolin 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 -&gt;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3,2-1,3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Metilviolet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Sariq-yashilga o‘tadi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1,5-3,2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Dimetilaminoazobenzol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Qizilga o‘tadi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2,0-4,0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Indikatorlar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Nega anionlarga to‘g‘ridan-to‘g‘ri tekshirib bo‘lmaydi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SO4(2-), Cl- yoki NO3- anionlariga dializatni to‘g‘ridan-to‘g‘ri tekshirish yaramaydi.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anionlar doimo ovqat moddalari bilan tushib turadi, ba’zilari modda almashinuvida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 uchun kislotalar avval haydab olinadi, so‘ng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Kislotalarni tekshirish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eng kuchli kislota — sulfat, so‘ng nitrat va xlorid kislotalarga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Sulfat kislota topilganda dializatda xlorid va nitrat kislota ham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DVSSM majmuasida tartib xuddi shunday keltirilgan.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Sulfat kislota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Nitrat kislota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Xlorid kislota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Tekshirish tartibi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142; Yuldashev Z.A., Nurmatova M.I., Toksikologik kimyo modulidan o‘quv-uslubiy majmua, betlar: 139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kislota: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kislota kimyo sanoatida o‘g‘itlar olishda va ko‘p sohalarda ishlatiladi; organizm uchun zaharli.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LD50 = 5-10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 kislota konsentratsiyasiga bog‘liq; 10-20% li eritma ham organizm uchun zaharli.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142, 143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kislota bilan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Konsentrlangan kislota: me’da yo‘lida qattiq og‘riq, qon qusish, tirishish.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Biroz o‘tgach qon qusish to‘xtaydi, qorin teshiladi, og‘riq butun qorin bo‘shlig‘iga tarqaladi.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Tinimsiz yo‘tal va nafas olish qiyinlashishidan o‘lim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badanda qoramtir dog‘, lab kulrang va qattiq; zaharlanish 50% dan ko‘p holda o‘limga olib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kislota: mis bilan haydash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dializat haydash apparati kolbasiga solinib, mis kukuni qo‘shiladi va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Qabul qiluvchi kolbaga yodning kaliy yodiddagi eritmasi qo‘yiladi.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Qabul qiluvchi kolbada ortiqcha yod yo‘qotilgach, SO4(2-) ga reaksiyalar olib 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Dializat + mis kukuni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Qizdirish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Qabul qiluvchi: I2 / KI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Ortiqcha yodni yo‘qotish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SO4(2-) ga reaksiyalar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Haydash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ioniga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BaCl2 bilan oq cho‘kma (BaSO4)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Pb(NO3)2 bilan oq cho‘kma (PbSO4)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PbSO4 cho‘kmasi ammoniy atsetat va o‘yuvchi ishqorlarda eriydi.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Rodizonat bariy reaksiyasi va miqdor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Qizil rangli rodizonat bariy sulfat kislota ta’sirida rangsizlanadi.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kislotaning miqdori neytrallash usuli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reaksiyalar bir xil tartibda keltirilgan.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143; Yuldashev Z.A., Nurmatova M.I., Toksikologik kimyo modulidan o‘quv-uslubiy majmua, betlar: 140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Nitrat kislota: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kislota kimyo sanoatida, o‘g‘it, portlovchi nitrotsellyuloza va dori moddalar sintezida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Konsentrlangan nitrat kislota (68%) LD50 = 8-10 ml.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Vodorod ionlaridan tashqari oksidlovchi ta’sir ham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Nitrat kislota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Oqsil moddalarga ta’sirida ksantoprotein reaksiyasi: to‘qima sariq rangga bo‘yaladi.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Lablarda, og‘iz bo‘shlig‘ida, xazm yo‘llarida sariq rang ko‘rinadi.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yorilganda ichki organlardan azot oksidlari hidi keladi; oshqozonda gematin hisobiga qora joylar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kislota ta’sirida qonda methemoglobin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Nitrat kislota: mis bilan haydash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kislota mis kukuni bilan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Reaksiyada Cu(NO3)2, NO va suv hosil bo‘ladi (3Cu + 8HNO3).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 havoda NO2 ga aylanadi; NO2 suv bilan HNO3 va HNO2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Nitrat kislotaga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Difenilamin bilan ko‘k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Azo bo‘yoq hosil qilish reaksiyasini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Konsentratsiyasi katta bo‘lganda jun bilan sariq rang beradi; rang ammiak ta’sirida qo‘ng‘ir rangga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Konsentrlangan sulfat kislota va brutsin nitratlar bilan qizil rang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Xlorid kislota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Xlorid kislotaning toksikologik ahamiyati uning turli sohalarda, jumladan tibbiyotda qo‘llanilishi bilan tushuntiriladi.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LD50 = 10-20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 belgilari sulfat kislotanikiga o‘xshaydi, faqat a’zolarning qorayishi kuzatilmaydi.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Xlorid kislotaga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Dializat mis kukunisiz haydaladi, distillyat bilan reaksiyalar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HCl kumush nitrat bilan kislotali muhitda oq cho‘kma (AgCl)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Bertole tuzi bilan erkin xlor ajraladi; kaliy yodid va kraxmal bilan yod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neytrallash usulida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O‘yuvchi ishqorlar va ammiak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Toksikologik ahamiyatga ega ishqorlar: o‘yuvchi kaliy, natriy va ammiak; boshqa ishqorlar bilan zaharlanish kam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ishqoriy muhit va tegishli metall kationiga musbat reaksiya ishqor bilan zaharlanishdan dalolat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muhit pH 8-10 da fenolftaleinning o‘zgarishi bilan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Ishqorni karbonatdan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Fenolftalein rangi ishqorda ham, karbonatlarda ham o‘zgaradi; karbonatlarga ham reaksiya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eritmaga 5% fenolftalein, so‘ng BaCl2 qo‘shiladi: karbonat BaCO3 oq cho‘kmasini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Faqat ishqor bo‘lsa, cho‘kma yo‘q va pushti rang saqlanadi.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603"/>
                <a:gridCol w="1726685"/>
                <a:gridCol w="172668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Eritmada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Cho‘kma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karbonat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(BaCO3)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O‘chadi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ishqor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Hosil bo‘lmaydi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Saqlanadi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Ishqor + karbonat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(BaCO3)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Saqlanadi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BaCl2 qo‘shilgandan keyin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Biomaterialdan ishqorlarni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Tekshiriluvchi ob’ekt maydalanadi, ustiga distillangan suv quyib 2-3 soat qoldiriladi, so‘ng filtrlanadi.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Filtratga 2-3 tomchi fenolftaleinning spirtli eritmasi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Qizil yoki pushti rang ishqor yoki ishqoriy metall karbonatlari borligini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 karbonatlarga, natriy va kaliy kationlariga hamda ammiakka reaksiya olib boriladi; miqdori neytrallash usulida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Kaliy gidroksid: ion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KOH ni aniqlashda dializat avval indikatorlar bilan tekshiriladi, natriy ishqoridagidek.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muhit, karbonatlarning yo‘qligi va kaliy ionining borligi KOH borligini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Reagentlar neytral yoki kuchsiz nordon muhitda cho‘kma beradi; ishqoriy dializat neytrallanadi yoki sirka kislota bilan pH 3-4 gacha keltiriladi.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145, 145-146, 146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Kaliyga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Natriy gidrotartrat neytral yoki sirka kislotali eritmada oq kristall cho‘kma KHC4H4O6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Cho‘kma issiq suvda, mineral kislota va ishqorlarda yaxshi eriydi; probirka devori shisha tayoqcha bilan ishqalansa tezroq tushadi.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Natriy kobaltinitrit neytral yoki kuchsiz kislotali sharoitda sariq kristall cho‘kma beradi; reaktiv yangi tayyorlangan bo‘lishi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Natriy gidroksid: gidroksistibiat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NaOH bilan zaharlanishda dializat aniq ishqoriy muhitga ega bo‘ladi va natriy ionini saqlaydi.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Natriy ioni kaliy gidroksistibiat va sink-uranilatsetat reaktivi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Gidroksistibiat neytral yoki kuchsiz ishqoriy sharoitda natriy bilan oq kristall cho‘kma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Ammoniy, magniy va litiy ionlari halaqit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Natriy: sink-uranilatsetat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Uranilatsetatning neytral yoki sirka kislotali eritmalari natriy tuzlari bilan yashil-sariq kristall cho‘kma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Reaksiyaning sezgirligi sink va magniy ionlari ishtirokida oshadi.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 uchun natriyni aniqlashda sink-uranilatsetat reaktivi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146-147, 147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Ammiak: chirish natijasi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bilan bo‘ktirilgan eritmada ammoniy ioni va aniq ishqoriy muhit bo‘lsa, ammiak bilan zaharlanish deyishga asos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Biroq biomaterialda ammiak topilishi har doim shu preparat bilan zaharlanish degani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a’zolari chirishidan har doim aniq miqdor ammiak hosil bo‘ladi; vodorod sulfid ham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Vodorod sulfidga dastlabki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Ammiakka tekshirishdan oldin vodorod sulfidga tekshirish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Vodorod sulfid topilsa, chirish ketayotganini bildiradi va ammiakka tekshiruv olib borilmaydi.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Usul: 50 ml kolbaga 3-5 ml eritma solinib, lakmus bo‘yicha 10% HCl bilan kislotali qilinadi; tiqin tagiga qo‘rg‘oshin atsetat shimdirilgan filtr qog‘oz osiladi.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Vodorod sulfid bo‘lsa, filtr qog‘oz qorayadi (PbS).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Ammiakni aniqlash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Kolbaga 10-15 ml eritma solinadi; tiqin tagidan namlangan qizil lakmus va mis sulfat shimdirilgan filtr qog‘oz osiladi.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Qog‘ozlarning ko‘karishi [Cu(NH3)4]SO4 hosil bo‘lishi va ammiak borligini ko‘rsatadi; qizdirish rang o‘zgarishini tezlashtiradi.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Nessler reaktivi ishqoriy suvli eritma bilan diyoddimerkurammoniy yodid cho‘kmasini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Ishqoriy metall tuzlari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Tuzlar suv yordamida ajratiladi: ular toksikologik ahamiyatga ega bo‘lgan moddalarni suv bilan ajratish usuliga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Bularga nitrit, ftorid va xloratlar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Shulardan toksikologik ahamiyatga ega bo‘lgani nitritlardir.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Nitritlar: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Nitritlar kimyo va farmatsevtika sanoatida, natriy nitrit tomirlarni kengaytirish uchun tibbiyotda va kolbasa konservanti sifatida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Ularni osh tuzi o‘rniga bilmasdan ishlatib yuborish zaharlanishga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 asosan gemoglobinning methemoglobinga o‘tishi bilan sodir bo‘ladi; qon shokolad rangiga bo‘yaladi.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Belgilari: qattiq bosh og‘rig‘i, tananing qizarishi, ko‘ngil aynishi, qusish, kuchli bosh aylanishi.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№028 (TFI Toksikologik kimyo kafedrasi)., 13-ma’ruza: Dializ usulida ajratib olinadigan zaharli moddalar. Mineral kislotalar, betlar: matn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Nitritlarni ajratish va Griss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Nitritlar biomaterialdan suv bilan bo‘ktirish usuli bilan ajratiladi, filtrat dializ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Dializatdagi nitritlar neytral muhitda diazotirlangan sulfanil kislota va Griss reaktivi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Griss reaktivi sulfanil kislota va naftilamindan tashkil topgan; nitritlar u bilan azo bo‘yoq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Diazoniy tuzi fenol yoki aminlar bilan para holatda birikadi; band bo‘lsa orto holatda.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Nitritlar: yod-kraxmal qog‘ozi va miqdor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Yod-kraxmal qog‘oziga 1% HCl va 3-4 tomchi neytrallangan dializat tomiziladi.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Nitrit bo‘lsa, yod-kraxmal qog‘ozi ko‘karadi.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azo bo‘yoq hosil qilish reaksiyasi asosida fotokolorimetrik usulda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148; Malaka materiali №028 (TFI Toksikologik kimyo kafedrasi)., 13-ma’ruza: Dializ usulida ajratib olinadigan zaharli moddalar. Mineral kislotalar, betlar: matn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 guruhi: mineral kislotalar, ishqorlar (NaOH, KOH, ammiak) va tuzlar (nitrit, nitrat, xlorat).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Ajratish: bo‘ktirish, dializ, bug‘latish; kislotalar haydab olinadi; tekshirish tartibi sulfat -&gt; nitrat -&gt; xlorid.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Ishqorlar: fenolftalein + BaCl2; kaliy va natriy ionlariga alohida reaksiyalar; ammiak oldin vodorod sulfidga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Nitritlar Griss reaktivi va yod-kraxmal qog‘ozi bilan aniqlanadi; miqdori kislota va ishqorlar uchun neytrallash usuli bilan.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142, 145-147, 145, 148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ma’ruzasida dializ mavzusi 2 soatlik ma’ruza sifatida rejalashtirilgan (13-ma’ruza, Toshkent, 2009).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Kitobga ko‘ra sulfat kislotadan zaharlanish 50% dan ko‘p holda o‘limga olib keladi.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materialida nitritlarni osh tuzi o‘rniga bilmasdan ishlatib yuborish zaharlanishga sabab bo‘lishi aytilgan.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Bertole tuzi (kaliy xlorat) dializ guruhi tuzlari qatoriga kiritilgan; xlorid kislota tahlilida ham reagent sifatida ishlatiladi.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 usulida ajratiladigan zaharlar: mineral kislotalar (sulfat, xlorid, nitrat), ishqor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141-148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138-140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№028 (TFI Toksikologik kimyo kafedrasi). 13-ma’ruza: Dializ usulida ajratib olinadigan zaharli moddalar. Mineral kislotalar, ishqorlar va tuzlar (Toshkent, 2009).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