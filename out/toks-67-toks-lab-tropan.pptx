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atropin qaysi o‘simlikdan olinadi? (Beladonna — toks 117.) Doskada: mashg‘ulot rejasi. Tipik xato: papaverinni tropan alkaloidlari qatoriga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Kutilayotgan natija: to‘rt alkaloid bo‘yicha reaksiyalar jadvali. Muhokama: qaysi reaksiya bir nechta alkaloid uchun umumiy? Doskada: 3 natija. Tipik xato: faqat Vitali-Moren bilan atropinni tasdiqlash.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xininni aniqlashda UB nur nima uchun kerak? (Zangori fluoressensiya — toks 243.) Doskada: jihozlar ro‘yxati. Tipik xato: chinni tovoqchani nitrat kislota to‘liq uchmasdan sovitish.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har bir reaktiv qaysi alkaloid uchun? Doskada: alkaloid — reaktiv juftliklari. Reaktivlarni tayyorlash retseptlari bu sahifalarda berilmagan. Tipik xato: oltin bromid kislotasi eritmasini tayyorlashda nisbatni buzish.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biologik ob’ekt va reaktivlar bilan ishlashda qanday himoya vositalari kerak? Doskada: himoya vositalari ro‘yxati. Tipik xato: reaktivni (kislota, simob tuzi, brom) qo‘lqopsiz va so‘rish shkafisiz ishlatish — mashg‘ulot oldidan o‘qituvchi alohida eslatadi.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har bir alkaloid qaysi o‘simlik/manbadan olinadi? Doskada: tasnif daraxti. Tipik xato: papaverinni tropan hosilalariga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atropin ishqoriy muhitdan ajratiladi? Doskada: atropin formulasi — tropin + trop kislotasi. Tipik xato: giostsiaminni atropindan butunlay boshqa modda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bolalar zaharlanishi qanday ro‘y beradi? (Beladonna mevasi va ituzum — toks 117.) Doskada: belgilar ro‘yxati. Tipik xato: patologoanatomik belgi yo‘qligi sababli kimyoviy tahlilni keraksiz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ikkala alkaloid uchun umumiy kislota qismi qaysi? Doskada: ikki ustunli taqqoslash. Tipik xato: skopolaminni skopin o‘rniga tropin spirti hosilasi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tez o‘chib ketuvchi binafsha rang (toks 242). Reaksiya tenglamasini yozish va sud-kimyoviy ahamiyatini izohlash talab qilinadi. Xavfsizlik: konsentrlangan HNO3 bug‘lanishi so‘rish shkafida bajariladi (kitobda bu ko‘rsatma yo‘q). Tipik xato: rangning tez o‘chishini kuzatmasdan, natijani manfiy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Vitali-Moren manfiy chiqsa xulosa nima? Doskada: «manfiy — yo‘q; musbat — tasdiqlash kerak». Tipik xato: atropin uchun faqat Vitali-Moren (toks 102 bunday xulosani noto‘g‘ri deb ko‘rsatadi).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reaksiya faqat atropinga xos emas? Doskada: reaksiya bosqichlari. Tipik xato: rang barqaror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25 daqiqa. Kutilayotgan natija: ikki xil kristall; shakllarini daftarga chizing va sud-kimyoviy ahamiyatini izohlang. Muhokama: lecture toks 118 da pikrin kislota bilan to‘g‘ri burchakli plastinka shaklidagi kristallar yozilgan — mos. Tipik xato: kristallarni nam kamerasiz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qizil rang; shu rang asosida FEK usulida miqdor aniqlanadi (toks 118). Muhokama: «murda atropini» Vitali-Moren beradi, lekin qorachiqni kengaytirmaydi (toks 104). Tipik xato: rangni ishqoriy bo‘lmagan qoldiqda o‘tkazish.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manfiy Vitali-Moren nimani bildiradi? Doskada: ketma-ketlik. Tipik xato: bitta rangli reaksiya bilan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Muhokama: Rf qiymati nimaga bog‘liq? Doskada: raqamlar. Tipik xato: UB maksimumlarini skopolaminnikiga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skopolamin atropindan qaysi mikrokristall reaksiya bilan farqlanadi? (Oltin bromid kislotasi — toks 119.) Doskada: atropin — skopolamin taqqosi. Tipik xato: skopolamin ham atropin kabi Vitali-Moren bermaydi deb o‘ylash: beradi (toks 243).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25 daqiqa. Kutilayotgan natija: uch kristall shakli daftarga chiziladi; Dragendorf uchun 1 tomchi 0,1 M HCl va 2 tomchi reaktiv, 15-20 daqiqa nam kamera (toks 243). Muhokama: lecture toks 119 da bromaurat «arrasimon, jigar rangli» deyilgan — shaklni o‘qituvchi namuna bilan ko‘rsatadi. Tipik xato: kislotali muhitdan olingan ajralma o‘rniga ishqoriyni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guvoh eritma yonida dog‘lar Rf bo‘yicha farqlanadi. Boshqa variant: toks 118 da atropin UB maksimumi spirtda berilgan; slaydda 243-bet (0,1 M H2SO4) olindi. Tipik xato: Rf ni boshqa sistemada solishtirish.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kristall shaklini daftarga chizish. Doskada: reaktiv tarkibi. Tipik xato: reaktiv nisbatini buzish.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xinin ko‘p miqdorda qabul qilinganda nima bo‘ladi? (Bachadonni keskin qisqartiradi; markaziy asab tizimi va yurak urishini susaytiradi — toks 119.) Doskada: xinin formulasi. Tipik xato: xininni tropan hosilasi deb hisoblash — xinolin hosilasi.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Muhokama: nega xininni peshobdan qidiriladi? Doskada: oqim. Tipik xato: metabolitlarni nomlamaslik.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zangori fluoressensiya. Muhokama: xlorid ioni mavjud bo‘lsa nima o‘zgaradi? Doskada: 3 bosqich. Tipik xato: sulfat o‘rniga xlorid kislota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daqiqa. Kutilayotgan natija: ko‘k rang, kislota qo‘shilganda o‘zgarish. Boshqa variant: toks 120 da talleoxin «yashil» deyilgan; slaydda 244-bet olindi. Kitob: ortiqcha brom, antipirin, amidopirin halaqit beradi (toks 120). Tipik xato: ammiakni brom suvidan oldin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qizil binafsha rang. Boshqa variant: toks 120 da rang «pushti», sariq qon tuzi bilan; slaydda 244-bet olindi. Tipik xato: reaktivlar tartibini o‘zgartirish.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muhit o‘zgarganda rang qanday o‘zgaradi? Doskada: rang o‘zgarishi. Tipik xato: kislotali muhit rangini neytralniki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reaktiv farqlaydi? Doskada: ikki ustun. Tipik xato: reaktivlarni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Rf=0,39 dog‘i guvoh bilan mos. Muhokama: nega ikki muhitda UB maksimumlar har xil? Tipik xato: UB spektrni muhitni ko‘rsatmay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moviy fluoressensiya. Muhokama: nima uchun organik qatlam sulfat kislota bilan chayqatiladi? (Xinin kislotali qatlamga o‘tib, fluoressensiya beradi.) Tipik xato: pH=10 ni ishlatmay, neytral peshobdan ekstraksiya.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papaverinni ajratishda nega ham kislotali, ham ishqoriy xloroformli eritma tekshiriladi? (toks 123.) Doskada: papaverin formulasi. Tipik xato: papaverinni opiat (narkotik)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uch reaksiya natijasi jadvalga. Muhokama: Sobolev reaksiyasi papaverin miqdorini aniqlashga ham tavsiya etilgan (toks 123). Tipik xato: Marki reaktivini morfin reaksiyasi deb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atropin (Rf=0,26) bilan bir xil sistemada papaverin qayerda joylashadi? Tipik xato: sistemani alkaloidga moslab o‘zgartirish.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reaksiya eng sezgir? Doskada: daraxt. Tipik xato: Sobolev reaksiyasini kadmiy xloridi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Muhokama: papaverin nega narkotik emas? Doskada: raqamlar. Tipik xato: asos va gidroxlorid haroratlarini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nega kichik molekulalar keyin yuviladi? (Gel g‘ovaklariga shimilib, sekin harakatlanadi — toks 121.) Doskada: yirik/kichik molekula yo‘li. Mashg‘ulot sahifalarida (242-247) gel xromatografiyasining bajarish tartibi berilmagan; shu sababli ma’ruza matni (121-122) ishlatildi.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yirik molekulalar oldin chiqadi? Doskada: oqim. Tipik xato: tartibni teskari aytish.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qaysi gel bosimga chidamli? (Yarim qattiq va qattiq.) Doskada: jadvalni nusxalang. Tipik xato: yumshoq gelni shishirmay kolonkaga to‘ldirish (toks 122).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naycha diametrini kamaytirish nega tavsiya etilmaydi? (toks 122.) Doskada: 8-10 mm. Tipik xato: naychani gel bilan to‘ldirishga e’tibor bermaslik — kitob buni muhim deydi.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Usul: «Muammo turi — Kelib chiqish sabablari — Hal etish yo‘llari» jadvali (toks 246). Kutilayotgan natija: talaba chirish mahsulotlari (murda alkaloidlari) va farmakologik sinovni aytadi (toks 103-104). Tipik xato: musbat Vitali-Moren asosida zaharlanish bo‘lgan deb xulosa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spektrofotometriyaning ustunligi nima? Doskada: daraxt. Tipik xato: fotokolorimetriyani monoxromatik nur bilan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savollardan har guruh bittadan blokni tayyorlaydi. Doskada: 22 savolni raqamlab yozing. Tipik xato: javobda reaktiv, rang va Rf ni aytmaslik.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Hisobot: ish daftariga kristall shakllari, ranglar, Rf va UB maksimumlar yoziladi. Muhokama: asosiy 3 xulosa. Doskada: Rf qiymatlari (0,26; 0,44; 0,39; 0,75). Tipik xato: Rf qiymatlarini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Atropin, skopolamin, xinin, papaverin; gel xromatografiya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Mavzu: ekstraktda atropin, skopolamin, xinin va papaverin alkaloidlarini aniqlash; gel xromatografiyasini qo‘llash.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tropan hosilasini saqlovchi alkaloidlarning qo‘llanishi, zaharlanish holatlari, metabolizmi, ajratib olish va tahlil usullarini o‘rgatish.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tropan hosilalari (atropin, giostsiamin, skopolamin) va xinolin hosilasi (xinin) ning toksikologik ahamiyati hamda tahlil usullari.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Talabalar tropan va xinolin hosilalarini ajratish usullari, toksikologik ahamiyati, sifat va miqdoriy tahlili bilan tanishadilar.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Mikrokristallar shakli chiziladi, rangli va fluoressensiya reaksiyalari bajariladi.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Atropin, skopolamin, xinin va papaverin uchun YuQX va UB-spektr ma’lumotlari taqqoslanadi.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242; Yuldashev Z.A., Nurmatova M.I., Toksikologik kimyo modulidan o‘quv-uslubiy majmua, betlar: 251, 252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Asbob-uskunalar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vositalar: probirkalar, ajratgich voronkalar, reaktivlar, ko‘rgazmali materiallar.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jihozlari: maxsus laboratoriya vositalari bilan jihozlangan xona.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Vitali-Moren reaksiyasi uchun chinni tovoqcha va suv hammomi; mikrokristalloskopiya uchun buyum oynasi, nam kamera va mikroskop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Xinin fluoressensiyasini ko‘rish uchun ultrabinafsha nur manbai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242, 243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Reaktivlar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Atropin va skopolamin uchun: konsentrlangan HNO3, aseton, natriy ishqorining spirtli eritmasi, 1% Reyneke tuzi, pikrin kislotasi, Dragendorf reaktivi.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Skopolamin uchun yana: oltin bromid kislotasi (5% oltin bromid kislotasi, konsentrlangan HCl va aseton teng nisbatda) va KBr kristali.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Xinin uchun: suyultirilgan H2SO4, brom suvi, ammiak, K3[Fe(CN)6]; papaverin uchun: 10% kadmiy xloridi, yod eritmasi, Marki reaktivi.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242-243, 243, 243-244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tayyorgarlik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laboratoriya ishi uchun o‘zi bilan rezina qo‘lqop, salfetka va yuzga tutish uchun niqob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ventilyatsiya va so‘rish shkafi bor, ish tugagach berkitiladigan va muhrlanadigan xonalarda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Infeksiyali (sil, gepatit, OITS) shaxslardan ob’ektlar maxsus konteynerda keladi va hujjatlarda belgilanadi.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166; Malaka materiali №117 (O‘zR SSV, loyiha matni)., Sud-kimyo ekspertiza va tekshiruvlarini o‘tkazish qoidalari, betlar: 6-band, 7-band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Tropan, xinolin va opiy alkaloidlari: tasnif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Mashg‘ulot rejasi: tropan hosilalari (atropin, giostsiamin, skopolamin) va xinolin hosilasi (xinin).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Atropin beladonna o‘simligidan, skopolamin bangidevona o‘simligidan olinadi; xinin xin daraxti po‘stlog‘idan.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Papaverin opiy tarkibida uchraydi va narkotik ta’sirga ega emas.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Bugungi alkaloidlar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Tropan hosilalari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atropin  ·  giostsiamin  ·  skopolamin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Xinolin hosilasi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xinin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Opiy alkaloidi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papaverin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Tasnif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242, 117-119, 122-123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Atropin: tuzilishi va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Atropin — tropin spirti va trop kislotasidan hosil bo‘lgan murakkab efir; beladonna o‘simligidan ajratib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Giostsiamin atropinning izomeri bo‘lib, faqat qutblangan nurni chapga burishi bilan farqlanadi.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Atropin asos holida organik erituvchilarda yaxshi, suvda yomon eriydi; sulfat tuzi suvda yaxshi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Atropin ishqoriy muhitda organik erituvchilar bilan ekstraksiyalab ajratib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Atropinning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Zaharlanishda avval asab tizimi qo‘zg‘aladi (talvasa, beixtiyor gapirish va kulgu), so‘ng parasimpatik nerv oxirlari falajlanib, ko‘z qorachig‘i kengayadi.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Burun va teri qurishi, qizishi kuzatiladi; o‘lim sodir bo‘lganda patologoanatomik tekshirish xarakterli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Atropinning 50% o‘zgarmagan holda peshob orqali ajraladi; qolgani trop kislotasi va tropinga parchalanadi.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Organizmda saqlanish muddati haqida ma’lumotlar har xil: tez parchalanadi, yoki 3 hafta, hatto 2 yilgacha saqlanadi.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Atropin va skopolamin: tuzilishi va manbasi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Atropin tropin spirti va trop kislotasidan, skopolamin skopin va trop kislotasidan hosil bo‘lgan murakkab efir.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Atropin ishqoriy muhitda organik erituvchilar bilan ajratiladi; skopolamin pH=8-10 da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Tibbiyotda atropin sulfat, skopolamin esa bromid holida qo‘llaniladi.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Atropin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tropin spirti + trop kislotasi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beladonna o‘simligi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sulfat tuzi tibbiyotda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Skopolamin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skopin + trop kislotasi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bangidevona o‘simligi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bromid holida; pH=8-10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Murakkab efirlar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117-118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Vitali-Moren reaksiyasi: bajarish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3-4 tomchi xloroformli qoldiqqa 1 ml konts. HNO3 qo‘shib, kislota uchib ketguncha bug‘latiladi.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Sovigan sariq qoldiqqa bir tomondan 2-3 tomchi aseton, ikkinchi tomondan 2-3 tomchi spirtli ishqor qo‘shiladi.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+ konts. HNO3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 hammomida bug‘latish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Sariq qoldiq sovitiladi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Aseton va spirtli ishqor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Tez o‘chuvchi binafsha rang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Vitali-Moren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Vitali-Moren: mohiyati va talqini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Atropin konsentrlangan HNO3 bilan qizdirilganda trop kislota va tropinga parchalanadi; sariq nitrohosila ishqorda binafsha birikma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 atropin uchun xarakterli emas: benzol xalqasini saqlagan azotli birikmalar (giostsiamin, skopolamin, strixnin, apomorfin) ham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 manfiy bo‘lsa — atropin yo‘q; musbat bo‘lsa — qo‘shimcha tasdiqlovchi reaksiyalar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Dikain ham Vitali-Moren reaksiyasini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117, 118, 248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Vitali-Moren reaksiyasi: sxema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Atropin konsentrlangan HNO3 bilan qizdirilganda trop kislota va tropinga parchalanadi, sariq nitrohosila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Nitrohosila ishqor ta’sirida binafsha rangli birikma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Atropin bo‘lgan holda tez o‘chib ketuvchi binafsha rang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Atropin (qoldiq)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66416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konts. HNO3, qizdirish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715512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aseton + spirtli NaOH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Nitrohosila (sariq)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Binafsha birikma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Suv hammomida, kislota uchib ketguncha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Tez o‘chib ketuvchi binafsha rang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Vitali-Moren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117, 242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Atropin: mikrokristallar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Reyneke tuzi (1 tomchi 0,1 M HCl, 2 tomchi yangi 1%), 15-20 daqiqa: romb shaklidagi och pushti kristallar.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Pikrin kislotasi (suvdagi to‘yingan) bilan 15-20 daqiqa nam kamerada: plastinka shaklidagi sariq kristallar.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5075"/>
                <a:gridCol w="1922900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Kristall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1% Reyneke tuzi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Och pushti, romb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Pikrin kislotasi (to‘yingan)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Sariq, plastinka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 kristallari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251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Atropin: p-dimetilaminobenzaldegid, farmakologik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Ishqoriy muhitdan olingan qoldiqqa p-DMABA ning konts. H2SO4 dagi 0,5% eritmasidan 3-5 tomchi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Qaynayotgan suv hammomida 5-10 daqiqa qizdiriladi; atropin bo‘lsa, qizil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Farmakologik tekshiruvda ko‘z qorachig‘ining kengayishi kuzatiladi.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Ishqoriy qoldiq + reaktiv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Qaynoq suv hammomi 5-10 daq.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Qizil rang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p-DMABA reaksiyasi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252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Atropin: aniqlash ketma-ketligi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Atropin uchun avval umumiy cho‘ktiruvchi reaktivlar, so‘ng Vitali-Moren reaksiyasi bajariladi.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Tasdiqlash uchun Reyneke tuzi va pikrin kislotasi bilan kristallar, YuQX va UB-spektr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Farmakologik tekshiruvda tajriba hayvonlari ko‘z qorachig‘i kengayadi.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Umumiy cho‘ktiruvchi reaktivlar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1877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151888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Vitali-Moren reaksiyasi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566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2840736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Mikrokristallar (Reyneke, pikrin)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529584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YuQX: Rf=0,26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394411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218432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UB: 252, 258, 264 nm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770467" y="463296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4907280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Farmakologik tekshiruv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117-118, 118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Atropin: asosiy ko‘rsatkichlar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Organizmga tushgan atropinning 50% o‘zgarmagan holda peshob orqali ajraladi.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 da xloroform-aseton-dietilamin (50:30:2) sistemasida Rf=0,26; UB maksimumlari 252, 258, 264 nm.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Mikrokristall reaksiyalar nam kamerada 15-20 daqiqa saqlanadi; p-DMABA bilan suv hammomida 5-10 daqiqa qizdiriladi.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Peshobda o‘zgarmagan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YuQX Rf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UB maksimum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252; 258; 264</a:t>
            </a:r>
            <a:r>
              <a:rPr sz="1100" b="0">
                <a:solidFill>
                  <a:srgbClr val="6B7280"/>
                </a:solidFill>
                <a:latin typeface="Calibri"/>
              </a:rPr>
              <a:t>  nm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Nam kamerada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15-20</a:t>
            </a:r>
            <a:r>
              <a:rPr sz="1500" b="0">
                <a:solidFill>
                  <a:srgbClr val="6B7280"/>
                </a:solidFill>
                <a:latin typeface="Calibri"/>
              </a:rPr>
              <a:t>  daqiqa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Suv hammomida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5-10</a:t>
            </a:r>
            <a:r>
              <a:rPr sz="1500" b="0">
                <a:solidFill>
                  <a:srgbClr val="6B7280"/>
                </a:solidFill>
                <a:latin typeface="Calibri"/>
              </a:rPr>
              <a:t>  daqiqa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Atropin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117, 243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Skopolamin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Skopolamin bangidevona o‘simligida uchraydi; skopin va trop kislotasidan tashkil topgan murakkab efir.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Tibbiyotda skopolamin bromid holida qo‘llaniladi; «Aeron» tabletkasi qusishga qarshi va tinchlantiruvchi dorilar tarkibiga kiradi.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Organik erituvchilar bilan ishqoriy muhitda (pH=8-10) ajratib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Atropin kabi ko‘z qorachig‘ini kengaytiradi, shilliq parda mushaklarini bo‘shashtiradi, bezlar sekretsiyasini susaytiradi.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Skopolamin: mikrokristall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Reyneke tuzi bilan dendrit shaklidagi och-qo‘ng‘ir, sariq va qizg‘ish kristallar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Dragendorf reaktivi: qo‘ng‘ir rangli kalta ninasimon kristallar.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Oltin bromid kislotasi reaktivi va KBr kristali: sariq-qizg‘ish tishli dendridlar.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490"/>
                <a:gridCol w="388848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Kristall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Reyneke tuzi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Dendrit, och-qo‘ng‘ir/sariq/qizg‘ish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Dragendorf reaktivi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Qo‘ng‘ir, kalta ninasimon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Oltin bromid kislotasi + KBr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Sariq-qizg‘ish, tishli dendrit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Skopolamin kristallari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Atropin va skopolamin: YuQX va UB-spektr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 sistema xloroform-aseton-dietilamin (50:30:2) da atropin Rf=0,26, skopolamin Rf=0,44.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0,1 M H2SO4 dagi eritmada atropin 252, 258, 264 nm da, skopolamin 251, 257, 263 nm da maksimum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1762658"/>
                <a:gridCol w="1762658"/>
              </a:tblGrid>
              <a:tr h="868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UB, nm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Atropin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0,26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252, 258, 264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Skopolamin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0,44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251, 257, 263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Taqqoslash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Skopolamin: oltin bromid kislotasi bilan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Buyum oynachasidagi qoldiqqa 1 tomchi 0,1M HCl va oltin bromid kislotasi reaktivi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Reaktiv ustiga KBr kristali tushiriladi.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Skopolamin bo‘lsa, tishli dendridlar shaklidagi sariq-qizg‘ish kristallar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Qoldiq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buyum oynachasida, 1 tomchi 0,1M HCl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Reaktiv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5% oltin bromid kislotasi + konts. HCl + aseton teng nisbatda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KBr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ustiga KBr kristali tushiriladi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Natija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sariq-qizg‘ish tishli dendridlar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Skopolamin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Xinin: umumiy ma’lumot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Xinin xinolin va xinnuklidin hosilasi; xin daraxti po‘stlog‘idan olingan, 1944 yilda sintez qilingan.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 holida achchiq ta’mli kristall; suvda yomon, organik erituvchilarda yaxshi eriydi; ishqoriy muhitda (pH=9-10) organik qatlamga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Tibbiyotda xlorid, digidroxlorid va sulfat tuzlari holida bezgakka qarshi va akusherlikda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Metabolizmda 2-oksixinin, dioksixinin va boshqalar hosil bo‘ladi; peshob orqali ajraladi.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Xinin: metabolizm va ajralish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Xinin organizmda xinolin va xinnuklidin yadrolarining oksidlanishi natijasida metabolizmga uchraydi.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2-oksixinin, dioksixinin va boshqa metabolitlar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Metabolitlar va qisman bog‘lanmagan xinin organizmdan peshob orqali ajraladi.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Xinin (xinolin + xinnuklidin)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Yadrolarning oksidlanishi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2-oksixinin, dioksixinin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Peshob orqali ajralish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Xinin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Xinin: fluoressensiya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 5 ml suyultirilgan H2SO4 da eritilib, probirkaga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Eritma ultrabinafsha nurlarida qaralsa, zangori tovlanish — fluoressensiya seziladi.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Ammiak (pH=9) qo‘shilganda zangori rang yo‘qolib, binafsha fluoressensiya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suyultirilgan H2SO4 da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Probirkaga o‘tkaziladi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UB nurda ko‘riladi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Zangori tovlanish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Fluoressensiya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243, 119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Xinin: talleoxin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Qoldiqqa 1 ml suv, sariq rang hosil bo‘lguncha brom suvi, tezlikda 3-5 tomchi ammiak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Eritma ko‘k rangga bo‘yaladi; neytral muhitda zangori, kislotali muhitda qizil-binafsha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+ 1 ml suv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Brom suvi (sariq rang)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3-5 tomchi ammiak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Ko‘k rang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Talleoxin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Xinin: eritroxin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4 ml xloroformli eritma uchirilgach, qoldiqqa 1 ml suv qo‘shilib, probirkaga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Eritmaga K3[Fe(CN)6], brom suvi va ammiak eritmasi qo‘shilsa, qizil binafsha rang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Xloroformli eritma uchiriladi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+ 1 ml suv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K3[Fe(CN)6] + brom suvi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ammiak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Qizil binafsha rang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Eritroxin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Talleoxin reaksiyasi: sxema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Chinni tovoqchadagi xloroformli qoldiqqa 1 ml suv, brom suvi va 3-5 tomchi ammiak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Brom suvi sariq rang hosil bo‘lguncha tomiziladi; ammiak tezlikda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Xinin bo‘lgan holda eritma ko‘k rangga bo‘yaladi.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Xinin (qoldiq + 1 ml suv)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66416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Brom suvi (sariq rang gacha)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715512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Ammiak, 3-5 tomchi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Talleoxin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Tezlikda ammiak qo‘shiladi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Ko‘k; neytralda zangori; kislotada qizil-binafsha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Talleoxin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Talleoxin va eritroxin: farqlash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Talleoxin uchun brom suvi va ammiak, eritroxin uchun K3[Fe(CN)6], brom suvi va ammiak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Talleoxin ko‘k rang, eritroxin qizil binafsha rang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Talleoxin reaksiyasiga ortiqcha brom, antipirin va amidopirin halaqit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Talleoxin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brom suvi + ammiak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ko‘k rang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neytralda zangori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kislotada qizil-binafsha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Eritroxin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K3[Fe(CN)6] + brom suvi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ammiak bilan ishqoriy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qizil binafsha rang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Xinin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244, 120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Xinin: YuQX va UB-spektr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YuQX: efir-aseton-25% NH4OH (40:20:2); aniqlash fluoressensiya yoki Dragendorf bilan, Rf=0,39.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Spirtda 236, 278, 332 nm; 0,1 M H2SO4 da 250, 316, 346 nm da maksimum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5316"/>
                <a:gridCol w="1762658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YuQX (efir-aseton-NH4OH 40:20:2)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Rf=0,39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UB, spirt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236, 278, 332 nm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UB, 0,1 M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250, 316, 346 nm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Xinin: usullar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Xininni peshobda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 ml peshob 10% ammiak bilan pH=10 ga keltirilib, 4 ml xloroform yoki efir bilan 5 daqiqa chayqatiladi.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qatlam 3 ml 10% H2SO4 bilan chayqatiladi; UB nurda moviy fluoressensiya — xinin borligi.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 ml peshob, pH=10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 ml xloroform, 5 daq.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Organik qatlam ajratiladi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 ml 10% H2SO4 bilan chayqatish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UB: moviy fluoressensiya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Peshobda xinin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Papaverin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Papaverin opiy tarkibida 0,1-1,5% atrofida uchraydi; sintez ham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Asosi romb yoki igna shaklidagi rangsiz kristall, suyuqlanish harorati 147 °C; kuchsiz asos bo‘lgani uchun kislotali sharoitda ham xloroformga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tomirlarini kengaytiruvchi, spazmolitik; eng yuqori dozasi 0,1 g; narkotik ta’sirga ega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Metabolizm asosan demetillanish bilan bog‘liq; fenollar glyukuronidlar holida peshob bilan chiqadi.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122, 123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Papaverin: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 0,1 n HCl da eritilib 10% kadmiy xloridi tomizilsa, rangsiz kub plastinkalar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Yod eritmasi qizil rang beradi; sezgirligi 0,1 mkg.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Sobolev reaksiyasi: Marki reaktivi — metilenbis-papaverin; brom suvi va ammiak bilan barqaror binafsha rang.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9031"/>
                <a:gridCol w="2758943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10% kadmiy xloridi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Rangsiz kub plastinkalar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Yod eritmasi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Marki + Br2 suvi + NH3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Barqaror binafsha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Papaverin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Papaverin: YuQX va UB-spektr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 sistema xloroform-aseton-dietilamin (50:30:2), ochuvchi — Dragendorf; Rf=0,75.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Papaverin asosining 0,1 n HCl dagi eritmasi 250, 284 va 310 nm da maksimum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508"/>
                <a:gridCol w="2014466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YuQX (50:30:2), Dragendorf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Rf=0,75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UB, 0,1 n HCl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250, 284, 310 nm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Papaverin: usullar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Papaverin: aniqlash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Papaverin alkaloidlarni cho‘ktiruvchi reaktivlar (Dragendorf, Bushard, Mayer, Zonnenshteyn) bilan cho‘kma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Kadmiy xloridi bilan kub plastinkalar, yod eritmasi bilan qizil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 da Rf=0,75; UB-spektrda 250, 284, 310 nm.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Papaverin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Cho‘ktiruvchi reaktivlar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Dragendorf, Bushard  ·  Mayer, Zonnenshteyn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Mikrokristall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CdCl2: kub plastinkalar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Rangli reaksiya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yod: qizil  ·  Sobolev: binafsha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YuQX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Rf=0,75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UB-spektr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250, 284, 310 nm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Chinlik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Papaverin: asosiy ko‘rsatkichlar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Papaverin opiy tarkibida 0,1-1,5% atrofida uchraydi; eng yuqori dozasi 0,1 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Papaverin asosining suyuqlanish harorati 147 °C, gidroxloridniki 225-226 °C.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Yod eritmasi bilan reaksiyaning sezgirligi 0,1 mkg papaveringa teng.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Opiyda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0,1-1,5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Eng yuqori doza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0,1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Asosning suyuql. h.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147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Gidroxlorid suyuql. h.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225-226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Yod bilan sezgirlik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0,1</a:t>
            </a:r>
            <a:r>
              <a:rPr sz="1500" b="0">
                <a:solidFill>
                  <a:srgbClr val="6B7280"/>
                </a:solidFill>
                <a:latin typeface="Calibri"/>
              </a:rPr>
              <a:t>  mkg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Papaverin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122-123, 123, 244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Gel xromatografiyasi: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Gel xromatografiyasida qo‘zg‘aluvchi va qo‘zg‘almas faza sifatida bir xil erituvchi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Ajralish molekula hajmiga bog‘liq: avval yirik molekulalar, so‘ng kichik molekulalar yuviladi.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Gellarni birinchi bo‘lib 1959 yilda Porat va Flodin suyuq aralashmalar uchun qo‘llagan.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 kolonkali va yupqa qavatli turlarda qo‘llaniladi.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Gel xromatografiyada ajralish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Aralashma gel orqali filtrlanganda kichik molekulalar gel g‘ovaklariga shimilib ushlanib 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Yirik molekulalar gel zarrachalari orasidan erituvchi bilan birga harakatlanadi.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Avval yirik hajmli molekulalar, so‘ng kichik hajmli molekulalar yuviladi.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Aralashma gel qatlamiga yuboriladi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Kichik molekulalar g‘ovaklarga shimiladi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Yirik molekulalar erituvchi bilan o‘tadi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Avval yirik, keyin kichik yuviladi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Gel xromatografiya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Gel turlari va erituvchi tanlash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Gellar yumshoq, yarim qattiq va qattiq turlarga bo‘linadi; yumshoq gelda — gel-filtrlash.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Erituvchi aralashmani eritib, gel sirtini xo‘llashi; yumshoq gelni shishirishi kerak.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933"/>
                <a:gridCol w="2083141"/>
                <a:gridCol w="1922900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Xususiyat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Yumshoq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Sefadeks, poliakrilamid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Erituvchida shishadi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Yarim qattiq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Stirogel (stirol+DVB)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1,1-1,8 barobar shishadi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Qattiq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Silikagel, g‘ovakli shisha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Hajmi o‘zgarmaydi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Gel turlari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Gel xromatografiyada kolonkani tayyorlash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Yumshoq gel ishlatilsa, gel avval ajratish uchun olingan erituvchida bo‘ktirilib, shishirilishi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Yarim qattiq gellardan foydalanilganda avval gel bo‘tqasi (suspenziyasi) tayyorlanadi.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Gel xromatografiya uchun ichki diametri 8-10 mm bo‘lgan naychalar ishlatiladi; naycha diametrini 50 mm gacha kattalashtirish samaradorlikni oshiradi.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Keys: tropan alkaloidlariga musbat natija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21-KEYS: biologik ob’ekt barcha tahlillarda tropan alkaloidlariga musbat natija berdi, lekin zaharlanish yuz bermagan.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«Murda atropini» Vitali-Moren reaksiyasini bergan holda ko‘z qorachig‘ini kengaytirmaydi.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sababli kimyoviy tahlil farmakologik tekshiruv bilan to‘ldiriladi.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246, 104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Fotometriya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Moddalarni nur yutishi bo‘yicha miqdorini aniqlash fotometriya deyiladi.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Kolorimetriya rangli eritmani ko‘rish bilan yoki moslama yordamida solishtirishga asoslangan.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Spektrofotometriya monoxromatik nurlarni ko‘rinadigan, UB va IQ sohada qo‘llaydi.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Fotometriya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Kolorimetriya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rangli eritmani solishtirish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Fotokolorimetriya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polixromatik nur  ·  ko‘rinadigan qism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Spektrofotometriya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monoxromatik nur  ·  UB va IQ sohalar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Usullar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244, 245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Tropan hosilasini saqlovchi alkaloidlarni nomlang; atropin va skopolamin qaysi o‘simlikdan olinadi, giostsiamindan qanday farqlanadi?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Atropin va skopolaminni ashyoviy dalildan hamda suyuq ashyolardan qanday ajratib olish mumkin; zaharlanish belgilari va metabolitlari?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Vitali-Moren reaksiyasi, atropinning mikrokristallik reaksiyalari, skopolaminning mikrokristalloskopik reaksiyalari, miqdori.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Xinin va papaverin: toksikologik ahamiyati, ajratib olinishi, umumiy reaksiyalari, fluoressensiya va rangli reaksiyalari, fizik-kimyoviy usullari.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246, 246-247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Atropin: Vitali-Moren (tez o‘chuvchi binafsha), Rf=0,26; skopolamin: oltin bromid kislotasi bilan tishli dendridlar, Rf=0,44.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Xinin: zangori fluoressensiya, talleoxin (ko‘k), eritroxin (qizil binafsha), Rf=0,39.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Papaverin: kadmiy xloridi bilan kub plastinkalar, yod bilan qizil rang, Rf=0,75; gel xromatografiyasi molekula hajmiga ko‘ra ajratadi.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243, 244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44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Atropin izomeri giostsiamin atropindan faqat qutblangan nurni chapga burishi bilan farqlanadi; ishqor va yuqori haroratda optik xususiyatini yo‘qotib atropinga aylanadi.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Xinin ko‘p miqdorda qabul qilinganda bachadonni keskin qisqartiradi; ayrim hollarda sun’iy abort uchun ishlatilib, baxtsiz holatlarga olib kelgan.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Gellarni birinchi bo‘lib 1959 yilda Porat va Flodin suyuq aralashmalar uchun qo‘llagan.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Papaverin opiy tarkibida 0,1-1,5% atrofida bo‘ladi va narkotik ta’sirga ega emas.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Atropin, skopolamin, xinin, papaverin; gel xromatografiya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45 / 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104, 117-123, 166, 242-248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251-252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