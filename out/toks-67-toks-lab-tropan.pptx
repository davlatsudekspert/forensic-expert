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atropin qaysi o‘simlikdan olinadi? (Beladonna — toks 117.) Doskada: mashg‘ulot rejasi. Tipik xato: papaverinni tropan alkaloidlari qatoriga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Kutilayotgan natija: to‘rt alkaloid bo‘yicha reaksiyalar jadvali. Muhokama: qaysi reaksiya bir nechta alkaloid uchun umumiy? Doskada: 3 natija. Tipik xato: faqat Vitali-Moren bilan atropinni tasdiqlash.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xininni aniqlashda UB nur nima uchun kerak? (Zangori fluoressensiya — toks 243.) Doskada: jihozlar ro‘yxati. Tipik xato: chinni tovoqchani nitrat kislota to‘liq uchmasdan sovitish.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reaktiv qaysi alkaloid uchun? Doskada: alkaloid — reaktiv juftliklari. Reaktivlarni tayyorlash retseptlari bu sahifalarda berilmagan. Tipik xato: oltin bromid kislotasi eritmasini tayyorlashda nisbatni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ob’ekt va reaktivlar bilan ishlashda qanday himoya vositalari kerak? Doskada: himoya vositalari ro‘yxati. Tipik xato: reaktivni (kislota, simob tuzi, brom) qo‘lqopsiz va so‘rish shkafisiz ishlatish — mashg‘ulot oldidan o‘qituvchi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atropin ishqoriy muhitdan ajratiladi? Doskada: atropin formulasi — tropin + trop kislotasi. Tipik xato: giostsiaminni atropindan butunlay boshqa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bolalar zaharlanishi qanday ro‘y beradi? (Beladonna mevasi va ituzum — toks 117.) Doskada: belgilar ro‘yxati. Tipik xato: patologoanatomik belgi yo‘qligi sababli kimyoviy tahlilni keraksiz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tez o‘chib ketuvchi binafsha rang (toks 242). Reaksiya tenglamasini yozish va sud-kimyoviy ahamiyatini izohlash talab qilinadi. Xavfsizlik: konsentrlangan HNO3 bug‘lanishi so‘rish shkafida bajariladi (kitobda bu ko‘rsatma yo‘q). Tipik xato: rangning tez o‘chishini kuzatmasdan, natijani manfiy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Vitali-Moren manfiy chiqsa xulosa nima? Doskada: «manfiy — yo‘q; musbat — tasdiqlash kerak». Tipik xato: atropin uchun faqat Vitali-Moren (toks 102 bunday xulosani noto‘g‘ri deb ko‘rsatadi).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ikki xil kristall; shakllarini daftarga chizing va sud-kimyoviy ahamiyatini izohlang. Muhokama: lecture toks 118 da pikrin kislota bilan to‘g‘ri burchakli plastinka shaklidagi kristallar yozilgan — mos. Tipik xato: kristallarni nam kamerasiz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qizil rang; shu rang asosida FEK usulida miqdor aniqlanadi (toks 118). Muhokama: «murda atropini» Vitali-Moren beradi, lekin qorachiqni kengaytirmaydi (toks 104). Tipik xato: rangni ishqoriy bo‘lmagan qoldiqda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skopolamin atropindan qaysi mikrokristall reaksiya bilan farqlanadi? (Oltin bromid kislotasi — toks 119.) Doskada: atropin — skopolamin taqqosi. Tipik xato: skopolamin ham atropin kabi Vitali-Moren bermaydi deb o‘ylash: beradi (toks 243).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uch kristall shakli daftarga chiziladi; Dragendorf uchun 1 tomchi 0,1 M HCl va 2 tomchi reaktiv, 15-20 daqiqa nam kamera (toks 243). Muhokama: lecture toks 119 da bromaurat «arrasimon, jigar rangli» deyilgan — shaklni o‘qituvchi namuna bilan ko‘rsatadi. Tipik xato: kislotali muhitdan olingan ajralma o‘rniga ishqoriyni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guvoh eritma yonida dog‘lar Rf bo‘yicha farqlanadi. Boshqa variant: toks 118 da atropin UB maksimumi spirtda berilgan; slaydda 243-bet (0,1 M H2SO4) olindi. Tipik xato: Rf ni boshqa sistemada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xinin ko‘p miqdorda qabul qilinganda nima bo‘ladi? (Bachadonni keskin qisqartiradi; markaziy asab tizimi va yurak urishini susaytiradi — toks 119.) Doskada: xinin formulasi. Tipik xato: xininni tropan hosilasi deb hisoblash — xinolin hosilasi.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zangori fluoressensiya. Muhokama: xlorid ioni mavjud bo‘lsa nima o‘zgaradi? Doskada: 3 bosqich. Tipik xato: sulfat o‘rniga xlorid kislota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ko‘k rang, kislota qo‘shilganda o‘zgarish. Boshqa variant: toks 120 da talleoxin «yashil» deyilgan; slaydda 244-bet olindi. Kitob: ortiqcha brom, antipirin, amidopirin halaqit beradi (toks 120). Tipik xato: ammiakni brom suvidan oldin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qizil binafsha rang. Boshqa variant: toks 120 da rang «pushti», sariq qon tuzi bilan; slaydda 244-bet olindi. Tipik xato: reaktivlar tartibini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Rf=0,39 dog‘i guvoh bilan mos. Muhokama: nega ikki muhitda UB maksimumlar har xil? Tipik xato: UB spektrni muhitni ko‘rsatmay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moviy fluoressensiya. Muhokama: nima uchun organik qatlam sulfat kislota bilan chayqatiladi? (Xinin kislotali qatlamga o‘tib, fluoressensiya beradi.) Tipik xato: pH=10 ni ishlatmay, neytral peshobdan ekstraksiya.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papaverinni ajratishda nega ham kislotali, ham ishqoriy xloroformli eritma tekshiriladi? (toks 123.) Doskada: papaverin formulasi. Tipik xato: papaverinni opiat (narkotik)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uch reaksiya natijasi jadvalga. Muhokama: Sobolev reaksiyasi papaverin miqdorini aniqlashga ham tavsiya etilgan (toks 123). Tipik xato: Marki reaktivini morfin reaksiyasi deb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atropin (Rf=0,26) bilan bir xil sistemada papaverin qayerda joylashadi? Tipik xato: sistemani alkaloidga moslab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kichik molekulalar keyin yuviladi? (Gel g‘ovaklariga shimilib, sekin harakatlanadi — toks 121.) Doskada: yirik/kichik molekula yo‘li. Mashg‘ulot sahifalarida (242-247) gel xromatografiyasining bajarish tartibi berilmagan; shu sababli ma’ruza matni (121-122) ishlatildi.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qaysi gel bosimga chidamli? (Yarim qattiq va qattiq.) Doskada: jadvalni nusxalang. Tipik xato: yumshoq gelni shishirmay kolonkaga to‘ldirish (toks 122).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naycha diametrini kamaytirish nega tavsiya etilmaydi? (toks 122.) Doskada: 8-10 mm. Tipik xato: naychani gel bilan to‘ldirishga e’tibor bermaslik — kitob buni muhim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Usul: «Muammo turi — Kelib chiqish sabablari — Hal etish yo‘llari» jadvali (toks 246). Kutilayotgan natija: talaba chirish mahsulotlari (murda alkaloidlari) va farmakologik sinovni aytadi (toks 103-104). Tipik xato: musbat Vitali-Moren asosida zaharlanish bo‘lgan deb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savollardan har guruh bittadan blokni tayyorlaydi. Doskada: 22 savolni raqamlab yozing. Tipik xato: javobda reaktiv, rang va Rf ni aytmaslik.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kristall shakllari, ranglar, Rf va UB maksimumlar yoziladi. Muhokama: asosiy 3 xulosa. Doskada: Rf qiymatlari (0,26; 0,44; 0,39; 0,75). Tipik xato: Rf qiymatlarini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Atropin, skopolamin, xinin, papaverin; gel xromatografiya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ekstraktda atropin, skopolamin, xinin va papaverin alkaloidlarini aniqlash; gel xromatografiyasini qo‘llash.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tropan hosilasini saqlovchi alkaloidlarning qo‘llanishi, zaharlanish holatlari, metabolizmi, ajratib olish va tahlil usullarini o‘rgatish.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tropan hosilalari (atropin, giostsiamin, skopolamin) va xinolin hosilasi (xinin) ning toksikologik ahamiyati hamda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tropan va xinolin hosilalariga kiruvchi alkaloidlarning xususiy ajratish usullari, toksikologik ahamiyati, sifat va miqdoriy tahlil usullari bilan tanishadilar.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Mikrokristallar shakli chiziladi, rangli va fluoressensiya reaksiyalari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Atropin, skopolamin, xinin va papaverin uchun YuQX va UB-spektr ma’lumotlari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242; Yuldashev Z.A., Nurmatova M.I., Toksikologik kimyo modulidan o‘quv-uslubiy majmua, betlar: 251, 252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Vitali-Moren reaksiyasi uchun chinni tovoqcha va suv hammomi; mikrokristalloskopiya uchun buyum oynasi, nam kamera va mikroskop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Xinin fluoressensiyasini ko‘rish uchun ultrabinafsha nur manbai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242, 243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va skopolamin uchun: konsentrlangan HNO3, aseton, natriy ishqorining spirtli eritmasi, 1% Reyneke tuzi, pikrin kislotasi, Dragendorf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Skopolamin uchun yana: oltin bromid kislotasi (5% oltin bromid kislotasi, konsentrlangan HCl va aseton teng nisbatda) va KBr kristali.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Xinin uchun: suyultirilgan H2SO4, brom suvi, ammiak, K3[Fe(CN)6]; papaverin uchun: 10% kadmiy xloridi, yod eritmasi, Marki reaktivi.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242-243, 243, 243-244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— tropin spirti va trop kislotasidan hosil bo‘lgan murakkab efir; beladonna o‘simligidan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Giostsiamin atropinning izomeri bo‘lib, faqat qutblangan nurni chapga burishi bilan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asos holida organik erituvchilarda yaxshi, suvda yomon eriydi; sulfat tuzi suvda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ishqoriy muhitda organik erituvchilar bilan ekstraksiyalab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avval asab tizimi qo‘zg‘aladi (talvasa, beixtiyor gapirish va kulgu), so‘ng parasimpatik nerv oxirlari falajlanib, ko‘z qorachig‘i kengayadi.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Burun va teri qurishi, qizishi kuzatiladi; o‘lim sodir bo‘lganda patologoanatomik tekshirish xarakterli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Atropinning 50% o‘zgarmagan holda peshob orqali ajraladi; qolgani trop kislotasi va tropinga parchalanadi.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saqlanish muddati haqida ma’lumotlar har xil: tez parchalanadi, yoki 3 hafta, hatto 2 yilgacha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Vitali-Moren reaksiyasi: bajarish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3-4 tomchi xloroformli qoldiqqa 1 ml konts. HNO3 qo‘shib, kislota uchib ketguncha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Sovigan sariq qoldiqqa bir tomondan 2-3 tomchi aseton, ikkinchi tomondan 2-3 tomchi spirtli ishqor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konts. HNO3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hammomida bug‘latish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Sariq qoldiq sovitiladi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Aseton va spirtli ishqor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Tez o‘chuvchi binafsha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Vitali-Moren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Vitali-Moren: mohiyati va talqini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konsentrlangan HNO3 bilan qizdirilganda murakkab efir singari trop kislota va tropinga parchalanadi; sariq nitrohosila ishqor ta’sirida binafsha birikma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atropin uchun xarakterli emas: benzol xalqasini saqlagan azotli birikmalar (giostsiamin, skopolamin, strixnin, apomorfin) ham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manfiy bo‘lsa — atropin yo‘q; musbat bo‘lsa — qo‘shimcha tasdiqlovchi reaksiyalar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Dikain ham Vitali-Moren reaksiyasini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117, 118, 248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mikrokristallar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 (1 tomchi 0,1 M HCl, 2 tomchi yangi 1%), 15-20 daqiqa: romb shaklidagi och pushti 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Pikrin kislotasi (suvdagi to‘yingan) bilan 15-20 daqiqa nam kamerada: plastinka shaklidagi sariq kristallar.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5075"/>
                <a:gridCol w="1922900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1% Reyneke tuzi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pushti, romb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Pikrin kislotasi (to‘yingan)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Sariq, plastinka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 kristallari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p-dimetilaminobenzaldegid, farmakologik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muhitdan olingan qoldiqqa p-DMABA ning konts. H2SO4 dagi 0,5% eritmasidan 3-5 tomchi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Qaynayotgan suv hammomida 5-10 daqiqa qizdiriladi; atropin bo‘lsa,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Farmakologik tekshiruvda ko‘z qorachig‘ining kengayishi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qoldiq + reaktiv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Qaynoq suv hammomi 5-10 daq.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rang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p-DMABA reaksiyasi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Skopolamin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Skopolamin bangidevona o‘simligida uchraydi; skopin va trop kislotasidan tashkil topgan murakkab efir.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skopolamin bromid holida qo‘llaniladi; «Aeron» tabletkasi qusishga qarshi va tinchlantiruvchi dorilar tarkibiga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erituvchilar bilan ishqoriy muhitda (pH=8-10)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kabi ko‘z qorachig‘ini kengaytiradi, shilliq parda mushaklarini bo‘shashtiradi, bezlar sekretsiyasini susaytiradi.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Skopolamin: mikrokristall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 bilan dendrit shaklidagi och-qo‘ng‘ir, sariq va qizg‘ish kristallar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reaktivi: qo‘ng‘ir rangli kalta ninasimon 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Oltin bromid kislotasi reaktivi va KBr kristali: sariq-qizg‘ish tishli dendridlar.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490"/>
                <a:gridCol w="38884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Reyneke tuzi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Dendrit, och-qo‘ng‘ir/sariq/qizg‘ish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Qo‘ng‘ir, kalta ninasimon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Oltin bromid kislotasi + KBr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Sariq-qizg‘ish, tishli dendrit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Skopolamin kristallari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 va skopolamin: YuQX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sistema xloroform-aseton-dietilamin (50:30:2) da atropin Rf=0,26, skopolamin Rf=0,44.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0,1 M H2SO4 dagi eritmada atropin 252, 258, 264 nm da, skopolamin 251, 257, 263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UB,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Atropin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252, 258, 264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Skopolamin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251, 257, 263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Xinin xinolin va xinnuklidin hosilasi; xin daraxti po‘stlog‘idan olingan, 1944 yilda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achchiq ta’mli kristall; suvda yomon, organik erituvchilarda yaxshi eriydi; ishqoriy muhitda (pH=9-10) organik qatlamga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xlorid, digidroxlorid va sulfat tuzlari holida bezgakka qarshi va akusherlikda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Metabolizmda 2-oksixinin, dioksixinin va boshqalar hosil bo‘ladi; peshob orqali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fluoressensiya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5 ml suyultirilgan H2SO4 da eritilib, probirkaga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ultrabinafsha nurlarida qaralsa, zangori tovlanish — fluoressensiya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Ammiak (pH=9) qo‘shilganda zangori rang yo‘qolib, binafsha fluoressensiya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suyultirilgan H2SO4 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Probirkaga o‘tkaziladi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 nurda ko‘riladi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Zangori tovlanish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Fluoressensiya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243, 119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talleoxin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1 ml suv, sariq rang hosil bo‘lguncha brom suvi, tezlikda 3-5 tomchi ammiak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ko‘k rangga bo‘yaladi; neytral muhitda zangori, kislotali muhitda qizil-binafsha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+ 1 ml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Brom suvi (sariq rang)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3-5 tomchi ammiak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Talleoxin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eritroxin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 ml xloroformli eritma uchirilgach, qoldiqqa 1 ml suv qo‘shilib, probirkaga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Eritmaga K3[Fe(CN)6], brom suvi va ammiak eritmasi qo‘shilsa, qizil binafsha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Xloroformli eritma uchiriladi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+ 1 ml suv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K3[Fe(CN)6] + brom suvi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ammiak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binafsha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Eritroxin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YuQX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efir-aseton-25% NH4OH (40:20:2); aniqlash fluoressensiya yoki Dragendorf bilan, Rf=0,39.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Spirtda 236, 278, 332 nm; 0,1 M H2SO4 da 250, 316, 346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5316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 (efir-aseton-NH4OH 40:20:2)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Rf=0,39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UB, spirt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236, 278, 332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UB, 0,1 M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250, 316, 346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Xinin: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Xininni peshobda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ml peshob 10% ammiak bilan pH=10 ga keltirilib, 4 ml xloroform yoki efir bilan 5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3 ml 10% H2SO4 bilan chayqatiladi; UB nurda moviy fluoressensiya — xinin borligi.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ml peshob, pH=10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 ml xloroform, 5 daq.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 ajratiladi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ml 10% H2SO4 bilan chayqatish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UB: moviy fluoressensiya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Peshobda xinin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Papaverin opiy tarkibida 0,1-1,5% atrofida uchraydi; sintez ham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 romb yoki igna shaklidagi rangsiz kristall, suyuqlanish harorati 147 °C; kuchsiz asos bo‘lgani uchun kislotali sharoitda ham xloroformga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tomirlarini kengaytiruvchi, spazmolitik; eng yuqori dozasi 0,1 g; narkotik ta’sirga ega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 asosan demetillanish bilan bog‘liq; fenollar glyukuronidlar holida peshob bilan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122, 123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Papaverin: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0,1 n HCl da eritilib 10% kadmiy xloridi tomizilsa, rangsiz kub plastinkalar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 eritmasi qizil rang beradi; sezgirligi 0,1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Sobolev reaksiyasi: Marki reaktivi — metilenbis-papaverin; brom suvi va ammiak bilan barqaror binafsha rang.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31"/>
                <a:gridCol w="275894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kadmiy xloridi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Rangsiz kub plastinkalar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 eritmasi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+ Br2 suvi + NH3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Barqaror 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Papaverin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Papaverin: YuQX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sistema xloroform-aseton-dietilamin (50:30:2), ochuvchi — Dragendorf; Rf=0,75.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Papaverin asosining 0,1 n HCl dagi eritmasi 250, 284 va 310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508"/>
                <a:gridCol w="2014466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 (50:30:2), 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Rf=0,75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UB, 0,1 n HCl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250, 284, 310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Papaverin: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xromatografiyasi: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 xromatografiyasida qo‘zg‘aluvchi va qo‘zg‘almas faza sifatida bir xil erituvchi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Ajralish molekula hajmiga bog‘liq: avval yirik molekulalar, so‘ng kichik molekulalar yuviladi.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Gellarni birinchi bo‘lib 1959 yilda Porat va Flodin suyuq aralashmalar uchun qo‘llagan.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kolonkali va yupqa qavatli turlarda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turlari va erituvchi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Gellar yumshoq, yarim qattiq va qattiq turlarga bo‘linadi; yumshoq gelda — gel-filtrlash.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aralashmani eritib, gel sirtini xo‘llashi; yumshoq gelni shishirishi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1933"/>
                <a:gridCol w="2083141"/>
                <a:gridCol w="192290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Yumshoq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Sefadeks, poliakrilamid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Erituvchida shishadi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Yarim qattiq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Stirogel (stirol+DVB)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1,1-1,8 barobar shishadi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Qattiq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Silikagel, g‘ovakli shisha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Hajmi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Gel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xromatografiyada kolonkani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Yumshoq gel ishlatilsa, gel avval ajratish uchun olingan erituvchida bo‘ktirilib, shishirilishi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Yarim qattiq gellardan foydalanilganda avval gel bo‘tqasi (suspenziyasi) tayyorlanadi.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 xromatografiya uchun ichki diametri 8-10 mm bo‘lgan naychalar ishlatiladi; naycha diametrini 50 mm gacha kattalashtirish samaradorlikni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tropan alkaloidlariga musbat natija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21-KEYS: biologik ob’ekt barcha tahlillarda tropan alkaloidlariga musbat natija berdi, lekin zaharlanish yuz bermagan.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«Murda atropini» Vitali-Moren reaksiyasini bergan holda ko‘z qorachig‘ini kengaytirmaydi.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kimyoviy tahlil farmakologik tekshiruv bilan to‘ldiriladi.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246, 104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Tropan hosilasini saqlovchi alkaloidlarni nomlang; atropin va skopolamin qaysi o‘simlikdan olinadi, giostsiamindan qanday farqlanadi?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va skopolaminni ashyoviy dalildan hamda suyuq ashyolardan qanday ajratib olish mumkin; zaharlanish belgilari va metabolitlari?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Vitali-Moren reaksiyasi, atropinning mikrokristallik reaksiyalari, skopolaminning mikrokristalloskopik reaksiyalari, miqdori.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Xinin va papaverin: toksikologik ahamiyati, ajratib olinishi, umumiy reaksiyalari, fluoressensiya va rangli reaksiyalari, fizik-kimyoviy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246, 246-247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Atropin: Vitali-Moren (tez o‘chuvchi binafsha), Rf=0,26; skopolamin: oltin bromid kislotasi bilan tishli dendridlar, Rf=0,44.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Xinin: zangori fluoressensiya, talleoxin (ko‘k), eritroxin (qizil binafsha), Rf=0,39.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Papaverin: kadmiy xloridi bilan kub plastinkalar, yod bilan qizil rang, Rf=0,75; gel xromatografiyasi molekula hajmiga ko‘ra ajratadi.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243, 244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 izomeri giostsiamin atropindan faqat qutblangan nurni chapga burishi bilan farqlanadi; ishqor va yuqori haroratda optik xususiyatini yo‘qotib atropinga aylanadi.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Xinin ko‘p miqdorda qabul qilinganda bachadonni keskin qisqartiradi; ayrim hollarda sun’iy abort uchun ishlatilib, baxtsiz holatlarga olib kelgan.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Gellarni birinchi bo‘lib 1959 yilda Porat va Flodin suyuq aralashmalar uchun qo‘llagan.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Papaverin opiy tarkibida 0,1-1,5% atrofida bo‘ladi va narkotik ta’sirga ega emas.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Atropin, skopolamin, xinin, papaverin; gel xromatografiya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104, 117-119, 121-123, 166, 242-244, 246-248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251-252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