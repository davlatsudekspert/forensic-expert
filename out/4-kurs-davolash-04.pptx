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davolash fakulteti talabasiga transport travmasi bo‘yicha ekspertiza bilimi kerak? 2) Mexanik jarohatning qaysi turlarini eslaysiz? Doskada: mavzu rejasini 2 ustunga chizing (mexanik jarohatlar | transport travmasi). Tipik xato: transport travmasini mexanik jarohatlardan butunlay alohida hodisa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Sirkulyar va varaqsimon arra yarasini nima bilan farqlaysiz? 2) Suyakning arralama yuzasi arra haqida nima deydi? Doskada: uchta arra turi uchun yara va suyak yuzasini sxematik chizing. Tipik xato: kuchli zarb yarasini sirkulyar arra yarasi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transport travmasi fanning alohida qismi qilingan? 2) Jabrlanganning kiyim-boshi va poyafzaliga nega e’tibor beriladi (ehtiyotkorlik bilan echish, quritish, huquqni muhofaza qiluvchilarga topshirish)? Doskada: ta’rif sxemasini chizing (tashqi qism + ichki qism + yiqilish). Tipik xato: transport travmasini faqat avtomobil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transport travmasi iqtisodiy yukka aylanadi? 2) O‘lim va tirik shaxslar ekspertizasidagi ulushlar nega farq qiladi? Doskada: jadvaldagi to‘rt ko‘rsatkichni ustun shaklida chizdiring. Tipik xato: 60-65 % (o‘lim holatlari) bilan 20-25 % (tirik shaxslar ekspertizasi)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avtotravma eng ko‘p uchraydi? 2) Murakkab travmaga yana qanday misol keltirish mumkin (avtomobil-traktor)? Doskada: sakkiz turni o‘zingiz guruhlab chizing. Tipik xato: murakkab travmani bir transportdagi bir necha jarohat deb tushunish; u turli transport vositalari to‘qnashuvidir.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Kiyimni qirqib tashlash yoki yuvib yuborish nega xato? 2) Ekspertiza materiallari profilaktikaga qanday xizmat qiladi? Doskada: kiyimni olishdan topshirishgacha bo‘lgan qadamlar zanjirini chizdiring. Tipik xato: talabalar kiyim-poyafzalni muhim dalil sifatida ko‘rmaydi va uni tashlab yuboradi.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transport travmasi 60-yillardan sud tibbiyotining alohida qismi sifatida ajratilgan? 2) Nima uchun transport travmasi turlarining ko‘pchiligi baxtsiz hodisa bo‘ladi? Doskada chizish: transport travmasi turlari (avtomobil, mototsikl, velosiped, traktor, rels, aviatsion, suv) daraxt sxemasi. Tipik xato: 60-65% (o‘lim holatlari) va 20-25% (tirik shaxslar ekspertizasi) ko‘rsatkichlarini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Tur va variantni bilish vrach uchun nima uchun muhim? 2) Qaysi mexanizmlar har bir turda yetakchi? Doskada chizish: olti turni raqamlab yozing va har biriga bitta mexanizmni bog‘lang. Tipik xato: murakkab avtotravma (5-6-tur) bilan murakkab transport travmasini (turli transport to‘qnashuvi)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shilinma va qontalash avtotravmani isbotlamaydi? 2) Old oyna siniqlaridan olingan yara qanday jarohatga o‘xshab ketadi? Doskada chizish: to‘rt guruhni diagnostik qiymati bo‘yicha pog‘onasimon (yuqoridan pastga) joylashtiring. Tipik xato: xos va spetsifik jarohatni bir narsa deb o‘ylash; spetsifik jarohat avtomobilning aniq qismini ko‘rsatadi, xos jarohat esa turga yoki fazaga mos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xos va xos bo‘lmagan jarohatlarni ikki ustunga bo‘ling. Tipik xato: shilinma yoki qontalashni xos jarohat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shilinma bo‘yicha avtotravma haqida xulosa qilib bo‘lmaydi? 2) Old oyna siniqlaridan olingan yara qaysi yaraga o‘xshaydi? Doskada chizish: avtotravma jarohatlarining to‘rt guruhi (spetsifik, xos, xos bo‘lmagan, imitatsion) ro‘yxati. Tipik xato: xos bo‘lmagan jarohatni imitatsion jarohat bilan aralashtirish. Birinchisida o‘xshashlik umuman yo‘q, ikkinchisida boshqa hodisa jarohatiga o‘xshashlik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Fara shaklidagi iz ekspertga nimani aytib beradi? 2) Bu iz bo‘lsa, boshqa jarohatlar haqida nima deyish mumkin? Doskada chizish: fara shaklidagi shilinma va qontalashning sodda eskizi, yoniga guruh nomi. Tipik xato: kontakt jarohatni xos jarohat bilan aralashtirish. Xos jarohat mexanizm yoki faza bilan bog‘liq, spetsifik jarohat esa avtomobil qismining shaklini aks ettiradi.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yosh bolalarda ikkinchi faza kuzatilmaydi? 2) Past tezlikda qaysi faza tushib qolishi mumkin va nega? Doskada chizish: to‘rt fazali zanjir, har fazaga bitta xos jarohat turini yozish. Tipik xato: fazalar tartibini aralashtirish yoki ikkinchi fazani barcha to‘qnashuvlarda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yengil va yuk avtomobilida sinish joyi har xil? 2) Bamper-jarohat bo‘yicha qanday ma’lumot olinadi? Doskada: oyoq va bamperni yon tomondan chizib, uchburchak sinish asosini zarb tomonida belgilang. Tipik xato: uchburchak asosini qarama-qarshi tomonga qo‘yish yoki “qamchisimon” sinishni oyoq jarohati deb o‘ylash (u bo‘yin umurtqalarida bo‘ladi).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yosh bolalarda ikkinchi faza bo‘lmaydi? 2) Parallel shilinmalar yo‘nalishi nimani ko‘rsatadi? Doskada: to‘rt fazani strelkalar bilan zanjir qilib chizing va har biriga jarohat joyini yozing. Tipik xato: 3-fazadagi jarohatlarni birinchi ta’sir tomonida deb yozish (aslida qarama-qarshi tomonda).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Sinish shakli va balandligidan qanday xulosa chiqariladi? 2) Halqasimon sinish qaysi sharoitda mumkin? Doskada: uchburchak sinishni chizib, asos va uchini belgilang. Tipik xato: bitta belgiga qarab avtomobil turini aniq deb aytish; xulosa jarohatlar majmuiga asoslanishi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To‘liq va noto‘liq bosib o‘tishni nima farqlaydi? 2) Nega eng og‘ir jarohatlar siqilish mexanizmidan kelib chiqadi? Doskada: besh fazali zanjirni chizib, har faza yoniga qisqa izoh yozdiring. Tipik xato: talabalar to‘liq va noto‘liq bosib o‘tishni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Protektor izi bo‘yicha nimani aniqlash mumkin? 2) Kiyimdagi iz nega ko‘proq qoplanma shaklida bo‘ladi? Doskada: jadvalni chizib, pozitiv va negativ izning sxemasini ko‘rsatdiring. Tipik xato: negativ izni ham shilinma deb yozish, aslida u faqat qontalash.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g‘ildirak tushayotgan tomonda jarohat kamroq bo‘ladi? 2) Qaysi sohada ichki a’zolar siljishi kutiladi? Doskada: tana sxemasini chizib, g‘ildirak chiqqan va tushgan tomonni belgilatib, har sohaga asosiy jarohatni yozdiring. Tipik xato: to‘rtinchi fazada har doim jarohat bo‘ladi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Talabalar savollarga kitobga qaramay javob beradi. Muhokama: nega bamper-jarohat bo‘yicha avtomobil rusumi va tezligi haqida fikr yuritish mumkin? G‘ildirak tanadan 20 km/soat va undan yuqori tezlikda “sakrab tushsa”, to‘rtinchi fazada jarohat bo‘lmasligi mumkinligini ham eslating (bet 65). Doskada: bamper-sinish uchburchagini chizdiring va asosini belgilating. Tipik xato: pozitiv va negativ izni almashtirib yuborish; 4 va 5 fazani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haydovchining ko‘krakidagi yarim oysimon iz qaysi detalga mos keladi? Nima uchun jarohatlar ko‘proq chap tomonda joylashadi? Doskada: to‘rt fazali zanjirni chizib, har bir fazaga mos jarohatni yozdiring. Tipik xato: 3-fazani faqat bo‘yin egilishi deb o‘ylash — unda bosh rulning tepa qismi va old oynaga ham uriladi.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oldingi o‘rindiq eng xavfli o‘rin hisoblanadi? Kamar qachon himoya vositasidan zarar omiliga aylanadi? Doskada: avtomobil salonining yuqoridan ko‘rinishini chizib, o‘rindiqlarni xavf darajasi bo‘yicha raqamlang. Tipik xato: kamar faqat himoya qiladi deb o‘ylash; diagonal kamar jarohatlarini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nima uchun asosiy jarohatlar aynan ikkinchi fazada hosil bo‘ladi? Tana qaysi qismi bilan tushsa qanday suyaklar sinadi? Doskada: uch fazali zanjirni chizing va har fazaga bitta jarohat turini yozing. Tipik xato: bevosita va bilvosita jarohatni aralashtirish, uchinchi fazani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ikki hodisani farqlovchi asosiy belgi nima? Siqilishda nega asosiy jarohatlar ikkinchi fazada bo‘ladi? Doskada: ikki ustunli solishtirish (tushish va yiqilish) chizing, yo‘lkasimon shilinmani belgilang. Tipik xato: yo‘lkasimon shilinmani faqat yiqilishga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jabrlanuvchining avtomobil ichidagi o‘rnini aniqlash nega muhim? Oldingi o‘rindiq yo‘lovchisida jarohatlar qanday farq qiladi? Doskada: avtomobil salonining ustdan ko‘rinishini chizib, jarohat joylarini belgilang. Tipik xato: faqat bitta belgiga tayanib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mototsikl travmasi mavsumiy? 2) Murakkab mototsikl travmasi nimani bildiradi? Doskada: 5 turni ketma-ket zanjir ko‘rinishida chizdiring. Diqqat: xato qilish xavfi, mototsiklda haydovchi va yo‘lovchi har doim shikastlanishi mumkin, avtotravmada esa bunday emas. Tipik xato: turlar sonini avtotravma (6 ta)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mototsiklda to‘rtinchi faza kuzatilmaydi? 2) G‘ildirak bilan bosib o‘tishda jarohat nega yengilroq? Doskada: ikki ustunli solishtirish jadvalini talabalar bilan to‘ldiring. Diqqat: avtomobilning to‘rtinchi fazasi (sirpanish) ≠ mototsikl travmasi. Tipik xato: mototsikldagi yoysimon shilinmalarni avtotravmadagi bamper-jarohat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Nima uchun g‘ildirak toji qaychisimon ta’sir ko‘rsatadi? 2) Rels travmasi turlari avtotravma turlaridan nimasi bilan farq qiladi? Doskada: g‘ildirak, rels boshchasi va tojning kesimini chizib, tananing joylashuvini belgilang. Tipik xato: rels boshchasi va g‘ildirak toji o‘lchamlarini bir-biriga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“T”-simon shilinma g‘ildirakning qaysi tomonida hosil bo‘ladi va nega? 2) Bosilish va shilinish yo‘lkasini qanday farqlaysiz? Doskada: g‘ildirak toji, rels boshchasi, “T” shilinma, bosilish va shilinish yo‘lkalarini sxematik chizdiring. Qo‘shimcha: “T” shilinma va bosilish yo‘lkasi orasida ingichka shikastlanmagan teri sohasi qoladi (72-bet). Tipik xato: bosilish yo‘lkasi bilan shilinish yo‘lkasini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Ajralish chetlarining relsga va g‘ildirakka qaragan tomonlari qanday farqlanadi? 2) Ponasimon defekt qanday hosil bo‘ladi? Doskada: bo‘lingan tana qismlarini va ajralish chetlarining shaklini chizdiring. Tipik xato: tekis chetni g‘ildirak tomoniga, tishsimon chetni rels tomoniga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Faqat iz moddalariga qarab xulosa qilish yetarlimi? 2) Tananing g‘ildirak va relsga nisbatan holatini qaysi belgilar ko‘rsatadi? Doskada: talabalar topgan belgilarni “xos belgi” ustuniga yozsin. Tipik xato: bitta belgiga tayanib xulosa chiqarish; shilinish va bosilish yo‘lkalarini, ajralish chetlarini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o‘rmalovchi traktorda to‘rtinchi faza bo‘lmaydi? 2) Zanjir tishlari tanani qanday jarohatlaydi? Doskada: traktorning oltita turini ro‘yxat qilib yozing va g‘ildirakli/o‘rmalovchi ustunli jadval chizing. Tipik xato: o‘rmalovchi traktor uchun ham avtomobildagi barcha fazalarni sanash. Diqqat: g‘ildirakli traktor fazalari avtotravmadan farq qilmaydi, o‘rmalovchiniki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Parvozda apparatni tark etish qaysi hollarda kuzatiladi (parashyut, katapulta)? 2) Nima uchun uchuvchining tibbiy hujjatlari ham o‘rganiladi? Doskada: to‘rt turni ketma-ketlikda chizing va har biriga bittadan misol yozing. Tipik xato: aviatravmani faqat erga qulash deb tushunish. Diqqat: ekipaj a’zolari ham, erdagi shaxslar ham shikastlanishi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Nog‘ora parda yorilishi va o‘rta quloqdagi qon quyilish nimadan dalolat beradi? 2) Nima uchun termik jarohat yo‘lovchilarda ko‘proq? Doskada: dekompressiyaning ikki turini (portlash va balandlik) balandlik shkalasida chizing. Tipik xato: portlash dekompressiyasi bilan balandlik dekompressiyasini aralashtirish. Diqqat: portlash dekompressiyasi ≠ balandlik dekompressiyasi (balandlik emfizemasi).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nog‘ora parda yorilishi germetizatsiya buzilganidan dalolat beradi? Tipik xato: ikki dekompressiyani balandlik chegarasi bo‘yicha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Raqamlar bilan birga mexanizmni ayting. Tipik xato: 8 km va 19 km chegaralarini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poyafzal tagidagi pedal izi nimani aniqlashga yordam beradi? Tipik xato: kamar izini zarb izi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har qismga bittadan xos jarohat. Tipik xato: parrak jarohatini kesma yara deb atash — manbada chopma jarohatga o‘xshashi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Quloq belgilari nima uchun germetizatsiya buzilganidan dalolat beradi? 2) Uchuvchi tanasida yana nimalar tekshiriladi? Doskada: ikki dekompressiyani balandlik (8 km va 19 km) va asosiy belgisi bilan yonma-yon chizdirish. Tipik xato: portlash va balandlik dekompressiyasini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Nazorat savollari (bob oxiridan): transport travmasi nima? Nima uchun g‘ildirak tanadan tushadigan tomonda jarohat kam bo‘ladi? Rels travmasida bosilish va shilinish yo‘lkalari qanday hosil bo‘ladi? Doskada: transport turlarining jadvalini (tur soni, faza soni) talabalar bilan to‘ldirish. Tipik xato: tur va fazani aralashtirish; kiyimni yirtib yoki ho‘l holda topshirish.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Mexanik jarohatlar. Transport travmasi.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mexanik jarohatlar va transport travmasi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mexanik jarohatlarni takrorlashdan boshlanadi. Nazorat savollari jarohat tushunchasi, omillar, tasnif va jarohatning hayotiyligini qamrab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jarohatlar bo‘yicha o‘tmas jismlar, shilinma, qontalash, suyak deformatsiyasi, balandlikdan yiqilish, kesma, sanchma va chopma yaralar so‘raladi.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bob transport travmasiga bag‘ishlangan. U avtomobil, mototsikl, rels, traktor va aviatsion travmani o‘z ichiga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Transport travmasi bo‘yicha nazorat savollaridan biri shifokor faoliyatida bu bilimlarning ahamiyatini so‘raydi. Tibbiy yordam bilan ekspertiza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55, 55-56, 57,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Arralama yaralar: shaklning arraga bog‘liqligi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Arralama yaralar ichida va chetlarida yumshoq to‘qimaning mayda zarralari hamda suyak qipiqlari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Arralama oralig‘i arra varag‘ining qalinligidan kattaroq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sirkulyar arra aylanma, varaqsimon arra oldinga-orqaga harakat qiladi; izlari farq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Arra bilan zarb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Mayda sanchma yoki sanchma-kesma yaralar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Kuchli zarbda tubida to‘qima boylamlari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Sirkulyar arra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Chetlari notekis, tishli, mayda laxtakli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Suyakda tekis yuza, yoysimon izlar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Varaqsimon arra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Chiziqsimon, chetlari mayda tishli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Suyakda parallel burtma va ariqchalar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Arra turlari va izlari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Transport travmasi: ta’rif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Transport travmasi harakatdagi transport vositasining tashqi va ichki qismlaridan hamda undan yiqilishda olingan jarohatlar majmuidir.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O‘tgan asrning 60-yillaridan u sud tibbiyotining alohida qismi bo‘ldi: jarohat mexanizmi va ekspertizada o‘ziga xosliklar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Ko‘pincha bu baxtsiz hodisa. Ba’zan o‘z-o‘zini o‘ldirish yoki unga urinish bo‘ladi; transport bilan qotillik esa kazuistika.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jarohatdan o‘lim holatlarining 60-65% i transport travmasiga to‘g‘ri keladi. Ekspertizalarning 90% idan ortig‘i avtotravmadir.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Transport travmasi statistikasi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Jahon sog‘liqni saqlash tashkiloti (JSST) bo‘yicha yiliga 1,2 mln dan ziyod kishi halok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Jahon banki hisobi: moddiy ziyon barcha mamlakatlar yalpi ichki mahsulotining 1,5-2,0 % ini tashkil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Ekspertizada transport travmasi mexanik jarohatdan o‘limning 60-65 % ini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Halok bo‘lganlar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1,2 mln+</a:t>
            </a:r>
            <a:r>
              <a:rPr sz="1200" b="0">
                <a:solidFill>
                  <a:srgbClr val="6B7280"/>
                </a:solidFill>
                <a:latin typeface="Calibri"/>
              </a:rPr>
              <a:t>  yiliga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Jarohat olganlar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50 mln+</a:t>
            </a:r>
            <a:r>
              <a:rPr sz="1300" b="0">
                <a:solidFill>
                  <a:srgbClr val="6B7280"/>
                </a:solidFill>
                <a:latin typeface="Calibri"/>
              </a:rPr>
              <a:t>  yiliga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Iqtisodiy ziyon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1,5-2,0</a:t>
            </a:r>
            <a:r>
              <a:rPr sz="1300" b="0">
                <a:solidFill>
                  <a:srgbClr val="6B7280"/>
                </a:solidFill>
                <a:latin typeface="Calibri"/>
              </a:rPr>
              <a:t>  % YaIM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Mexanik 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60-65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Tirik shaxslar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20-25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Avtotravma ulushi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90+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Transport travmasi ko‘rsatkichlari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Transport travmasining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Transport travmasi — harakatdagi transport qismlaridan va undan yiqilishda olingan jarohatlar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Avtomobil travmasi eng ko‘p uchraydi: ekspertizalarning 90 % idan ortig‘ini tashkil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Turli transport vositalari to‘qnashuvi murakkab travma deyiladi, masalan mototsikl-avtomobil.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Transport travmasi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Yo‘l transporti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Avtomobil, mototsikl  ·  Velosiped, traktor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Rels transporti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Rels travmasi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Havo va suv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Aviatsion travma  ·  Suv transporti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Murakkab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Turli transport to‘qnashuvi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Transport travmasi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Kiyim-bosh va tibbiy yordam bosqichidagi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jarohatlarni to‘liq tekshirib tavsiflaydi, shuningdek jabrlanganning kiyim-boshi va poyafzaliga ham e’tibor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 va poyafzalda hodisani tekshirish uchun muhim jarohat va ifloslanish alomatlari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ehtiyotkorlik bilan echiladi, kerak bo‘lsa xonada quritilib, qog‘oz o‘ramga solinadi va huquqni muhofaza idoralariga topshiriladi.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materiallari tahlili asosida travmatizmni kamaytirishga qaratilgan chora-tadbirlar uchun taklif va tavsiyalar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57, 57-58,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transport travmasi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transport travmasi nima? Javob: harakatdagi transport vositasining tashqi va ichki qismlaridan hamda undan yiqilishdan olingan jarohatlar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ulushi qancha? Mexanik jarohatdan o‘limning 60-65%i, tirik shaxslar ekspertizasida mexanik jarohatlarning 20-25%i transport travmasiga to‘g‘ri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ekspertizalarning 90%idan ortig‘ini qaysi tur tashkil etadi? Javob: avtomobil travmasi; boshqa turlar ancha kam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turli transport vositalarining to‘qnashuvida olingan jarohat murakkab transport travmasi deyiladi (masalan, mototsikl-avtomobil).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Avtotravma tasnifi (Matishev bo‘yicha)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Matishev va boshqalar (1968) tasnifi bo‘yicha avtotravmaning olti turi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Jarohatlar zarb, siqilish, cho‘zilish, ishqalanish va chayqalish mexanizmlari bo‘yicha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tur turli variantlarda kuzatiladi; jarohatlar tur bilan birga variantga ham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Avtotravma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1. To‘qnashuv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bilan to‘qnashuv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2. Bosib o‘tish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g‘ildiraklari bilan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3. Ichida shikastlanish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ichida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4. Yiqilish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Avtomobildan yiqilish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5. Qisilish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va boshqa jismlar orasida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6. Murakkab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Ikki va undan ko‘p tur birga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Avtotravma turlari (Matishev, 1968)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Avtotravmada jarohat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xos jarohat turga mos; xos bo‘lmagani bo‘yicha avtotravma haqida to‘xtam qilib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Spetsifik jarohatlar kontakt jarohat ham deyiladi; ular bo‘yicha ba’zan konkret avtomobilni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Guruhlash mexanizmni, avtotravma turini va ba’zan fazasini aniqlashga yordam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Avtotravma jarohatlari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Spetsifik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qismi shakliga mos  ·  Fara, old bezak, protektor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 yoki fazaga mos  ·  Bamper-jarohat, qamchisimon sinish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 bo‘lmagan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 berilmaydi  ·  Shilinma, qontalash, ayrim yaralar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Imitatsion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Boshqa hodisaga o‘xshaydi  ·  Old oyna siniqlaridan kesma yara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Jarohat guruhlari (diagnostik ahamiyati)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60,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Xos jarohatlar: tur va fazaga mos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Xos jarohatlar vujudga kelish mexanizmi bo‘yicha avtotravmaning ma’lum bir turi yoki fazasiga mos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Ularga bamper-jarohatlar, sirpanish va sudralish izlari, qobirg‘alarning ko‘plab sinishi, qon bilan to‘lgan «cho‘ntaklar»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Yana: bo‘yin umurtqalarining «qamchisimon» sinishi, umurtqa tanalarining kompression sinishi, kalla suyaklarining ko‘plab sinishi.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Shuningdek ko‘krak va qorin ichki a’zolarining jiddiy shikasti, to‘sh va tos suyaklarining ko‘plab sinishi xos jarohatlarga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Xos jarohatlar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Yumshoq to‘qima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Sirpanish, sudralish izlari  ·  Qon bilan to‘lgan «cho‘ntaklar»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Bamper-jarohat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Oyoq jarohati, bamper-sinish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Umurtqa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«Qamchisimon» sinish  ·  Kompression sinish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Skelet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Qobirg‘a, to‘sh, tos ko‘p sinishi  ·  Kalla ko‘p sinishi, miya majaqlanishi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Ko‘krak, qorin a’zolari jiddiy shikasti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Xos jarohatlar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xos bo‘lmagan va imitatsion jarohat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Xos bo‘lmagan jarohatlar (shilinma, qontalash, ayrim yaralar) spetsifik ham, xos ham belgiga ega emas. Ular bo‘yicha avtotravma haqida xulosa qilib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Imitatsion jarohatlar boshqa hodisalardagi jarohatlarga o‘xshaydi. Old oyna siniqlaridan kesma yoki sanchma-kesma yaralar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Tashqariga bo‘rtib turgan boltlardan olingan jarohat sanchma yarani eslatadi. Shuning uchun uni boshqa hodisa jarohati bilan adashtirish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shilinma, qontalash yoki yara topilishi avtotravmani o‘zi isbotlamaydi. Jarohatlarni guruhlash mexanizmni aniqlash uchun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avtotravma jarohatlari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jabrlanganning tanasida fara shakliga mos shilinma va qontalash topilgan. Savol: bu jarohat qaysi guruhga kiradi?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bu spetsifik (kontakt) jarohat. U avtomobilning ma’lum qismi (fara, old bezak, shina protektori) ta’siridan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Shakli, o‘lchami va rasmi avtomobilning kontaktda bo‘lgan qismiga mos keladi. Shu bo‘yicha travma turi, ba’zan konkret avtomobil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qolgan uch guruhdan (xos, xos bo‘lmagan, imitatsion) farqini qanday izohlaysiz? Bunday izlar odatda birinchi fazada, zarbda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61,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Piyoda va avtomobil to‘qnashuvi: to‘rt faza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piyodaning avtomobil old qismi bilan to‘qnashuvida to‘rt faza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Yuk avtomobili, vagon kuzovli va yon qism bilan to‘qnashuvda hamda yosh bolalarda ikkinchi faza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Tezlik past bo‘lsa to‘rtinchi faza bo‘lmasligi mumkin; sirpanishda parallel shilinmalar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Zarb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Avtomobil qismi bilan zarb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Yiqilish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Tananing avtomobilga yiqilishi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Uloqtirilish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Uloqtirilish va erga tushish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Sirpanish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Erda sirpanish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Piyoda va avtomobil: to‘rt faza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61, 61-62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Birinchi faza: bamper-jarohatlar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Bamper ta’sirida odatda ko‘ndalang joylashgan shilinma, qontalash yoki yara hosil bo‘ladi. Bu jarohatlar bamper-jarohat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Oyoq suyagi sinishi bamper balandligi va tezlikka bog‘liq. Yengil avtomobilda boldir suyaklari, yuk avtomobilida son suyaklari sinadi.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Bamper-sinish odatda uchburchak, asosi birlamchi zarb tomonida. Bamper ingichka, tezlik 55–60 km/soatdan katta bo‘lsa, halqasimon sinish ham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uchburchak asosi zarb tomonida bo‘ladi, buni teskari aytmang. Shu fazada bo‘yin umurtqalarining “qamchisimon” sinishi ham uchrashi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2–4-fazalarda jarohatlar va fazalar o‘tkazilishi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Yuk avtomobili, vagon kuzovli mashina va avtomobilning yon qismi bilan to‘qnashuvda ikkinchi faza kuzatilmaydi.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Yosh bolalarda dastlabki zarb og‘irlik markazidan yuqoriga tushgani uchun ikkinchi faza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Tezlik past bo‘lsa, to‘rtinchi faza bo‘lmasligi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257"/>
                <a:gridCol w="2713566"/>
                <a:gridCol w="14611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Jarohat joyi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Birinchi ta’sir tomonida; bosh, ko‘krak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Zarb, chayqalish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3-faza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Birinchi ta’sirga qarama-qarshi tomonda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Erga zarb, chayqalish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4-faza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Sirpanishga mos parallel shilinma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Erda sirpanish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2–4-fazalar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bamper-sinish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harakatdagi avtomobil bilan to‘qnashgan piyodada boldir suyaklari sinishi va oyoqda ko‘ndalang shilinma aniqlandi.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Sinish uchburchak shaklda ekani aniqlandi. Uning asosi qaysi tomonda bo‘lsa, birlamchi zarb shu tomondan tushgan deb fikr yuritiladi.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Boldir suyagi sinishi yengil avtomobilga mos keladi. Son suyagi sinsa, yuk avtomobili haqida o‘ylanadi.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bamper-jarohatlar bo‘yicha yana nimalar haqida fikr yuritish mumkin? Javob: avtomobil rusumi, tezlik, birlamchi ta’sir sohasi va piyoda holati.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G‘ildirak bilan o‘tish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to‘liq ≠ noto‘liq. To‘liq o‘tishda g‘ildirak tanani kesib o‘tadi, noto‘liq o‘tishda tanaga chiqadi xolos.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Bosib o‘tish yo‘nalishi tana o‘qiga nisbatan ko‘ndalang, egri yoki uzunasiga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jarohatlar asosan tananing g‘ildirak va yer orasida siqilishidan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G‘ildirak tanaga uriladi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Siljish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G‘ildirak bilan siljish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Chiqish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G‘ildirak tanaga chiqadi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G‘ildirak tanadan tushadi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Siljish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Tananing ikkilamchi siljishi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Bosib o‘tishning besh fazasi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Protektor izlari: pozitiv va negativ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amaliyotda spetsifik jarohatlardan shina protektorining bosma izlari ko‘proq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Izlar tanada jarohat izi (qontalash, shilinma), kiyimda qoplanma iz (ifloslanish) ko‘rinishida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pozitiv ≠ negativ iz. Biri bo‘rtib turgan qismdan, ikkinchisi botiq qismdan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Pozitiv 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Protektorning bo‘rtib turgan qismidan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Shilinma va qontalash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Negativ 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Protektorning botiq qismidan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qontalash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Qoplanma 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Turli ifloslanishlar hisobiga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Kiyimda asosan shu shaklda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Protektor izlarini solishtirish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G‘ildirak bosib o‘tganda tana sohalaridagi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Boshni bosib o‘tganda kalla va yuz suyaklari ko‘plab sinadi, miya majaqlanadi, quloq suprasi to‘liq yoki qisman ajralishi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Ko‘krakda qobirg‘alar ikki tomonlama ko‘p chiziq bo‘yicha sinadi; chalqancha holatda kurak suyagi va umurtqa orqa o‘siqlari ham sinadi.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Qorin sohasida ichki a’zolar shikastlanadi va siljiydi; tosda suyaklar ko‘plab sinadi; oyoqlarda suyaklarning siniqli sinishi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G‘ildirak chiqqan tomonda shikast jiddiyroq. Tezlik 20 km/soat va undan yuqori bo‘lsa g‘ildirak ‘sakrab tushadi’, 4-fazada jarohat bo‘lmasligi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64,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piyoda va g‘ildirak jarohatlari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piyoda to‘qnashuvida nechta faza bor? Javob: to‘rtta — zarb, avtomobilga yiqilish, uloqtirilish va erga tushish, erda sirpanish.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bamper-sinish qanday shaklda? Javob: uchburchak, asosi birlamchi zarb tomonda. Yengil avtomobilda boldir, yuk avtomobilida son sinadi.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protektorning pozitiv va negativ izi nimasi bilan farq qiladi? Javob: pozitiv iz — shilinma-qontalash, negativ iz — faqat qontalash.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Piyoda to‘qnashuvida 4 faza, g‘ildirak bosib o‘tishida 5 faza bo‘ladi — ularni adashtirmang.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61, 63, 61,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Avtomobil ichida shikastlanish: haydovchi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Jarohatlar tananing old va chap yuzalarida; chap eshik detallaridan shilinma va qontalash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Rulga urilganda ko‘krakda yarim oysimon shilinma, iyakda lat yara, to‘sh va qobirg‘alar sinishi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Poyafzal tagida pedal bosma izi bo‘ladi; katta tezlikda ensa suyagi halqasimon sinishi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Panel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Oyoq panelga uriladi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Rul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Ko‘krak rulga uriladi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Bo‘yin egiladi, bosh uriladi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Orqaga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Tana va bo‘yin orqaga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Haydovchida jarohat fazalari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Yo‘lovchilar va xavfsizlik kamari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Oldingi o‘rindiq yo‘lovchisi tanasi mahkamlanmagan: jarohat og‘irroq, salondagi eng xavfli o‘rin. Old oyna siniqlaridan yuzda kesma yaralar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Orqa o‘rindiq yo‘lovchilari kamroq shikastlanadi: oldingi o‘rindiq orqasiga urilish va tana chayqalishidan. Katta tezlikda ular oldinga otilib ketishi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Tezlik keskin oshganda yoki pasayganda boshning tanaga nisbatan harakati tufayli bo‘yin umurtqalarining “qamchisimon” sinishi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tezlik oshsa, kamarning o‘zi shikastlovchi omil: bo‘yin boylami yorilishi, 2-bo‘yin umurtqasi yoyi sinishi, keksalarda to‘sh, qobirg‘a sinishi.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66,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Avtomobildan tushib ketish: uch faza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fazada shilinma, qontalash, ba’zan lat va yirtma yaralar – bevosita jarohatlar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jarohatlar ikkinchi fazada vujudga keladi va tana erga qaysi qismi bilan tushishiga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Boshga tushsa kalla-yuz suyaklari sinadi; ko‘krakka tushsa qobirg‘alar, dumbaga tushsa tos sinadi.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Avtomobil qismlariga urilish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Tananing erga tushishi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Siljish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Erda inersiya bilan siljish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Avtomobildan tushish fazalari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67, 67-68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Tushish va yiqilish farqi; siqilish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Uchinchi fazada tana inersiya bo‘yicha erda siljiydi va parallel yo‘lkasimon shilinmalar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Harakatdagi avtomobildan tushish balandlikdan yiqilishdan aynan shu fazadagi jarohatlar mavjudligi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Avtomobildan tushish ≠ balandlikdan yiqilish: ikkalasida ham bevosita va bilvosita jarohat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Avtomobil qismlari va boshqa jismlar orasida siqilishda ikki faza bor: tashqi qismlar bilan zarb, so‘ng tananing siqilishi.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68, 67-68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avtomobil ichidagi jarohat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halokatdan keyin ko‘krakda yarim oysimon shilinma va qontalash, iyakda lat yara aniqlandi.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belgilar rulga urilishga mos keladi, shuning uchun jabrlanuvchi ehtimol haydovchi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Haydovchida jarohatlar tananing old va chap yuzasida bo‘ladi; chap old eshik detallaridan shilinma va qontalash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yana qaysi belgi tasdiqlaydi? Masalan, poyafzal tagida pedal izlari yoki chap oyoq suyaklarining sinishi.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Mototsikl travmasi: turlari va mavsumiyligi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amaliyotda mototsikl travmasi avtotravmaga nisbatan ancha kam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Mavsumiylik xos: asosan kech bahor, yoz va erta kuz oylarida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Mototsikl noturg‘un, shuning uchun haydovchi va yo‘lovchi barcha holatlarda shikastlanishi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Mototsikl travmasi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Piyoda bilan to‘qnashuv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G‘ildirak bilan o‘tish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Mototsikldan yiqilish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Boshqa jism bilan urilish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Murakkab travma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Mototsikl travmasining 5 turi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Mototsikl va avtotravma: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Mototsikl piyoda bilan to‘qnashganda zarb g‘ildirak, rul, richag va zinapoyadan 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Piyodada oyoq, tos, qorinda shilinma, qontalash, lat-yirtma yara; yiqilishdan keyin kalla-miya jarohati.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Aravachadagi yo‘lovchida oshiq-boldir va tizza bo‘g‘imlari shikastlanadi.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Avtotravma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Haydovchi, yo‘lovchi barcha holatda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Erda sirpanish fazasi bor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Oyoqda bamper-jarohatlar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G‘ildirak bilan o‘tish: og‘irroq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Mototsikl travmasi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Haydovchi, yo‘lovchi shikastlanadi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Erda sirpanish fazasi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Boldir-sonda yoysimon shilinma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Massa kichik, jarohat yengilroq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Avtotravma va mototsikl farqi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69,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Rels travmasi: turlari va g‘ildirak-rels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Rels travmasi harakatdagi temir yo‘l transporti (lokomotiv, elektrovoz, vagon) jarohatlari majmuidir; tramvay va relsli moslamalar ham kirishi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Oltita tur: to‘qnashuv, g‘ildirak bilan bosib o‘tish, yiqilish, transport ichida shikastlanish, siqilish va murakkab travma.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Rels boshchasi kengligi 7–7,5 sm, g‘ildirakning relslar oralig‘iga qaragan ichki tarafidagi toj (reborda) kengligi 2,8–3,0 sm.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g‘ildirak va rels orasida qolsa, 1 kv. sm.ga 5 tonna va undan ortiq kuch ta’sir qiladi; soha majaqlanadi, toj qaychisimon ajratib, tana bo‘linadi.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70, 70-71,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Rels travmasi: ‘T’-simon shilinma va bosilish yo‘lkasi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g‘ildirak toji va rels boshchasi orasida qisilib, “T”-simon shilinma (“chimchi” belgisi)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“T” shilinma tananing g‘ildirakka qaragan, relslar oralig‘i tomonida, g‘ildirak chiqayotgan sohada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bosilish yo‘lkasi bir tekis shilinma; shilinish yo‘lkasi esa chetda joylashgan, notekis, tirnalmali.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977"/>
                <a:gridCol w="1219200"/>
                <a:gridCol w="237279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Yo‘lka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Kengligi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Bosilish, g‘ildirak tomoni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12–14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Yumshoq, oqimtir; keyin to‘q-qo‘ng‘ir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Bosilish, rels tomoni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7–8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Yumshoq, oqimtir; keyin to‘q-qo‘ng‘ir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Shilinish yo‘lkasi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2–15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G‘ildirak tarafida kengroq; notekis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Yengil vagon g‘ildiragi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2–4 sm (teri)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g‘ildirak toji hisobiga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Yo‘lkalar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Rels travmasi: tananing bo‘linishi va iz moddalari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ajralganda g‘ildirak tomonidagi bosilish yo‘lkasi ham ikkiga bo‘linadi: ingichka qismi (2–3 sm) relslar orasida, keng qismi (5–10 sm) relsdan tashqarida.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Rels tarafida ajralish chetlari nisbatan tekis. Relsdan tashqarida terining burchaksimon laxtaklaridan yirik tishsimon; burchaklar harakat tomoniga qaraydi.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Suyak sinishining relsdan tashqari chekkasi tekis, relslar orasidagisi egri, mayda bo‘laklar bor. Majaqlangan to‘qimalar tufayli ponasimon defekt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 va tanada moy, ballast moddalar, ko‘mir zarralari izlari bo‘lishi rels travmasi uchun xosdir.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72-73, 73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rels travmasi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murda tanasi ikki qismga bo‘lingan, kiyimi va terisida moy hamda ko‘mir zarralari izlari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belgilar rels travmasini ko‘rsatadi? Moy, ballast va ko‘mir izlari bu turdagi travma uchun xos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Bo‘linish sababi: g‘ildirak va rels orasida to‘qimalar majaqlanadi, g‘ildirak tojining qaychisimon ta’siri ularni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tekshiruv: rels tarafidagi chet tekis, g‘ildirak tomonida burchaksimon tishli laxtaklar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73,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Traktor travmasi: g‘ildirakli va o‘rmalovchi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Traktor travmasi kam uchraydi, asosan qishloq joylarida; uning oltita turi avtotravmaga o‘xshash.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O‘rmalovchi traktorda zanjir tishlari kiyim va tanani ilib, traktor tagiga tortadi.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Zanjir tishlarining solishtirma ta’siri katta bo‘lgani uchun jiddiy jarohatlar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164080"/>
                <a:gridCol w="202280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G‘ildirakli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O‘rmalovchi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Fazalar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Avtotravmaga o‘xshash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To‘qnashuvda 4-, o‘tishda 2-faza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Izlar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Protektor izi avtomobilnikidan farqli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Kiyimda zanjir traklariga mos iflos izi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Massa va g‘ildirak o‘lchamiga bog‘liq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Shilinma, qontalash, yirtma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G‘ildirakli va o‘rmalovchi traktor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74, 75, 74-75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Aviatravma: turlari va shikastlovchi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Sabablari: texnik nosozlik, meteorologik omillar, ekspluatatsiya va xizmat qoidalarini buzish.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Sakkiz omil: kuch, havo oqimi, dekompressiya, o‘tmas jismlar, portlash to‘lqini, termik, tashqi qismlar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Aviatravma favqulodda hodisa; mutaxassislar tekshiradi, murdalarni identifikatsiya qilish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Aviatravma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Parvozda ichida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Apparat ichida shikastlanish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Apparatni tark etish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Parvozda tark etganda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Erga urilish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Urilishda shikastlanish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Apparatdan erda shikastlanish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Aviatravmaning to‘rt turi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75, 76,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Aviatravma omillari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Portlash to‘lqini apparat va tanalarni emiradi; erda portlaganda bo‘laklar 500 m radiusgacha sochiladi.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Termik omil yong‘inda kuyish beradi; yonilg‘i baklari o‘rtada, shuning uchun yo‘lovchilarda ko‘proq.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 ta’sir: yonish natijasida is gazi, formaldegid, vinilxlorid va dvigatel gazlari bilan zaharlanish.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709473"/>
                <a:gridCol w="176875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Omil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Ta’sir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Dinamik kuch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Miya qon ta’minoti buziladi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Hush yo‘qolishi, ichki a’zolar siljishi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 kuch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Katapulta, qattiq qo‘nish: vertikal kuch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Umurtqa, kalla, oyoq-qo‘l sinishi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Havo oqimi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Tezlik 800 km/soat va undan ortiq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Og‘iz yorilishi, ko‘z, o‘pka barotravma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Dekompressiya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 km+ portlash; 19 km+ balandlik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Nog‘ora parda yorilishi; gaz pufagi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omillar va ularning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77,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Aviatravma: ikki xil dekompressiya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Katta balandlikda (8 km dan ortiq) kabina germetizatsiyasi buzilsa, portlash dekompressiyasi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Unda o‘pka va quloq, tomoq, burun a’zolarining barotravmasi yuz beradi; odatda apparat qulab, ekipaj va yo‘lovchilar halok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Murdada chekka suyaklari tekshiriladi: nog‘ora parda yorilishi va o‘rta, ichki quloqda qon quyilishi germetizatsiya buzilganini ko‘rsatadi.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Himoya vositasiz 19 km va undan baland parvozda balandlik dekompressiyasi (emfizema) bo‘ladi: teri osti yog‘ qavatida, qon tomirlarda gaz pufakchalari.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Portlash dekompressiyasi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Balandlik 8 km dan ortiq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Germetizatsiya buzilishi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O‘pka, quloq, tomoq, burun barotravmasi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Nog‘ora parda yorilishi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Balandlik emfizemasi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19 km va undan baland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Himoya vositasi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 pufakchalari: teri osti yog‘ qavati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 pufakchalari: qon tomirlar ichi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Dekompressiya turlari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Aviatravma: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Havo oqimi tezligi 800 km/soat va undan ortiq bo‘lsa, u qattiq jism kabi ta’sir qiladi: og‘iz burchaklari yoriladi, ko‘z olmasi shikastlanadi.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Portlash erda yuz bersa, tananing mayda bo‘laklari 500 metrgacha radiusda sochilib ketadi.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Turboreaktiv dvigatel orqasidagi shaxslarga 500-600 gradusgacha qizigan gaz oqimi mexanik va termik jarohat yetkazadi.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Apparat qulaganda tanaga ta’sir qiladigan kuch boshqa transport travmasiga nisbatan bir necha yuz, hatto ming barobar katta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 oqimi tezligi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800+</a:t>
            </a:r>
            <a:r>
              <a:rPr sz="1500" b="0">
                <a:solidFill>
                  <a:srgbClr val="6B7280"/>
                </a:solidFill>
                <a:latin typeface="Calibri"/>
              </a:rPr>
              <a:t>  km/soat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Portlash dekompressiyasi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8+</a:t>
            </a:r>
            <a:r>
              <a:rPr sz="1500" b="0">
                <a:solidFill>
                  <a:srgbClr val="6B7280"/>
                </a:solidFill>
                <a:latin typeface="Calibri"/>
              </a:rPr>
              <a:t>  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Balandlik emfizemasi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19+</a:t>
            </a:r>
            <a:r>
              <a:rPr sz="1500" b="0">
                <a:solidFill>
                  <a:srgbClr val="6B7280"/>
                </a:solidFill>
                <a:latin typeface="Calibri"/>
              </a:rPr>
              <a:t>  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Bo‘laklar sochilishi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 radius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Dvigatel gazi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500-600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Aviatravma ko‘rsatkichlari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76, 77,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Aviatravma: uchuvchi jarohatlari va kamar 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Uchuvchida o‘ziga xos jarohatlar: boshning panelga urilishi, qo‘l kaftining shturval va panel orasida siqilishi, oyoq kaftining pedallarga urilishi.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Uchuvchi poyafzali tagida pedalning, qo‘lqopida shturval relyefining bosma izlari aniqlanishi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Xavfsizlik kamari ta’sirida qorin, ko‘krakda yoysimon shilinma, qontalash, qorin devorining ko‘ndalang yorilishi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Zarb kuchli bo‘lsa, kamar ta’sirida tananing yuqori qismi to‘liq ajralishi ham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Uchuvchi jarohatlari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 va qo‘l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panelga uriladi  ·  Kaft shturval va panel orasida siqiladi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Oyoq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Kaft pedallarga uriladi  ·  Poyafzal tagida pedal izi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Xavfsizlik kamari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Yoysimon shilinma, qontalash  ·  Qorin devori ko‘ndalang yorilishi  ·  Ba’zan tana yuqori qismi ajraladi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Uchuvchida xos belgilar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Samolyotning tashqi qismlaridan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Jarohatlar qanotlarning old chekkasi, vint parraklari, turboreaktiv dvigatel va shassi g‘ildiraklaridan olinishi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Qanot old chekkasi uchish-qo‘nish yo‘lagidagi shaxslarda tana yuqori qismining og‘ir jarohati, bosh va qo‘l amputatsiyasini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Vint parraklaridan chopma jarohatlarga o‘xshash bosh, qo‘l va tana yuqori qismining ko‘plab shikasti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Shassi g‘ildiraklari bilan bosib o‘tishdagi jarohatlar og‘ir yuk avtomobili g‘ildiraklaridan bo‘lgan shikastga o‘xshash.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qismlar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Qanot old chekkasi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 yuqori qismi og‘ir jarohati  ·  Bosh va qo‘l amputatsiyasi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Vint parraklari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Chopma jarohatga o‘xshash  ·  Bosh, qo‘l, tana ko‘p shikasti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Turboreaktiv dvigatel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500-600 °C gaz oqimi  ·  Mexanik va termik jarohat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Shassi g‘ildiragi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Yuk avtomobili bosib o‘tishiga o‘xshash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Tashqi qismlar va jarohatlar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va tezkor savol: aviatravma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8 km dan baland uchayotgan samolyot kabinasida germetizatsiya buzilgan, samolyot qulagan, ekipaj va yo‘lovchilar halok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Chekka suyaklari tekshiriladi: nog‘ora parda yorilishi, o‘rta va ichki quloqda qon quyilishi germetizatsiya buzilganini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Diqqat! Portlash dekompressiyasi (8 km+, germetizatsiya buzilishi) ≠ balandlik dekompressiyasi (19 km+, himoyasiz parvoz, gaz pufakchalari).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nima uchun ekipaj murdalarini identifikatsiya qilish muhim? Uchuvchi tanasida sog‘lig‘i va toksik moddalar ham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77, 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transport travmasi va vrach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Transport travmasi — harakatdagi vositaning qismlaridan va undan yiqilishda olingan jarohatlar majmui. Ekspertizalarning 90% dan ortig‘i avtotravma.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Avtotravmaning 6 turi bor. Piyoda to‘qnashuvida 4 faza, g‘ildirak bosib o‘tishda 5 faza ajratiladi. Faza jarohat mexanizmini aniqlashga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Mototsikl travmasida 5 tur, rels va traktor travmasida 6 tur, aviatravmada 4 tur farqlanadi. Har birida jarohat transport qismining tuzilishiga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jarohatlarni to‘liq tavsiflaydi. Kiyim-poyafzalni ehtiyotkorlik bilan echib, quritib, qog‘ozga o‘rab, huquqni muhofaza idoralariga topshiradi.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57, 58, 61, 63, 70, 71, 74, 75, 57,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avtotravmadagi jarohatlarning to‘rt guruhi — spetsifik, xos, xos bo‘lmagan, imitatsion. Qisqacha «S–X–X–I». Spetsifik jarohat avtomobilning aniq qismini ko‘rsatadi, imitatsion jarohat esa boshqa hodisadagi jarohatga o‘xshab ketadi.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Rels travmasida g‘ildirak tanaga chiqayotgan joyda «T» shaklidagi shilinma («chimchi» belgisi) hosil bo‘ladi. U tananing g‘ildirakka qaragan, relslar oralig‘i tomonidagi yuzasida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Raqamlarda transport travmasi: mexanik jarohatlardan o‘lim holatlarining 60–65 foizi unga to‘g‘ri keladi. Transport travmasi bo‘yicha o‘tkazilgan ekspertizalarning 90 foizdan ortig‘ini avtomobil travmasi tashkil 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bosib o‘tish tezligi 20 km/soat va undan katta bo‘lsa, g‘ildirak tanadan «sakrab tushadi». Shu sababli to‘rtinchi fazada hech qanday jarohat bo‘lmasligi mumkin. Jarohat yo‘qligi bosib o‘tilmaganini isbotlamaydi.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avtomobilning oldingi o‘rindig‘idagi yo‘lovchining tanasi mahkamlanmagani uchun u ichkaridagi eng xavfli joy hisoblanadi. Xavfsizlik kamari ham tezlik oshganda o‘zi shikastlovchi omilga aylanishi mumkin.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jarohatlar. Transport travmasi.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3. Transport travmasi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