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purin hosilalari kuchsiz asos va neytral moddalar bobida o‘rganiladi? Doskada: dars rejasi. Eslatma: «kofein toksikomaniyasi» kitoblarning ko‘rsatilgan betlarida faqat laboratoriya mavzusi nomi sifatida keladi (dvssm 242); shu mavzu bo‘yicha ma’lumot faqat malaka 058 dan olindi. Tipik xato: purin va pirimidin alkaloidlarini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metil guruhlari sonining soni va joylashuvi nimani o‘zgartiradi? Doskada: ksantin yadrosi va uch hosilaning metil guruhlari. Tipik xato: teofillin va teobrominni almashtirish (1,3- va 3,7-).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Doskada: ikkala formulani chizing. Tipik xato: izomerlarni bir xil modda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sintetik kofein ekspertizada tabiiy kofeindan farqlanadimi? (kitobda yo‘q — ochiq savol). Doskada: manbalar ro‘yxati. Tipik xato: kofein faqat qahvada bo‘ladi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purin hosilalari uchun ajratma qanday tozalanadi? Doskada: kislotali ajralma + vozgonka. Tipik xato: kofeinli ajralmani reekstraksiya bilan tozalash.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qaysi erituvchi ekstraksiya uchun eng qulay? Doskada: nisbatlar. Izoh: nisbatlar malaka 058 dan. Tipik xato: nisbatlarni teskari talqin qilish (1:5,5 — yaxshi eruvchanlik).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Tipik xato: purin alkaloidlarini alkaloidlar kabi faqat ishqoriy muhitda ekstraksiya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kofein nega boshqa preparatlar ta’sirini kamaytiradi? Doskada: qo‘zg‘atuvchi ta’sir. Tipik xato: kofeinni zararsiz modda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peshob haydovchi ta’sir tahlilga qanday ta’sir qiladi? Doskada: 3 ta ta’sir. Izoh: bu slayd malaka 058 materialidan. Tipik xato: kofeinni tibbiyotda qo‘llanilmaydi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Kitobda: «organizmda yig‘iladi» (toks 104, xato) — kofein tez metabolizmga uchraydi va to‘planmaydi (malaka 058).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2 daqiqa. Muhokama: nima uchun purin alkaloidlarining kimyo-toksikologik ahamiyati cheklangan?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metabolitlarni tahlil qilish nega kerak? Doskada: metabolitlar. Izoh: bu band malaka 058 dan. Tipik xato: faqat o‘zgarmagan kofeinni qidirish.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«toksikomaniya» va «odatiy iste’mol» farqi. Doskada: teizm — kofeinga o‘rganib qolish. Izoh: mavzu nomidagi «kofein toksikomaniyasi» bo‘yicha ma’lumot faqat malaka 058 da (kitoblarning ko‘rsatilgan betlarida yo‘q). Tipik xato: kofein toksikomaniyasini giyohvandlik bilan aynan bir deb talqin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kuchsiz asos ekani ekstraksiya muhitini qanday belgilaydi? Doskada: ma’lumotlar jadvali. Izoh: malaka 058 dan. Tipik xato: pKa 0,8 ni kofein kuchli asos degan ma’noda o‘qish.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kristallar shakli nima uchun ahamiyatli? Doskada: reaktiv – natija. Tipik xato: umumiy cho‘ktiruvchi reaktivni xususiy deb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oksidlanishdan keyin qanday mahsulotlar hosil bo‘ladi? Doskada: sxema. Tipik xato: ammiakni oksidlanishdan oldin qo‘shish.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mureksid reaksiyasi guruh reaksiyasi? Doskada: kofein → oksidlanish → dimetilalloksan + dimetildialur kislota. Tipik xato: mureksid bilan kofeinni teobrominden ajratish mumkin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Doskada: jadvalni to‘ldiring. Tipik xato: mureksid reaksiyasini faqat kofeinga xos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kofein va teobrominni mureksid va Nessler bilan qanday farqlaymiz? Doskada: reaktiv – kofein – teobromin jadvali. Izoh: malaka 058 dan. Tipik xato: Nessler cho‘kmasini teobromin uchun ham kutish.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ikki tizim natijalari nima uchun farq qiladi? Doskada: ikki tizimning tarkibi. Tipik xato: Rf qiymatini tizimsiz solishtirish.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194 m/z nimani bildiradi? (kofeinning molyar massasi — kitobda ko‘rsatilmagan, o‘qituvchi ma’lumoti). Izoh: malaka 058 dagi «ε» qiymatlari kiritilmadi (malaka_errors E2). Tipik xato: nm va sm-1 birliklarini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ushlanish indeksi nima? Doskada: parametrlar jadvali. Izoh: malaka 058 dan. Tipik xato: GX va YuSSX indekslarini bir xil o‘lchov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miqdoriy usul tanlashga nima ta’sir qiladi? Doskada: 3 usul. Tipik xato: sifat tahlilidan oldin miqdoriy tahlil o‘tkazish.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maksimumda o‘lchash sezgirlikni oshiradi? Doskada: spektr chizmasi. Tipik xato: istalgan to‘lqin uzunligida o‘lchash.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0,2-1,0 oralig‘idan tashqarida nima bo‘ladi? Doskada: shkala. Tipik xato: solishtiruvchi eritmaga tekshiriluvchi moddani qo‘shish.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etil spirti solishtiruvchi eritma? Doskada: tayyorlash sxemasi. Tipik xato: standart eritmani suvda tayyorlash.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2 daqiqa. Talabalar raqamlarni usul bosqichlariga bog‘lab aytsin.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ishqoriy muhitda nega o‘tmaydi? Doskada: muhit – ekstraksiya jadvali. Tipik xato: teobrominni alkaloidlar kabi ishqorlab ekstraksiya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2 daqiqa. Muhokama: oksidlanish mahsulotlari mureksid reaksiyasi bilan qanday bog‘liq?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teobromin kofeindan nimasi bilan farq qiladi? Doskada: ikki modda ta’siri. Tipik xato: teobrominni kofein bilan bir xil kuchda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CCl4 eruvchanligi qanday ajratish usuli beradi? Doskada: kofein/teobromin farqi. Tipik xato: Rf=0,47±0,01 ni kofein tizimidan tashqarida ishlatish (kitob: kofeinga qarang).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eruvchanlikning pastligi ekstraksiyaga ta’siri. Doskada: ma’lumotlar. Izoh: malaka 058 dan; UB «ε» qiymatlari kiritilmadi (E2). Tipik xato: teobromin ham kofein kabi xloroformda yaxshi eriydi deb o‘ylash (1:6000).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izomerlik tahlilda qanday qiyinchilik tug‘diradi? Doskada: 1,3- va 3,7- dimetilksantin. Tipik xato: teofillin va teobrominni bir xil modda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teofillin va kofeinning toksikligini solishtiring. Doskada: toksiklik qatori: teobromin &lt; kofein &lt; teofillin. Izoh: oxirgi band malaka 058 dan; kitobda (toks 104) kofein teofillindan kuchsiz deyilgan — bu ham shuni tasdiqlaydi. Tipik xato: teofillinni eng kuchsiz zaharli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teofillinni qaysi reaksiya ajratadi? Doskada: reaktiv – modda jadvali. Izoh: malaka 058 dan. Tipik xato: pKa 8,6 ni kofein pKa si bilan solishtirmaslik.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teofillin preparatlari ayniqsa ehtiyotkorlik talab qiladi?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mureksid reaksiyasi uchala moddada musbat bo‘lsa, qanday farqlanadi? Doskada: jadvalni to‘ldiring. Tipik xato: mureksidni farqlovchi reaksiya deb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noma’lum purin hosilasi aralashmasini tahlil rejasi. Doskada: farqlovchi sinovlar. Tipik xato: umumiy reaksiyalarga tayanib individual moddani nomlash.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Ksantin (purin) hosilalari: kofein, teobromin, teofillin; kofein toksikomaniyasi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Ma’ruza rejasi va tayanch iboralar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(purin) hosilalari: kofein, teobromin, teofillin; kofein toksikomaniyasi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ksantin hosilasini saqlovchi alkaloidlar — kofein, teobromin, teofillin; ashyoviy dalillardan ajratib olish va tahlil usullari.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Tayanch iboralar: alkaloidlar, indol alkaloidlari, kofein, teobromin, teofillin, nikotin, anabazin, paxikarpin, spektrofotometrik tahlil.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Mavzuda kuchsiz asos va neytral xossali moddalar tahlili ko‘riladi; spektrofotometrik tahlil usuli ham o‘rganiladi.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106; Yuldashev Z.A., Umarova G.Q., Toksikologik kimyo modulidan o‘quv-uslubiy majmua, betlar: 101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Purin alkaloidlari: kimyoviy tabiati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(purin) hosilalari: kofein, teobromin, teofillin; kofein toksikomaniyasi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Pirimidin qator alkaloidlariga purin alkaloidlari — kofein, teofillin, teobromin — kiradi.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Ular tibbiyotda keng qo‘llanilib, cheklangan kimyo-toksikologik ta’sirga ega.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Kofein 1,3,7-trimetilksantin, teofillin 1,3-dimetilksantin, teobromin 3,7-dimetilksantin.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3600"/>
                <a:gridCol w="322437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Nomi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Kofein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1,3,7-trimetilksantin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Teofillin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1,3-dimetilksantin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Teobromin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3,7-dimetilksantin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hosilalari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Teofillin va teobromin: izomerlar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(purin) hosilalari: kofein, teobromin, teofillin; kofein toksikomaniyasi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Teofillin (1,3-dimetilksantin) teobrominning (3,7-dimetilksantin) izomeri hisoblanadi.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Teobromin kakao va choy bargida saqlanadi; teofillin choy bargidan olinadi va sintez qilinadi.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Teofillin kislotali eritmadan organik erituvchi qatlamiga o‘tadi.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Teofillin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1,3-dimetilksantin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Choy bargi, sintez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Kislotali eritmadan organik qatlamga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Teobromin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3,7-dimetilksantin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Kakao va choy bargi, sintez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Ishqorli eritmadan o‘tmaydi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Izomerlar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105-106, 106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Purin alkaloidlari: manbalari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(purin) hosilalari: kofein, teobromin, teofillin; kofein toksikomaniyasi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Purin alkaloidlari choy, kofe va boshqa o‘simliklarda saqlanadi.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Kofein sintez qilib ham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Ularni aniqlashda umumiy cho‘ktiruvchi reaktivlar, mureksid reaksiyasi va boshqa fizik-kimyoviy usullar ishlatiladi.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Purin alkaloidlari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Manba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Choy  ·  Kofe  ·  Boshqa o‘simliklar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Sintez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Kofein sintez qilib olinadi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Aniqlash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Umumiy cho‘ktiruvchi reaktivlar  ·  Mureksid reaksiyasi  ·  Fizik-kimyoviy usullar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Purinlar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Purin hosilalari va ajratma sxemasi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(purin) hosilalari: kofein, teobromin, teofillin; kofein toksikomaniyasi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Kislotali sharoitda olingan ajralmada kuchsiz asos xossali alkaloidlar (kofein, teobromin, teofillin, papaverin, narkotin, strixnin) tekshiriladi.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Qayta ekstraksiya (reekstraksiya) bilan tozalashda kuchsiz asos xossali moddalar, jumladan purin hosilalari, yo‘qotib qo‘yiladi.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Quruq haydash (vozgonka) bilan barbituratlar, benzoy va salitsil kislotalari hamda kofein tozalanishi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Purin hosilalari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Kislotali ajralma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Kofein, teobromin, teofillin  ·  Papaverin, narkotin, strixnin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Qayta ekstraksiya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Kuchsiz asosli: yo‘qotiladi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Quruq haydash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Kofein tozalanishi mumkin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Ajratma sxemasi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96, 89, 93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Kofein: eruvchanlik va ekstraksiya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(purin) hosilalari: kofein, teobromin, teofillin; kofein toksikomaniyasi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Kofein asos holida xloroform, spirt, suvda yaxshi, efirda kam eriydi.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Asosan kislotali sharoitda, qisman ishqoriy sharoitda xloroform bilan ekstraksiyalanadi.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Eruvchanligi: xloroformda 1:5,5, suvda 1:46, etanolda 1:66, atsetonda 1:50, efirda 1:530.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987"/>
                <a:gridCol w="2643987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Erituvchi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Nisbat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Xloroform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1:5,5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1:46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Etanol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1:66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Efir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1:530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Kofein eruvchanligi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104; Malaka materiali №058 (TFI Toksikologik kimyo kafedrasi)., 3-ma’ruza: Ksantin hosilalari, betlar: ma’ruza matni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Purinlarni ekstraksiyalash: pH ta’siri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(purin) hosilalari: kofein, teobromin, teofillin; kofein toksikomaniyasi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Kofein asosan kislotali sharoitda, qisman ishqoriy sharoitda xloroform bilan ekstraksiyalanadi.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Teobromin o‘yuvchi ishqorli eritmadan organik qatlamga deyarli o‘tmaydi, kislotali eritmadan yaxshi o‘tadi.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Teofillin kislotali eritma tarkibidan organik erituvchi qatlamiga o‘tadi.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Kofein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Asosan kislotali sharoit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Qisman ishqoriy sharoit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Xloroform bilan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Teobromin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Kislotali eritmadan yaxshi o‘tadi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O‘yuvchi ishqordan deyarli o‘tmaydi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Teofillin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Kislotali eritmadan o‘tadi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Ekstraksiya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104, 105, 106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Kofein: farmakologik ta’siri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(purin) hosilalari: kofein, teobromin, teofillin; kofein toksikomaniyasi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Kofein markaziy nerv sistemasiga qo‘zg‘atuvchi ta’sir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Narkotik va uyqu chaqiruvchi preparatlar ta’sirini kamaytirib, nafas olish va boshqa markazlarni ham qo‘zg‘otadi.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Tibbiyotda asos hamda benzoat va salitsilat tuzlari holida qo‘llaniladi.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Kofein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Markaziy nerv tizimi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Qo‘zg‘atuvchi ta’sir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Boshqa preparatlar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Narkotik, uyqu chaqiruvchini kamaytiradi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Markazlar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Nafas va boshqa markazlarni qo‘zg‘otadi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Dori shakllari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Asos  ·  Benzoat tuzi  ·  Salitsilat tuzi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Ta’siri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Kofein: qo‘llanilishi va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(purin) hosilalari: kofein, teobromin, teofillin; kofein toksikomaniyasi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Ruhiy va jismoniy mehnatdan charchaganda kofein ichish tavsiya etiladi.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Kofein orqa miya sezuvchanligini oshiradi va yurak faoliyatini yaxshilaydi.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Organizmda peshobni ko‘p miqdorda ajratuvchi preparatlar sifatida ishlatiladi.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№058 (TFI Toksikologik kimyo kafedrasi)., 3-ma’ruza: Ksantin hosilalari, betlar: ma’ruza matni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Kofein: organizmdagi taqdiri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(purin) hosilalari: kofein, teobromin, teofillin; kofein toksikomaniyasi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Kofein organizmda tez so‘riladi va parchalanadi; peshob orqali juda oz qismi ajraladi.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Kofein organizmga kumulyativ ta’sir ko‘rsatmaydi (to‘planmaydi).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Kofein teofillindan kuchsiz, teobrominga nisbatan kuchli zaharli ta’sir etadi.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Organizmda tez so‘riladi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Tez parchalanadi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Peshob orqali juda oz qismi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Kumulyativ ta’sir yo‘q (to‘planmaydi)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Kofein taqdiri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104; Malaka materiali №058 (TFI Toksikologik kimyo kafedrasi)., 3-ma’ruza: Ksantin hosilalari, betlar: ma’ruza matni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Zaharli ta’sir kuchi: teofillin, kofein, teobromin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(purin) hosilalari: kofein, teobromin, teofillin; kofein toksikomaniyasi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Kofein teofillindan kuchsiz, teobrominga nisbatan kuchli zaharli ta’sir etadi.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Purin alkaloidlari tibbiyotda keng qo‘llanadi va cheklangan kimyo-toksikologik ta’sirga ega.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Teobromin kofeinga nisbatan markaziy nerv tizimini kuchsizroq qo‘zg‘otadi.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Teofillin (eng kuchli)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Kofein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Teobromin (eng kuchsiz)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Zaharlilik kamayib boradi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104, 106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Kofein: metabolizmi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(purin) hosilalari: kofein, teobromin, teofillin; kofein toksikomaniyasi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Kofein metabolizmga uchrab, 24 soat davomida organizmdan 1-metilksantin, 7-metilksantin, 1,7-dimetilksantin va 1-metilmochevina holida peshob bilan chiqadi.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Kofeinning juda oz miqdori o‘zgarmagan holda buyraklar orqali chiqadi.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Ashyoviy dalildan nordonlashtirilgan suv yoki spirt bilan kislotali va ishqoriy muhitda ajratib olinadi.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Metabolitlar (24 soat)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1-Metilksantin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7-Metilksantin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1,7-Dimetilksantin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1-Metilmochevina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Kofein (malaka)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№058 (TFI Toksikologik kimyo kafedrasi)., 3-ma’ruza: Ksantin hosilalari, betlar: ma’ruza matni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Kofein toksikomaniyasi (teizm)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(purin) hosilalari: kofein, teobromin, teofillin; kofein toksikomaniyasi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Kofeinga o‘rganib qolish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Kofeinga o‘rganib qolgan «teizm» kasaliga moyillar 25-50 g quruq choyni bir yo‘la oz miqdordagi suvda damlab ichadilar.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Kofein bilan zaharlangan organizmning halok bo‘lish holatlari adabiyotlarda yozilgan.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№058 (TFI Toksikologik kimyo kafedrasi)., 3-ma’ruza: Ksantin hosilalari, betlar: ma’ruza matni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Kofein: fizik-kimyoviy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(purin) hosilalari: kofein, teobromin, teofillin; kofein toksikomaniyasi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Xalqaro nomi kofein (Caffeinum); CAS 58-08-2; tabiati kuchsiz asos.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Suyuqlanish harorati 234-237 °C; oq ipaksimon tovlanuvchi ninasimon kristall yoki hidsiz, achchiqqa moyil kukun.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pKa 0,8; yarim yemirilish davri 2,3-12 soat.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№058 (TFI Toksikologik kimyo kafedrasi)., 3-ma’ruza: Ksantin hosilalari, betlar: ma’ruza matni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Kofein: umumiy cho‘ktiruvchi va HgCl2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(purin) hosilalari: kofein, teobromin, teofillin; kofein toksikomaniyasi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Umumiy cho‘ktiruvchi reaktivlar bilan cho‘kma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HgCl2 ta’sirida ninasimon kristallar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Aniqlashda alkaloidlar umumiy cho‘ktiruvchi reaktivlari, mureksid reaksiyasi va boshqa fizik-kimyoviy usullar qo‘llanadi.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105; Yuldashev Z.A., Nurmatova M.I., Toksikologik kimyo modulidan o‘quv-uslubiy majmua, betlar: 107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Mureksid reaksiyasi: bajarilishi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(purin) hosilalari: kofein, teobromin, teofillin; kofein toksikomaniyasi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Tekshiriluvchi qoldiq oksidlovchi (bromli, xlorli suv yoki nitrat kislota) bilan ishlanadi.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Eritma suv hammomida quruq qoldiq qolguncha bug‘latiladi.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Qoldiqqa ammiak eritmasi ta’sir ettirilsa, xarakterli qizil rang hosil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Oksidlovchi (Br2/Cl2/HNO3)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Bug‘latib quritish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Ammiak eritmasi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Qizil rang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Mureksid reaksiyasi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Mureksid reaksiyasi: kimyosi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(purin) hosilalari: kofein, teobromin, teofillin; kofein toksikomaniyasi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Dimetildialur kislota va dimetilalloksan birikib tetrametilalloksantinni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Mureksid reaksiyasini teobromin va teofillin ham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Mureksid purin hosilalari uchun umumiy reaksiya hisoblanadi.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Dimetildialur kislota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Dimetilalloksan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Tetrametilalloksantin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Oksidlashdan va bug‘latishdan keyin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Ammiak bilan qizil rang (mureksid)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Mureksid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105, 103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Kofein: sifat reaksiyalari jadvali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(purin) hosilalari: kofein, teobromin, teofillin; kofein toksikomaniyasi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Kofein umumiy cho‘ktiruvchi reaktivlar bilan cho‘kma, HgCl2 ta’sirida ninasimon kristallar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Mureksid reaksiyasi: oksidlovchi, quruq qoldiqqacha bug‘latish, ammiak — qizil rang; teobromin va teofillin ham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YuQX: efir – aseton – 25 % ammiak (40:20:1); purkagichdan so‘ng binafsha dog‘; UB 273 nm.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7763"/>
                <a:gridCol w="2350211"/>
              </a:tblGrid>
              <a:tr h="51206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 / 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Umumiy cho‘ktiruvchi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Cho‘kma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HgCl2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Ninasimon kristallar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Mureksid (oksidlash, NH3)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Qizil rang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YuQX (40:20:1), yod + HCl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Binafsha dog‘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UB, etil spirti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Maksimum 273 nm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Kofein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105, 105, 108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Nessler reaktivi bilan reaksiya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(purin) hosilalari: kofein, teobromin, teofillin; kofein toksikomaniyasi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Kofein saqlovchi ajralmaga Nessler reaktivi qo‘shilib, suv hammomida qizdirilsa, qizil-qo‘ng‘ir cho‘kma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Teobromin bu sharoitda cho‘kma bermaydi.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Demak, bu reaksiya kofeinni teobrominden farqlaydi.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Kofein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Nessler, suv hammomi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Qizil-qo‘ng‘ir cho‘kma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Teobromin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Nessler, suv hammomi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Cho‘kma bermaydi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Nessler: farq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№058 (TFI Toksikologik kimyo kafedrasi)., 3-ma’ruza: Ksantin hosilalari, betlar: ma’ruza matni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Kofein: YuQX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(purin) hosilalari: kofein, teobromin, teofillin; kofein toksikomaniyasi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Tizim: efir – aseton – 25 % ammiak (40:20:1).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Plastinka avval 0,1 n yod eritmasi, so‘ng 96 % spirt va 25 % HCl aralashmasi (1:1) bilan purkalganda binafsha rangli dog‘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Malakada boshqa tizim: metanol – 25 % ammiak (100:1,5), Dragendorf reaktivi bilan ko‘k dog‘ (Rf = 0,52).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Efir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40</a:t>
            </a:r>
            <a:r>
              <a:rPr sz="1500" b="0">
                <a:solidFill>
                  <a:srgbClr val="6B7280"/>
                </a:solidFill>
                <a:latin typeface="Calibri"/>
              </a:rPr>
              <a:t>  qism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32522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32522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42250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Aseton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20</a:t>
            </a:r>
            <a:r>
              <a:rPr sz="1500" b="0">
                <a:solidFill>
                  <a:srgbClr val="6B7280"/>
                </a:solidFill>
                <a:latin typeface="Calibri"/>
              </a:rPr>
              <a:t>  qism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24364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24364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4092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25 % ammiak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</a:t>
            </a:r>
            <a:r>
              <a:rPr sz="1500" b="0">
                <a:solidFill>
                  <a:srgbClr val="6B7280"/>
                </a:solidFill>
                <a:latin typeface="Calibri"/>
              </a:rPr>
              <a:t>  qism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Sistema 40:20:1; purkagich: yod, HCl-spirt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105; Malaka materiali №058 (TFI Toksikologik kimyo kafedrasi)., 3-ma’ruza: Ksantin hosilalari, betlar: ma’ruza matni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Kofein: UB, IQ va 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(purin) hosilalari: kofein, teobromin, teofillin; kofein toksikomaniyasi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Kofeinning etil spirtidagi eritmasi 273 nm da maksimumga ega.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0,1 M xlorid kislotadagi eritmada ham maksimum 273 nm 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IQ (KBr): 658, 1698, 747, 1548, 1242, 760 sm-1; mass-spektr: 194, 109, 55, 67, 82, 195, 42, 110 m/z.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UB, etil spirti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273</a:t>
            </a:r>
            <a:r>
              <a:rPr sz="1500" b="0">
                <a:solidFill>
                  <a:srgbClr val="6B7280"/>
                </a:solidFill>
                <a:latin typeface="Calibri"/>
              </a:rPr>
              <a:t>  nm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UB, 0,1 M HCl</a:t>
            </a:r>
          </a:p>
          <a:p>
            <a:pPr algn="l">
              <a:spcAft>
                <a:spcPts val="100"/>
              </a:spcAft>
            </a:pPr>
            <a:r>
              <a:rPr sz="2500" b="1">
                <a:solidFill>
                  <a:srgbClr val="0B1F3A"/>
                </a:solidFill>
                <a:latin typeface="Calibri"/>
              </a:rPr>
              <a:t>273</a:t>
            </a:r>
            <a:r>
              <a:rPr sz="1200" b="0">
                <a:solidFill>
                  <a:srgbClr val="6B7280"/>
                </a:solidFill>
                <a:latin typeface="Calibri"/>
              </a:rPr>
              <a:t>  nm (malaka)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Kofein UB-maksimumi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108; Malaka materiali №058 (TFI Toksikologik kimyo kafedrasi)., 3-ma’ruza: Ksantin hosilalari, betlar: ma’ruza matni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Kofein: GX va YuSSX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(purin) hosilalari: kofein, teobromin, teofillin; kofein toksikomaniyasi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GX: 2 m x 2 mm shisha kolonka, 3 % SE-30 Xromosorb G-HP; azot 45 ml/daq; 100 dan 300 °C gacha; RI 1800.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YuSSX: C18 (250 x 4,6 mm, 5 mkm), 40 °C; suv – asetonitril – 2,5 M H2SO4 (50:50:0,1); UB-diod detektor.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YuSSX da ushlanish indeksi RI 259 deb ko‘rsatilgan.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№058 (TFI Toksikologik kimyo kafedrasi)., 3-ma’ruza: Ksantin hosilalari, betlar: ma’ruza matni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Kofein: miqdoriy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(purin) hosilalari: kofein, teobromin, teofillin; kofein toksikomaniyasi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Miqdori spektrofotometrik (SF) usulda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Miqdoriy aniqlash UB-spektr asosida spektrofotometrik usulda, shuningdek GSX va YuSSX usullarida ham bajariladi.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Kofeinning etil spirtidagi eritmasi 273 nm da maksimumga ega; shu to‘lqin uzunligida optik zichlik o‘lchanadi.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105, 108; Malaka materiali №058 (TFI Toksikologik kimyo kafedrasi)., 3-ma’ruza: Ksantin hosilalari, betlar: ma’ruza matni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Spektrofotometriya: tamoyil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(purin) hosilalari: kofein, teobromin, teofillin; kofein toksikomaniyasi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Spektrofotometriya monoxromatik nurlarni ko‘rinadigan hamda unga yondosh ultrabinafsha qismida aniqlashga asoslangan.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Nur yutilishining to‘lqin uzunligiga bog‘liqligi moddaning nur yutish spektri deyiladi.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Optik ko‘rsatkich tekshiriluvchi eritmaning maksimum nur yutishiga mos to‘lqin uzunligida o‘lchanadi.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Monoxromatik nur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Eritma nur yutadi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Yutilish spektri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Maksimum to‘lqinda o‘lchanadi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Spektrofotometriya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Spektrofotometriya: sharoitlar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(purin) hosilalari: kofein, teobromin, teofillin; kofein toksikomaniyasi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Konsentratsiyani tanlashda optik ko‘rsatkich 0,2 dan 1,0 gacha oraliqda bo‘lishi lozim.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Aralashmadagi bir modda uchun bir kyuvetaga tekshiriluvchi eritma, ikkinchisiga eritmaning barcha komponentlari solinadi.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Ikkinchi kyuvetadagi eritma solishtiruvchi eritma deyiladi.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Kofeinni spektrofotometrik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(purin) hosilalari: kofein, teobromin, teofillin; kofein toksikomaniyasi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Standart eritma uchun analitik tarozida 0,1 g kofein tortilib, 100 ml o‘lchov kolbasiga solinadi.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Avval oz miqdor etil spirtida eritiladi, so‘ngra o‘lchov belgisigacha etil spirti bilan yetkaziladi.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Yutilish spektri 200-400 nm da o‘lchanadi; ob’ektdan ajratilgan kofein 273 nm da o‘lchanadi; solishtiruvchi eritma — etil spirti.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Tortma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0,1 g kofein, analitik tarozida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Eritish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100 ml kolbada oz etil spirtida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Yetkazish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Belgigacha etil spirti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Spektr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200-400 nm da o‘lchanadi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Ob’ekt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Ajratilgan kofein 273 nm da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88171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8523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Solishtirish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Solishtiruvchi eritma — etil spirti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Standart bilan solishtirish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Kofein tahlili: asosiy raqamlar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(purin) hosilalari: kofein, teobromin, teofillin; kofein toksikomaniyasi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Kofeinning etil spirtidagi eritmasi 273 nm da maksimumga ega; spektr 200-400 nm da o‘lchanadi.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Standart eritma uchun 0,1 g kofein 100 ml o‘lchov kolbasida etil spirtida eritiladi.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Optik ko‘rsatkich 0,2-1,0 oralig‘ida bo‘lishi lozim; teobromin YuQX da Rf = 0,47 ± 0,01.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UB maksimum (kofein)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273</a:t>
            </a:r>
            <a:r>
              <a:rPr sz="1500" b="0">
                <a:solidFill>
                  <a:srgbClr val="6B7280"/>
                </a:solidFill>
                <a:latin typeface="Calibri"/>
              </a:rPr>
              <a:t>  nm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Spektr sohasi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200-400</a:t>
            </a:r>
            <a:r>
              <a:rPr sz="1500" b="0">
                <a:solidFill>
                  <a:srgbClr val="6B7280"/>
                </a:solidFill>
                <a:latin typeface="Calibri"/>
              </a:rPr>
              <a:t>  nm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Standart tortma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0,1</a:t>
            </a:r>
            <a:r>
              <a:rPr sz="15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O‘lchov kolbasi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100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Optik ko‘rsatkich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0,2-1,0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78443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8171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Teobromin Rf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0,47±0,01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Raqamlar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108, 106, 108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Teobromin: manbasi va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(purin) hosilalari: kofein, teobromin, teofillin; kofein toksikomaniyasi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Teobromin kakao va choy bargida saqlanadi; sintez qilib ham olingan.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Oksidlanganda metilmochevina va metilalloksanga parchalanadi.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O‘yuvchi ishqorli eritmadan organik qatlamga deyarli o‘tmaydi; kislotali eritmadan yaxshi o‘tadi.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Teobromin: oksidlanishi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(purin) hosilalari: kofein, teobromin, teofillin; kofein toksikomaniyasi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Teobromin oksidlanganda metilmochevina va metilalloksanga parchalanadi.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Organizmda oksidlanish va N-demetillanish natijasida 3-metil-7-metilksantin va 7-metil mochevina kislotasi hosil bo‘lib, peshob bilan chiqadi.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Teobromin kofeinga nisbatan markaziy nerv tizimini kuchsizroq qo‘zg‘otadi.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Teobromin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Oksidlanish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1933956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Metilmochevina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73387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73387" y="3140964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Metilalloksan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Parchalanish mahsulotlari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Teobromin oksidlanishi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105, 106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Teobromin: ta’siri va metabolizmi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(purin) hosilalari: kofein, teobromin, teofillin; kofein toksikomaniyasi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Yurak faoliyatini stimullaydi, yurak vena tomirlarini va bronx muskullarini kengaytiradi, diurezni kuchaytiradi.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Kofeinga nisbatan markaziy nerv tizimini kuchsizroq qo‘zg‘otadi; miya qon tomirlari spazmi va xronik koronar kasallikda qo‘llanadi.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Organizmda oksidlanish va N-demetillanish bilan 3-metil-7-metilksantin va 7-metil mochevina kislotasini hosil qilib, peshob orqali chiqadi.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Kofein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MAT ni kuchli qo‘zg‘otadi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Narkotik ta’sirni kamaytiradi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Teobromin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MAT ni kuchsizroq qo‘zg‘otadi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Yurak faoliyatini stimullaydi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Bronx muskullarini kengaytiradi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Diurezni kuchaytiradi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Kofein va teobromin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Teobromin: sifat reaksiyalari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(purin) hosilalari: kofein, teobromin, teofillin; kofein toksikomaniyasi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Umumiy cho‘ktiruvchi reaktivlar bilan cho‘kma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CCl4 da yaxshi eriydi (kofeindan farqi).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Kaliy yod vismutat reaktivi bilan to‘q zarg‘aldoq rangli ninasimon kristallar hosil qiladi; YuQX bo‘yicha Rf = 0,47±0,01.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4474"/>
                <a:gridCol w="3273501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 / 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Umumiy cho‘ktiruvchi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Cho‘kma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CCl4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Yaxshi eriydi (kofeindan farqi)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 yod vismutat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To‘q zarg‘aldoq ninasimon kristall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YuQX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Rf = 0,47 ± 0,01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Teobromin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Teobromin: fizik-kimyoviy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(purin) hosilalari: kofein, teobromin, teofillin; kofein toksikomaniyasi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Kuchsiz asos; CAS 83-67-0; suyuqlanish harorati 290-295 °C; pKa 1,1.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Eruvchanligi: xloroformda 1:6000, etanolda 1:2220, suvda 1:2000; suyultirilgan kislota va ishqorlarda eriydi.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Ashyoviy dalildan pH 4-7 muhitda nordonlashtirilgan suv yoki spirt bilan ajratib olinadi; Dragendorf reaktivi bilan to‘q zarg‘aldoq ninasimon kristallar.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№058 (TFI Toksikologik kimyo kafedrasi)., 3-ma’ruza: Ksantin hosilalari, betlar: ma’ruza matni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Teofillin: manbasi va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(purin) hosilalari: kofein, teobromin, teofillin; kofein toksikomaniyasi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Teofillin choy bargidan olinadi va sintez qilinadi.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Kislotali eritmadan organik erituvchi qatlamiga o‘tadi.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Teobrominning izomeri hisoblanadi.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Teofillin: qo‘llanilishi va metabolizmi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(purin) hosilalari: kofein, teobromin, teofillin; kofein toksikomaniyasi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Tibbiyotda kukun, tabletka (eufillin, teofedrin, antastman) holida ishlatiladi.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Peshob ajratuvchi, astmaga qarshi, yurak ishemik kasalligida qo‘llanadi.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Metabolizmga uchrab, 1,3-dimetil, 3-metil, 1-metil mochevina holida peshob orqali ajraladi.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Zaharli ta’siri kofein va teobrominga nisbatan kuchli.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Teofillin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Dori shakllari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Kukun, tabletka  ·  Eufillin  ·  Teofedrin, antastman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Qo‘llanishi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Peshob ajratuvchi  ·  Astmaga qarshi  ·  Yurak ishemik kasalligi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Metabolizm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Peshob orqali ajraladi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Teofillin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106; Malaka materiali №058 (TFI Toksikologik kimyo kafedrasi)., 3-ma’ruza: Ksantin hosilalari, betlar: ma’ruza matni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Teofillin: sifat reaksiyalari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(purin) hosilalari: kofein, teobromin, teofillin; kofein toksikomaniyasi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Kofeinning reaksiyalariga o‘xshash; mureksid reaksiyasini ham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Diazotirlangan sulfanil kislota bilan rangli mahsulot hosil qiladi (kofein va teobromindan farqi).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YuQX (metanol – 25 % ammiak 100:1,5) da Rf = 0,75 (ko‘k dog‘); pKa 8,6; suyuqlanish harorati 270-274 °C.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105-106; Malaka materiali №058 (TFI Toksikologik kimyo kafedrasi)., 3-ma’ruza: Ksantin hosilalari, betlar: ma’ruza matni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Purin alkaloidlari: qo‘llanishi jadvali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(purin) hosilalari: kofein, teobromin, teofillin; kofein toksikomaniyasi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Kofein tibbiyotda asos hamda benzoat va salitsilat tuzlari holida qo‘llaniladi.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Teobromin natriyli va salitsilat tuzi shaklida, miya qon tomirlari spazmi va xronik koronar kasallikda qo‘llanadi.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Teofillin kukun va tabletka (eufillin, teofedrin, antastman) holida; peshob ajratuvchi, astmaga qarshi.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310"/>
                <a:gridCol w="2140915"/>
                <a:gridCol w="1809750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Dori shakli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Qo‘llanishi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Kofein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Asos, benzoat, salitsilat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MAT qo‘zg‘atuvchi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Teobromin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Natriyli, salitsilat tuzi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Koronar kasallik, spazm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Teofillin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Eufillin, teofedrin, antastman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Astma, diurez, IKS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Qo‘llanish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104, 106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Uch purin hosilasini farqlash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(purin) hosilalari: kofein, teobromin, teofillin; kofein toksikomaniyasi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Teobromin CCl4 da yaxshi eriydi (kofeindan farqi).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Kofein Nessler reaktivi bilan cho‘kma beradi, teobromin bermaydi.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Teofillin diazotirlangan sulfanil kislota bilan rangli mahsulot beradi.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691"/>
                <a:gridCol w="3001283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Sinov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Kofein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Nessler: cho‘kma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Teobromin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CCl4 da yaxshi eriydi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Teofillin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Diazosulfanil kislota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Farqlovchi sinov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106; Malaka materiali №058 (TFI Toksikologik kimyo kafedrasi)., 3-ma’ruza: Ksantin hosilalari, betlar: ma’ruza matni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(purin) hosilalari: kofein, teobromin, teofillin; kofein toksikomaniyasi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Purin alkaloidlari — kofein, teofillin, teobromin; kuchsiz asos va neytral xossali moddalar, kislotali ajralmada tekshiriladi.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Mureksid reaksiyasi purin hosilalari uchun umumiy: oksidlash, bug‘latish, ammiak, qizil rang.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Kofein 273 nm da (etil spirtida) maksimum beradi; optik zichlik 0,2-1,0 oralig‘ida o‘lchanadi.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Nazorat: kofein, teobromin va teofillinni qanday farqlaysiz? Mureksid reaksiyasi bosqichlarini sanang.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104, 105, 108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(purin) hosilalari: kofein, teobromin, teofillin; kofein toksikomaniyasi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Kofein faqat choyda emas, kofe va boshqa o‘simliklarda ham bo‘ladi; kofein sintez qilib ham olinadi.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Teofillin preparatlari: eufillin, teofedrin, antastman.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Teobromin kakao va choy bargida saqlanadi; kislotali eritmadan organik qatlamga yaxshi o‘tadi.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Malaka 058: «teizm» — kofeinga o‘rganib qolish; 25-50 g quruq choyni bir yo‘la oz suvda damlab ichishadi.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(purin) hosilalari: kofein, teobromin, teofillin; kofein toksikomaniyasi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89, 93, 96, 101, 103-106, 108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Nurmatova M.I. Toksikologik kimyo modulidan o‘quv-uslubiy majmua (DVSSM). Toshkent farmatsevtika instituti, 2025. b. 106-107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№058 (TFI Toksikologik kimyo kafedrasi). 3-ma’ruza: Ksantin hosilalari (ma’ruza).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