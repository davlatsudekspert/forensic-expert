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mineralizat tahlilida har bir metall uchun qanday ikki bosqich bor (chinlik va miqdor)? Doskada: to‘rt metall nomini yozing. Tipik xato: kumushni mineralizatdan to‘g‘ridan-to‘g‘ri aniqlash mumkin deb o‘ylash — avval AgCl ko‘rinishida ajratiladi.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erimaydigan kumush galogenidlari zaharli emas? Doskada: eruvchan va erimaydigan tuzlar ro‘yxati. Tipik xato: barcha kumush tuzlarini bir xil zaharli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argiriya qanday paydo bo‘ladi? Doskada: «yig‘ilish — teri rangi» zanjiri. Tipik xato: terining rangini o‘tkir zaharlanish belgisi deb o‘ylash — u uzoq yig‘ilish natijasi. Izoh: kitobda teri rangi «kulrang yashil», malakada «ko‘kimtir-kul» deyilgan — ikkala manba ko‘rsatildi.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nega simob kumushni aniqlashga halaqit beradi? Doskada: ikki ditizonatni yonma-yon chizing. Tipik xato: sariq rangni faqat kumushga xos deb hisoblash. Izoh: kitobda reaksiya natijasi tasdiqlansa keyingi reaksiyalarga o‘tiladi, aks holda tahlil to‘xtatiladi.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nima uchun filtrat tashlab yuborilmaydi? Doskada: AgCl + 2NH4OH -&gt; Ag[NH3]2Cl + 2H2O. Tipik xato: filtratni tashlab yuborish — u boshqa metallar tahliliga kerak.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nitrat kislota ammiakatni qanday buzadi? Doskada: Ag[NH3]2Cl + 2HNO3 -&gt; AgCl + 2NH4NO3. Tipik xato: sariq cho‘kmani AgCl deb o‘ylash — sariq cho‘kma AgI.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mikrokristall reaksiyalar chinlikni kuchaytiradi? Doskada: rodanidometrik titrlash sxemasi. Izoh: kitobda oltin xlorid bilan reaksiya tenglamasida «PbCl3» yozilgan, malaka 072 da esa to‘g‘risi — rubidiy xlorid (RbCl3); slaydda faqat tuzatilgan variant berildi (kitobda xato).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turmushda mis bilan zaharlanish manbalari qaysilar? Doskada: sanoat — qishloq xo‘jaligi — tibbiyot ustunlari. Tipik xato: faqat mis sulfatni zaharli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bu pestitsidlarda mishyakka ham tekshirish kerak? Doskada: ikki yashil bo‘yoq nomi va tarkibidagi elementlar. Tipik xato: faqat misga tekshirib to‘xtash. Izoh: kitobdagi formulalar yozuvi buzuq (CH3COO o‘rniga CN3SOO) — slaydda to‘g‘ri yozuv berildi; Parij yashili formulasi kitobdagidek keltirildi.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qusuq massasida mis ko‘p bo‘ladi? Doskada: so‘rilish va chiqarilish yo‘llari. Tipik xato: gemolizni faqat qon quyilishi bilan bog‘lash.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mualliflar letal dozani turlicha ko‘rsatadi? Doskada: 0,6 g — 1-2 g — 10 g shkalasi. Tipik xato: bitta raqamni mutlaq chegara deb hisoblash. Izoh: bu doza ma’lumotlari faqat malaka 072 faylidan; o‘quv-uslubiy majmuada yo‘q, shuning uchun alohida manba sifatida ko‘rsatildi.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nima uchun qo‘rg‘oshin DDTK ishlatiladi? Doskada: almashinuv zanjirini chizing. Tipik xato: simob xloridni ortiqcha qo‘shish — rang yo‘qolishi bilan to‘xtatiladi.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sariq-qo‘ng‘ir rang nimani bildiradi? Doskada: to‘rt bosqichni raqamlang. Tipik xato: pH ni nazorat qilmaslik. Izoh: malaka 072 ga ko‘ra qo‘rg‘oshin DDTK bilan sinovda qo‘ng‘ir rang hosil bo‘lmasa, mis uchun tekshirish davom ettirilmaydi.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nega bu reaksiya tanlab ta’sir etmaydi? Doskada: ikki juft rang o‘zgarishi. Tipik xato: rang hosil bo‘lishini misning yakuniy tasdig‘i deb hisoblash — Fe, Co, Ni ham beradi.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murexid rangi titrlash oxirida nima uchun o‘zgaradi? Doskada: Cu-murexid (sariq) -&gt; erkin murexid (qizil). Tipik xato: oxirgi nuqtani teskari yo‘nalishda kuzatish.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kaliy permanganat ning kundalik turmushda qanday xavfi bor? Doskada: sanoat va turmush manbalari. Tipik xato: KMnO4 ni zararsiz antiseptik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Parkinsonizm belgilari markaziy asab zararlanishini ko‘rsatadi? Doskada: a’zo — belgi juftliklari. Tipik xato: faqat oshqozon-ichak belgilariga e’tibor berish.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konsentrlangan eritma xavfli? Doskada: 0,0003 mg/l va 15-20 g raqamlarini ajrating. Tipik xato: havo me’yori bilan o‘ldiruvchi dozani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sifat reaksiyasi musbat bo‘lsa ham zaharlanish deyish mumkin emas? Doskada: normal miqdorlar jadvali. Tipik xato: mikroelementni topilishi bilan zaharlanishni isbotlangan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xlorid ioni halaqit beradi? Doskada: oksidlanish zanjiri. Tipik xato: persulfat ishtirokida xlorni hisobga olmaslik. Izoh: kitobdagi periodat tenglamasida o‘ng tomonda ham KIO4 yozilgan (mahsulot KIO3 bo‘lishi kerak) — kitobda xato; slaydga tenglama kiritilmadi.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nega ekstraksiyada pH = 8 tanlangan? Doskada: ikki qatlamni chizing. Tipik xato: yashil rangni mis deb o‘ylash — kitobda xrom ishorasi sifatida keltirilgan (mis ham yashil bo‘lishi mumkin, shuning uchun taxminiy).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reekstraksiyada nima uchun HNO3 ishlatiladi? Doskada: Mn DDTK + 2HNO3 -&gt; Mn(NO3)2 + DDTK kislotasi. Tipik xato: suvli va xloroformli qatlamlarni adashtirish.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xrom tibbiyotda ishlatilmaydi? Doskada: ishlatilish sohalari. Tipik xato: xromni faqat metallurgiya bilan bog‘lash — tomizish va oshlash ham muhim.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Cr6+ Cr3+ dan zaharliroq? Doskada: valentlik — zaharlilik juftligi. Tipik xato: barcha xrom birikmalarini bir xil zaharli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patologik tekshiruvda ko‘k massa uch valentli xrom deyiladi? Doskada: belgilar ro‘yxati. Tipik xato: burun pardasi belgisini inhalyatsion ta’sirdan boshqa narsa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oldin oksidlanadi? Doskada: Cr3+ -&gt; Cr6+ strelkasi. Tipik xato: oksidlash bosqichini tashlab ketish — reaksiyalar faqat Cr6+ bilan boradi.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ikki reaksiyadan qaysi biri sezgirroq? Doskada: ikki rangni yozing. Tipik xato: nadxrom kislotasini suvli qatlamda kuzatish — u etil atsetatga ekstraksiya qilinadi. Izoh: malaka 072 ga ko‘ra nadxromat reaksiyasi sezgirligi 2 mkg; 100 g biologik ob’ektdan 0,2 mg xrom aniqlanishi mumkin.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to‘rt metallning qaysi reaksiyalarida ekstraksiya ishlatiladi? Doskada: rang-metall jadvali. Tipik xato: ranglarni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har bir halaqit beruvchi ionni qanday chetlashtirish mumkin? Doskada: halaqit — chora juftliklari. Tipik xato: niqoblash va ajratishni bir xil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qaysi usulda rang intensivligi o‘lchanadi? Doskada: usullar jadvali. Tipik xato: FEK ni titrimetrik usul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to‘rt metallning umumiy tahlil mantig‘ini ayting. Doskada: ajratish — chinlik — miqdor zanjiri. Tipik xato: reaksiyalarni yodlab, ularning halaqitlarini bilmaslik.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Marganets, xrom, kumush, mis birikmalari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Ma’ruza rejasi va tayanch iboralar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Marganets, xrom, kumush, mis birikmalari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Reja: kumush, mis, marganets va xrom saqlovchi zaharli birikmalar va ularning tahlil usullari.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Tayanch so‘z va iboralar: kumush, mis, marganets, xrom.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Maqsad: talabalarni mineralizatdagi kumush, mis, marganets va xrom saqlovchi birikmalarni tekshirish sxemasi bilan tanishtirish.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62; Malaka materiali №072 (TFI Toksikologik kimyo kafedrasi)., 10-ma’ruza: Kumush, betlar: ma’ruza matni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Kumush birikmalarining ishlatilishi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Marganets, xrom, kumush, mis birikmalari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Kumush nitrat tibbiyotda kuydiruvchi (lyapis qalami) sifatida, kollargol va protargollar burishtiruvchi yoki antiseptik sifatida qo‘llaniladi.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Kumush preparatlari fotografiya, oyna yasash va sochni bo‘yashda ham ishlatiladi; bu birikmalarning aholi qo‘liga osongina yetib borishi zaharlanish xavfini tug‘diradi.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Kumush oksidi, xloridi, bromidi, yodidi suvda erimaydi va zaharli hisoblanmaydi.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62; Malaka materiali №072 (TFI Toksikologik kimyo kafedrasi)., 10-ma’ruza: Kumush, betlar: ma’ruza matni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Kumush bilan zaharlanish va chiqarilishi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Marganets, xrom, kumush, mis birikmalari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Kumush bilan zaharlanganda teri kulrang-yashil tusga kiradi.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Kumush organizmdan asosan yo‘g‘on ichak orqali chiqariladi.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Kumush tuzlarining changi nafas yo‘llari orqali kirganda kapillyarlar zararlanadi; kumush to‘qimalarda uzoq yig‘ilishi (argiriya) tufayli teri ko‘kimtir-kul rangga bo‘yaladi.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62; Malaka materiali №072 (TFI Toksikologik kimyo kafedrasi)., 10-ma’ruza: Kumush, betlar: ma’ruza matni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Kumush: ditizon bilan dastlabki reaksiya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Marganets, xrom, kumush, mis birikmalari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Mineralizatga (5 ml) xloroform (5 ml) va 2-3 tomchi 0,02% ditizon xloroformli eritmasi qo‘shib chayqatiladi.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Kumush bo‘lsa qatlam sariq tilla rangga bo‘yaladi; simob ham shunday rang beradi, halaqit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Farqlash: 0,5 n HCl bilan chayqatilganda kumush ditizonat parchalanib yashil ditizon rangi paydo bo‘ladi.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2152"/>
                <a:gridCol w="3595823"/>
              </a:tblGrid>
              <a:tr h="86868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Kation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HCl dan keyin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Ag+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Parchalanadi, yashil ditizon rangi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Hg2+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Sariq tilla rang saqlanadi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Ditizon va 0,5 n HCl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63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Kumushni NaCl bilan cho‘ktirish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Marganets, xrom, kumush, mis birikmalari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100 ml mineralizatga 0,5 g NaCl qo‘shiladi; cho‘kma bo‘lmasa 80°C da 2 soat, so‘ng 1 sutka qoldiriladi.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Cho‘kma filtrlanadi; filtrat boshqa elementlar tahlili uchun ishlatiladi.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Filtrdagi cho‘kma 0,5 n HCl, suv va nihoyat 8 n NH4OH bilan yuviladi: AgCl ammiakatga o‘tadi.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Mineralizat + NaCl (0,5 g)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80°C da 2 soat yoki 1 sutka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Filtrlash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8 n NH4OH bilan yuvish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AgCl ni ajratish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63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Kumush ammiakatining tasdiqlovchi reaksiyalari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Marganets, xrom, kumush, mis birikmalari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Qayta kristallanish: 1-2 tomchi eritma uy haroratida bug‘latilsa, oktaedr va tetraedr kristallari ko‘rinadi.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Nitrat kislota bilan oq AgCl cho‘kmasi; kaliy yodidning to‘yingan eritmasi bilan sariq AgI cho‘kmasi.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1087"/>
                <a:gridCol w="3006887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Reaktiv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Natija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Bug‘latish (mikroskop)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Oktaedr, tetraedr kristallari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HNO3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Oq AgCl cho‘kmasi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KI (to‘yingan)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Sariq AgI cho‘kmasi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Ag[NH3]2Cl reaksiyalari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63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Kumush: pikrat reaksiyasi va miqdoriy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Marganets, xrom, kumush, mis birikmalari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Kumush ammiakati buyum oynasida uchirilgach, qoldiqqa tiomochevina va kaliy pikratning to‘yingan eritmalari qo‘shilsa, sariq prizmatik kristallar o‘smasi hosil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Rubidiy va oltin tuzlari bilan qizil prizma shaklidagi AgCl·AuCl3·6RbCl kristallari hosil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Miqdori hajmiy usulda uch valentli temir tuzi indikatorligida ammoniy rodanid bilan titrlanib aniqlanadi.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63; Malaka materiali №072 (TFI Toksikologik kimyo kafedrasi)., 10-ma’ruza: Kumush, betlar: ma’ruza matni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Mis birikmalarining ishlatilishi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Marganets, xrom, kumush, mis birikmalari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Mis birikmalari bo‘yoq tayyorlash sanoatida, chinni ishlab chiqarishda va qishloq xo‘jaligida zararkunandalarga qarshi kurashda qo‘llaniladi.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CuO, CuSO3, Cu(OH)2 (malaxit), CuSO4 va CuCl2 mato bosishda va galvanoplastikada ishlatiladi.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Tibbiyotda mis sulfat, mis sitrat va kupreks kabi organik birikmalari qo‘llaniladi.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63; Malaka materiali №072 (TFI Toksikologik kimyo kafedrasi)., 10-ma’ruza: Kumush, betlar: ma’ruza matni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Misli pestitsidlar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Marganets, xrom, kumush, mis birikmalari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TXFM (trixlorfenolyat mis) chigitni dorilashda ishlatiladi.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Shveynfurt yashili va Parij yashili qishloq xo‘jaligi zararkunandalariga va bezgak qo‘zg‘atuvchi chivinlarga qarshi kurashda ishlatiladi.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Shveynfurt yashili Cu(CH3COO)2·3Cu(AsO2)2, Parij yashili Cu2As2O3 deb yozilgan; ular mis bilan birga mishyak ham saqlaydi.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64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Mis bilan zaharlanish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Marganets, xrom, kumush, mis birikmalari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Mis birikmalarining oshqozondan qonga o‘tishi sekin boradi va qusuq massasi bilan chiqarilib yuboriladi.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Shimilish hisobiga ich ketadi; qon tomirlarida gemoliz sodir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Mis ioni organizmdan asosan ichak va buyrak orqali chiqariladi.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64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Mis sulfatning toksik dozalari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Marganets, xrom, kumush, mis birikmalari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Mis sulfatning kuchli ta’sir ko‘rsata oladigan eng kam miqdori 0,6 g atrofida; uning 1-2 grammi zaharlaydi va o‘limga ham olib kelishi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Ba’zi mualliflarga ko‘ra CuSO4 ning letal dozasi 10 g ga teng.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Zaharlanganda qattiq qorin og‘rig‘i, ko‘ngil aynish, qusish, qon aralash ich ketish; tana harorati 38-40° ga yetadi, burundan qon oqadi.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№072 (TFI Toksikologik kimyo kafedrasi)., 10-ma’ruza: Kumush, betlar: ma’ruza matni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Misni DDTK holida ajratish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Marganets, xrom, kumush, mis birikmalari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Mineralizatdan mis dietilditiokarbamat mis holida xloroform bilan ekstraksiyalanadi.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HgCl2 bilan simob DDTK hosil bo‘ladi, mis ioni suvli qatlamga o‘tadi.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Cu2+ + qo‘rg‘oshin DDTK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Xloroformda mis DDTK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1% HgCl2 qo‘shiladi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Suvli qatlamda Cu2+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Misni ajratish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64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Misni ajratish: ish tartibi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Marganets, xrom, kumush, mis birikmalari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Mineralizatga 2-3 tomchi 2,4-dinitrofenol qo‘shilib, sariq rang (pH = 3) hosil bo‘lguncha 25% ammiak tomchilab qo‘shiladi.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Ajratgich voronkada 5 ml qo‘rg‘oshin DDTK xloroformli eritmasi bilan chayqatiladi; qatlam sariq-qo‘ng‘ir bo‘lsa ajratiladi.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Xloroform qatlami 6 n HCl bilan chayqatiladi (ortiqcha (DDTK)2Pb ni yo‘qotish uchun), suv bilan yuviladi.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Rang yo‘qolguncha 1% HgCl2 tomchilab qo‘shiladi, 1-2 ml suv bilan chayqatilib suvli qatlam mis uchun tekshiriladi.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64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Misning chinlik reaksiyalari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Marganets, xrom, kumush, mis birikmalari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Tetrarodanmerkuriat ammoniy: sariq-yashil cho‘kma; Zn2+ qo‘shilsa qizil-pushti (nilufar) rangli cho‘kma.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Sariq qon tuzi K4[Fe(CN)6]: qizil-qo‘ng‘ir Cu2[Fe(CN)6]; Cd2+ qo‘shilsa nilufar rang.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Temir, kobalt, nikel ham tetrarodanmerkuriat bilan shunday rangli cho‘kma hosil qiladi.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3570"/>
                <a:gridCol w="3074404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Reaktiv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Natija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(NH4)2Hg(CNS)4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Sariq-yashil cho‘kma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+ Zn2+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Qizil-pushti nilufar rang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K4[Fe(CN)6]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Qizil-qo‘ng‘ir cho‘kma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+ Cd2+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Nilufar rang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Cu2+ reaksiyalari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64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Misni piridin rodan bilan aniqlash va miqdori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Marganets, xrom, kumush, mis birikmalari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Piridin rodan reaktivi bilan cho‘kma hosil bo‘ladi; xloroform qo‘shilsa cho‘kma erib, qatlam yashil-zumrad rangga bo‘yaladi.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Miqdori: dietilditiokarbamat holida fotoelektrokolorimetrik (FEK) usulda.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Yoki hajmiy usul: trilon B bilan titrlanadi, indikator murexid, sariq rangdan qizil ranggacha.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64, 65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Marganets birikmalarining ishlatilishi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Marganets, xrom, kumush, mis birikmalari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Marganets birikmalari elektrodlar, shisha ishlab chiqarish, emal va glazurlar tayyorlashda hamda boshqa kimyo sanoatida qo‘llaniladi.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KMnO4 tibbiyotda dezinfeksiyalovchi modda sifatida ishlatiladi.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Zaharlanish korxonalar va kundalik turmushda tez-tez uchrab turadi.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65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Marganets zaharlanishi: ta’sir va belgilar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Marganets, xrom, kumush, mis birikmalari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Marganets birikmalari buyrak, o‘pka kabi ichki organlarga ta’sir etib qolmay, markaziy asab tizimini ham ishdan chiqaradi.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Belgilar: og‘iz achishishi, ko‘ngil aynash, qusish, oshqozon va qorinda og‘riq; tomoq qo‘ng‘ir rangga bo‘yaladi; Parkinsonizm belgilari kuzatiladi.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Murdani yorganda shilliq qavatlarda kuyganlik, parenximatoz organlarda normadan tashqari o‘zgarishlar topiladi.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65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KMnO4 bilan zaharlanish va havo me’yori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Marganets, xrom, kumush, mis birikmalari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Korxona havosida marganetsning miqdori 0,0003 mg/l dan oshmasligi kerak.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KMnO4 sun’iy abort maqsadida ishlatilganda ko‘pincha o‘tkir zaharlanish ro‘y berib, o‘limga olib keladi.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Konsentrlangan KMnO4 eritmasini og‘iz chayishda va ayollar praktikasida ishlatganda ham zaharlanish ro‘y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KMnO4 uchun LD50 15-20 g ga teng.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65, 58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Marganetsning organlardagi miqdori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Marganets, xrom, kumush, mis birikmalari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Marganets kishi organizmida uchrab turadigan, hayot uchun zarur mikroelementlardan biri.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100 g jigarda 0,4 mg, buyrakda 0,28 mg, bachadonda 0,16 mg gacha marganets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Mn sifat reaksiyasi bilan aniqlanadi, shuning uchun miqdor tahlili hal qiluvchi.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3987"/>
                <a:gridCol w="2643987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Organ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Jigar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0,4 mg gacha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Buyrak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0,28 mg gacha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Bachadon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0,16 mg gacha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Mn miqdori (100 g organda)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65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Marganetsning chinlik reaksiyasi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Marganets, xrom, kumush, mis birikmalari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Mn2+ kaliy periodat va ammoniy persulfat bilan pushti-qizil permanganatga oksidlanadi.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Ikkala reaksiya ham spetsifik: boshqa metallar oksidlanib bunday mahsulot bermaydi.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Temir ioni ta’sirini NaH2PO4, xlor ioni ta’sirini AgNO3 qo‘shib yo‘qotiladi.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Mn2+ mineralizatda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58568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532888"/>
            <a:ext cx="5287975" cy="777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KIO4 yoki (NH4)2S2O8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32841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602736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Pushti-qizil permanganat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Mn2+ oksidlanishi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65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Marganets va xromni ajratish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Marganets, xrom, kumush, mis birikmalari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Reaksiyaga xrom ioni halaqit beradi: Cr3+ dan Cr6+ gacha oksidlanib zarg‘aldoq rang hosil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Mineralizatning yashil rangi taxminan xrom borligidan dalolat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Bunday hollarda marganets pH = 8 da dietilditiokarbamat holida xloroformli qatlamga ekstraksiyalab ajratiladi.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Mineralizat (yashil rang)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DDTK, pH = 8, CHCl3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Xloroformda Mn DDTK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Suvli qatlamda Cr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Mn va Cr ni ajratish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65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Marganetsni reekstraksiya va miqdori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Marganets, xrom, kumush, mis birikmalari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Xrom suvli eritmada qoladi; marganets xloroformli qatlamdan nitrat kislota bilan reekstraksiyalab ajratiladi.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Suvli qatlam Mn2+ ga tekshiriladi.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Mn2+ miqdori kaliy periodat bilan Mn7+ gacha oksidlab, hosil bo‘lgan rangli eritmani FEK da aniqlashga asoslangan.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66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Xrom birikmalarining ishlatilishi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Marganets, xrom, kumush, mis birikmalari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Xrom birikmalari terini oshlashda va to‘qimachilik sanoatida keng qo‘llaniladi; tibbiyotda ishlatilmaydi.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Metallarni xromlashda, gugurt, bo‘yoq, kino va fotoplyonkalar ishlab chiqarishda ishlatiladi.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Birikmalarining dori sifatida ishlatilmasligiga sabab ularning juda kuchli zahar sifatida ta’sir etishi.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66; Malaka materiali №072 (TFI Toksikologik kimyo kafedrasi)., 10-ma’ruza: Kumush, betlar: ma’ruza matni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Xromning toksikligi va zaharlanish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Marganets, xrom, kumush, mis birikmalari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Xrom birikmalaridan 6 valentlisi 3 valentlisiga nisbatan kuchli zahar; xrom angidridining LD50 = 0,2-1 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Og‘iz orqali qabul qilganda og‘iz, oshqozon, qizilo‘ngach shilliq qavatlari kuyadi va sariq rangga bo‘yaladi.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Qusuq qon aralash bo‘ladi; sianoz, kollaps va yurak faoliyatining susayishi kuzatiladi.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66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Xrom: murda tekshiruvi va to‘planishi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Marganets, xrom, kumush, mis birikmalari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Murdani yorganda oshqozon va qizilo‘ngach burishib, kichrayib qolgani ko‘rinadi.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Oshqozonda ko‘k rangli (uch valentli xrom) massa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Burun o‘rta pardasining buzilishi xrom bilan zaharlanishning asosiy belgilaridan; xromning asosiy qismi buyrak va jigarda yig‘iladi.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66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Xromni aniqlashning asoslari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Marganets, xrom, kumush, mis birikmalari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Biologik ob’ektda xrom bo‘lsa mineralizat yashil rangga bo‘yalgan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Xrom kationi mineralizatda uch valentli bo‘lsa-da, kationlarni ajratishda 6 valentli holatga o‘tkaziladi.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Aniqlash nadxrom kislotasi hosil bo‘lishi va difenilkarbazid bilan boradigan reaksiyalarga asoslanadi.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Ikkala reaksiyada Cr3+ dan Cr6+ gacha oksidlanadi; temir NaH2PO4, xlorid esa AgNO3 qo‘shib niqoblanadi.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66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Nadxrom kislotasi va difenilkarbazid reaksiyasi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Marganets, xrom, kumush, mis birikmalari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Nadxrom kislotasi hosil bo‘lishida zangori rang paydo bo‘ladi; u etil atsetat bilan oson ekstraksiyalanadi.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Difenilkarbazid bilan qizil-binafsha rang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Xrom miqdori difenilkarbazid bilan hosil bo‘lgan birikmani FEK usulida aniqlanadi.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2190"/>
                <a:gridCol w="3005785"/>
              </a:tblGrid>
              <a:tr h="86868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Reaktiv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Natija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H2O2 (nadxromat)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Zangori, etil atsetatga o‘tadi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Difenilkarbazid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Qizil-binafsha rang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Cr6+ reaksiyalari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66, 67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Chinlik reaksiyalari: solishtirma jadval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Marganets, xrom, kumush, mis birikmalari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Ag: ditizon (sariq tilla), AgCl ni NaCl bilan cho‘ktirish, ammiakatda mikrokristallar.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Cu: DDTK ekstraksiyasi, tetrarodanmerkuriat va sariq qon tuzi reaksiyalari.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Mn: periodat va persulfat oksidlash; Cr: nadxrom kislotasi va difenilkarbazid.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4147"/>
                <a:gridCol w="2045969"/>
                <a:gridCol w="1927859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Kation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Reaksiya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Rang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Ag+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Ditizon, CHCl3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Sariq tilla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Cu2+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Piridin rodan, CHCl3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Yashil-zumrad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Mn2+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Periodat oksidlash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Pushti-qizil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Cr6+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Difenilkarbazid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Qizil-binafsha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Natija rangi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63, 64, 65-66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Halaqit beruvchi ionlar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Marganets, xrom, kumush, mis birikmalari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Kumush: ditizon reaksiyasiga simob halaqit beradi; 0,5 n HCl bilan farqlanadi.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Mis: tetrarodanmerkuriat bilan Fe, Co, Ni ham rangli cho‘kma hosil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Marganets: xrom ioni halaqit beradi (Cr3+ dan Cr6+, zarg‘aldoq rang); temir NaH2PO4 bilan, xlorid AgNO3 bilan niqoblanadi.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63, 64, 65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Miqdoriy aniqlash usullari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Marganets, xrom, kumush, mis birikmalari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Kumush: hajmiy usul — Fe(III) tuzi indikatorida ammoniy rodanid bilan titrlash.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Mis: DDTK ko‘rinishida FEK yoki trilon B bilan titrlash (murexid, sariq-qizil).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Marganets: periodat bilan Mn7+ gacha oksidlab FEK; xrom: difenilkarbazid bilan FEK.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691"/>
                <a:gridCol w="3001283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Metall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Usul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Ag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Titrlash (NH4CNS)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FEK yoki trilon B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Periodat + FEK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Difenilkarbazid + FEK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Miqdor usuli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63, 65, 66-67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 va nazorat savollari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Marganets, xrom, kumush, mis birikmalari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Kumush: ditizon, so‘ng NaCl bilan AgCl cho‘ktirish va ammiakatda tasdiqlash.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Mis DDTK holida ajratiladi; marganets pH = 8 da DDTK bilan xromdan ajratiladi.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Xrom Cr6+ ga oksidlanib nadxrom kislotasi va difenilkarbazid bilan aniqlanadi.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Nazorat: ajratish sxemalari, halaqit beruvchi ionlar, miqdoriy usullar va zaharlilik darajalari.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63, 64-65, 66, 62-67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Marganets, xrom, kumush, mis birikmalari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Marganets kishi organizmida hayot uchun zarur mikroelement: 100 g jigarda 0,4 mg gacha bo‘ladi, shuning uchun uning miqdoriy tahlili hal qiluvchi ahamiyatga ega.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Kumush ditizonat HCl ta’sirida parchalanib yashil ditizon rangiga o‘tadi, simob ditizonat esa sariq tilla rangini saqlaydi — farqlashning oddiy usuli.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KMnO4 sun’iy abort maqsadida ishlatilganda ko‘pincha o‘tkir zaharlanish va o‘lim kuzatiladi — bu holat sud-kimyoviy tahlilda uchraydi.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Xrom bilan zaharlanishning asosiy belgisi — burun o‘rta pardasining buzilishi; xromning asosiy qismi buyrak va jigarda yig‘iladi.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Marganets, xrom, kumush, mis birikmalari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Umarova G.Q. Toksikologik kimyo modulidan o‘quv-uslubiy majmua (Farmatsiya). Toshkent farmatsevtika instituti, 2025. b. 58, 62-67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Malaka materiali №072 (TFI Toksikologik kimyo kafedrasi). 10-ma’ruza: Kumush, mis, marganets, xrom elementlarini saqlovchi zaharli birikmalar (2011). qo‘shimcha ma’lumot (kitobda bo‘lmagan joylar uchun)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