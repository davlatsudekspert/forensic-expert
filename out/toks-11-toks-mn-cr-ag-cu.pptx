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mineralizat tahlilida har bir metall uchun qanday ikki bosqich bor (chinlik va miqdor)? Doskada: to‘rt metall nomini yozing. Tipik xato: kumushni mineralizatdan to‘g‘ridan-to‘g‘ri aniqlash mumkin deb o‘ylash — avval AgCl ko‘rinishida ajratiladi.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erimaydigan kumush galogenidlari zaharli emas? Doskada: eruvchan va erimaydigan tuzlar ro‘yxati. Tipik xato: barcha kumush tuzlarini bir xil zaharli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argiriya qanday paydo bo‘ladi? Doskada: «yig‘ilish — teri rangi» zanjiri. Tipik xato: terining rangini o‘tkir zaharlanish belgisi deb o‘ylash — u uzoq yig‘ilish natijasi. Izoh: kitobda teri rangi «kulrang yashil», malakada «ko‘kimtir-kul» deyilgan — ikkala manba ko‘rsatildi.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simob kumushni aniqlashga halaqit beradi? Doskada: ikki ditizonatni yonma-yon chizing. Tipik xato: sariq rangni faqat kumushga xos deb hisoblash. Izoh: kitobda reaksiya natijasi tasdiqlansa keyingi reaksiyalarga o‘tiladi, aks holda tahlil to‘xtatiladi.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filtrat tashlab yuborilmaydi? Doskada: AgCl + 2NH4OH -&gt; Ag[NH3]2Cl + 2H2O. Tipik xato: filtratni tashlab yuborish — u boshqa metallar tahliliga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nega AgCl ammiakda eriydi? (kompleks hosil bo‘ladi). Tipik xato: HNO3 bilan AgCl qayta cho‘kishini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nitrat kislota ammiakatni qanday buzadi? Doskada: Ag[NH3]2Cl + 2HNO3 -&gt; AgCl + 2NH4NO3. Tipik xato: sariq cho‘kmani AgCl deb o‘ylash — sariq cho‘kma AgI.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mikrokristall reaksiyalar chinlikni kuchaytiradi? Doskada: rodanidometrik titrlash sxemasi. Izoh: kitobda oltin xlorid bilan reaksiya tenglamasida «PbCl3» yozilgan, malaka 072 da esa to‘g‘risi — rubidiy xlorid (RbCl3); slaydda faqat tuzatilgan variant berildi (kitobda xato).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turmushda mis bilan zaharlanish manbalari qaysilar? Doskada: sanoat — qishloq xo‘jaligi — tibbiyot ustunlari. Tipik xato: faqat mis sulfatni zaharli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bu pestitsidlarda mishyakka ham tekshirish kerak? Doskada: ikki yashil bo‘yoq nomi va tarkibidagi elementlar. Tipik xato: faqat misga tekshirib to‘xtash. Izoh: kitobdagi formulalar yozuvi buzuq (CH3COO o‘rniga CN3SOO) — slaydda to‘g‘ri yozuv berildi; Parij yashili formulasi kitobdagidek keltirildi.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qusuq massasida mis ko‘p bo‘ladi? Doskada: so‘rilish va chiqarilish yo‘llari. Tipik xato: gemolizni faqat qon quyilishi bilan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mualliflar letal dozani turlicha ko‘rsatadi? Doskada: 0,6 g — 1-2 g — 10 g shkalasi. Tipik xato: bitta raqamni mutlaq chegara deb hisoblash. Izoh: bu doza ma’lumotlari faqat malaka 072 faylidan; o‘quv-uslubiy majmuada yo‘q, shuning uchun alohida manba sifatida ko‘rsatildi.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qo‘rg‘oshin DDTK ishlatiladi? Doskada: almashinuv zanjirini chizing. Tipik xato: simob xloridni ortiqcha qo‘shish — rang yo‘qolishi bilan to‘xtatiladi.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simob DDTK mis DDTK dan barqarorroq? Tipik xato: misni xloroform qatlamidan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sariq-qo‘ng‘ir rang nimani bildiradi? Doskada: to‘rt bosqichni raqamlang. Tipik xato: pH ni nazorat qilmaslik. Izoh: malaka 072 ga ko‘ra qo‘rg‘oshin DDTK bilan sinovda qo‘ng‘ir rang hosil bo‘lmasa, mis uchun tekshirish davom ettirilmaydi.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bu reaksiya tanlab ta’sir etmaydi? Doskada: ikki juft rang o‘zgarishi. Tipik xato: rang hosil bo‘lishini misning yakuniy tasdig‘i deb hisoblash — Fe, Co, Ni ham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murexid rangi titrlash oxirida nima uchun o‘zgaradi? Doskada: Cu-murexid (sariq) -&gt; erkin murexid (qizil). Tipik xato: oxirgi nuqtani teskari yo‘nalishda kuzatish.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kaliy permanganat ning kundalik turmushda qanday xavfi bor? Doskada: sanoat va turmush manbalari. Tipik xato: KMnO4 ni zararsiz antiseptik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Parkinsonizm belgilari markaziy asab zararlanishini ko‘rsatadi? Doskada: a’zo — belgi juftliklari. Tipik xato: faqat oshqozon-ichak belgilariga e’tibor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konsentrlangan eritma xavfli? Doskada: 0,0003 mg/l va 15-20 g raqamlarini ajrating. Tipik xato: havo me’yori bilan o‘ldiruvchi dozani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sifat reaksiyasi musbat bo‘lsa ham zaharlanish deyish mumkin emas? Doskada: normal miqdorlar jadvali. Tipik xato: mikroelementni topilishi bilan zaharlanishni isbotlangan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xlorid ioni halaqit beradi? Doskada: oksidlanish zanjiri. Tipik xato: persulfat ishtirokida xlorni hisobga olmaslik. Izoh: kitobdagi periodat tenglamasida o‘ng tomonda ham KIO4 yozilgan (mahsulot KIO3 bo‘lishi kerak) — kitobda xato; slaydga tenglama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xlorid AgNO3 bilan yo‘qotiladi? Tipik xato: xromning zarg‘aldoq rangini permanganat bilan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ekstraksiyada pH = 8 tanlangan? Doskada: ikki qatlamni chizing. Tipik xato: yashil rangni mis deb o‘ylash — kitobda xrom ishorasi sifatida keltirilgan (mis ham yashil bo‘lishi mumkin, shuning uchun taxminiy).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bosqichda marganets xromdan ajraladi? Tipik xato: reekstraksiyani dastlabki ekstraksiya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reekstraksiyada nima uchun HNO3 ishlatiladi? Doskada: Mn DDTK + 2HNO3 -&gt; Mn(NO3)2 + DDTK kislotasi. Tipik xato: suvli va xloroformli qatlamlarni adashtirish.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xrom tibbiyotda ishlatilmaydi? Doskada: ishlatilish sohalari. Tipik xato: xromni faqat metallurgiya bilan bog‘lash — tomizish va oshlash ham muhim.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Cr6+ Cr3+ dan zaharliroq? Doskada: valentlik — zaharlilik juftligi. Tipik xato: barcha xrom birikmalarini bir xil zaharli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patologik tekshiruvda ko‘k massa uch valentli xrom deyiladi? Doskada: belgilar ro‘yxati. Tipik xato: burun pardasi belgisini inhalyatsion ta’sirdan boshqa narsa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oldin oksidlanadi? Doskada: Cr3+ -&gt; Cr6+ strelkasi. Tipik xato: oksidlash bosqichini tashlab ketish — reaksiyalar faqat Cr6+ bilan boradi.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avval Cr3+ ni Cr6+ gacha oksidlaymiz? Tipik xato: nadxrom kislotasi rangini ko‘k deb yozish (zangori).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 reaksiyadan qaysi biri sezgirroq? Doskada: ikki rangni yozing. Tipik xato: nadxrom kislotasini suvli qatlamda kuzatish — u etil atsetatga ekstraksiya qilinadi. Izoh: malaka 072 ga ko‘ra nadxromat reaksiyasi sezgirligi 2 mkg; 100 g biologik ob’ektdan 0,2 mg xrom aniqlanishi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mineralizat avval oksidlanadi? Tipik xato: Cr3+ ga to‘g‘ridan-to‘g‘ri reaktiv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to‘rt metallning qaysi reaksiyalarida ekstraksiya ishlatiladi? Doskada: rang-metall jadvali. Tipik xato: ranglarni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har bir halaqit beruvchi ionni qanday chetlashtirish mumkin? Doskada: halaqit — chora juftliklari. Tipik xato: niqoblash va ajratishni bir xil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jadvalni to‘ldiring. Tipik xato: Cl− ni NaH2PO4 bilan yo‘qotishga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usulda rang intensivligi o‘lchanadi? Doskada: usullar jadvali. Tipik xato: FEK ni titrimetrik usul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to‘rt metallning umumiy tahlil mantig‘ini ayting. Doskada: ajratish — chinlik — miqdor zanjiri. Tipik xato: reaksiyalarni yodlab, ularning halaqitlarini bilmaslik.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Marganets, xrom, kumush, mis birikmalari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kumush, mis, marganets va xrom saqlovchi zaharli birikmalar va ularning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 va iboralar: kumush, mis, marganets, xrom.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talabalarni mineralizatdagi kumush, mis, marganets va xrom saqlovchi birikmalarni tekshirish sxemasi bilan tanishtirish.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62; Malaka materiali №072 (TFI Toksikologik kimyo kafedrasi)., 10-ma’ruza: Kumush, betlar: ma’ruza matni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Kumush birikmalarining ishlatilishi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nitrat tibbiyotda kuydiruvchi (lyapis qalami) sifatida, kollargol va protargollar burishtiruvchi yoki antiseptik sifatida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preparatlari fotografiya, oyna yasash va sochni bo‘yashda ham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birikmalarning aholi qo‘liga osongina yetib borishi zaharlanish xavfini tug‘diradi.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oksidi, xloridi, bromidi, yodidi suvda erimaydi va zaharli hisoblanmaydi.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Kumush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Tibbiyot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Lyapis qalami (AgNO3)  ·  Kollargol, protargol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 sohalar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Fotografiya, oyna yasash  ·  Sochni bo‘yash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Zaharli emas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Ag2O, AgCl, AgBr, AgI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Kumush birikmalari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62; Malaka materiali №072 (TFI Toksikologik kimyo kafedrasi)., 10-ma’ruza: Kumush, betlar: ma’ruza matni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Kumush bilan zaharlanish va chiqarilishi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bilan zaharlanganda teri kulrang-yashil tusga kiradi.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organizmdan asosan yo‘g‘on ichak orqali chiqariladi.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tuzlarining changi nafas yo‘llari orqali kirganda kapillyarlar zararlanadi.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to‘qimalarda uzoq yig‘ilishi (argiriya) tufayli teri ko‘kimtir-kul rangga bo‘yaladi.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Teri tusi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kulrang-yashil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Chiqarilishi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yo‘g‘on ichak orqali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Uzoq yig‘ilish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argiriya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Kumush zaharlanishi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62; Malaka materiali №072 (TFI Toksikologik kimyo kafedrasi)., 10-ma’ruza: Kumush, betlar: ma’ruza matni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Kumush: ditizon bilan dastlabki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Mineralizatga (5 ml) xloroform (5 ml) va 2-3 tomchi 0,02% ditizon xloroformli eritmasi qo‘shib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bo‘lsa qatlam sariq tilla rangga bo‘yaladi; simob ham shunday rang beradi, halaqit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Farqlash: 0,5 n HCl bilan chayqatilganda kumush ditizonat parchalanib yashil ditizon rangi paydo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Kumush ditizonati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Sariq tilla rang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0,5 n HCl: parchalanadi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Yashil ditizon rangi paydo bo‘ladi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Simob ditizonati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Sariq tilla rang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0,5 n HCl: parchalanmaydi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Rang saqlanib qoladi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Ag va Hg ditizonati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Kumushni NaCl bilan cho‘ktirish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100 ml mineralizatga 0,5 g NaCl qo‘shiladi; cho‘kma bo‘lmasa 80°C da 2 soat, so‘ng 1 sutka qoldiriladi.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Cho‘kma filtrlanadi; filtrat boshqa elementlar tahlili uchun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Filtrdagi cho‘kma 0,5 n HCl, suv va nihoyat 8 n NH4OH bilan yuviladi: AgCl ammiakatga o‘tadi.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Mineralizat + NaCl (0,5 g)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80°C da 2 soat yoki 1 sutka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Filtrlash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 n NH4OH bilan yuvish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AgCl ni ajratish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AgCl ning ammiakatga o‘tishi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Filtrdagi cho‘kma 0,5 n HCl, suv va nihoyat 8 n NH4OH bilan yuviladi.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Ammiak ta’sirida AgCl eriydi: kumush ammiakat kompleksi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Olingan eritmadan qayta kristallanish, HNO3, KI va pikrat reaksiyalari bajariladi.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AgCl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 NH4OH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[Ag(NH3)2]Cl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 H2O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Cho‘kma 8 n NH4OH bilan yuviladi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Cho‘kma eriydi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AgCl + ammiak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Kumush ammiakatining tasdiqlovchi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 kristallanish: 1-2 tomchi eritma uy haroratida bug‘latilsa, oktaedr va tetraedr kristallari ko‘rinadi.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Nitrat kislota bilan oq AgCl cho‘kmasi; kaliy yodidning to‘yingan eritmasi bilan sariq AgI cho‘kmasi.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087"/>
                <a:gridCol w="300688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Bug‘latish (mikroskop)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Oktaedr, tetraedr kristallari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HNO3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Oq AgCl cho‘kmasi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 (to‘yingan)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 AgI cho‘kmasi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Ag[NH3]2Cl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Kumush: pikrat reaksiyasi va miqdoriy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ammiakati buyum oynasida uchirilgach, qoldiqqa tiomochevina va kaliy pikratning to‘yingan eritmalari qo‘shilsa.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Sariq prizmatik kristallar o‘smasi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Rubidiy va oltin tuzlari bilan qizil prizma shaklidagi AgCl·AuCl3·6RbCl kristallari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 hajmiy usulda uch valentli temir tuzi indikatorligida ammoniy rodanid bilan titrlanib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Ag(NH3)2Cl (qoldiq)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Tiomochevina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Kaliy pikrat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Sariq prizmatik kristallar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Buyum oynasida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Kristallar o‘smasi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Pikrat reaksiyasi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63; Malaka materiali №072 (TFI Toksikologik kimyo kafedrasi)., 10-ma’ruza: Kumush, betlar: ma’ruza matni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 birikmalarining ishlatilishi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 birikmalari bo‘yoq tayyorlash sanoatida, chinni ishlab chiqarishda va qishloq xo‘jaligida zararkunandalarga qarshi kurashda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CuO, CuSO3, Cu(OH)2 (malaxit), CuSO4 va CuCl2 mato bosishda va galvanoplastikada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Tibbiyotda mis sulfat, mis sitrat va kupreks kabi organik birikmalari qo‘llaniladi.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63; Malaka materiali №072 (TFI Toksikologik kimyo kafedrasi)., 10-ma’ruza: Kumush, betlar: ma’ruza matni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Misli pestitsidlar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TXFM (trixlorfenolyat mis) chigitni dorilashda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Shveynfurt yashili va Parij yashili qishloq xo‘jaligi zararkunandalariga va bezgak qo‘zg‘atuvchi chivinlarga qarshi kurashda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Shveynfurt yashili Cu(CH3COO)2·3Cu(AsO2)2, Parij yashili Cu2As2O3 deb yozilgan; ular mis bilan birga mishyak ham saqlaydi.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Mis saqlovchi pestitsidlar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TXFM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Trixlorfenolyat mis  ·  Chigitni dorilash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Shveynfurt yashili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Cu(CH3COO)2·3Cu(AsO2)2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Parij yashili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Cu2As2O3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Misli pestitsidlar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 bilan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 birikmalarining oshqozondan qonga o‘tishi sekin boradi va qusuq massasi bilan chiqarilib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Shimilish hisobiga ich ketadi; qon tomirlarida gemoliz sodir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 ioni organizmdan asosan ichak va buyrak orqali chiqariladi.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Oshqozondan qonga sekin o‘tadi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Qusuq massasi bilan chiqadi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Shimilish: ich ketadi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Qon tomirlarida gemoliz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Ichak va buyrak orqali chiqadi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 bilan zaharlanish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 sulfatning toksik dozalari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 sulfatning kuchli ta’sir ko‘rsata oladigan eng kam miqdori 0,6 g atrofida; uning 1-2 grammi zaharlaydi va o‘limga ham olib kelishi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Ba’zi mualliflarga ko‘ra CuSO4 ning letal dozasi 10 g ga teng.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Zaharlanganda qattiq qorin og‘rig‘i, ko‘ngil aynish, qusish, qon aralash ich ketish; tana harorati 38-40° ga yetadi, burundan qon oqadi.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Kuchli ta’sir (eng kam)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0,6 g atrofida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Zaharlaydi, o‘ldiradi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1-2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Letal doza (mualliflar)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Mis sulfat dozalari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№072 (TFI Toksikologik kimyo kafedrasi)., 10-ma’ruza: Kumush, betlar: ma’ruza matni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Misni DDTK holida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Mineralizatdan mis dietilditiokarbamat mis holida xloroform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HgCl2 bilan simob DDTK hosil bo‘ladi, mis ioni suvli qatlamga o‘tadi.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Cu2+ + qo‘rg‘oshin DDTK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Xloroformda mis DDTK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1% HgCl2 qo‘shiladi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Suvli qatlamda Cu2+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Misni ajratish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Cu-DDTK ni simob bilan parchalash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Mineralizatdan mis dietilditiokarbamat (DDTK) holida xloroform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qatlami HgCl2 eritmasi bilan parchalanadi: simob DDTK hosil bo‘lib, mis ioni suvli qatlamga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qatlam ajratilib, mis uchun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Cu(DDTK)2 (CHCl3 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HgCl2 (1% eritma)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Hg(DDTK)2 (xloroformda)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CuCl2 (suvli qatlamda)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Rang yo‘qolguncha tomchilab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Mis suvli qatlamga o‘tadi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Almashinish reaksiyasi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Misni ajratish: 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Mineralizatga 2-3 tomchi 2,4-dinitrofenol qo‘shilib, sariq rang (pH = 3) hosil bo‘lguncha 25% ammiak tomchilab qo‘shiladi.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Ajratgich voronkada 5 ml qo‘rg‘oshin DDTK xloroformli eritmasi bilan chayqatiladi; qatlam sariq-qo‘ng‘ir bo‘lsa ajratiladi.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Xloroform qatlami 6 n HCl bilan chayqatiladi (ortiqcha (DDTK)2Pb ni yo‘qotish uchun), suv bilan yuviladi.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Rang yo‘qolguncha 1% HgCl2 tomchilab qo‘shiladi, 1-2 ml suv bilan chayqatilib suvli qatlam mis uchun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Indikator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2,4-dinitrofenol, 25% NH3 (pH = 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5 ml Pb-DDTK xloroformda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Yuvish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6 n HCl, so‘ng suv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Parchalash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1% HgCl2 rang yo‘qolguncha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Suvli qatlam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Cu ga tekshiriladi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Misni ajratish tartibi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Misning chinlik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Tetrarodanmerkuriat ammoniy: sariq-yashil cho‘kma; Zn2+ qo‘shilsa qizil-pushti (nilufar) rangli cho‘kma.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Sariq qon tuzi K4[Fe(CN)6]: qizil-qo‘ng‘ir Cu2[Fe(CN)6]; Cd2+ qo‘shilsa nilufar rang.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Temir, kobalt, nikel ham tetrarodanmerkuriat bilan shunday rangli cho‘kma hosil qiladi.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570"/>
                <a:gridCol w="3074404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(NH4)2Hg(CNS)4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Sariq-yashil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+ Zn2+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Qizil-pushti nilufar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K4[Fe(CN)6]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Qizil-qo‘ng‘ir cho‘kma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+ Cd2+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Nilufar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Cu2+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Misni piridin rodan bilan aniqlash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Piridin rodan reaktivi bilan cho‘kma hosil bo‘ladi; xloroform qo‘shilsa cho‘kma erib, qatlam yashil-zumrad rangga bo‘yaladi.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Miqdori: dietilditiokarbamat holida fotoelektrokolorimetrik (FEK) usulda.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Yoki hajmiy usul: trilon B bilan titrlanadi, indikator murexid, sariq rangdan qizil ranggacha.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Piridin rodan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Cho‘kma; CHCl3 da yashil-zumrad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FEK usuli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Dietilditiokarbamat holida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Trilonometriya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Murexid: sariq → qizil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Misni aniqlash va miqdori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64,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Marganets birikmalarining ishlatilishi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Marganets birikmalari elektrodlar, shisha ishlab chiqarish, emal va glazurlar tayyorlashda hamda boshqa kimyo sanoatida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KMnO4 tibbiyotda dezinfeksiyalovchi modda sifatida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 korxonalar va kundalik turmushda tez-tez uchrab turadi.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Marganets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404872"/>
            <a:ext cx="0" cy="2048256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Sanoat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Elektrod, shisha  ·  Emal va glazur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3465576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65576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Tibbiyot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KMnO4 dezinfeksiya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Marganets birikmalari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Marganets zaharlanishi: ta’sir va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Marganets birikmalari buyrak, o‘pka kabi ichki organlarga ta’sir etib qolmay, markaziy asab tizimini ham ishdan chiqaradi.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Belgilar: og‘iz achishishi, ko‘ngil aynash, qusish, oshqozon va qorinda og‘riq; tomoq qo‘ng‘ir rangga bo‘yaladi; Parkinsonizm belgilari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Murdani yorganda shilliq qavatlarda kuyganlik, parenximatoz organlarda normadan tashqari o‘zgarishlar topiladi.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Mn zaharlanishi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404872"/>
            <a:ext cx="0" cy="2048256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Ta’sir etadi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Buyrak, o‘pka  ·  Markaziy asab tizimi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3465576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65576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Belgilar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Og‘iz achishishi, qusish  ·  Tomoq qo‘ng‘ir rangga bo‘yaladi  ·  Parkinsonizm belgilari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Marganets zaharlanishi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KMnO4 bilan zaharlanish va havo me’yori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Korxona havosida marganetsning miqdori 0,0003 mg/l dan oshmasligi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KMnO4 sun’iy abort maqsadida ishlatilganda ko‘pincha o‘tkir zaharlanish ro‘y berib, o‘limga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Konsentrlangan KMnO4 eritmasini og‘iz chayishda va ayollar praktikasida ishlatganda ham zaharlanish ro‘y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KMnO4 uchun LD50 15-20 g ga teng.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Havoda Mn (chegara)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0,0003</a:t>
            </a:r>
            <a:r>
              <a:rPr sz="1500" b="0">
                <a:solidFill>
                  <a:srgbClr val="6B7280"/>
                </a:solidFill>
                <a:latin typeface="Calibri"/>
              </a:rPr>
              <a:t>  mg/l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KMnO4 LD50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15-20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Mn va KMnO4 me’yorlari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65, 58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Marganetsning organlardagi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Marganets kishi organizmida uchrab turadigan, hayot uchun zarur mikroelementlardan biri.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100 g jigarda 0,4 mg, buyrakda 0,28 mg, bachadonda 0,16 mg gacha marganets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Mn sifat reaksiyasi bilan aniqlanadi, shuning uchun miqdor tahlili hal qiluvchi.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Jigar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0,4 gacha</a:t>
            </a:r>
            <a:r>
              <a:rPr sz="11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Buyrak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0,28 gacha</a:t>
            </a:r>
            <a:r>
              <a:rPr sz="11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Bachadon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0,16 gacha</a:t>
            </a:r>
            <a:r>
              <a:rPr sz="11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Mn (100 g organda)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Marganetsning chinlik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Mn2+ kaliy periodat va ammoniy persulfat bilan pushti-qizil permanganatga oksidlanadi.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reaksiya ham spetsifik: boshqa metallar oksidlanib bunday mahsulot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 ioni ta’sirini NaH2PO4, xlor ioni ta’sirini AgNO3 qo‘shib yo‘qotiladi.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MnSO4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(NH4)2S2O8 yoki KIO4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HMnO4 (permanganat)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Oksidlash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Pushti-qizil 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Mn2+ oksidlanishi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Marganets: ikki oksidlovchi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Mn2+ kaliy periodat va ammoniy persulfat yordamida pushti-qizil permanganatga oksidlanadi.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ikkala reaksiya ham spetsifik: boshqa metallar oksidlanib bunday mahsulot bermaydi.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 ioni ta’sirini NaH2PO4, xlor ioni ta’sirini AgNO3 qo‘shib yo‘qotiladi.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Ammoniy persulfat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(NH4)2S2O8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Pushti-qizil permanganat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Kaliy periodat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KIO4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Pushti-qizil permanganat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Halaqit va chora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Fe — NaH2PO4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Cl− — AgNO3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Cr3+ — zarg‘aldoq rang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Mn ni oksidlash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Marganets va xromni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Reaksiyaga xrom ioni halaqit beradi: Cr3+ dan Cr6+ gacha oksidlanib zarg‘aldoq rang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Mineralizatning yashil rangi taxminan xrom borligidan dalolat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Bunday hollarda marganets pH = 8 da dietilditiokarbamat holida xloroformli qatlamga ekstraksiyalab ajratiladi.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Mineralizat (yashil rang)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DDTK, pH = 8, CHCl3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Xloroformda Mn DDTK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Suvli qatlamda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Mn va Cr ni ajratish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Mn ni DDTK bilan ekstraksiya va reekstraksiya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pH = 8 da dietilditiokarbamat holida marganets xloroformli qatlamga ekstraksiyalanadi; xrom suvli eritmada 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Marganets xloroformli qatlamdan nitrat kislota bilan reekstraksiyalab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qatlam Mn2+ ga tekshiriladi; miqdori periodat bilan Mn7+ gacha oksidlab, FEK da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DDTK, pH = 8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Mn xloroformga o‘tadi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Suvli qatlam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Xrom qoladi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Reekstraksiya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HNO3 bilan Mn2+ suvli qatlamga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Oksidlash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KIO4 bilan Mn7+ gacha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FEK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Rangli eritma o‘lchanadi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Mn va Cr ni ajratish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65, 66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Marganetsni reekstraksiya va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 suvli eritmada qoladi; marganets xloroformli qatlamdan nitrat kislota bilan reekstraksiyalab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Suvli qatlam Mn2+ ga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Mn2+ miqdori kaliy periodat bilan Mn7+ gacha oksidlab, hosil bo‘lgan rangli eritmani FEK da aniqlashga asoslangan.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 birikmalarining ishlatilishi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 birikmalari terini oshlashda va to‘qimachilik sanoatida keng qo‘llaniladi; tibbiyotda ishlatilmaydi.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Metallarni xromlashda, gugurt, bo‘yoq, kino va fotoplyonkalar ishlab chiqarishda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Birikmalarining dori sifatida ishlatilmasligiga sabab ularning juda kuchli zahar sifatida ta’sir etishi.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66; Malaka materiali №072 (TFI Toksikologik kimyo kafedrasi)., 10-ma’ruza: Kumush, betlar: ma’ruza matni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Xromning toksikligi va zaharlanish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 birikmalaridan 6 valentlisi 3 valentlisiga nisbatan kuchli zahar; xrom angidridining LD50 = 0,2-1 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Og‘iz orqali qabul qilganda og‘iz, oshqozon, qizilo‘ngach shilliq qavatlari kuyadi va sariq rangga bo‘yaladi.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Qusuq qon aralash bo‘ladi; sianoz, kollaps va yurak faoliyatining susayishi kuzatiladi.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Cr(VI)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Cr(III) dan kuchli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Xrom angidridi LD50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0,2-1</a:t>
            </a:r>
            <a:r>
              <a:rPr sz="1500" b="0">
                <a:solidFill>
                  <a:srgbClr val="6B7280"/>
                </a:solidFill>
                <a:latin typeface="Calibri"/>
              </a:rPr>
              <a:t>  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Asosiy belgi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burun pardasi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Xrom toksikligi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Xrom: murda tekshiruvi va to‘planishi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Murdani yorganda oshqozon va qizilo‘ngach burishib, kichrayib qolgani ko‘rinadi.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Oshqozonda ko‘k rangli (uch valentli xrom) massa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Burun o‘rta pardasining buzilishi xrom bilan zaharlanishning asosiy belgilaridan; xromning asosiy qismi buyrak va jigarda yig‘iladi.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Xromni aniqlashning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ob’ektda xrom bo‘lsa mineralizat yashil rangga bo‘yalgan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 kationi mineralizatda uch valentli bo‘lsa-da, kationlarni ajratishda 6 valentli holatga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Aniqlash nadxrom kislotasi hosil bo‘lishi va difenilkarbazid bilan boradigan reaksiyalarga asoslanadi.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reaksiyada Cr3+ dan Cr6+ gacha oksidlanadi; temir NaH2PO4, xlorid esa AgNO3 qo‘shib niqoblanadi.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Mineralizat yashil (Cr3+)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Cr3+ → Cr6+ oksidlanadi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Nadxrom kislotasi yoki difenilkarbazid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Rangli mahsulot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FEK da miqdori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Xromni aniqlash asoslari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Nadxrom kislotasi hosil bo‘lishi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 kationi mineralizatda uch valentli bo‘lsa-da, kationlarni ajratishda 6 valentli holatga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Nadxrom kislotasi H2Cr2O7 va H2O2 ishtirokida hosil bo‘ladi; zangori rangli, etil atsetat bilan oson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 kationlari NaH2PO4, xlorid anioni AgNO3 qo‘shib ta’siri yo‘qotiladi.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H2Cr2O7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 H2O2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H2Cr2O10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 H2O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Etil atsetat bilan ekstraksiya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Zangori 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Nadxrom kislotasi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Nadxrom kislotasi va difenilkarbazid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Nadxrom kislotasi hosil bo‘lishida zangori rang paydo bo‘ladi; u etil atsetat bilan oson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Difenilkarbazid bilan qizil-binafsha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 miqdori difenilkarbazid bilan hosil bo‘lgan birikmani FEK usulida aniqlanadi.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190"/>
                <a:gridCol w="300578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H2O2 (nadxromat)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Zangori, etil atsetatga o‘tadi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Difenilkarbazid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Qizil-binafsha rang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Cr6+ reaksiyalari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66, 67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Xrom: difenilkarbazid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Xromni aniqlash nadxrom kislotasi hosil bo‘lishi va difenilkarbazid bilan boradigan reaksiyalarga asoslanadi.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Difenilkarbazid bilan qizil-binafsha rang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 miqdori difenilkarbazid bilan hosil bo‘lgan birikmani fotoelektrokolorimetrik usulda o‘lchash bilan aniqlanadi.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Cr6+ (oksidlangan mineralizat)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Difenilkarbazid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Qizil-binafsha birikma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Cr3+ avval Cr6+ gacha oksidlanadi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Miqdori FEK da o‘lchanadi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Difenilkarbazid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66, 67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Chinlik reaksiyalari: solishtirma jadval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Ag: ditizon (sariq tilla), AgCl ni NaCl bilan cho‘ktirish, ammiakatda mikrokristallar.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Cu: DDTK ekstraksiyasi, tetrarodanmerkuriat va sariq qon tuzi reaksiyalari.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Mn: periodat va persulfat oksidlash; Cr: nadxrom kislotasi va difenilkarbazid.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147"/>
                <a:gridCol w="2045969"/>
                <a:gridCol w="192785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Kation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Reaksiya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Ag+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Ditizon, CHCl3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 tilla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Cu2+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Piridin rodan, CHCl3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Yashil-zumrad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Mn2+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Periodat oksidlash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Pushti-qizil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Cr6+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Difenilkarbazid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Qizil-binafsha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Natija rangi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63, 64, 65-66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Halaqit beruvchi ionlar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Kumush: ditizon reaksiyasiga simob halaqit beradi; 0,5 n HCl bilan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Mis: tetrarodanmerkuriat bilan Fe, Co, Ni ham rangli cho‘kma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Marganets: xrom ioni halaqit beradi (Cr3+ dan Cr6+, zarg‘aldoq rang); temir NaH2PO4 bilan, xlorid AgNO3 bilan niqoblanadi.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Halaqit beruvchilar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Kumush aniqlashda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Simob (ditizon)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Mis aniqlashda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Fe, Co, Ni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Marganets aniqlashda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Xrom: Cr3+ → Cr6+  ·  Fe — NaH2PO4  ·  Cl− — AgNO3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Halaqit beruvchi ionlar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63, 64, 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Halaqit beruvchi ionlarni bartaraf etish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Kumush: simob ditizonati ham sariq tilla rang beradi; 0,5 n HCl bilan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Mis: tetrarodanmerkuriat bilan temir, kobalt, nikel ham rangli cho‘kma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Marganets: temir NaH2PO4, xlorid AgNO3 bilan yo‘qotiladi; xrom DDTK bilan pH = 8 da ajratiladi.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900"/>
                <a:gridCol w="3365075"/>
              </a:tblGrid>
              <a:tr h="51206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Aniqlanadi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Halaqit / chora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Kumush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Hg: 0,5 n HCl bilan farqlash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Fe, Co, Ni: o‘xshash cho‘kma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Marganets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 — NaH2PO4; Cl− — AgNO3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Marganets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Cr — DDTK, pH = 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Xrom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 — NaH2PO4; Cl− — AgNO3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Halaqit — chora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63, 64, 65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Miqdoriy aniqlash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Kumush: hajmiy usul — Fe(III) tuzi indikatorida ammoniy rodanid bilan titrlash.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Mis: DDTK ko‘rinishida FEK yoki trilon B bilan titrlash (murexid, sariq-qizil).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Marganets: periodat bilan Mn7+ gacha oksidlab FEK; xrom: difenilkarbazid bilan FEK.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691"/>
                <a:gridCol w="300128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Metall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Titrlash (NH4CNS)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FEK yoki trilon 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Periodat + FEK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Difenilkarbazid + FEK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Miqdor usuli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63, 65, 66-67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Kumush: ditizon, so‘ng NaCl bilan AgCl cho‘ktirish va ammiakatda tasdiqlash.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 DDTK holida ajratiladi; marganets pH = 8 da DDTK bilan xromdan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 Cr6+ ga oksidlanib nadxrom kislotasi va difenilkarbazid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ajratish sxemalari, halaqit beruvchi ionlar, miqdoriy usullar va zaharlilik darajalari.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63, 64-65, 66, 62-67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Marganets kishi organizmida hayot uchun zarur mikroelement: 100 g jigarda 0,4 mg gacha bo‘ladi, shuning uchun uning miqdoriy tahlili hal qiluvchi ahamiyatga ega.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ditizonat HCl ta’sirida parchalanib yashil ditizon rangiga o‘tadi, simob ditizonat esa sariq tilla rangini saqlaydi — farqlashning oddiy usuli.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KMnO4 sun’iy abort maqsadida ishlatilganda ko‘pincha o‘tkir zaharlanish va o‘lim kuzatiladi — bu holat sud-kimyoviy tahlilda uchraydi.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 bilan zaharlanishning asosiy belgisi — burun o‘rta pardasining buzilishi; xromning asosiy qismi buyrak va jigarda yig‘iladi.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Marganets, xrom, kumush, mis birikmalari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58, 62-67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№072 (TFI Toksikologik kimyo kafedrasi). 10-ma’ruza: Kumush, mis, marganets, xrom elementlarini saqlovchi zaharli birikmalar (2011).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