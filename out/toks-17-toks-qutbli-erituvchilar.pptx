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qutbli erituvchi (spirt, suv) bilan avval ajratamiz, keyin organik erituvchiga o‘tkazamiz? Doskada: dars rejasi. Tipik xato: Stas-Otto va Kramarenko usullarini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bu guruhni bitta usul bilan ajratish mumkin emas? Doskada: 3 xossa (kislotali, asosli, neytral). Tipik xato: guruhni faqat alkaloidlar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Doskada: ro‘yxatni sanab chiqing. Tipik xato: sonni ro‘yxat bilan solishtirmasdan ko‘chirish. Kitobda: ro‘yxatda 15 nom (atropin va giostsiamin alohida). Atropin — rasemik giostsiamin; bitta modda sifatida sanalganda 14 ta alkaloid (jami 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ro‘yxatdagi qaysi modda qaysi bo‘lim darsida o‘rganiladi? Doskada: uch ustunli ro‘yxat. Tipik xato: preparat nomi bilan modda nomini aralashtirish (masalan, evipan = geksabarbital).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azot atomi tuz hosil qilishi nimani o‘zgartiradi? Doskada: zanjir. Tipik xato: tuz holidagi moddani to‘g‘ridan-to‘g‘ri organik erituvchiga o‘tadi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Izoh: malaka materiallarida yillar boshqacha (1943/1949) uchraydi; ushbu darsda kitob (toks 95) qabul qilingan.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Stas spirtni nordonlashtirgan? Doskada: Stas – 1851, Otto – 1856. Tipik xato: Stas usulini Stas-Otto bilan bir xil deb ko‘rsatish: tozalash Otto qo‘shgan.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Otto o‘zgarishining mohiyati nima? Doskada: Stas → Otto → keyingi o‘zgartirishlar. Tipik xato: o‘zgartirishlarni yangi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efir qatlami birinchi ekstraksiyada tashlanadi? Doskada: bosqichlar ketma-ketligi raqamlar bilan. Tipik xato: efirli qatlamni ikkala bosqichda ham saqlash.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kitob va malaka tavsifining farqi nimada? Doskada: ikkita tavsifni yonma-yon. Izoh: bu band malaka materialidan (026), kitobda bunday tafsilot yo‘q; harorat va qaysi nordonlashtiruvchi (kitob: oksalat yoki vino kislotasi) turlicha berilgan. Tipik xato: ikki manbani aralashtirib yagona tavsifga birlashtirish.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holatda Stas-Otto hamon afzal? Doskada: «afzalligi / kamchiligi» jadvali. Tipik xato: kamchiliklarni ko‘rib usulni butunlay rad etish — chirigan ob’ekt uchun qulay.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nordonlashtiruvchi kislotalar ko‘payib ketdi? Doskada: Uslar-Erdman – 1861 – HCl. Tipik xato: nordonlashtirilgan suv usulini Stas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Dragendorf usuli Stas-Otto dan nimasi bilan farq qiladi? Doskada: qadamlar. Tipik xato: Dragendorf usulida spirt ishlatilmaydi deb o‘ylash — 96 % spirtda bo‘ktiriladi.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efir tipidagi alkaloid misol keltiring. Doskada: kamchiliklar. Tipik xato: gidroliz kamchiligini faqat spirtli usulga xos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usul ikki olim nomi bilan ataladi? Doskada: 1942 → 1946. Eslatma: malaka 026 materialida yillar 1943 va 1949 deb yozilgan; kitobdagi 1942 va 1946 olindi (manbalar o‘rtasida nomuvofiqlik). Tipik xato: yillarni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tezkor usul qaysi holatda tanlanadi? Doskada: «tezlik» va «emulsiya» ustunlari. Tipik xato: tezkor usulni chirigan ob’ektga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sentrifugalash filtrlashdan nimasi bilan ustun? Doskada: Kramarenko yangiliklari: pH, erituvchi, elektrolit, sentrifuga. Tipik xato: usulni faqat «sulfat kislotali suv»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alkaloid organizmda asosan birikkan holda? Doskada: pH shkalasi va uch qiymat. Tipik xato: murda pH sini tirik organizm bilan bir xil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pH ni tekshirib turish kerak? Doskada: 100 g – 0,02 n – pH 2-2,5 – 2 soat. Tipik xato: pH ni bir marta o‘lchab, boshqa tekshirmaslik.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ammoniy sulfat nima uchun qo‘shiladi? Doskada: sentrifugat – ammoniy sulfat – efir. Tipik xato: efirli ajratmani doim tashlab yuborish: kislotali moddalar uchun tekshirish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pH 8,5-9,0 tanlangan? Doskada: reaksiya tenglamasi. Kitobda: «(NH)2SO4» (bosma xato) — (NH4)2SO4.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yod ioni paxikarpin bilan qanday bog‘liq? Doskada: rang reaksiyasi sxemasi. Tipik xato: bu sinovni xloroform qatlamini emas, suvli qatlamni kuzatish bilan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Talabalar raqamlarni qaysi usulga tegishli ekanini aytsin.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barbituratlar uchun bu usul to‘liq emas? Doskada: afzallik/kamchilik. Tipik xato: Kramarenko usulini barbituratlar uchun ham eng yaxshi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Doskada: jadvalni talabalar bilan to‘ldiring. Tipik xato: Dragendorf va Kramarenko usullarini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ikki ajralma alohida tahlil qilinadi? Doskada: sxema. Tipik xato: ikki ekstraktni aralashtirib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kofein nega kislotali ajralmada? Doskada: ikki ustunli jadval. Tipik xato: strixninni faqat ishqoriy ajralmadan qidirish — kitobga ko‘ra kislotali ajralmada ham tekshiriladi.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suyuq alkaloidlar alohida usul bilan ajratiladi? Doskada: 5 modda nomi. Tipik xato: bu alkaloidlarni nordon sharoitda haydashga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Kramarenko usulida chiqish yuqori? Doskada: jadvalni to‘ldiring. Izoh: jadval malaka 026 dan; birlik jadvalda ustun sarlavhasida «%». Tipik xato: bu qiymatlarni barcha ob’ektlar uchun mutlaq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diapazon kengligi nimani bildiradi? Doskada: jadval. Tipik xato: diapazonning o‘rtasini aniq qiymat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brutsin qatorida qonuniyat buziladimi? Doskada: jadvalni solishtiring. Tipik xato: faqat bitta alkaloidga qarab usulni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barbituratlar uchun alohida usullar kerak? Doskada: eruvchanlik qatori (efir &gt; xloroform, spirt &gt; suv). Izoh: band malaka 060 materialidan. Tipik xato: barbituratlarni alkaloidlar kabi ishqoriy muhitda ajratish.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Valov usuli nega ishqoriy suvdan boshlanadi? Doskada: ikki usul sxemasi. Izoh: bu malaka 060 dagi tavsif; kitobda ular yo‘q. Tipik xato: Valov usulida kislota bilan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qon va siydik uchun usul nega soddaroq? Doskada: pH 2 → pH 13 → pH 10 zanjiri. Izoh: malaka 060 materiali. Tipik xato: oksalat usulining 20-30 % chiqishini «to‘liq ajratish»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usul barbituratlar uchun eng yuqori ko‘rsatkich beradi? Doskada: usullar tartibi: Stas-Otto, Vasilyeva, Kramarenko, Valov, Popov. Izoh: malaka 060 jadvalida birlik ko‘rsatilmagan; ustunlar tartibi shu jadvaldagidek. Tipik xato: barbituratlar uchun Kramarenko usulini tanlash.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aseton qatlamini ajratish uchun nima qilinadi? Doskada: aseton-suv – NaCl – aseton qatlami zanjiri. Izoh: bu usul malaka 026 materialidan, kitoblarda emas. Tipik xato: usulni barcha moddalar uchun umumiy deb o‘ylash — malakada geksamidin va fenobarbital uchun tavsiflangan.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chirigan jigar ob’ekti uchun qaysi usul? Doskada: tanlov sxemasi (toza ob’ekt – suvli; chirigan – spirtli). Eslatma: syllabus nomida Izotov usuli tilga olingan, lekin bu mavzuning kitob betlarida (toks 93-96, dvssm 93-97) Izotov usuli yo‘q; u benzodiazepinlar (gmt) mavzusida o‘rganiladi. Tipik xato: ikki usulning farqini bilmay bittasini hamma ob’ektga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noma’lum ob’ektdan alkaloid ajratish yo‘lini so‘zlab bering. Doskada: usullar vaqt chizig‘i 1851 → 1856 → 1861 → 1942 → 1946 → 1956-1961. Tipik xato: Stas-Otto va Kramarenko usullari qadamlarini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Zaharli moddalarni qutbli erituvchilar bilan ajratish usullari (Stas-Otto, Dragendorf, Vasilyeva, Kramarenko, Izotov va b.)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ob’ektdan qutbli erituvchilar bilan ajratiladigan zaharli moddalar va qutbli erituvchilar bilan ajratishning umumiy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ekstraksiya, organik erituvchi, pH sharoit, elektrolit, ekstraktiv moddalar, ekstraksiya soni, qutbli erituvchi.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 usullari: nordonlashtirilgan spirt (Stas-Otto) va nordonlashtirilgan suv (Dragendorf, Shvaykova-Vasilyeva, Kramarenko).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94; Yuldashev Z.A., Umarova G.Q., Toksikologik kimyo modulidan o‘quv-uslubiy majmua, betlar: 94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 guruhga kiruvchi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Dorivor va zaharli moddalarning bu guruhi kimyoviy tuzilishi jihatidan nihoyatda xilma-xil juda ko‘p birikmalarni o‘z ichiga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Ular: organik kislotalar, ko‘p atomli fenollar, polinitrobirikmalar, anilin, PABK hosilalari, barbituratlar, alkaloidlar, azot saqlovchi sintetik birikmalar.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moddalar kislotali, asosli yoki neytral xossaga ega bo‘lishi mumkin, shuning uchun suvli eritmadan organik erituvchi bilan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Moddalar guruhi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Organik kislotalar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Fenollar, nitrobirikmalar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Ko‘p atomli fenollar  ·  Polinitrobirikmalar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Anilin, PABK hosilalari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Barbituratlar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Alkaloidlar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Azotli sintetik birikmalar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Xilma-xil tuzilish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To‘liq tahlilda tekshiriladigan 28 modda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Kimyogar-ekspert to‘liq kimyo-toksikologik tahlilda bu guruhdan 28 ta moddaga tekshiruv o‘tkazishi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Kitobga ko‘ra ularga 7 ta barbiturat, 14 ta alkaloid va 7 ta azot saqlovchi sintetik birikma kiradi (jami 28).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508"/>
                <a:gridCol w="201446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Soni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Alkaloidlar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Azotli sintetik birikmalar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28 moddaning tarkibi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 va alkaloidlar ro‘yxati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Barbituratlar: barbital, fenobarbital, barbamil, etaminal natriy, siklobarbital (fenodorm), geksabarbital (evipan), benzonal.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Alkaloidlar: morfin, kodein, dionin, geroin, gidrokodon, papaverin, strixnin, atropin, giostsiamin, skopolamin, kokain, paxikarpin, anabazin, nikotin, xinin.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Azot saqlovchi sintetik birikmalar: promedol, aminazin, diprazin, tizertsin, majeptil, triftazin, imizin va uning analoglari.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93, 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 asosiy usul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Kristall holatdagi dorivor moddalar ob’ektdan nordonlashtirilgan suv va nordonlashtirilgan spirt yordamida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sharoitda barbiturat va alkaloidlar molekuladagi azot atomi hisobiga tuz hosil qilib, suvli va spirtli eritmaga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va nordonlashtirilgan suv usullari qo‘llanadi; birinchi usul taxminan 1840 yillarda tavsiya etilgan.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Nordonlashtirilgan spirt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Oksalat yoki vino kislotali etil spirti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Stas (1851), Otto (1856)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Alkaloid tuzlari spirtda yaxshi eriydi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Nordonlashtirilgan suv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Mineral yoki organik kislotali suv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Uslar va Erdman (1861), HCl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Keyin: fosfat, sulfat, oksalat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usul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94; Yuldashev Z.A., Nurmatova M.I., Toksikologik kimyo modulidan o‘quv-uslubiy majmua, betlar: 94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Usullar xronologiyasi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usuli taxminan 1840 yillarda tavsiya etilgan; Stas 1851 yilda uni alkaloidlarni ajratishga qo‘lladi.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1856 yilda F. Otto usulga o‘zgartirish kiritdi; 1861 yilda Uslar va Erdman nordonlashtirilgan suvni qo‘lladilar.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1942 yilda Stepanov va Shvaykova, 1946 yilda Vasilyeva, 1956-1961 yillarda Kramarenko usulni rivojlantirdi.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Stas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1851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Otto o‘zgartirishi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Uslar va Erdman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1861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Stepanov, Shvaykova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1942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Vasilyeva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1946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Kramarenko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1956-1961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Yillar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94, 95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Stas usuli (1851)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Nordonlashtirilgan spirt usulini 1851 yilda belgiyalik olim J.S. Stas alkaloidlarni sud-kimyo ob’ektlaridan ajratish uchun tavsiya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Asos: alkaloidlar tuz holida spirtda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ustiga oksalat yoki vino kislotasi bilan nordonlashtirilgan etil spirti quyilgan; ajralma yot moddalardan tozalanmagan.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Stas-Otto usuli (1856)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1856 yilda F. Otto usulga o‘zgartirish kiritib, spirtli ajralmani tozalashni taklif etdi.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Shundan so‘ng usul Stas-Otto usuli deb yuritila boshlandi.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o‘zgartirishlar: turli mineral kislotalar bilan nordonlashtirish, turli ishqorlar bilan ishqorlash va organik erituvchilarni almashtirish.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94, 95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Stas-Otto usulining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Biomaterial bir necha marta oksalat kislotasi bilan nordonlashtirilgan etil spirtida bo‘ktirilib, 1 sutkaga qoldiriladi.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Spirtli eritmalar yig‘ilib, oz miqdor qolguncha 35 °C da bug‘latiladi; sirop holidagi ajralmaga yot moddalarni cho‘ktirish uchun 96 % etil spirti qo‘shiladi.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Iliq suv bilan suyultirilib, dietil efiri bilan 3 qayta ekstraksiyalanadi; efir qatlam tashlanadi.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Nordon spirtli eritma ammiak yoki natriy bikarbonat bilan ishqorlanib, efir bilan 3 qayta ekstraksiyalanadi va alkaloidlar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Oksalat kislotali etil spirti, 1 sutka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Bug‘latish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35 °C da, oz miqdor spirt qolguncha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Sirop ajralmaga 96 % etil spirti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Efir bilan 1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Iliq suv bilan suyultirib, 3 marta; efir tashlanadi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Ammiak yoki natriy bikarbonat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Efir bilan 2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 marta ekstraksiya; alkaloidlar tekshiriladi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Stas-Otto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Stas usuli: malaka materialidagi tafsilotlar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Maydalangan biologik ob’ekt ikki baravar ko‘p 96° etil spirti bilan aralashtirilib, oksalat kislotasi bilan kuchli nordon muhit hosil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Aralashma suv hammomida 70-75 °C atrofida uzoq qizdiriladi; spirtli eritma ajratilgach, jarayon yana 96 % spirt bilan takrorlanadi.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qoldiq oz suvda eritilib, sulfat kislota qo‘shiladi, natriy bikarbonat bilan ishqorlanib, efir bilan bir necha marta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№026 (TFI Toksikologik kimyo kafedrasi)., Qutbli erituvchilar bilan ajratish usullari, betlar: ma’ruza matni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Nordonlashtirilgan spirt usulining baholanishi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Kamchiliklari: uzoq vaqt talab qiladi, sezgirligi past, qimmatbaho spirt kerak va natijalar o‘zgaruvchan.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Qulayligi: chirigan ob’ektdan ham modda ajratish mumkin, chunki tozalash spirt ishtirokida o‘tgani uchun emulsiya deyarli hosil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materialiga ko‘ra tahlil 8-10 kunga cho‘ziladi va bir tahlil uchun 500 ml dan ortiq toza etil spirti sarflanadi.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Kamchiliklari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Uzoq vaqt talab qiladi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Sezgirligi past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Qimmat spirt kerak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Natijalar o‘zgaruvchan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Qulayligi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Chirigan ob’ektdan ajratish mumkin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Emulsiya deyarli hosil bo‘lmaydi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Baholash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94; Malaka materiali №026 (TFI Toksikologik kimyo kafedrasi)., Qutbli erituvchilar bilan ajratish usullari, betlar: ma’ruza matni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Nordonlashtirilgan suv usuli (1861)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Nordonlashtirilgan suv bilan alkaloidlarni biologik ob’ektdan ajratishni birinchi bo‘lib 1861 yil Z. Uslar va L. Erdman qo‘lladilar.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ob’ektni xlorid kislota bilan nordonlashtirishni taklif etdilar.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Keyinchalik ko‘pchilik mualliflar nordonlashtirish uchun fosfat, sulfat kislotasi va boshqa mineral hamda organik kislotalarni tavsiya etdilar.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Dragendorf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sulfat kislotasi bilan nordonlashtiriladi, suvli eritma qiyom holigacha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Qiyom 24 soat davomida 96 % spirtda bo‘ktirilib, filtrlanadi; filtrat suv bilan aralashtirilib, benzin, petroleyn efiri va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ammiak bilan ishqorlanib, benzin va izoamil spirti bilan yana ekstraksiyalanadi; ekstraktlar aralashtirilib alkaloidlarga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Nordonlashtirish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Ob’ekt sulfat kislota bilan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Bug‘latish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Suvli eritma qiyom holigacha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24 soat, 96 % spirt; filtrlash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1-ekstraksiya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Filtrat + suv: benzin, petroleyn efiri, xloroform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Suvli qatlam ammiak bilan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2-ekstraksiya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Benzin va izoamil spirti; alkaloidlarga tekshiriladi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Dragendorf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Dragendorf usulining kamchiliklari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kislotali ajralmani isitib bug‘latish efir tipidagi ko‘pchilik alkaloidlarning gidrolizlanishiga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Natijada iflos qoldiq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Turli erituvchilar bilan ekstraksiyalab tozalash moddalarning qisman yo‘qolishiga sabab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Shvaykova-Vasilyeva usulining kelib chiqishi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A.V. Stepanov, M.D. Shvaykova, A.A. Vasilyeva va V.F. Kramarenkolarning izlanishlari alkaloidlarni ajratishda katta ahamiyatga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1942 yilda Stepanov va Shvaykova o‘simlik qismlaridan alkaloidlarni oksalat kislotasi bilan nordonlashtirilgan suv bilan ajratish usulini yaratdilar.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1946 yilda A.A. Vasilyeva usulni murda a’zosidan alkaloidlarni ajratishda qo‘lladi; usul Shvaykova va Vasilyeva usuli deyiladi, tezkor usul sifatida ahamiyatli.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Izlanuvchilar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Stepanov, Shvaykova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1942: o‘simlik qismlaridan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A.A. Vasilyeva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1946: murda a’zosidan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V.F. Kramarenko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1956-1961: takomillashtirdi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Oksalatli suv usuli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Vaqt va tezkorlik: Vasilyeva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Baholash: usul tez bajariladi va qimmat reaktivlar talab qilmaydi.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materialiga ko‘ra ob’ektni tekshirishdan xloroformli ajralma olishgacha 3-4 soat ketadi, shuning uchun usul tezlashtirilgan usul deb ham ataladi.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Kamchiligi: nordonlashtirilgan suvda erimaydigan moddalarni ajratish qiyin.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Chirigan ob’ektdan toksikologik ahamiyatli moddalarni to‘liq ajratib bo‘lmaydi: ekstraksiyada barqaror emulsiya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Afzalligi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Tez bajariladi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Qimmat reaktiv talab qilmaydi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Kamchiligi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Nordon suvda erimaydiganlarni ajratish qiyin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Chirigan ob’ektda barqaror emulsiya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Vasilyeva usulini baholash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95; Malaka materiali №026 (TFI Toksikologik kimyo kafedrasi)., Qutbli erituvchilar bilan ajratish usullari, betlar: ma’ruza matni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usulining yaratilishi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1956-1961 yillarda V.F. Kramarenko o‘z o‘quvchilari bilan nordonlashtirilgan suv usulini takomillashtirdi.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ob’ektning pH muhitini, organik erituvchilar xarakterini, elektrolitlar ta’sirini hisobga olishni va filtrlash o‘rniga sentrifugalashni tavsiya etdi.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materialiga ko‘ra Kramarenko guruhi 50 dan ortiq alkaloid va sintetik analoglarini ajratishda pH va erituvchi ta’sirini o‘rgangan.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95; Malaka materiali №026 (TFI Toksikologik kimyo kafedrasi)., Qutbli erituvchilar bilan ajratish usullari, betlar: ma’ruza matni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 uchun pH asosi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organizmda gidroliz, oksidlanish, qaytarilish bilan o‘zgarishi hamda oqsillar bilan suvda erimaydigan kompleks hosil qilishi hisobga olingan.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kuchsiz kislotali muhitda (pH 4-5) oqsillar bilan yaxshi birikadi; pH ortishi bilan bu xususiyat kuchayadi.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organizmda pH 7,3-7,5, murdada taxminan 6,2; kompleksni parchalash uchun pH 2,5-3 ga keltiriladi.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Alkaloid + oqsil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4-5</a:t>
            </a:r>
            <a:r>
              <a:rPr sz="1500" b="0">
                <a:solidFill>
                  <a:srgbClr val="6B7280"/>
                </a:solidFill>
                <a:latin typeface="Calibri"/>
              </a:rPr>
              <a:t>  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Tirik organizm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7,3-7,5</a:t>
            </a:r>
            <a:r>
              <a:rPr sz="1500" b="0">
                <a:solidFill>
                  <a:srgbClr val="6B7280"/>
                </a:solidFill>
                <a:latin typeface="Calibri"/>
              </a:rPr>
              <a:t>  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Murda organizmi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6,2</a:t>
            </a:r>
            <a:r>
              <a:rPr sz="1500" b="0">
                <a:solidFill>
                  <a:srgbClr val="6B7280"/>
                </a:solidFill>
                <a:latin typeface="Calibri"/>
              </a:rPr>
              <a:t>  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Kompleksni parchalash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2,5-3</a:t>
            </a:r>
            <a:r>
              <a:rPr sz="1500" b="0">
                <a:solidFill>
                  <a:srgbClr val="6B7280"/>
                </a:solidFill>
                <a:latin typeface="Calibri"/>
              </a:rPr>
              <a:t>  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pH asosi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bo‘ktirish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100 g ob’ekt 0,02 n sulfat kislota eritmasi bilan bo‘laklar ko‘milguncha quyiladi.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20 % sulfat kislotasi bilan pH 2-2,5 ga keltirilib, 2 soatga qoldiriladi; pH muhit tekshirib turiladi.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quyib olinadi; ob’ekt yana 2 marta (2 va 1 soatdan) shunday bo‘ktiriladi.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Ob’ekt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100 g; 0,02 n H2SO4 bo‘laklar ko‘milguncha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20 % H2SO4 bilan pH 2-2,5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1-bo‘ktirish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 soat; pH muhit tekshirib turiladi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2-3 bo‘ktirish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Yana 2 marta (2 va 1 soat)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Suvli qatlamlar quyib olinadi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Bo‘ktirish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sentrifugat va deproteinlash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 suvli eritmalar yig‘ilib sentrifugalanadi; sentrifugatga to‘yingan eritma hosil bo‘lguncha kristall ammoniy sulfat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1-2 soatdan keyin cho‘kma sentrifugalanadi; cho‘kma 0,02 n sulfat kislota bilan bo‘ktirilib, sentrifugati asosiy sentrifugatga qo‘shiladi (pH 2,0-2,5).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sentrifugat 2 marta 40 ml efir bilan ekstraksiyalanadi; efirli ajratma tashlanadi (yoki kislotali xossali moddalar uchun tekshiriladi).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Sentrifugalash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Nordon suvli eritmalar yig‘ilib sentrifugalanadi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Ammoniy sulfat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To‘yingan eritma hosil bo‘lguncha (kristall)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Cho‘kma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1-2 soatdan so‘ng sentrifugalanadi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Qayta ishlash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0,02 n H2SO4 bilan; pH 2,0-2,5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Efir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 marta 40 ml; efirli ajratma tashlanadi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Deproteinlash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ishqorlash va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 suvli eritmaga 20 % natriy ishqori pH 8,5-9,0 gacha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Reaksiyada ajralgan ammiak hisobiga pH o‘zgaradi: (NH4)2SO4 + 2NaOH → 2NH4OH + Na2SO4.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So‘ngra xloroform bilan 3 qayta ekstraksiyalanadi; ishqorning nojo‘ya ta’siri sifatida morfindan morfolyat hosil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(NH4)2SO4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2NaOH (20 %)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2NH4OH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Na2SO4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pH 8,5-9,0 gacha ishqorlash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Ajralgan ammiak pH ni o‘zgartiradi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Ishqorlash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yod ioniga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Ekstraksiyadan qolgan ishqoriy suvli ajralma kislotali muhit hosil bo‘lguncha kislota bilan nordonlashtiriladi.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nitrit tuzi qo‘shilib, yod ioniga (paxikarpin)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 ioni bo‘lsa, 1 ml xloroform qo‘shib chayqatilganda xloroform qatlami qizil-pushti rang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suvli ajralma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muhitgacha nordonlashtirish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Natriy nitrit qo‘shiladi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xloroform, chayqatish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Qizil-pushti qatlam: yod ioni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Paxikarpin: yod ioni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95, 96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Raqamlar: Stas-Otto va Kramarenko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Stas-Otto: spirtli eritmalar 35 °C da bug‘latiladi, sirop ajralmaga 96 % spirt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Kramarenko: 100 g ob’ekt, pH 2-2,5; efir bilan 2 marta 40 ml ekstraksiya.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 eritma 20 % NaOH bilan pH 8,5-9,0 gacha ishqorlanib, xloroform bilan 3 marta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Stas-Otto, bug‘latish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35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Cho‘ktiruvchi spirt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96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Kramarenko, ob’ekt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Bo‘ktirish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2-2,5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Ishqorlash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8,5-9,0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Xloroform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</a:t>
            </a:r>
            <a:r>
              <a:rPr sz="1500" b="0">
                <a:solidFill>
                  <a:srgbClr val="6B7280"/>
                </a:solidFill>
                <a:latin typeface="Calibri"/>
              </a:rPr>
              <a:t>  marta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Muhim raqamlar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94, 95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Baholash: usul sezgir, zaharli moddalar to‘liq ajratiladi, nisbatan tez bajariladi va reaktivlar topilishi oson.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Kramarenko usuli asosida Stas-Otto va Vasilyeva usullariga ham mo‘tadil sharoitlar tatbiq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Kamchiligi: kislotali xossali moddalar (masalan, barbituratlar) qisman, kam miqdorda ajratiladi.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96; Malaka materiali №026 (TFI Toksikologik kimyo kafedrasi)., Qutbli erituvchilar bilan ajratish usullari, betlar: ma’ruza matni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Qutbli erituvchi usullari: taqqoslash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Stas-Otto usulida nordonlashtirilgan etil spirti, Uslar-Erdmanda HCl li suv, Dragendorfda sulfat kislota ishlatilgan.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Shvaykova-Vasilyeva usuli oksalat kislotali suvga, Kramarenko usuli 0,02 n H2SO4 va sentrifugalashga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Kramarenko usuli sezgir, zaharli moddalar to‘liq ajratiladi va nisbatan tez bajariladi.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410"/>
                <a:gridCol w="2400300"/>
                <a:gridCol w="369265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Nordonlashtiruvchi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Muhim jihati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Stas-Otto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Oksalat kislotali spirt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Chirigan ob’ektda emulsiya kam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Uslar-Erdman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HCl li 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Birinchi suvli usul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H2SO4; 96 % spirt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Efir tipidagi alkaloidlar gidrolizlanadi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Shvaykova-Vasilyeva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Oksalatli 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Tez, qimmat reaktiv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Kramarenko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0,02 n H2SO4, pH 2-2,5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Sezgir; sentrifugalash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Besh usul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94, 95, 96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Hozirgi amaliyot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qutbli erituvchilar bilan pH 2,5-3,0 da ajratiladi (Stas-Otto, Vasilyeva, Kramarenko asosida).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ajralmadan alkaloidlar pH 9 da ekstraksiyalab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Kimyogarda ikki ajralma bo‘ladi: kislotali va ishqoriy; erituvchi ko‘proq xloroform, ba’zan efir.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Ob’ekt, pH 2,5-3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ekstraksiya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Ishqorlash, pH 9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ekstraksiya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Alohida tahlil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Umumiy sxema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 ajralmada tekshiriladigan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sharoitda olingan ajralma barbituratlar, neytral moddalar (fenatsetin), organik kislotalar (salitsil, pikrin) uchun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ajralmada kuchsiz asosli alkaloidlar (kofein, teobromin, teofillin, papaverin, narkotin, strixnin) ham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sharoitda olingan ajralmadan alkaloidlar va ularning sintetik analoglari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Kislotali ajralma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Barbituratlar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Neytral moddalar (fenatsetin)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Salitsil va pikrin kislota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Kofein, teobromin, teofillin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Papaverin, narkotin, strixnin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Ishqoriy ajralma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Alkaloidlar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Ularning sintetik analoglari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Nima tekshiriladi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Suyuq alkaloidlar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 alkaloidlar: anabazin, nikotin, paxikarpin, koniin, arekolinlar.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 holida o‘ziga xos hidli yog‘simon suyuqlik; yetarli darajada uchuvchan, organik erituvchilarda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Tuzlari suvda yaxshi eriydi, asoslari organik erituvchilarda eriydi va suv bug‘i bilan azeotrop aralashma holida haydaladi.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ishqoriy sharoitda suv bug‘i bilan haydab ajratiladi; distillat ishqorlanib, xloroform bilan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Biologik ob’ekt, ishqoriy muhit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bug‘i bilan haydash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Distillat ishqorlanadi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bilan ekstraksiya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 alkaloidlar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 chiqishi: morfin va kodein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Morfin: Stas-Otto 18-21 %, Vasilyeva 21-24 %, Kramarenko 47-51 %.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Kodein: Stas-Otto 24-25 %, Vasilyeva 33-40 %, Kramarenko 59-63 %.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materiali jadvaliga ko‘ra Kramarenko usuli eng qulay.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Nordon spirt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18-21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24-25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Vasilyeva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21-24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33-40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Kramarenko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47-51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59-63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Ajralish,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№026 (TFI Toksikologik kimyo kafedrasi)., Qutbli erituvchilar bilan ajratish usullari, betlar: jadval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 chiqishi: kokain va xinin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Kokain: Stas-Otto 17-19 %, Vasilyeva 25-32 %, Kramarenko 53-56 %.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Xinin: Stas-Otto 14-18 %, Vasilyeva 23-41 %, Kramarenko 63-69 %.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Xinin uchun Vasilyeva usulida diapazon keng (23-41 %).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Kokain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Xinin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Nordon spirt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17-19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14-18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Vasilyeva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25-32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23-41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Kramarenko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53-56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63-69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Ajralish,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№026 (TFI Toksikologik kimyo kafedrasi)., Qutbli erituvchilar bilan ajratish usullari, betlar: jadval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 chiqishi: strixnin va brutsin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Strixnin: Stas-Otto 22-26 %, Vasilyeva 30-34 %, Kramarenko 50-56 %.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Brutsin: Stas-Otto 29-32 %, Vasilyeva 27-33 %, Kramarenko 51-55 %.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uchun nordon spirt usuli Vasilyeva usulidan biroz yuqori chiqish bergan.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Strixnin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Brutsin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Nordon spirt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22-26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29-32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Vasilyeva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30-34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27-33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Kramarenko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50-56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51-55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Ajralish,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№026 (TFI Toksikologik kimyo kafedrasi)., Qutbli erituvchilar bilan ajratish usullari, betlar: jadval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 va qutbli erituvchilar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(tiopental natriydan tashqari) qattiq kristall moddalar: efirda yaxshi, xloroform va spirtda yomonroq, suvda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barbituratlarni efir bilan ekstraksiyalash yaxshi natija beradi; yuqori haroratda quruq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uchun uzoq vaqt alkaloid usullari qo‘llangan; so‘nggi yillarda xususiy usullar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№060 (TFI Toksikologik kimyo kafedrasi)., 4-ma’ruza: Ob’ektdan zaharli moddalarni qutbli erituvchilar yordamida ajratib olish, betlar: ma’ruza matni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Barbituratlar: Gruss-Xardi va Valov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Gruss-Xardi usuli (benzonal uchun): ob’ekt HCl bilan pH 2 ga nordonlashtiriladi, ammoniy sulfat bilan to‘yintirilib, xloroform va spirt aralashmasi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qatlami pH 7,4 fosfat buferi bilan ishlanadi: xloroformli qatlam benzonalga, buferli qatlam benzoy kislotasiga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Valov usuli: ob’ekt ishqorli suv bilan pH 10 gacha; suvli qatlamga Na volframat va H2SO4 (pH 2), cho‘kma sentrifugalanadi, barbituratlar efirga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№060 (TFI Toksikologik kimyo kafedrasi)., 4-ma’ruza: Ob’ektdan zaharli moddalarni qutbli erituvchilar yordamida ajratib olish, betlar: ma’ruza matni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Barbituratlar: oksalat usuli, qon va siydik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Shvaykova va shogirdlari usuli: ob’ekt oksalat kislotali suv (pH 2) bilan ajratilib, suvli eritma xloroform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 0,1 n ishqor bilan chayqatilib tozalanadi, suvli qatlam pH 2 gacha nordonlanib, xloroform bilan qayta ekstraksiyalanadi; 20-30 % barbiturat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siydikdan: HCl bilan pH 2 da xloroformga ekstraksiya; pH 13 da ishqor bilan reekstraksiya, pH 10 borat buferida spektrofotometrik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№060 (TFI Toksikologik kimyo kafedrasi)., 4-ma’ruza: Ob’ektdan zaharli moddalarni qutbli erituvchilar yordamida ajratib olish, betlar: ma’ruza matni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 chiqishi: usullarni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Barbamil: Stas-Otto 45, Vasilyeva 19, Kramarenko 7, Valov 35, Popov 43.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Barbital: 32, 14, 20, 26, 28. Geksenal: 16, 31, 5, 32, 42. Fenobarbital: 48, 29, 7, 35, 38.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Siklobarbital: 19, 20, 2, 30, 40. Etaminal: 41, 18, 4, 27, 43. Tiopental: 11, 17, –, 16, 20.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Demak, Kramarenko usulida barbituratlarning bir qismi ammoniy sulfat bilan cho‘kishi mumkin, shuning uchun to‘liq ajratib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№060 (TFI Toksikologik kimyo kafedrasi)., 4-ma’ruza: Ob’ektdan zaharli moddalarni qutbli erituvchilar yordamida ajratib olish, betlar: jadval, ma’ruza matni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Aseton-suv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sharoitda ob’ekt uch marta aseton-suv bilan bo‘ktirilib ekstraksiyalanadi; aseton-suvli eritmalar birlashtirilib sentrifugalanadi.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Sentrifugat natriy xlorid bilan aseton qatlami ajralguncha to‘yintiriladi; aseton qatlami ajratilib, aseton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qism 3 qayta xloroform bilan ekstraksiyalanadi; qoldiq YuQX bilan tozalanib, geksamidin va fenobarbital bir-biridan ajratiladi.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№026 (TFI Toksikologik kimyo kafedrasi)., Qutbli erituvchilar bilan ajratish usullari, betlar: ma’ruza matni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Usulni tanlash va mavzuda kitob qamramagan joylar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Nordonlashtirilgan suv usulining yagona kamchiligi: uzoq turib chirigan ob’ektdan xloroform bilan ajratishda barqaror emulsiya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sud kimyogari ashyoviy dalil holatiga qarab ikki usuldan birini tanlaydi.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 spirt usuli chirigan ob’ektda emulsiya kam beradi; suvli usul esa tez va sezgir.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№026 (TFI Toksikologik kimyo kafedrasi)., Qutbli erituvchilar bilan ajratish usullari, betlar: ma’ruza matni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Qutbli erituvchilar: nordonlashtirilgan spirt (Stas 1851, Otto 1856) va nordonlashtirilgan suv (Uslar-Erdman 1861, Dragendorf, Vasilyeva, Kramarenko).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Kramarenko usuli: 100 g ob’ekt, 0,02 n H2SO4, pH 2-2,5, sentrifugalash, ammoniy sulfat, pH 8,5-9,0 da xloroform bilan 3 qayta ekstraksiya.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Hozirgi amaliyotda ob’ekt pH 2,5-3,0 da ajratilib, ikki ajralma (kislotali va ishqoriy) alohida tahlil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usullarni solishtiring; Kramarenko usulining pH asosini tushuntiring.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94, 95, 96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usuli taxminan 1840 yillarda tavsiya etilgan va rivojlantirilgan; Stas uni 1851 yilda alkaloidlarga qo‘llagan.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Morfinni ishqorlash vaqtida morfolyat hosil bo‘lmasligi Kramarenko usulining afzalligi sifatida ko‘rsatilgan.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Kitobdagi misol: alkaloidlar kuchsiz kislotali muhitda (pH 4-5) oqsillar bilan yaxshi birikadi.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jadvaliga ko‘ra morfin ajratish: nordon spirt 18-21 %, Kramarenko usuli 47-51 %.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 moddalarni qutbli erituvchilar bilan ajratish usullari (Stas-Otto, Dragendorf, 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93-96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94-95, 97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№026 (TFI Toksikologik kimyo kafedrasi). Qutbli erituvchilar bilan ajratish usullari (ma’ruza).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№060 (TFI Toksikologik kimyo kafedrasi). 4-ma’ruza: Ob’ektdan zaharli moddalarni qutbli erituvchilar yordamida ajratib olish, ajralmalarni tozalash, ta’sir qiluvchi omillar (2009).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