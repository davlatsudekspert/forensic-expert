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o‘lim vaqtini aniqlash faqat shifokorlar masalasi emas? 2) A’zo tanqisligi qanday axloqiy savollar tug‘diradi? Doskada: ‘Reanimatsiya → o‘lim vaqti → a’zo olish’ strelkali chizma chizdiring. Tipik xato: talabalar o‘lim vaqti masalasini faqat tibbiy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Rejadagi qaysi blok sizga eng munozarali ko‘rinadi? 2) ‘Prezumptsiya’ so‘zini o‘z so‘zingiz bilan izohlang. Doskada: besh bloklik zanjirni daftarga ko‘chirtiring. Tipik xato: prezumptsiyani ‘hujjat’ deb tushunish; u oldindan taxmin qilingan rozilik yoki norozilikdir.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Donor va retsipient bir shaxs bo‘lishi mumkinmi? 2) Nega klinikadan oldin eksperimental bosqich kerak? Doskada: ‘Donor → a’zo → Retsipient’ sxemasini chizdiring. Tipik xato: eksperimental transplantatsiyani klinik amaliyotning o‘zi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klinikadan oldin eksperimental bosqich kerak? 2) Retsipientning immun holati nimaga muhim? Doskada: eksperimentdan klinikagacha bo‘lgan zanjirni chizdiring. Tipik xato: eksperimental transplantatsiyani to‘g‘ridan-to‘g‘ri bemorga ko‘chirish deb tushunish. Aslida bu klinikadan oldingi bosqich.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Qaysi turda donor va retsipient bir shaxs? 2) Hayvondan a‘zo olish qaysi turga kiradi? Doskada: jadvalni talabalar bilan birga to‘ldiring. Tipik xato: izotransplantatsiyani allotransplantatsiya bilan aralashtirish. Egizak donor genetik jihatdan aynan o‘xshash. Manbada izotransplantatsiya uchun aniq klinik misol berilmagan.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Egizak donor bo‘lsa, nega bu auto- emas? 2) Allo- va kseno- orasidagi asosiy farq nima? Doskada: to‘rt tur uchun ’donor kim?’ savoliga bir so‘zli javoblarni yozdiring. Tipik xato: egizakni retsipientning ’o‘zi’ deb hisoblash. Egizak alohida shaxs, auto-da esa donor aynan retsipientning o‘zi.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Talabalar javobni qo‘l ko‘tarib yoki varaqda yozadi. Javoblar: 1 — autotransplantatsiya; 2 — izotransplantatsiya; 3 — ksenotransplantatsiya. Muhokama savoli: nega egizakdan olingan transplantat allo emas, izo deyiladi? Doskaga to‘rt turni donor–retsipient o‘qlari bilan chizdiring. Tipik xato: izo- va allo- turlarini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Guruhlarda muhokama, so‘ng javoblar. Kuyish va leykoz — autotransplantatsiya (bemorning o‘zi donor); egizak — izotransplantatsiya. Muhokama savollari: autotransplantatsiyada nima uchun immun rad etish muammosi bo‘lmaydi? Egizak donorda qanday etik masala qolishi mumkin? Doskada uchala holat uchun donor va retsipient chizmasini chizing. Tipik xato: leykozdagi ilik ko‘chirishni har doim allotransplantatsiya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 savollari: nima uchun tibbiy omillar bor, lekin eng katta qiyinchilik etik-huquqiy deyilgan? Immunosupressiv terapiya nima uchun kerak (immunitetni susaytirish, rad etishning oldini olish)? Doskada ikki ustunli jadval chizdiring: tibbiy va etik-huquqiy cheklovlar. Tipik xato: tijoratlashtirishni faqat a’zo sotish deb tushunish; manbada bu faoliyatni foydaga bo‘ysundirish sifatida ta’riflangan.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shifokor «zarar yetkazma» tamoyiliga to‘liq amal qila olmaydi? 2) Foyda zarardan yuqori ekanini kim va qanday baholaydi? Doskada: 5 bosqichli zanjirni chizdiring. Tipik xato: «zarar yetkazma» tamoyili bekor bo‘ladi deb o‘ylash. Aslida unga to‘liq amal qilib bo‘lmaydi, shuning uchun foyda va zarar solishtiriladi.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murdadan olish eng keng tarqalgan tur? 2) Uch muammodan qaysi biri eng murakkab va nega? Doskada: jadvalni chizib, har qatorga o‘zingiz bir misol yozing. Tipik xato: tirik donor va murda donorni aralashtirish. Tirik donorda asosiy muammo donorga yetadigan zarar, murda donorda esa o‘limni tasdiqlash, rozilik va din masalalari.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Talabalar 3-4 kishilik guruhlarda ishlaydi. Muhokama: 1) Foyda va zararni solishtirish nimalarga tayanadi? 2) Davlat qonuniy doirani nega belgilaydi? Doskada: ikki ustunli «Foyda | Zarar» jadvalini chizdiring. Tipik xato: faqat qarindoshlar donor bo‘la oladi deb o‘ylash. Manbada qarindosh bo‘lmaganlar ham tirik donor bo‘lishi mumkinligi aytilgan, doirani esa har bir davlat qonuni belgilaydi.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1) Nega o‘lim vaqti masalasi aynan reanimatsiya va transplantatsiya rivojlangach keskinlashdi? 2) Tirik va o‘lik donorda asosiy muammolar qanday farqlanadi? Doskada: ikki ustunli sxema chizing — «tirik donor» va «o‘lik donor», har biriga asosiy muammoni yozing. Tipik xato: talabalar o‘limni aniqlashni faqat tibbiy masala deb o‘ylashadi.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Nega miya sun’iy tizimlar bilan almashtirib bo‘lmaydigan tizim hisoblanadi? 2) Belgilardan birining o‘zi yetarlimi? Doskada: diagrammadagi besh bosqichni o‘zingiz strelkalar bilan chizing. Tipik xato: mustaqil nafasning to‘xtashini yolg‘iz o‘zi miya o‘limiga teng deb bilish.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1) Nega Garvard mezonlari tibbiyot hamjamiyati uchun muhim bo‘ldi? 2) Qonunchilikda miya o‘limini tan olish nimani o‘zgartiradi? Doskada: uchta belgini «+» belgisi bilan yozib, natija sifatida «miya o‘limi» deb chizing. Tipik xato: belgilarni ketma-ket emas, ajratilgan holda sanash.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O‘lim vaqtini aniqlash nega bioetik masalaga aylandi? 2) Nega miya sun’iy tizim bilan almashtirib bo‘lmaydigan tizim hisoblanadi? Doskada: 5 bosqichli vaqt chizig‘ini chizdiring. Tipik xato: talabalar Garvard mezonlarini VMA Sidney deklaratsiyasi bilan aralashtiradi. Garvard mezonlari ishlab chiqilgan, Sidney deklaratsiyasi esa ularni tan olgan hujjatdir. Eslatma: bu qoida sun’iy ushlab turilgan nafasga ham taalluqli.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Apparat nafasi bemorning tirik ekanini bildiradimi, yoki miya o‘limi mezoni hal qiladimi? 2) Bu vaziyatda yana qaysi shartlar kerak (rozilik masalasi keyingi slaydda)? Doskada: bemor holati belgilarini ustunga yozib, «miya o‘limi» mezonlari bilan solishtiring. Tipik xato: koma va miya o‘limini bir xil deb hisoblash. Koma qaytishi mumkin, miya o‘limi esa qaytmasdir.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Rozilik va norozilik prezumptsiyasida isbotlash yuki kimda? 2) Qaysi usul donor a’zolar tanqisligini kamaytirishi mumkin va nega? Doskada: ikki ustunli «Rozilik / Norozilik prezumptsiyasi» jadvalini chizdiring. Tipik xato: rozilik prezumptsiyasi va norozilik prezumptsiyasini aralashtirish. Diqqat: rozilik prezumptsiyasi ≠ norozilik prezumptsiyasi.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Jim qolish nima uchun ikki tizimda turlicha oqibat beradi? 2) Qaysi tizim shaxs erkinligini ko‘proq himoya qiladi? Doskada: ikki ustunli jadval chizdiring (A — rozilik, B — norozilik) va har ustunga ‘kim nima qilishi kerak’ni yozdiring. Tipik xato: talabalar ikki prezumptsiyani aralashtirib, jim turishni har ikkala tizimda rozilik deb hisoblaydi.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Nima uchun G‘arbiy Yevropa davlatlari turli prezumptsiyani tanlagan bo‘lishi mumkin? 2) Qonunchilikdagi farq donorlar soniga qanday ta’sir qilishi mumkin? Doskada: ikki guruhga bo‘lingan davlatlar ro‘yxatini yozdiring. Tipik xato: Fransiya va Germaniyani Avstriya bilan bir guruhga qo‘yish (G‘arbiy Yevropa bir xil emas). Eslatma: o‘zbek qonunchiligi haqida ma’lumot manbada yo‘q.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 (2 daq mustaqil fikr, 4 daq muhokama). Muhokama: 1) A holatda yaqinlar keyinroq e’tiroz bildirsa nima bo‘ladi? 2) Norozilik prezumptsiyasida donor-karta bo‘lmasa, shifokor nima qilishi kerak? Doskada: A va B holatlar uchun ‘ha/yo‘q’ qarorlar daraxtini chizdiring. Tipik xato: norozilik haqidagi xabarni muassasaga yetkazmaslik shart deb o‘ylash — manbada xabar muassasaga ma’lum qilinishi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Rozilik prezumptsiyasida norozilik qanday bildiriladi? 2) AQSHdagi “donor-karta” qaysi prezumptsiyaga mos keladi? Doskada: ikki ustunli (rozilik / norozilik) jadval chizdiring, davlatlarni joylashtiring. Tipik xato: talabalar ikki prezumptsiyani almashtirib yuboradi.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Nega faqat ixtiyoriy berish tanqislikni yecha olmaydi? 2) Qaysi yo‘l etik jihatdan eng qulay? Doskada: tanqislik markazda, to‘rt yechim yo‘lini strelkalar bilan chizdiring. Tipik xato: talabalar hujayra kulturasi usulini amaliyotga joriy etilgan deb o‘ylaydi, aslida u hali ilmiy tadqiqot bosqichida.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Sun’iy a’zo donor muammosini qaysi etik masalalardan xalos qiladi? 2) Nega bu yo‘l qimmat? Doskada: amaliyotda ishlatiladigan sun’iy a’zolar ro‘yxatini tuzdiring. Tipik xato: sun’iy a’zoni xenotransplantatsiya bilan aralashtirish (u hayvon a’zosi, bu mexanik vosita).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Insonlar ming yillardan beri hayvonlarni oziq-ovqat uchun o‘ldirgan; bu ksenotransplantatsiyani oqlaydimi? 2) Hayvon a’zosi bor odam o‘zini qanday his qilishi mumkin? Doskada chizish: transgen cho‘chqa zanjirini 4 qadamda chizdiring. Tipik xato: transgen cho‘chqa bilan rad etish xavfi butunlay yo‘qoladi deb o‘ylash. Matnda faqat ‘kamayishi kerak’ deyilgan.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Nega o‘z hujayrasidan olingan to‘qima immunologik jihatdan qulay? 2) Bu yo‘l qaysi etik-huquqiy muammolarni hal qiladi? Doskada chizish: hujayradan to‘qimagacha zanjirni chizib, oxiriga ‘donor = retsipient’ deb yozing. Tipik xato: bu usul hozir keng amaliyotda deb o‘ylash; aslida u kelajak texnologiyasi.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Adolat prinsipi nima uchun taqsimlashning asosi? 2) Ro‘yxatda birinchi bemor nega darhol operatsiya olmasligi mumkin? Doskada chizish: taqsimlash zanjirini chizib, ‘moslik’ bosqichini ajratib belgilang. Diqqat: xato qilish xavfi — ‘ro‘yxatda birinchi’ ≠ ‘operatsiya birinchi’; hal qiluvchi omil immunologik moslik. Tipik xato: faqat kasallik og‘irligi navbatni belgilaydi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tanqislik a’zoni mahsulotga aylantiradi? 2) Taqiqqa qaramay qora bozor nima uchun saqlanadi? Doskada: 5 bosqichli zanjirni talabalar bilan birga chizing. Tipik xato: tijoratlashtirishni faqat pul to‘lash deb tushunish; aslida bu faoliyatni foydaga bo‘ysundirishdir.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Talabalar javobni 1 daqiqa o‘ylab, juftlikda muhokama qiladi. To‘g‘ri javob: kutish varaqasi — a’zo kerak bo‘lgan bemorlar ro‘yxati, taqsimlash adolat prinsipiga tayanadi. Muhokama: nega og‘ir bemor ham varaqada birinchi bo‘lsa-da, mos a’zo topilmasligi mumkin? Doskada: ikki ustun — «varaqa» va «moslik». Tipik xato: tartib raqamini yagona mezon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1) Moddiy majburiyat ostida berilgan rozilikni erkin deyish mumkinmi? 2) Savdo kimlarga foyda, kimlarga zarar keltiradi? Doskada: «donor — vositachi — reципиент» sxemasini chizib, har bir tomonning xavfini belgilang. Tipik xato: rozilik bo‘lsa savdo ham axloqiy deb hisoblash; ixtiyoriy rozilik va ijtimoiy adolat birga talab qilinadi.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Nega pravoslav cherkovi rozilik prezumptsiyasini erkinlik buzilishi deb hisoblaydi? 2) Katolik va protestant qarashlari qayerda farq qiladi? Doskada: uch ustunli jadvalni talabalar bilan birga to‘ldiring. Tipik xato: xristianlikning barcha oqimlari bir xil fikrda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Yahudiylikda ikki shart (o‘lishdan oldingi ruxsat va oilaning e’tirozsizligi) nima uchun muhim? 2) Hadya sharti donorlikni qanday ma’noda ixtiyoriy qiladi? Doskada: yahudiylik uchun shartlar zanjirini chizing. Tipik xato: yahudiylikda hayotni qutqarish istisnosini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1) Qaror ’zarar etkazma’ tamoyili bilan qanday bog‘liq? 2) Nega tijorat qat’iy taqiqlangan? Qo‘shimcha: o‘lganning shaxsi yoki vorislari noma’lum bo‘lsa, musulmonlarning vakolatli rahbari rozilik beradi (norozilik prezumptsiyasi). Doskada: to‘rt qatorli jadvalni chizing. Tipik xato: ’Islomda har qanday a’zoni ko‘chirish mumkin’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Muhokama: 1) Dinlarning qaysi jihatlari umumiy (ixtiyoriylik, savdoga qarshilik)? 2) Oilaning roziligi qaysi dinlarda alohida talab qilinadi? Doskada chizish: dinlar ustunlari va «murdadan olish», «oila roziligi», «savdo» qatorlaridan jadval tuzdiring. Tipik xato: barcha dinlar donorlikka bir xil qaraydi, deb o‘ylash. Aslida shartlar farq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Nega genom «insoniyat mulki» deyilgan va bundan qanday adolat talabi kelib chiqadi? 2) Ksenotransplantatsiyada hayvon huquqi va infeksiya xavfi qanday bog‘liq? Doskada chizish: «muammo → etik savol» strelkalari bilan jadvalning qisqa nusxasini chizdiring. Tipik xato: Xalqaro bioetika qo‘mitasi taklifini qonun deb o‘ylash. Manbada bu faqat taklif.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1) Tanqislikka qarshi qaysi yechim sizningcha eng etik jihatdan qulay? 2) Tijoratlashtirish nega «o‘lim hayotni uzaytirishga xizmat qiladi» g‘oyasiga zid? Doskada chizish: 4 ta asosiy tezisni bitta zanjir sxemasida chizdiring. Tipik xato: rozilik va norozilik prezumptsiyasini aralashtirish. Rozilik prezumptsiyasida e’tiroz bildirish kerak, norozilikda esa rozilikni rasmiylashtirish kerak.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Reanimatsiya va transplantatsiyaning huquqiy, ma’naviy va tibbiy jihatlari.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reanimatsiya va transplantatsiya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 oxirida reanimatsiya, transplantologiya va boshqa tibbiy texnologiyalar jadal rivojlandi.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inson o‘limini qayd etish masalasi sof tibbiy muammodan bioetik muammolar toifasiga o‘tdi.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Qo‘llab-quvvatlovchi terapiya va a’zo olish uchun bitta savolga javob kerak: organizmning qaysi holati o‘lim vaqti deb tan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Donor a’zolar jiddiy tanqis: AQSH (Amerika Qo‘shma Shtatlari) va Yevropada ko‘chirib o‘tkazish muhtojlarning taxminan 35 foiziga nasib qilmaydi.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asosiy tushunchalar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Avval transplantatsiya turlari hamda tibbiy va etik-huquqiy cheklovlar ko‘riladi.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Keyin miya o‘limi mezoni va o‘likdan a’zo olish tartiblari: rozilik va norozilik prezumptsiyasi (oldindan taxmin).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 a’zo tanqisligi, taqsimlash, tijoratlashtirish va turli dinlarning munosabati yoritiladi.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Turlar va tibbiy cheklovlar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o‘limi mezoni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Rozilik prezumptsiyasi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Tanqislik, taqsimlash, tijorat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Dinlar nuqtai nazari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 yo‘nalishi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Transplantatsiya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Transplantatsiya — biror a’zo yoki to‘qimani bir organizmdan ikkinchi organizmga ko‘chirib o‘tkazishdir.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 yoki to‘qima olinadigan shaxs donor, ko‘chirib o‘tkaziladigan shaxs retsipient (qabul qiluvchi)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Odatda u eksperimental va klinik transplantatsiyaga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eksperimental transplantatsiya klinikadan oldingi bosqich; unda biologik, jarrohlik va tashkiliy muammolar ishlab chiqiladi.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Eksperimental va klinik transplantatsiya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Transplantatsiya — a‘zo yoki to‘qimani bir organizmdan ikkinchisiga ko‘chirish. U odatda eksperimental va klinik turga bo‘linadi.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Eksperimental transplantatsiya klinikadan oldingi bosqich: biologik, jarrohlik va tashkiliy muammolar ishlab chiqiladi.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Ko‘chirishdan keyin retsipientning immun holati o‘rganiladi; moslashuvga yordam beradigan yangi preparatlar ishlanadi.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Eksperiment (klinikadan oldin)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Biologik va jarrohlik masalalar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Tashkiliy masalalar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Immun holatni o‘rganish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Klinik transplantatsiya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Eksperimentdan klinikaga yo‘l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Transplantatsiya turlari: solishtirma jadval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Tasnif donor kimligiga asoslanadi: retsipientning o‘zi, egizagi, boshqa odam yoki hayvon.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Auto- autologik, allo- gomotransplantatsiya, kseno- turlararo transplantatsiya deb ham ataladi.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Leykoz va limfomada yuqori dozali kimyoterapiyadan so‘ng ilik yoki o‘zak hujayralar auto-ko‘chiriladi.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630"/>
                <a:gridCol w="1380505"/>
                <a:gridCol w="115283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Donor kim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Autotransplantatsiya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Retsipientning o‘zi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Kuygan joyga sog‘ qismdan teri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Izotransplantatsiya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Tuxumdosh egizak (genetik bir xil)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Egizakdan a‘zo yoki to‘qima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Allotransplantatsiya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Genetik jihatdan boshqa odam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inson organizmidan a‘zo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Ksenotransplantatsiya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Boshqa biologik tur hayvoni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Hayvondan olingan a‘zo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To‘rt tur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Diqqat: auto- va izotransplantatsiyani adashtirmang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Auto-: retsipientning o‘zi donor. Masalan, og‘ir kuyishda shikastlanmagan joydan kuygan joyga teri ko‘chiriladi.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Izo-: donor boshqa shaxs, ya‘ni retsipientga immunologik va genetik jihatdan aynan o‘xshash tuxumdosh egizagi.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Allo-: donor genetik va immunologik jihatdan farq qiladigan boshqa odam. Kseno-: donor boshqa biologik tur hayvoni.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auto- ≠ izo-, allo- ≠ kseno-. Farq donor kimligida: o‘zi, egizak, boshqa odam yoki hayvon.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transplantat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1-vaziyat: leykozda yuqori dozali kimyoterapiyadan keyin bemorga o‘zining suyak iligi hujayralari ko‘chirildi. Bu qaysi tur?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2-vaziyat: retsipientga uning tuxumdosh egizagidan a’zo ko‘chirildi. 3-vaziyat: odamga cho‘chqadan a’zo ko‘chirildi. Qaysi turlar?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auto — o‘zi, izo — egizak, allo — boshqa odam, ksено — boshqa biologik tur hayvoni.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izotransplantatsiya (egizak) ≠ allotransplantatsiya (genetik jihatdan farq qiladigan boshqa odam).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qaysi tur?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Og‘ir kuygan bemorga uning shikastlanmagan joylaridan olingan teri kuygan joylarga ko‘chirildi.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Leykozli bemor yuqori dozali kimyoterapiya oldi. Keyin unga o‘zining ilik yoki gemopoetik o‘zak hujayralari qayta ko‘chirildi.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Uchinchi retsipientga a’zoni tuxumdosh egizagi berdi. Ular immunologik va genetik jihatdan bir xil.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har bir holat qaysi turga kiradi va donor kim? Nega bu turlarda donor topish muammosi har xil?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Tibbiy va etik-huquqiy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Tibbiy omillarga immunologik saralash, retsipient salomatligi va immunosupressiv terapiya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katta qiyinchiliklar etik va huquqiy muammolar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Tijoratlashtirish — bu faoliyatni foyda olish maqsadiga bo‘ysundirish demakdir.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Donorni immunologik saralash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Retsipientning salomatlik ko‘rsatkichlari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Tibbiy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Keyingi immunosupressiv terapiya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Etik-huquqiy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 tasdig‘i, olish, taqsimlash, tijorat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Cheklovlar guruhlari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Tirik donor va «zarar yetkazma» dilemmasi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Tirik donordan a‘zo olish donorning sog‘lig‘iga zarar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Dilemma: donorga zarar yoki retsipient (a‘zo oluvchi) hayoti — birini tanlashdan o‘zga iloj yo‘q.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Dilemma foyda va zararni solishtirib hal etiladi: foyda doim zarardan yuqori bo‘lishi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Tirik donordan a‘zo olinadi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Donor sog‘lig‘iga zarar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Dilemma: zarar yoki hayot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Foyda va zarar solishtiriladi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Foyda zarardan yuqori bo‘lsin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Dilemmaning hal etilishi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 donorlik: asosiy muammolar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Murdadan a‘zo va to‘qima olish donorlikning eng keng tarqalgan turi.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Aynan shu tur bir qator etik, huquqiy va diniy muammolar bilan bog‘liq.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Yechimlar xalqaro, milliy va konfessional (diniy) darajadagi hujjatlarda beriladi.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0450"/>
                <a:gridCol w="3467524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Muammo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O‘limni tasdiqlash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Inson o‘lgani qachon qayd etiladi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Ixtiyoriy voz kechish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O‘limdan keyin a‘zodan voz kechish istagi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Diniy yo‘l qo‘yilish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Dinga ko‘ra tanadan foydalanish mumkinmi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asosiy muammo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tirik donor tanlovi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bemorning hayoti a‘zo ko‘chirib o‘tkazishga bog‘liq. Donor bo‘lishga uning akasi ham, yaqin tanishi ham tayyor.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Tirik donor yaqin qarindosh (aka-uka, ota-ona va b.) ham, qarindosh bo‘lmagan shaxs (do‘st, yaqin tanish) ham bo‘lishi mumkin; doirani har davlat qonun bilan belgilaydi.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ikkala holatda ham donorga zarar yetadi. «Foyda zarardan yuqori bo‘lsin» qoidasi bu yerda qanday qo‘llanadi?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qarindosh bo‘lmagan donor tanlanayotganda qonuniy doira nega muhim? Qaror qabul qilishda nimalar solishtiriladi?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O‘limni aniqlash: tibbiy emas, bioetik muammo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XX asr oxirida reanimatsiya va transplantatsiya texnologiyalari rivojlandi. Shu sabab o‘lim faktini tasdiqlash sof tibbiy emas, bioetik muammoga aylandi.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Hayotni ushlab turuvchi terapiya va a’zolarni olish choralari uchun bir savolga aniq javob kerak: organizmning qaysi holati o‘lim vaqti deb tan olinadi?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Transplantatsiyadagi etik-huquqiy muammolarning ko‘pi o‘limni qayd etish, a’zoni ajratib olish, taqsimlash va tijoratlashtirish bilan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tirik donorda asosiy dilemma «zarar yetkazma» qoidasi, o‘lik donorda esa o‘limni tasdiqlash muammosi.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o‘limi tushunchasi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 — qaytmas behushlik, mustaqil nafasning to‘xtashi va miya ustuni reflekslarining yo‘qolishi bilan butun miya nobud bo‘lishi.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Tushuncha chegaradan o‘tgan koma tavsifidan (fransuz nevropatologlari Molar va Gulon) keyin ishlab chiqilgan.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sun’iy tizimlar almashtira olmaydigan nozik tizim; uning yemirilishi o‘lim deb tushuniladi.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Qaytmas behushlik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Mustaqil nafas to‘xtaydi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Ustun reflekslari yo‘qoladi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Butun miya nobud bo‘ladi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o‘limi tasdiqlanadi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Miya o‘limi belgilari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miya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miya o‘limining uchta belgisini ayting. Javob: qaytmas behushlik, mustaqil nafasning to‘xtashi, miya ustuni reflekslarining yo‘qolishi.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ko‘p davlatlarda inson o‘limining bosh mezoni nima? Javob: miya o‘limi; u qonunchilik aktlarida tasdiqlangan.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1968-yilda miya o‘limining Garvard mezonlari ishlab chiqilgan; o‘sha yili aniqlashtirilgan ko‘rinishda dunyo tibbiyot hamjamiyati tan olgan.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mustaqil nafasning to‘xtashi ≠ miya o‘limi; ta’rifda belgilar birga va butun miya nobud bo‘lishi bilan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Miya o‘limi tarixi: Molare, Gulon, Garvard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Fransuz nevropatologlari Molare va Gulon chegaradan o‘tgan komani tavsifladi; shundan miya o‘limi konsepsiyasi chiqdi.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o‘limi: qaytmas behushlik, mustaqil nafasning to‘xtashi va miya ustuni reflekslarining yo‘qolishi.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1968: Garvard mezonlari; Butunjahon tibbiyot assotsiatsiyasi (VMA) Sidney deklaratsiyasi uni tan oldi.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Molare va Gulon: koma tavsifi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Miya o‘limi konsepsiyasi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1968: Garvard mezonlari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1968: VMA Sidney deklaratsiyasi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Qonunlarda o‘lim mezoni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Miya o‘limi g‘oyasi yo‘li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reanimatsiya va miya o‘limi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reanimatsiyadagi bemorda qaytmas behushlik, o‘z nafasi yo‘q, miya ustuni reflekslari yo‘qolgan. Nafas va qon aylanishi apparat bilan ushlanadi.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bu holat o‘limmi? Aksar davlatlarda miya o‘limi inson o‘limining bosh mezoni deb tan olingan.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faqat behushlik yetarli emas. O‘z nafasining to‘xtashi va ustun reflekslarining yo‘qolishi ham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Islom huquqshunoslik akademiyasi qarori (1988): nafas va qon aylanishi sun’iy ushlangan miya o‘limidagi odamdan a’zo olish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Murdadan a’zo olishning uch usuli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Eski usulda tana davlat mulki sanaladi; davlat a’zolardan ehtiyoj va ilmiy maqsadda foydalanishga haqli.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prezumptsiyasi: Avstriya, Belgiya, Ispaniya, Vengriya, Chexiya kabi mamlakatlarda moslangan.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Norozilik prezumptsiyasi: AQSH, Germaniya, Kanada, Fransiya, Italiyada; AQSHda donor-karta bor.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332"/>
                <a:gridCol w="3139643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Asosiy 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Eski usul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O‘limdan keyin tana davlat mulki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Rozilik prezumptsiyasi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Norozilik bildirilmasa, olish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Norozilik prezumptsiyasi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Hayotlikda rozilik hujjati kerak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Hozirgi amaliyot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Rozilik yoki norozilik prezumptsiyasi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Uch usul solishtirmasi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Rozilik va norozilik prezumptsiyasi (A vs 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prezumptsiyasi: norozi bo‘lgan shaxs norozilikni belgilangan tartibda bildirishi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Norozilik prezumptsiyasi: rozi bo‘lgan shaxs rozilikni belgilangan tartibda rasmiylashtirishi lozim.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bu ikki tushuncha aksincha — jimlik birida rozilik, ikkinchisida rad sanaladi.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1090"/>
                <a:gridCol w="2022805"/>
                <a:gridCol w="216408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Rozilik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Norozilik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faraz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 oldindan berilgan deb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Norozilik oldindan bor deb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Kim harakat qiladi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 bo‘lmagan norozilik bildiradi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 bo‘lgan rozilik rasmiylashtiradi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Hujjat yo‘q bo‘lsa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A’zo olishga huquq beradi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Rasmiy rozilik bo‘lmasa, olinmaydi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Namuna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Norozilik muassasaga xabar qilinadi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AQSHda donor-karta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 vs B: prezumptsiyalar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 (3.1 Transplantatsiya)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Davlatlar amaliyoti va qonunchilik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Qariyb 40 davlatda dasturlar Konstitutsiya bo‘limlari yoki maxsus qonunlar bilan tartibga solinadi.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Milliy qonunlar shaxs huquqi, erkinligi va himoyasi bo‘yicha xalqaro normalarga tayanadi.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hujjatlar asosida xabardor ixtiyoriy rozilik va ijtimoiy adolat tamoyillari yotadi.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310"/>
                <a:gridCol w="1680614"/>
                <a:gridCol w="227005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Yondashuv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Davlatlar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Qoida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Avstriya, Belgiya, Ispaniya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Norozilik bildirilmasa — olish mumkin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Rozilik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Vengriya, Chexiya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Huquqiy normalar shunga moslangan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Norozilik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AQSH, Germaniya, Kanada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Yuridik rozilik bo‘lmasa — mumkin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Norozilik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Fransiya, Italiya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“So‘rab olingan rozilik” deyiladi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Davlatlar bo‘yicha taqsimot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 (3.1 Transplantatsiya)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prezumptsiya amalda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A: shaxs vafot etdi. Hayotligida u ham, yaqinlari ham a’zo olinishiga norozilikni sog‘liqni saqlash muassasasiga bildirmagan.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 B: vafot etgan shaxs, uning yaqinlari yoki qonuniy vakili norozilikni muassasaga ma’lum qilgan.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rozilik prezumptsiyasi amal qiladigan mamlakatda A va B holatlarda a’zo olishga huquq bormi? Norozilik prezumptsiyasida-chi?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Yo‘nalish: rozilik prezumptsiyasida A — huquq beriladi, B — berilmaydi. Norozilik prezumptsiyasida yuridik rozilik bo‘lmasa, olish mumkin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 (3.1 Transplantatsiya)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prezumptsiya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marhumning a’zosini olishda “sukut” nimani anglatadi? Bu javob prezumptsiya (taxmin) turiga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Rozilik prezumptsiyasi: norozilik oldindan bildirilmagan bo‘lsa, a’zo olishga huquq beriladi. Avstriya, Belgiya, Ispaniya, Vengriya, Chexiyada shunday.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Norozilik prezumptsiyasi (“so‘rab olingan rozilik”): yuridik rasmiylashtirilgan rozilik bo‘lmasa, a’zodan foydalanib bo‘lmaydi. AQSH, Germaniya, Kanada, Fransiya, Italiyada amal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xavfi! Rozilik prezumptsiyasi ≠ norozilik prezumptsiyasi. Birida norozilikni bildirish kerak, ikkinchisida rozilikni.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Donor a’zolar tanqisligi va yechim yo‘llari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AQSH va Yevropada ham muhtojlarning taxminan 35% i ko‘chirib o‘tkazishga yetisha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Odamlar rozilikni hayotligida rasmiylashtirib, a’zoni ixtiyoriy berishga chaqirilmoqda.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Texnologik yo‘llar ham izlanmoqda: sun’iy a’zo, hujayra kulturasi va hayvon donorligi.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7115"/>
                <a:gridCol w="371085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Yo‘l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Ixtiyoriy berish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Rozilik hayotlikda rasmiylashtiriladi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Sun’iy a’zo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Mexanik; bioelektronika, nanotexnologiya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Hujayra kulturasi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Somatik o‘zak hujayradan to‘qima o‘stirish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Hayvon donorligi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Hayvon a’zolarini olish usullari ishlanmoqda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Tanqislik yechimlari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Sun’iy a’zolar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“Sun’iy buyrak” apparati tibbiyot amaliyotida keng qo‘llanilmoqda.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Kardiotransplantologiyada sun’iy yurak klapanlari qo‘llana boshlandi. Sun’iy bo‘g‘imlar va ko‘z gavharlaridan ham foydalaniladi.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Sun’iy a’zolar tanqislik hamda tirik va marhum donordan a’zo olish bilan bog‘liq muammolarni yecha boshladi.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yo‘l katta iqtisodiy sarf, ilmiy tadqiqot va sinovlarni talab qiladi. U texnika, kimyo-biologiya fanlari yutuqlariga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Ksenotransplantatsiya: afzallik va muammolar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Cho‘chqa donor sifatida oldinda: xromosomalari, a’zolari odamga yaqin, tez ko‘payadi, uy hayvoni.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Asosiy muammolar: infeksiya va viruslar o‘tishi hamda hayvon a’zosining odamga mosligi.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Hayvon himoyachilari qarshi; shaxs hayvon a’zosini o‘ziniki deb qabul qilishi ruhiy muammo.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Cho‘chqa genomiga odam geni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Transgen cho‘chqa olinadi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 odamga ko‘chiriladi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Rad etish ehtimoli kamayadi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Transgen cho‘chqa yo‘li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Terapevtik klonlash va o‘zak hujayralar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Terapevtik klonlash — genetik texnologiyalar yordamida donor a’zo va to‘qimalar yaratish imkoniyati.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Axloqan qulay: organizmni yorib a’zo olish shart emas; moslik muammosi yechilish imkoni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Hozircha tajriba bosqichida: tog‘ay, mushak to‘qimalari sinalmoqda; amaliyotga joriy etishga hali uzoq.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Odamning somatik hujayrasi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O‘zak hujayra kulturasi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Sun’iy sharoitda to‘qima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Odam o‘zi donor va retsipient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O‘zidan o‘ziga: g‘oya zanjiri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A‘zolarni taqsimlash va kutish varaqalari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Kutish varaqasi — a’zo ko‘chirilishi zarur bemorlar ro‘yxati; unda sog‘liq xususiyatlari ko‘rsatiladi.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navbatdagi og‘ir bemor ham immunologik nomoslik tufayli operatsiyaga yetmasligi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Immunosupressor terapiyani takomillashtirish muammoni qisman hal etadi, ammo u hali dolzarb.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Bemor kutish varaqasiga yoziladi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Adolat prinsipi bo‘yicha navbat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 immunologik mosligi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Mos a’zo topilsa — operatsiya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Taqsimlash jarayoni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Transplantologiyani tijoratlashtirish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Tijoratlashtirish — faoliyatni foyda olishga bo‘ysundirish. Bunda inson a’zosi mahsulotga aylanadi.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Tanqislikda a’zo juda qimmat mahsulotga aylanadi. Ko‘p davlatda a’zo oldi-sottisi qonun bilan taqiqlangan.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 gumanizm g‘oyasiga zid: transplantologiyada o‘lim hayotni uzaytirishga xizmat qilishi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Donor a’zolar tanqisligi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A’zo — qimmat mahsulot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Savdo qonunda taqiqlangan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Talab qora bozorni yaratadi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Sotuvchi-donor: ko‘pincha buyrak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Qora bozor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taqsimlash va savdo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kutish varaqasi nima va a’zolarni taqsimlashda u qaysi prinsipga tayanadi?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tijoratlashtirish nima? Nega tanqislik sharoitida qora bozor paydo bo‘ladi?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 — varaqada birinchi turish operatsiyaga kafolat emas, chunki immunologik moslik ham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«talab taklifni keltirib chiqaradi» — qora bozor mavjudligini shu iqtisodiy qonun izohlaydi.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tanqislik va savdo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tirik odam moddiy qiyinchilik sababli o‘z buyraklaridan birini sotishga qaror qildi. Xaridor — ro‘yxatda kutayotgan bemor.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1: tirik donordan a’zo olish uning sog‘lig‘iga zarar bilan bog‘liq. «Zarar yetkazma» prinsipi bu yerda qanday buziladi?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2: ixtiyoriy rozilik va ijtimoiy adolat prinsiplari nuqtai nazaridan bu savdoni baholang. Rozilik haqiqatan ixtiyoriymi?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 3: Islom a’zo savdosini qat’iy taqiqlaydi, pravoslav cherkovi esa a’zoni oldi-sotti ob’ekti deb qarashga qarshi. Nega?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Xalqaro hujjatlar va diniy nuqtayi nazar: xristianlik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Butunjahon tibbiyot uyushmasi 1987-yilda a’zolarni ko‘chirib o‘tkazish deklaratsiyasini qabul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Unda o‘limni tasdiqlash shartlari va etik tamoyillar belgilangan; shifokor inson sog‘lig‘i haqida qayg‘uradi.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pravoslav rozilik prezumptsiyasini rad etadi; katolik donorlikni rahmdillik deb biladi.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5420"/>
                <a:gridCol w="2076746"/>
                <a:gridCol w="1755808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Cherkov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Qarash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Cheklov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Pravoslav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Savdo mumkin emas; qurbonlik ixtiyoriy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Donor hayotiga xavf — nojoiz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Katolik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Rahmdillik va axloqiy burch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Muqobil davo yo‘q bo‘lsa mumkin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Protestant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Olingan a’zoning qonuniyligi tan olinadi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A’zo sotish — axloqsizlik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Xristian oqimlari qarashi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Yahudiylikda va buddaviylikda transplantatsiya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Yahudiylikda inson tanasiga o‘limidan keyin ham katta hurmat bilan qaraladi; o‘lgan odam tanasini yorish mumkin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A’zo olish faqat inson o‘lishidan oldin ruxsat bergan va oila qarshilik bildirmagan holda mumkin. Donor tanasi buzilmasligiga alohida e’tibor beriladi.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Gap inson hayotini qutqarish haqida ketsa, yahudiylik a’zolarni ko‘chirib o‘tkazishni mumkin deb biladi.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Buddaviylikda a’zoni faqat tirik donordan ko‘chirish mumkin. Yagona sharti — bu kasal uchun hadya bo‘lishi.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Islom: Fiqh akademiyasining 26-sonli qarori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1988-yilda 26-sonli (1/4) qaror: kutilgan foyda mumkin bo‘lgan zarardan yaqqol ortiq bo‘lishi shart.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Hayotiy a’zolar taqiqlanadi; tirik donor musulmon bo‘lib, rozilik berishi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Miya o‘limida (nafas va qon aylanishi sun’iy ushlangan) ruxsat beriladi; tijorat qat’iy taqiqlanadi.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0583"/>
                <a:gridCol w="3427391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Qaror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Foyda va zarar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Foyda zarardan yaqqol ortiq bo‘lsin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Tirik: hayotiy a’zo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Ko‘chirish taqiqlanadi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Miya o‘limi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Sun’iy ushlangan holda ruxsat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Tijorat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Qat’iyan man qilinadi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Qarorning asosiy qoidalari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tahlili: diniy yondashuvlar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miya o‘limi tasdiqlangan bemorning a’zolari boshqa kasalning hayotini saqlab qolishi mumkin. Dinlar bunga qanday qaraydi?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Yahudiylikda a’zo olish marhumning oldindan ruxsati va oilaning e’tirozsizligi bilan mumkin. Islomda donor yoki qarindoshlari rozi bo‘lishi kerak.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Katolik cherkovi donorlikni rahm-shafqat va axloqiy burch deydi. Pravoslav cherkovi uni majburiyat emas, ixtiyoriy fidokorlik deb biladi.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Savdoga qarash o‘xshash: pravoslavlar uni a’zo oldi-sottisi deb rad etadi, protestantlar axloqsizlik deydi, islom qat’iyan man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33-43; Muhamedova Z.M., Bioetika, betlar: II bob, 3-bo‘lim oxiri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muammolar: genom, patent, hamjihatlik, YUNESKO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geni kiritilgan transgen cho‘chqalar a’zosi rad etilish ehtimolini kamaytirishi kerak.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Genom «insoniyat mulki»; qo‘mita daromad qismi hisobidan texnologiyalarni moliyalashni taklif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YUNESKO (BMT ta’lim, fan va madaniyat tashkiloti) etikani 2002–2007 strategiyasida ustuvor qildi.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4630"/>
                <a:gridCol w="2045969"/>
                <a:gridCol w="487376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Muammo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Mohiyati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Etik savol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Ksenotransplantatsiya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Infeksiya, virus o‘tishi; moslik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Hayvon huquqi; o‘zini inson deb his etish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Transgenez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Inson geniga ega hayvonlar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Moslik va rad etilish xavfi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Tengsizlik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Rivojlanayotgan mamlakatlarga qimmat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Hamjihatlik (birdamlik) masalasi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Genom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«Insoniyat mulki»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Daromadni adolatli taqsimlash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Yangi etik muammolar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asosiy tezislar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Transplantatsiya turlari: auto-, izo-, allo- va ksenotransplantatsiya. Murdadan a’zo olish eng keng tarqalgan donorlik bo‘lib, eng ko‘p etik-huquqiy muammo tug‘diradi.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Ko‘p mamlakatda o‘lim mezoni miya o‘limidir. Murdadan olish eskicha usulda yoki rozilik yoxud norozilik prezumptsiyasi bilan amalga oshiriladi.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Tanqislik: AQSH (Amerika Qo‘shma Shtatlari) va Yevropada muhtojlarning taxminan 35 foizi a’zo ololmaydi. Yechim: sun’iy a’zolar, ksenotransplantatsiya, terapevtik klonlash.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Tijoratlashtirishga qarshi zarar yetkazmaslik, xabardor ixtiyoriy rozilik va ijtimoiy adolat prinsiplari turadi. Dinlar savdoni qoralaydi, ko‘pi ixtiyoriy donorlikka ruxsat beradi.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N.M., Saydalixodjayeva O.Z., Saidov A.B., Bioetika, betlar: 33-43; Muhamedova Z.M., Bioetika, betlar: II bob, 3-bo‘lim oxiri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qoling: miya o‘limining 3 belgisi. 1) qaytmas behushlik, 2) mustaqil nafas to‘xtashi, 3) miya ustuni reflekslarining yo‘qolishi. Bu tushuncha fransuz nevropatologlari P. Molar va M. Gulon koma holatini tavsiflaganidan keyin ishlab chiqilgan. Garvard mezonlari 1968-yilda yaratilgan va shu yili Butunjahon tibbiyot assotsiatsiyasining (BTA) Sidney deklaratsiyasida tan olingan.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usuli: rozilik prezumptsiyasi — “aytmasang, rozisan”. Norozilik prezumptsiyasi — “aytmasang, rozi emassan”. Birinchisi Avstriya, Belgiya, Ispaniya, Vengriya, Chexiyada qo‘llanadi. Ikkinchisi AQSh, Germaniya, Kanada, Fransiya, Italiyada (“so‘rab olingan rozilik”) qo‘llanadi. AQShda tirik paytda “donor-karta” rasmiylashtiriladi.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navbat ro‘yxatida birinchi turgan og‘ir bemor ham operatsiyaga yetishmasligi mumkin. Sababi immunologik mos kelmaslik: mavjud donor a’zolar orasidan unga mosini tanlash juda qiyin. Shu bois AQSh va Yevropada ko‘chirib o‘tkazish taxminan 35% muhtojlarga nasib qilmaydi. Muammo immunosupressor terapiya takomillashgani sayin qisman hal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Qiziqarli g‘oya: terapevtik klonlashda odamning o‘z somatik hujayralari boshlang‘ich material bo‘ladi. Shunda inson ham donor, ham retsipient bo‘lib, immunologik moslik va ko‘p etik-huquqiy muammolar hal bo‘ladi. Lekin bu hozircha ilmiy tadqiqot bosqichida, amaliyotga joriy qilishdan hali yiroq “kelajak texnologiyasi”.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Dinlarni solishtirish: a’zo savdosiga barcha qarashlar qarshi. Islom tijorat asosidagi ko‘chirib o‘tkazishni qat’iyan man qiladi. Protestantlar sotishni axloqsizlik deydi. Pravoslav cherkovi a’zoni oldi-sotti ob’ekti deb bilmaydi. Buddaviylikda tirik donordan faqat bemorga in’om sifatida mumkin. Islom Fiqh akademiyasining 1988-yildagi 26-sonli (1/4) qarori miya o‘limida ham ruxsat beradi.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Reanimatsiya va transplantatsiyaning huquqiy, ma’naviy va tibbiy jihatlari.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39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N.M., Saydalixodjayeva O.Z., Saidov A.B. Bioetika (tibbiyot OTM talabalari uchun darslik), Toshkent tibbiyot akademiyasi, Toshkent, 2019 (titul betida 2018). 2019. 3-bob 3.1 «Transplantatsiya» (kitob beti 33-43; miya o‘limi, donorlik turlari, rozilik prezumptsiyasi)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Muhamedova Z.M. Bioetika (o‘quv qo‘llanma, falsafa fakulteti), Toshkent, 2006. 2006. II bob 3-bo‘lim oxiri: a’zo va to‘qimalarni ko‘chirib o‘tkazishdagi axloqiy muammolar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