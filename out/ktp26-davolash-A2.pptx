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o‘lish jarayon, o‘lim esa natija? Doskada: Terminal holatlar zanjiri. Tipik xato: Terminal holatlarni tez o‘limga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Agoniyani «hayot uchun so‘nggi urinish» deyishga sabab nima? Doskada: Uch bosqich davomiyligi. Tipik xato: Terminal pauzani agoniya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Past harorat klinik o‘limni nega cho‘zadi? Doskada: Vaqt chegaralari. Tipik xato: Klinik o‘limni qaytmas holat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tipga misol keltiring. Doskada: To‘rt tip jadvali. Tipik xato: Qisqa agoniyani agoniyasiz o‘lim bilan bir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Evtanaziyaga huquqiy baho qanday beriladi? Doskada: To‘rt tur ro‘yxati. Tipik xato: Evtanaziya tushunchasini faqat aktiv harakat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a’zolar ko‘chirish vaqti muhim? Doskada: Oraliq davr: 20 soat. Tipik xato: Miya o‘limini yurak to‘xtashi bilan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ishonchli, qaysi ehtimoliy? Doskada: Ikki ustun: ehtimoliy / ishonchli. Tipik xato: Nafas yo‘qligini ishonchli belgi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xilni ekspert emas, tergov aniqlaydi? Doskada: Tasnif sxemasi. Tipik xato: Nozo‘raki o‘limni xillarga bo‘lish.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Supravital reaksiya muddati nimani ko‘rsatadi? Doskada: Muddatlar jadvali. Tipik xato: Reaksiya bor — kishi tirik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Ilk va kech o‘zgarishlar farqi nimada? Doskada: Tasnif jadvali. Tipik xato: Sun’iy o‘zgarishni o‘lim muddatini aniqlashda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Sovush tezligiga nimalar ta’sir qiladi? Doskada: Uch joyning tenglashish soati. Tipik xato: Sovushni barcha sharoitda bir xil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Pergament dog‘i va shilinmani qanday ajratamiz? Doskada: Oddiy sinama qadamlari. Tipik xato: Pergament dog‘ini hayotiy jarohat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ATF yetishmasa nima bo‘ladi? Doskada: ATF — mushak sxemasi. Tipik xato: Murda qotishini koagulyatsiya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Buzilgan qotish nimani ko‘rsatadi? Doskada: Vaqt shkalasi: 1–3, 12–16, 24 soat, 3–7 kun. Tipik xato: Qotishni darhol barcha mushaklarda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Qotish tezligiga ta’sir omillarini guruhlang. Doskada: Sust / tez ustunlari. Tipik xato: Barcha yoshda qotish bir xil kechadi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Holat o‘zgargandagi xulq qaysi bosqichni ko‘rsatadi? Doskada: Bosqichlar jadvali. Tipik xato: Bosqichlar o‘rtasida aniq vaqt chegarasi bor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Rang qanday sabablarni ko‘rsatadi? Doskada: Rang—sabab juftliklari. Tipik xato: Pushti rangni doim is gaziga xos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bu savol shifokorlar uchun ham muhim? Doskada: Ikki ustunli jadval. Tipik xato: Murda dog‘ini jarohat deb baholab asossiz ekspertiza so‘rash.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Autoliz qaysi xatoga olib kelishi mumkin? Doskada: Autoliz sxemasi. Tipik xato: Autolizni zaharlanish belgisi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suvda chirish sekin? Doskada: Kasper indeksi 1:2:8. Tipik xato: Chirish tezligini faqat haroratga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Yangi tug‘ilgan chaqaloq murdasi nega sekin chiriydi? Doskada: Tez / sekin ustunlari. Tipik xato: Ptomainlarni o‘lim sababi deb tan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qaysi kunda paydo bo‘ladi? Doskada: Kunlar zanjiri. Tipik xato: Murda yashilini barcha joyda bir vaqtda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Chirish turini qaysi kasallik belgilaydi? Doskada: Uch tip jadvali. Tipik xato: Barcha a’zolarda chirish bir tekis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entomologik tekshiruv uchun hasharotlar saqlanadi? Doskada: Rivojlanish davrlari. Tipik xato: Hayvon va baliq yemirilishidan o‘lim muddatini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Qanday sharoit kerak? Doskada: Sharoitlar jadvali. Tipik xato: Mumifikatsiyani faqat sovuq muhitda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Mumifikatsiya va yog‘-mo‘m farqini ayting. Doskada: Qiyoslash jadvali. Tipik xato: Ikkala holat bir xil muhitda rivojlanadi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Defenziv va offenziv qismlash farqi nimada? Doskada: Ikki tur jadvali. Tipik xato: Qismlashning barcha turini jinoyatni yashirish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ikki marta o‘lchash kerak? Doskada: Misolni hisoblash. Tipik xato: Bir marta o‘lchovga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bir necha usul qo‘llanadi? Doskada: Aniqlik–vaqt grafigi. Tipik xato: Dastlabki 1–2 kunda ham bir necha kunlik oraliq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hollarda ekspertiza majburiy? Doskada: Holatlar ro‘yxati. Tipik xato: Tibbiy muassasadagi barcha o‘limlarga sud-tibbiy ekspertiza tayinlanadi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Bosqichlarni tartibda ayting. Doskada: Olti bosqich zanjiri. Tipik xato: Laboratoriya natijasini asosiy tekshiruvdan ustun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Kirish qismida nimalar ko‘rsatiladi? Doskada: Xulosa tuzilishi sxemasi. Tipik xato: Laboratoriya natijasini diagnozdan oldin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Misolni zanjirda ko‘rsating. Doskada: Uzoq → oraliq → yaqin. Tipik xato: Yaqin sababni asosiy sabab deb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raqobat huquqiy baho uchun muhim? Doskada: Raqobat misoli. Tipik xato: Raqobatda ikkala sababni doim teng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Shaxsni aniqlashda qanday usullar bor? Doskada: Usullar ro‘yxati. Tipik xato: Skelet tekshiruvidan o‘lim sababini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Eksgumatsiya qanday hujjatlashtiriladi? Doskada: Qadamlar zanjiri. Tipik xato: Eksgumatsiyani faqat jinoiy harakat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Asosiy farqlarni ayting. Doskada: Ikki ustunli jadval. Tipik xato: Patanatomik tekshiruvda o‘lim muddatini aniqlash majburiy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Verbal autopsiya qachon qo‘llanadi? Doskada: Uch tur ro‘yxati. Tipik xato: Virtual autopsiyani keng amaliyotda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Joylar nega farq qilishi mumkin? Doskada: Hodisa joyi chegarasi. Tipik xato: Hodisa joyini faqat murda yotgan nuqta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turning afzallik va kamchiliklari nima? Doskada: Ikki tur qiyosi. Tipik xato: Markazdan qochuvchi turda izlar saqlanadi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Statik va dinamik bosqich farqi nima? Doskada: Ikki bosqich jadvali. Tipik xato: Dinamik bosqichdan oldin qayd etmaslik.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Mutaxassis va ekspert farqi nimada? Doskada: Ikki maqom jadvali. Tipik xato: Mutaxassis fikrini ekspert xulosasi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jarohatlarni zondlash taqiqlanadi? Doskada: Tartib zanjiri. Tipik xato: Hodisa joyida kiyimni to‘liq yechish.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Qismlarning mazmunini ayting. Doskada: Uch qism sxemasi. Tipik xato: Bayonnomaga ob’ektlarni tartibsiz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tur uchun nimaga alohida e’tibor beriladi? Doskada: Tur—vazifa jadvali. Tipik xato: Barcha o‘lim turlarida bir xil tartib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Sud-tibbiy tanatologiya. Terminal holatlar. O‘limning sud-tibbiy tasnifi. Murdadagi ilk va kechki o‘zgarishlar. Murda sud-tibbiy ekspertizasining ahamiyati. Voqea sodir bo‘lgan va murda topilgan joyni birlamchi ko‘zdan kechirish. Ko‘zdan kechirishning tashkiliy va protsessual masalalari.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Tanatologiya va terminal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Tanatologiya atamasini tibbiyotga I. I. Mechnikov kiritgan; thanatos — o‘lim xudosi, logos — ta’limot.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tanatologiya o‘lim haqidagi masalalarni surishtiruv, tergov va sud idoralari vazifalarini hal etish maqsadida o‘rganadi.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Preagoniya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Terminal pauza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Agoniya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Klinik o‘lim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Biologik o‘lim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Terminal holatlar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Preagoniya, terminal pauza va agoniya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Preagoniya: MNT oliy bo‘limlari tormozlanadi, qon aylanishi va nafas buziladi; atsidoz va gipoksiya; bir necha daqiqadan bir necha kungacha.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Terminal pauza: nafas to‘satdan to‘xtaydi, qorachiqlar kengayib nurga reaksiya bermaydi; bir necha soniyadan 3–4 daqiqagacha.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Agoniya: nafas tiklanadi, arterial bosim ko‘tariladi; oxirida avval nafas, keyin yurak to‘xtaydi; yuz o‘zgaradi (facies hippocratica).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217, 217–218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va biologik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Klinik o‘lim yurak urishi to‘xtagach boshlanadi; odatdagi sharoitda 5–6 daqiqagacha, past haroratda 30 daqiqagacha davom etishi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5–6 daqiqadan so‘ng bosh miya po‘stlog‘ida tiklab bo‘lmaydigan o‘zgarishlar rivojlanadi.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o‘limda a’zo va to‘qimalarda, avvalo bosh miyada, tiklab bo‘lmaydigan o‘zgarishlar sodir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Agoniyaning to‘rt tipi (Lawes va Berg)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 o‘lim asosan elektrotravma, mexanik asfiksiya, anafilaktik shokda kuzatiladi; sekin o‘lim turli kasalliklar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W. Lawes va S. Berg (1965) agoniyaning davomiyligi bo‘yicha to‘rt tipini farqlaydi.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Tip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Tavsifi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Agoniyasiz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 zumda; hayotga nomutanosib jarohatlar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Qisqa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4–5 daqiqa: asfiksiya, elektrotravma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Uzoq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Soatlar, kunlar: kasallik, shikast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Sun’iy uzaytirilgan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 muolajalar; hafta, oy, yillar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Agoniya tiplari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Evtanaziya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Evtanaziya atamasini XVI asrda F. Bekon kiritgan; yaxshi o‘lim ma’nosini anglatadi, tub mohiyati o‘limga mahkum bemorlar azobini yengillashtirish.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Aktiv evtanaziya harakat orqali o‘limni tezlashtirish; passiv evtanaziya (ortotanaziya) — yordamni cheklash yoki to‘xtatish.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Medikotanaziya — dori bilan azobni yengillashtirish; distanaziya — hayotni radikal muolajalar bilan maksimal uzaytirish.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218–219, 219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yuz berganini aniqlash: miya o‘limi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Tiklab bo‘lmaydigan o‘zgarishlar avval bosh miya po‘stlog‘ida sodir bo‘ladi; uning o‘limi biologik o‘limning boshlanishi, «miya o‘limi» deb qabul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Miya po‘stlog‘i o‘limi va boshqa a’zolar o‘limi o‘rtasidagi oraliq davr 20 soatga yaqin; transplantatsiya shunga asoslanadi.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Miya o‘limi belgilangan tartibda, odatda malakali reanimatolog va nevrologlar tomonidan aniqlanadi; imkon bo‘lmasa — murda o‘zgarishlari bo‘yicha.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219–220, 220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O‘limning dastlabki va ishonchli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belgilar (harakatsizlik, oqarish, hush, nafas va yurak urishi yo‘qligi, biroz sovush) o‘limdan so‘ng darhol aniqlansa-da, ehtimoliy tusga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Eng erta ishonchli belgi — Beloglazov simptomi («mushuk ko‘zi») 15–20 daqiqadan so‘ng; 1,5–2,0 soatda qorachiq mushaklari qotib aniqlanmasligi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Tana haroratining 23 gradusgacha va undan pastga sovushi hamda murda dog‘lari, qotishi va qurishi ham ishonchli belgilar.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220, 220–221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O‘limning sud-tibbiy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nuqtai nazardan o‘limning toifasi, xili va turi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Toifa: zo‘raki (tashqi ta’sirdan) va nozo‘raki (kasalliklardan). Xil (zo‘raki): qotillik, o‘z-o‘zini o‘ldirish, baxtsiz hodisa.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Toifa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Zo‘raki; nozo‘raki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Xil (zo‘raki)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Qotillik; o‘z-o‘zini o‘ldirish; baxtsiz hodisa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Tur (zo‘raki)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Mexanik jarohat, asfiksiya, zaharlanish, harorat, elektr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O‘limning tasnifi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Supravital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Miya o‘limidan so‘ng dastlabki vaqtda ayrim a’zo va to‘qimalar tashqi ta’sirga javob beradi; bu reaksiyalar o‘lim muddatini aniqlashda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ta’sirda 1–2 soatda qo‘l-oyoq mushaklari qisqaradi; 10 soatgacha ta’sir joyida «idiomuskulyar o‘sma» (burma)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Elektr tokida 2–3 soatda yuz, bo‘yin, qo‘l-oyoq mushaklari, 3–5 soatda og‘iz aylana mushaklari, 11–12 soatgacha faqat ko‘z mushaklari qisqaradi.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221–222, 222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o‘zgarishlari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Ilk o‘zgarishlar dastlabki kunda: sovush, qurish, murda dog‘lari, qotish, autoliz.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Kech o‘zgarishlar ikkinchi kundan: yemiruvchi (chirish, hasharot, hayvon, qush, baliq) va saqlovchi (mumifikatsiya, yog‘-mo‘m, torfli oshlash, muzlash).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Ilk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Sovush, qurish, dog‘lar, qotish, autoliz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Kech yemiruvchi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Chirish; hasharot, hayvon, qush, baliq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Kech saqlovchi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Mumifikatsiya, yog‘-mo‘m, torfli oshlash, muzlash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Murda o‘zgarishlari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222, 222–223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Murdaning sovushi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Termoregulyatsiya buziladi, issiqlik ishlab chiqarish to‘xtaydi, ajralishi davom etadi; tana tashqi muhit harorati bilan tenglashguncha soviydi.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Sovush darajasi ushlab ko‘rish va termometriya bilan aniqlanadi (og‘iz, qo‘ltiq osti, ko‘krak bo‘shlig‘i, to‘g‘ri ichak, jigar).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Xona sharoitida tana harorati taxminan bir soatda bir gradusga tushadi; qo‘ltiq ostida 16, to‘g‘ri ichakda 19, jigarda 25 soatdan keyin tenglashadi.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Murdaning qurishi va pergament dog‘lari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Qurish ter va boshqa bezlar funksiyasi to‘xtashi hamda namlik bug‘lanishi bilan bog‘liq; avval namli joylarda (lab qizil hoshiyasi, shilliq qavat, shox parda)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1–3 soatda shox parda xiralashadi, 4–5 soatda konyunktivada uchburchak qo‘ng‘ir-jigarrang Lyarshe dog‘i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Pergament dog‘lari sarg‘ish-qo‘ng‘ir, zich; iliq namlangan doka 5–10 daqiqaga qo‘yilsa yumshab oqaradi, hayotiy shilinma o‘zgarmaydi.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224, 225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qotishi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Mexanizmi to‘liq ochilmagan; hozirda ko‘pchilik uni adenozinuchfosfat kislota (ATF) parchalanishi bilan bog‘laydi.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ATF tugagach mushaklar qotadi; mushaklarda kalsiy ortishidan kontrakturalar ham muhim. ATF o‘limdan 10–12 soat keyin to‘liq yo‘qoladi.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O‘limdan so‘ng ma’lum miqdor ATF qolishi mushaklarning bir necha soat bo‘shashgan holatda bo‘lishini ta’minlaydi.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225–226, 226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qotishi dinamikasi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Qotish 1–3 soatdan keyin aniqlanadi; avval chaynash mushaklarida, keyin bo‘yin, tana, qo‘l-oyoqda (pastga yo‘nalgan tip, Nisten).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12–16 soatdan so‘ng barcha mushaklarda; 24 soatdan keyin maksimal; 3–7 kunda to‘liq yo‘qoladi.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1–3 soat: chaynash mushagi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12–16 soat: hamma mushak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24 soat: maksimum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3–7 kun: yo‘qoladi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Qotish bosqichlari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Qotishning xususiyatlari va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Kataleptik qotish o‘limdan darhol barcha mushaklarda: uzunchoq miya, bo‘yin orqa miyasi shikasti, talvasa chaqiruvchi zaharlar yoki talvasali kasallikdan o‘limda.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mushaklari qotishi 2 soatdan keyin rivojlanadi («o‘limdan keyingi sistola»), 5–6 soatdan so‘ng yo‘qoladi.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Past haroratda, bolalarda va keksalarda, kaxeksiyada qotish sust; yuqori haroratda, kuchli mushakda, strixnin zaharlanishida tez va kuchli.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226, 226–227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dog‘lari: uch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dog‘lari — teri va teri osti yog‘da to‘plangan qonning teri orqali ko‘rinishi; ichki a’zolarda gipostazlar.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Gipostaz 1,5–2 soatda paydo bo‘ladi, 8–12 soatgacha; bosilganda yo‘qoladi va tezda tiklanadi; holat o‘zgarsa yangi joyda paydo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955353"/>
                <a:gridCol w="175909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Vaqt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Bosilganda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Gipostaz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1,5–2 soatdan; 8–12 soatgacha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Yo‘qoladi, tez tiklanadi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Staz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12–24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Oqaradi, sekin tiklanadi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Imbibitsiya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Keyinroq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 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Murda dog‘lari bosqichlari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dog‘larining joyi va rangi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Joylashuvi murdaning o‘limdan keyingi holatiga bog‘liq: chalqancha yotsa orqa va yon yuzalarda, yuzi pastga bo‘lsa old va yon qismlarda.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 o‘limda dog‘lar yoyilgan, to‘q qizg‘ish-ko‘kimtir va tez paydo bo‘ladi; agonal o‘limda kech va yaqqol emas; ko‘p qon yo‘qotishda 3–4 soatdan keyin orolchalar ko‘rinishida.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 gazida pushti-qizil, sianidlarda olcha rang, metgemoglobin hosil qiluvchi moddalarda qo‘ng‘ir-jigarrang.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dog‘i va qontalashni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dog‘lari past joylashgan sohalarda, shakli noaniq, chegarasiz, qo‘shilib ketadi; gipostaz va stazda bosilganda yo‘qoladi yoki oqaradi.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Qontalashlar aniq shakl va chegaraga ega, qo‘shilmaydi, bosilganda rangi o‘zgarmaydi; oldin yetkazilganlari yashil-sarg‘imtir.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Shubhali sohada xochsimon kesma: dog‘da qon tomchilari yoki singgan yog‘, qontalashda to‘qimaga quyilgan ivigan qon topiladi.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228, 228–229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Autoliz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O‘limdan so‘ng lizosomal va boshqa proteolitik fermentlar faolligi darhol yo‘qolmaydi va to‘qimalar o‘z-o‘zini hazm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Fermentlarga boy to‘qimalarda tezroq: oshqozon-ichak shilliq qavati, oshqozon osti bezi, buyrak usti bezining mag‘iz qavati, ayrisimon bez, buyraklar.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 shilliq qavati autolizini o‘yuvchi zahar ta’siri deb adashish mumkin; autolitik va hayotiy o‘zgarishlar mikroskopik farqlanadi.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Chirish: shartlar va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 mikroorganizmlar ta’sirida organik birikmalar, jumladan oqsillarning yemirilishi; asosan aerob bakteriyalar ta’sirida.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+20…+40 °C da yaxshi kechadi; minus haroratda va +55 °C dan yuqorida to‘xtaydi; 0…+10 °C da juda sekin.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havoga nisbatan suvda ikki, yerda sakkiz barobar sekin chiriydi (Kasper indeksi 1:2:8).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Chirishga ta’sir qiluvchi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qon yo‘qotish, suvsizlanish, ayrim zaharlanishlar (is gazi, margimush) va antibiotik qabul qilish chirishni sekinlashtiradi.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Sepsis va yiringli jarayonlardan o‘limda murda tezroq chiriydi; to‘la odamlar oriqlarga nisbatan tezroq chiriydi.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Chirishda ptomainlar hosil bo‘ladi (kadaverin, putressin va b.); ular bilan zaharlanishdan o‘lim haqida ishonchli ma’lumot yo‘q.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Chirish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yashili sulfgemoglobin hosil bo‘lishidan: ikkinchi kunda o‘ng yonbosh sohada, ikkinchi haftada butun terida.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Chirish venoz to‘ri 3–4-kunda; gazlar murda emfizemasini hosil qiladi (krepititsiya); 4–6-kundan chirish pufakchalari.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1-kun: hid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2-kun: murda yashili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3–4-kun: venoz to‘r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4–6-kun: pufakchalar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Chirish belgilari ketma-ketligi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230, 230–231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Chirish turlari va muddatlari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Gazli tip: infeksion kasallik va sepsisdan o‘limda; nam tip: suyuqlik to‘planadigan kasalliklarda; quruq tip: kaxeksiyada (rak, tuberkulez).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Xona haroratida chirish ikkinchi haftada avjiga chiqadi; uchinchi oyda yumshoq to‘qimalar yarim suyuq massa; oltinchi oyda skeletlanadi.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Chirishga chidamliroq: soch, suyak, tish, tog‘ay, boylam, yirik qon tomirlar; tezroq: oshqozon, ichak, jigar, taloq, qon, miya.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231, 231–232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Hasharotlar bilan yemirilish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Xona pashshalari o‘limdan so‘ng tez orada tabiiy teshiklar va yaralar atrofiga tuxum qo‘yadi; xona haroratida 24–30 soatdan so‘ng lichinkalar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Qulay sharoitda kattalar murdasi yumshoq to‘qimalari lichinkalar bilan 4–6 haftada, bolalarda 1–2 haftada skeletgacha yemiriladi.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Hasharotlar rivojlanishidagi ketma-ketlik o‘lim muddatini aniqlashda foydalaniladi; nekrofag qo‘ng‘iz 30–45 kun, yirtqich qo‘ng‘iz 45–60 kunda.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232, 232–233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Mumifikatsiya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Mumifikatsiya — murdaning kech qurishi; issiq, quruq, yaxshi shamollatiladigan sharoitda rivojlanadi va chirish to‘xtaydi.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To‘liq mumifikatsiyada 80–90% gacha namlik yo‘qoladi; teri qo‘ng‘ir-qora, a’zolar quriydi.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Kattalarda to‘liq mumifikatsiya 6–12 oyda, bolalarda 4–6 oyda; o‘ta qulay sharoitda 2–3 oyda; jarohat izlari va shaxsni aniqlash imkoniyati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233, 233–234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Yog‘-mo‘m va torfli oshlash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Yog‘-mo‘m (sovunlanish) suvli yoki nam, havosiz yoki havo kam, nisbatan sovuq sharoitda; yog‘ gidrolizi, glitserin chiqib ketadi, yog‘ kislotalari sovunga aylanadi.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Yog‘-mo‘m 2–3 oydan keyin boshlanadi; kattalarda to‘liq 10–12 oyda, bolalarda 4–5 oyda.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Torfli oshlashda gumus kislotalari ta’sirida teri zichlashib to‘q jigarrang bo‘ladi, suyaklar yumshaydi; murda ko‘p yillar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Murdaning sun’iy o‘zgarishlari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Saqlovchi: balzamlash (son arteriyasiga etil spirti va formalinning teng aralashmasi), sovuq sharoitda saqlash.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Yemiruvchi: qismlash (defenziv — jinoyatni yashirish; offenziv — qasos, haqorat), yoqish, eritish.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Kattalar murdasini to‘liq yoqish uchun 20 soat, kichik bolalarniki 2–3 soat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muddatini aniqlash: rektal termometriya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muddati murda o‘zgarishlari, supravital reaksiyalar va laboratoriya tekshiruvlari asosida hal qilinadi; amaliyotda ko‘proq sovush va murda dog‘lari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To‘g‘ri ichak harorati hodisa joyida va tekshiruvda o‘lchanadi; kamida ikki marta, ma’lum vaqt oralig‘ida, sovush darajasi bo‘yicha muddat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soat 10 da +30 °C, soat 12 da +28,2 °C; ikki soatda 1,8 °C sovigan, bir gradusga 0,9 soat — o‘lim 7–7,5 soat oldin.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235–236, 236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dog‘lari va laboratoriya bo‘yicha muddat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dog‘lari 196 kPa (2 kg/sm²) kuch bilan 3 soniya bosilib, rangi tiklanish vaqti o‘lchanadi (Kononenko jadvali).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Kaliy miqdori orqa miya suyuqligi va ko‘z shishasimon tanasida ortadi, natriy kamayadi; jigarda glikogen birinchi kun oxirida yo‘qoladi.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Autoliz belgilari ichki a’zolarda 12–18 soatdan keyin, 36–48 soatda o‘ta yaqqol; bitta ishonchli usul yo‘q, imkon qadar ko‘p usul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237, 237–238, 238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sud-tibbiy ekspertizasi: qachon tayinlanadi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Surishtiruv, tergov va sud idoralarining qarori yoki ajrimiga asosan zo‘rakilik alomatlari yoki shubha bo‘lganda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Tayinlash holatlari: zo‘raki o‘limning barcha turlari; zo‘raki o‘limga shubha; noma’lum shaxslar o‘limi; oldin ko‘rsatilgan tibbiy yordamga shikoyat.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faqat ilk murda belgilari paydo bo‘lgandan so‘ng boshlanadi; chirish ekspertizaga to‘sqinlik qilmaydi.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238, 238–239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Taqdim etilgan materiallar bilan tanishish: qaror, ko‘zdan kechirish bayonnomasi, tibbiy hujjatlar; tekshiruv rejasi tuziladi.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Murdaning tashqi va ichki tekshiruvi: uch asosiy bo‘shliq (kalla, ko‘krak, qorin) har holda ochiladi.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Materiallar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Tashqi tekshiruv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Ichki tekshiruv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Diagnoz va guvohnoma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Laboratoriya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To‘xtam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Ekspertiza bosqichlari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xulosasi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xulosasi uch qismdan: kirish, tekshiruv va yakuniy (to‘xtam); kirish va tekshiruv birgalikda bayon qismi.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diagnoz patogenetik tamoyilda tuziladi: asosiy jarohat yoki kasallik, uning asorati, hamroh kasalliklar.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Diagnoz va to‘xtam faqat ekspert tomonidan imzolanadi; xulosa kamida ikki nusxada: biri tayinlagan shaxsga, ikkinchisi arxivda.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240, 240–241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Tanatogenez va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O‘limning vujudga kelish mexanizmi tanatogenez deyiladi; sabab-oqibat zanjiri.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Zanjirning birinchi bo‘g‘ini — uzoq sabab, o‘rtadagilar — oraliq, oxirgisi — yaqin sabab.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Uzoq sabab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Oraliq sabab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Yaqin sabab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Tanatogenez zanjiri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sabablarining raqobati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biri alohida o‘limga olib kelishi mumkin bo‘lgan ikki va undan ortiq nozologik shakl bo‘lsa, uzoq sabablar raqobati vujudga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yo‘l-transport hodisasida og‘ir bosh jarohati olgan jabrlanuvchi suvga tashlansa — bosh jarohati va suv bilan bo‘g‘ilish raqobat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asosiy nozologik shaklni aniqlashga harakat qiladi; istisno holatlardagina ikkita uzoq sabab ko‘rsatiladi.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Noma’lum, qismlangan va skeletlangan murda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Noma’lum shaxs murdasida «so‘z portreti» tuziladi: irq, bosh shakli, soch, ko‘z, quloq, burun, og‘iz, tish va yuz ajinlari.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Qismlangan murdada qismlar odamnikimi, bir kishigami, jins, yosh, o‘lim sababi va vaqti, qurol va muddatiga oid savollar qo‘yiladi.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Skeletdan jins, yosh, bo‘y aniqlanadi; o‘lim sababini odatda aniqlab bo‘lmaydi, ammo suyaklarda diatom planktoni va ayrim zaharlar topilishi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243, 244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Eksgumatsiya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Qabrdan murdani chiqarib olish eksgumatsiya deyiladi; protsessual harakat, alohida qaror yoki ajrim asosida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Jarayonda xolislar va sud tibbiyoti mutaxassisi qatnashadi; surishtiruvchi yoki tergovchi bayonnoma tuzadi.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Qonuniy eksgumatsiyadan tashqari tasodifiy (qazish ishlarida) va jinoiy (o‘g‘irlash, tahqirlash) eksgumatsiyalar ham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va patologo-anatomik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ekspertiza zo‘rakilik alomatlarini tasdiqlash yoki inkor etish, patologo-anatomik tekshiruv esa davolash to‘g‘riligini nazorat qilish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ekspertiza surishtiruvchi, tergovchi qarori yoki sud ajrimi bilan; patanatomik — davolash muassasasi rahbari ko‘rsatmasi bilan.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ekspertiza protsessual, ekspert javobgarlik haqida ogohlantiriladi; natija ekspert xulosasi, patanatomikda — bayonnoma.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Murdaning autopsiya turlari va dafn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Chin, verbal va virtual autopsiya farqlanadi; verbal autopsiyada murda ochilmaydi, virtualda tomografiya qo‘llanadi (hozircha faqat ilmiy muassasalarda).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Davolash, patanatomik va sud-tibbiy muassasalardan murdani o‘lim haqidagi tibbiy guvohnomasiz berish taqiqlanadi.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yoki patanatomik tekshiruv zarur bo‘lsa, murda dafn uchun bir sutkadan kechiktirmay beriladi; qiyinchilikda uch sutkagacha murdaxonada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245–246, 246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Hodisa joyi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Hodisa joyi — voqea sodir bo‘lgan joy hamda murda, qurol va boshqa ashyoviy dalillar topilgan hudud.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Voqea sodir bo‘lgan joy va murda topilgan joy ba’zan boshqa-boshqa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Ko‘zdan kechirish — muhim va kechiktirib bo‘lmaydigan protsessual harakat; JPK 137, 138-moddalar; murdani ko‘zdan kechirish uning tarkibiy qismi.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Ko‘zdan kechirishning ishtirokchilari va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Ko‘zdan kechirish xolislar va sud tibbiyoti mutaxassisi ishtirokida; mutaxassis bo‘lmasa — boshqa shifokor ishtirokida (JPK 70-modda).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ko‘zdan kechirish yangi tafsilot yoki to‘liq o‘rganilmagan ob’ekt bo‘lganda, qayta — dastlabki tekshiruv sifatsiz bo‘lganda.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907"/>
                <a:gridCol w="3585067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Markazdan qochuvchi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Avval murda; kam kuch, izlar toptalishi mumkin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Markazga intiluvchi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Avval atrof; izlar saqlanadi, ko‘proq vaqt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Ko‘zdan kechirish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Statik va dinamik bosqich; mutaxassis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Statik bosqichda ob’ektlar holatini o‘zgartirmasdan o‘rganiladi; dinamik bosqichda surish, ag‘darish mumkin, murda to‘liqroq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Mutaxassis o‘lim faktini qayd etadi, tartibli ko‘zdan kechirishga yordam beradi, biologik ashyoviy dalillarni topish va bayonnomaga qayd etishda hamkorlik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Keyingi ekspertizalar bo‘yicha maslahat beradi: ob’ektlar va savollar to‘g‘risida.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269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Mutaxassisning maqomi va jihozi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Mutaxassis sud ekspert maqomiga ega emas; yozma hujjat, jumladan ekspert xulosasi bermaydi; fikrlari og‘zaki va dastlabki, taxminiy.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o‘lim muddati, murda holatining o‘zgarganligi, jarohat xarakteri, shikastlovchi jism va yetkazilish muddati haqida fikr bildirishi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Jomadonda: xalat, qo‘lqop, lupa, termometr, sekundomer, nevrologik bolg‘acha, atropin, pilokarpin, o‘lchov tasmasi, probirka, birinchi yordam vositalari.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 joyida ko‘zdan kechirish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vazifa — o‘lim faktini qayd etish; hayot belgisi yoki shubha bo‘lsa, tibbiy yordam ko‘rsatiladi va davolash muassasasiga yo‘llanadi.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Kiyim-bosh va poyafzal hodisa joyida to‘liq echilmaydi; ular batafsil tavsiflanadi, so‘ng tana sohalari lokal ko‘zdan kechiriladi.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Ilk o‘zgarishlar vaqt va muhit harorati ko‘rsatilib o‘rganiladi; rektal termometriya kamida 2 marta, bir soat oralig‘ida.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270, 270–271, 271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Ko‘zdan kechirish bayonnomasi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Bayonnomani surishtiruvchi yoki tergovchi tuzadi (JPK 141-modda); u kirish, tavsiflash va yakuniy qismlardan iborat.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Tavsiflash qismida topilganlar ko‘zdan kechirish tartibida va kuzatilgan holatda qayd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Bayonnoma ishtirokchilar, jumladan mutaxassis tomonidan imzolanadi; kamida ikki nusxada, biri ekspertiza qarori bilan muassasaga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272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O‘limning ayrim turlarida ko‘zdan kechirish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Osilishda murda sirtmoqdan olinmasdan holati, osilish tipi, tugun, mahkamlanish balandligi, yordamchi vositalar qayd etiladi; sirpanmas sirtmoq tugunni buzmay kesib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Cho‘kishda diatom planktoniga suv havzasining uch qatlamidan (yuza, oraliq, tub) bir litrdan nazorat namuna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Zaharlanishda yot hid, qusuq, dori, shprits, idishlar e’tiborga olinadi; gazli zaharlanishda sanitariya-epidemiologiya xizmati havodan namuna 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tibbiyoti, betlar: 273–274, 274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a’zolar uchun «o‘limdan keyingi sistola»: yurak mushaklarining qotishi 2 soatdan keyin rivojlanadi, 5–6 soatdan so‘ng yo‘qoladi.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emfizemasi tilning og‘izdan chiqishi, to‘g‘ri ichak va bachadonning tashqariga chiqishi, «o‘limdan keyingi tug‘ruq»ga olib kelishi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Suvdan chiqarilgan murdada chirish o‘zgarishlari tez rivojlanadi; issiq mavsumda murdaxonaga tez yetkazib bo‘lmasa, murdani suvga botgan holda qoldirish maqsadga muvofiq.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Rus imperatori Nikolay II va uning oila a’zolari murdalarini eritishga urinish tarixiy manbalarda keltirilgan.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Sud-tibbiy tanatologiya. Terminal holatlar. O‘limning sud-tibbiy tasnifi. Murdadagi ilk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Sud tibbiyoti (Tibbiyot oliy o‘quv yurtlari talabalari uchun darslik), Toshkent: Global Books nashriyoti. 2018. Bob 8 «Sud-tibbiy tanatologiya», 8.1-8.13-bo‘limlar, kitob beti 217-246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3. The medical aspects of death, pp. 24–34; Chapter 5. The appearance of the body after death, pp. 42–53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2-modul. Tanatologiya, hodisa joyi, murda ekspertizasi, yangi tug‘ilgan chaqaloq; bet 41-100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II bo‘lim (4-6-boblar). Tanatologiya asoslari; hodisa joyi va murdani ko‘zdan kechirish; bet 40-67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Пиголкин Ю.И., Баринов Е.Х., Богомолов Д.В., Богомолова И.Н. Судебная медицина: учебник для вузов, М.: ГЭОТАР-МЕД. 2002. 6-bob. Sud-tibbiy tanatologiya (kitob beti 67-84); bet 67-84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