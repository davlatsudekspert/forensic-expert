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go‘dak ekspertizasiga alohida savollar qo‘yiladi? Doskada: 6 ta maxsus savol. Tipik xato: faqat o‘lim sababiga e’tibor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davr ta’rifi fanlar bo‘yicha farq qiladi? Doskada: 24 soat, 7 kun, 4 hafta. Tipik xato: pediatriya davrini sud tibbiyotiga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tug‘ruq shishi va kefalogematomani nima ajratadi? Doskada: choklar bilan chegaralanishi. Tipik xato: ikkalasini bir xil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demarkatsion halqa nimani bildiradi? Doskada: 1 kun, 5–7 kun. Tipik xato: mekoniy chiqishini doim bir sutka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mekoniy yoki mo‘msimon qoplama mutlaq belgi emas? Doskada: 3 ta absolyut belgi. Tipik xato: nisbiy belgiga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sinama nimaga asoslanadi? Doskada: 1,05–1,06 va &lt;1,0. Tipik xato: sinamani yagona mezon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chirish gazlari natijani qanday buzadi? Doskada: soxta musbat va soxta manfiy sabablari. Tipik xato: chirigan murdada sinamaga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chirigan murdada nega bu sinama tavsiya etilmaydi? Doskada: 1865 va 1939. Tipik xato: rentgenologik sinamani hozir ham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o‘pka vazni nima uchun oshadi? Javob: qon aylanishi boshlanishi hisobiga. Doskada: 55–60 va 85–90 g. Tipik xato: faqat sinamaga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rasolik va yetuklik farqi? Doskada: 37–42 hafta. Tipik xato: rasolik va yetuklikni sinonim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formulalarni mashq qilish. Doskada: 16 sm va 40 sm misollari. Tipik xato: formulalarni birinchi va ikkinchi yarim uchun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tashqi nuqsonlar topilsa nima qilinadi? Javob: ichki nuqsonlarni istisno qilish uchun miya va ichki a’zolar sinchiklab tekshiriladi. Doskada: 25 sm, 500 g. Tipik xato: o‘ta norasoda ham to‘liq yorish.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muddatlar nega taxminiy? Javob: ko‘p belgi inobatga olinadi. Doskada: soatlar ketma-ketligi. Tipik xato: bitta belgi bo‘yicha aniq muddat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tug‘ruq travmasini boshqa jarohatdan nima farqlaydi? Doskada: tashqi jarohat yo‘qligi. Tipik xato: tug‘ruq travmasida yara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og‘iz burchaklari yorilishi nimani ko‘rsatadi? Javob: manbaga ko‘ra, tug‘ayotgan ayolning o‘z qo‘llari bilan yetkazgan shikasti belgisi bo‘lishi mumkin. Doskada: aktiv/passiv. Tipik xato: aktiv-passiv farqni huquqiy asos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kesma nega pastki labdan boshlanadi? Javob: tanglayning holatini o‘rganish uchun. Doskada: kesma yo‘nalishi. Tipik xato: kesmani iyakdan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yashinsimon va o‘tkir gipoksiya sud tibbiyotiga ahamiyatli? Doskada: jadvallar. Tipik xato: surunkali gipoksiyani ekspertiza ob’ekti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autoasfiksiofiliyada hodisa joyida nimaga e’tibor beriladi? Javob: jinsiy chetlanishni tasdiqlovchi ashyolar. Doskada: tasnif sxemasi. Tipik xato: bunday o‘limni qotillik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talvasalardagi jarohatlarni boshqa jarohatdan farqlash nega muhim? Doskada: davrlar zanjiri. Tipik xato: davrlar muddatini aniq deb olish (ular shartli).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reflektor to‘xtashda murdada nima topiladi? Javob: asfiksiya belgilari bo‘lmasligi mumkin. Doskada: 30 soniya. Tipik xato: belgisiz murdada asfiksiyani inkor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klinitsist hujjatlari nega muhim? Javob: tana jarohati og‘irligi va o‘lim sababini aniqlashda. Doskada: 4 davr. Tipik xato: komani yagona holat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bu belgilar spetsifik emas? Javob: tez o‘limning boshqa turlarida ham uchraydi. Doskada: belgilar ro‘yxati. Tipik xato: sianozga tayanib tashxis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belgilar nisbatan patognomik? Javob: asfiktik yurak, kamqon va qisqargan taloq. Doskada: Tarde 2–3 mm. Tipik xato: bitta belgiga tayanish; ular majmuasi hisobga olinadi.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yotgan holatda ham osilish bo‘lishi mumkinmi? Javob: ha, sirtmoq bosh massasiga teng kuch bilan tortiladi. Doskada: tizzalarga tayanganda tana massasining 20 %. Tipik xato: osilishni doim to‘liq osilish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sirtmoq nega tugun yonidan kesilmaydi? Doskada: tipik/atipik. Tipik xato: sirtmoqni tugunidan yechish.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yurak-qon tomir kasalligi bo‘lganda qaysi mexanizm ustun? Doskada: 3 omil. Tipik xato: o‘limni faqat havo yo‘li yopilishiga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egat nima uchun sirtmoq bilan taqqoslanadi? Doskada: tasnif mezonlari. Tipik xato: egat yo‘q bo‘lsa, osilishni istisno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cho‘zilish belgilari qaysi sharoitda uchraydi? Doskada: eponimlar. Tipik xato: bu belgilarni doim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hayotiylik masalasi muhim? Javob: ayrim bahsli holatlarda o‘ta ahamiyatli. Doskada: 3 usul. Tipik xato: hayotiylikni faqat makroskopik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egat yo‘nalishi osilishdan nimasi bilan farqlanadi? Doskada: gorizontal va qiyshiq. Tipik xato: baxtsiz hodisani inkor qilish (kiyim ilashib qolishi mumkin).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qo‘l bilan old tomondan bo‘g‘ishda izlar qanday joylashadi? Javob: har tarafda old yuzada bittadan, orqa yuzada 2–4 tadan. Doskada: izlar sxemasi. Tipik xato: tashqi izlar yo‘qligidan bo‘g‘ishni inkor qilish (yumshoq jism ustidan izlar kam bo‘ladi).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tish protezi nafas yo‘llarini yopishi mumkinmi? Javob: manbada yot jismlar qatorida ko‘rsatilgan. Doskada: yot jism turlari. Tipik xato: nafas yo‘lidagi qusuqni har doim obturatsiya sababi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agonal va o‘limdan keyingi aspiratsiyani qanday farqlash mumkin? Doskada: miqdor va chuqurlik. Tipik xato: qusuq topilishini yagona belgi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bolalarda asfiktik tur ko‘proq? Doskada: ikki tur taqqoslash. Tipik xato: umumasfiktik belgilar faqat bir turda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dengiz suvida cho‘kishda nima o‘zgaradi? Javob: qon quyuqlashadi va Rasskazov-Lukomskiy-Paltauf dog‘lari hosil bo‘lmaydi. Doskada: eponimlar. Tipik xato: Tarde va Rasskazov dog‘larini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diatom nega faqat parenximatoz a’zolarda ahamiyatli? Javob: o‘pkada o‘limdan keyin ham bo‘lishi mumkin. Doskada: namuna olish (1 l suv). Tipik xato: o‘pkadagi diatomga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bu belgilar nimani ko‘rsatadi? Javob: murdaning suvda bo‘lish davomiyligini, cho‘kishni emas. Doskada: 2–5, 5–8, 10–15. Tipik xato: bu belgilarni cho‘kish belgisi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bolalarda nega xavf past konsentratsiyada boshlanadi? Doskada: 0,5 %, 8–10 %, 2,0–2,5 %. Tipik xato: cheklangan muhit uchun xos o‘zgarish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Yangi tug‘ilgan go‘daklar murdasining sud-tibbiy ekspertizasi: yangi tug‘ilganlik, tirik yoki o‘lik tug‘ilish belgilari va usullari. Mexanik asfiksiyaning sud-tibbiy ekspertizasi: turlari, tasnifi, ko‘rikdagi umumiy belgilar, davrlari.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Go‘dak murdasi ekspertizasi: holatlar va savollar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zo‘ravon o‘lim alomatlari yoki shubha bo‘lganda: onasi noma’lum go‘dak murdasi, muassasadan tashqarida o‘lik tug‘ilish, yordamga shikoyat.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Maxsus savollar: yangi tug‘ilganmi, tirik tug‘ilganmi, gestatsion yoshi, hayotga layoqati, qancha yashagan, qarov bo‘lganmi.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Odatdagidek o‘lim sababi, muddati, tan jarohatlari va ularning mexanizmi ham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Go‘dak murdasi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Tayinlash holatlari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Onasi noma’lum go‘dak murdasi  ·  Muassasadan tashqari o‘lik tug‘ilish  ·  Yordamga shikoyat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Maxsus savollar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Yangi tug‘ilganmi?  ·  Tirik tug‘ilganmi?  ·  Gestatsion yosh, layoqat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Qo‘shimcha savollar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Qancha yashagan?  ·  Qarov bo‘lganmi?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Odatdagi savollar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O‘lim sababi va muddati  ·  Jarohat mexanizmi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savollari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«Yangi tug‘ilganlik»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tibbiyotida yangi tug‘ilganlik davri — dastlabki 24 soat; pediatriyada 4 hafta (neonatal davr), akusherlik-ginekologiyada 7 kun.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JK da onaning go‘dagini tug‘ish vaqtida yoki tug‘ilishi hamon qasddan o‘ldirishi alohida ajratilgan (99-modda); jazo qasddan odam o‘ldirishga nisbatan yengil.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shaxslar tomonidan sodir etilsa, qasddan odam o‘ldirish (97-modda) deb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Sud tibbiyoti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Akusherlik-ginekologiya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 kun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Pediatriya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 hafta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Yangi tug‘ilganlik davri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tug‘ilganlik belgilari (I)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Tanada qon izlari tug‘ruq yo‘llari yumshoq to‘qimalari yorilishidan; yuvilganda yo‘qoladi. Mo‘msimon qoplama bir haftagacha saqlanishi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Tug‘ruq shishi bosh, ba’zan dumba sohasida, yumshoq, 2–3 kunda so‘riladi; suyaklararo choklar proeksiyasida ham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Kefalogematoma — suyak usti pardasi ostiga qon quyilishi; suyak proeksiyasida, choklar bilan chegaralangan, 2 hafta va undan ortiq so‘riladi.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Tug‘ruq shishi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Bosh, ba’zan dumba sohasida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Yumshoq; 2–3 kunda so‘riladi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Choklar proeksiyasida ham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Kefalogematoma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 usti pardasi ostiga qon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Choklar bilan chegaralangan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hafta va undan ortiq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shish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tug‘ilganlik belgilari (II): mekoniy va kindik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Mekoniy — to‘q-yashil yarim suyuq massa; odatda 1–2 kunda chiqadi, norasolarda 3–4 kungacha.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Rasolarda kindik uzunligi 50–60 sm, qalinligi 1,5–2 sm; nam, yaltiroq, quriganda bujmayadi.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tug‘ilganlarda kindik asosida bir necha soatdan, ba’zan birinchi kun oxirida demarkatsion halqa paydo bo‘ladi; 5–7 kundan so‘ng kindik ajraladi.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Mekoniy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To‘q-yashil massa; 1–2 kunda chiqadi (norasolarda 3–4)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Kindik (raso)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Uzunligi 50–60 sm, qalinligi 1,5–2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Demarkatsion halqa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Bir necha soatdan, ba’zan birinchi kun oxirida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Kindik ajralishi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5–7 kundan so‘ng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Mekoniy va kindik dinamikasi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257, 257–258, 258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Absolyut va nisbiy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O‘pkaning birlamchi atelektazi nafas olmaganini bildiradi (bunday go‘dak bir necha soniya yashashi mumkin).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Mutlaq ishonchli: o‘pka birlamchi atelektazi, demarkatsion halqaning yo‘qligi yoki dastlabki belgilari, tana va yo‘ldoshdan ajratilmagan kindik.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 belgilar nisbiy — hayotning ikkinchi va keyingi kunlarida ham aniqlanishi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Mutloq ishonchli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O‘pka birlamchi atelektazi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Demarkatsion halqa yo‘q yoki dastlabki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Ajratilmagan kindik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Nisbiy belgilar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Hayotning 2-kunida ham topiladi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izlari, mo‘msimon qoplama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Absolyut va nisbiy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258, 258–259, 259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tug‘ilganlik va o‘pka sinamasi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JSST mezonlari: ona organizmidan tashqarida nafas olish, yurak urishi, kindik pulsatsiyasi yoki ixtiyoriy harakat.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 yurak urishi va harakatni aniqlash usullari ishlab chiqilmagan, shu sababli masala asosan nafas olgan-olmaganligi bilan hal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 (Galen–Rauger–Shreer) sinamasi: 1681 yilda Shreer; nafas olmagan o‘pka solishtirma og‘irligi 1,05–1,06, nafas olganniki 1,0 dan past.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olmagan o‘pka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1,05–1,06</a:t>
            </a:r>
            <a:r>
              <a:rPr sz="1100" b="0">
                <a:solidFill>
                  <a:srgbClr val="6B7280"/>
                </a:solidFill>
                <a:latin typeface="Calibri"/>
              </a:rPr>
              <a:t>  solish.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olgan o‘pka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&lt;1,0</a:t>
            </a:r>
            <a:r>
              <a:rPr sz="1100" b="0">
                <a:solidFill>
                  <a:srgbClr val="6B7280"/>
                </a:solidFill>
                <a:latin typeface="Calibri"/>
              </a:rPr>
              <a:t>  solish.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Shreer o‘pka sinamasi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1681</a:t>
            </a:r>
            <a:r>
              <a:rPr sz="14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O‘pka sinamasi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O‘pka sinamasida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musbat: chirigan murda, sun’iy nafas oldirish, to‘liq erimagan muzlagan o‘pka.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manfiy: ikkilamchi atelektazda; bunda Taranuxin usuli (1907) yoki Traxtenberg modifikatsiyasi (1958) tavsiya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Taranuxin usulida o‘pka bo‘lakchasi suvli kolbada past bosimda qalqib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Soxta musbat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Chirish gazlari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Sun’iy nafas oldirish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Muzlagan o‘pka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Soxta manfiy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Ikkilamchi atelektaz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O‘pka sinamasi xatolari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Oshqozon-ichak sinamasi va rentgenologik sinama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Breslau sinamasi (1865): nafas olganda havo oshqozon-ichakka o‘tadi; ligaturalar qo‘yilib, havo bor joylar suvda suzib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Havoning asta-sekin o‘tishidan go‘dak qancha yashaganini aniqlashda ham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va sun’iy ventilyasiyada soxta musbat; rentgenologik sinama (Dillon, 1939) hozir qo‘llanmaydi.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Ligaturalar qo‘yiladi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Oshqozon-ichak suvga solinadi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Havo bor joylar suzadi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Qancha yashaganini baholash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Rentgenologik sinama — qo‘llanmaydi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Breslau sinamasi (1865)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Makro- va mikroskopik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tug‘ilganlarda ko‘krak qafasi bochkasimon, diafragma VI–VII qobirg‘a sathida; o‘lik tug‘ilganlarda yassi, IV–V qobirg‘a sathida.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O‘pka vazni nafas olmaganda 55–60 g, nafas olganda 85–90 g; yuzasi marmarsimon (Bush–Xaberda belgisi).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Mikroskopda nafas olgan o‘pkada alveolalar yoyilgan, epiteliy yassi; olmaganda alveolalar yoyilmagan, epiteliy kubsimon.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Nafas olmagan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Ko‘krak qafasi: Yassi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Diafragma: IV–V qobirg‘a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Vazni: 55–60 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Nafas olgan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Ko‘krak qafasi: Bochkasimon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Diafragma: VI–VII qobirg‘a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Vazni: 85–90 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O‘pka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260, 261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Gialin membranalar va gestatsion yosh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Gialin membranalar bir necha soat yashagan, asosan norasolarda aniqlanadi; nafas olmagan o‘pkada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Rasolik — homiladorlik o‘rtacha 10 oy yoki 280 kun; JSST bo‘yicha 37–42 haftada tug‘ish o‘z muddatida.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Rasolarda tana uzunligi 50–54 sm, vazni 3000–3500 g; yetuk homila: 45 sm va undan ortiq, 2500 g dan kam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Rasolik va yetuklik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Rasolik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Homiladorlik 280 kun  ·  37–42 hafta (JSST)  ·  Uzunlik 50–54 sm, 3000–3500 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Yetuklik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Uzunlik 45 sm va undan ortiq  ·  Vazn 2500 g dan kam emas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Gialin membranalar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 necha soat yashaganda  ·  Nafas olmaganda bo‘lmaydi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Gestatsion yosh asoslari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261, 262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Gestatsion yoshni hisoblash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Gaaze: birinchi yarmida tana uzunligidan kvadrat ildiz, ikkinchi yarmida uzunlikni 5 ga bo‘lish; 16 sm — 4 oy, 40 sm — 8 oy.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Baltazar–Derve indeksi 5,6: 40 sm × 5,6 = 224 kun (8 oy); Yakupov (1981): bosh aylanasini 3,4 ga bo‘lish (34 sm — 10 oy).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Kindik uzunligi va yo‘ldosh massasi bo‘yicha jadval ham bor.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38 — 250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VII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42 — 340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VIII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46 — 410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47 — 470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 — 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Kindik va yo‘ldosh (jadval 10.1)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Suyaklanish o‘zaklari va hayotga layoqat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Suyaklanish o‘zaklari: tovon suyagida V oyda, g‘altaksimon suyakda VII oyda, son pastki epifizida (Beklyar yadrosi) IX oyda.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Homiladorlikdagi patologiya, chekish, alkogol, narkotik o‘zaklar paydo bo‘lishini kechiktirishi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JSST: uzunligi 25 sm dan, vazni 500 g dan kam go‘dak hayotga layoqatsiz; anensefaliya, ikki kamerali yurak kabi nuqsonlar ham hayotga monelik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Tovon suyagi o‘zagi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V</a:t>
            </a:r>
            <a:r>
              <a:rPr sz="1500" b="0">
                <a:solidFill>
                  <a:srgbClr val="6B7280"/>
                </a:solidFill>
                <a:latin typeface="Calibri"/>
              </a:rPr>
              <a:t>  homila oyi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G‘altaksimon suyak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VII</a:t>
            </a:r>
            <a:r>
              <a:rPr sz="1300" b="0">
                <a:solidFill>
                  <a:srgbClr val="6B7280"/>
                </a:solidFill>
                <a:latin typeface="Calibri"/>
              </a:rPr>
              <a:t>  homila oyi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Son epifizi (Beklyar)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IX</a:t>
            </a:r>
            <a:r>
              <a:rPr sz="1400" b="0">
                <a:solidFill>
                  <a:srgbClr val="6B7280"/>
                </a:solidFill>
                <a:latin typeface="Calibri"/>
              </a:rPr>
              <a:t>  homila oyi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Layoqatsiz: uzunlik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&lt;25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Layoqatsiz: vazn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Suyaklanish va layoqat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davomiyligi va qarov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Demarkatsion halqa birinchi sutka oxirida; mekoniy chiqishi shu davrda; tug‘ruq shishi 2–3 kunda so‘riladi.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Gialin membranalar uchun kamida 1–2 soat, ikkilamchi atelektaz uchun kamida 5–6 soat yashash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faqat oshqozonda bo‘lsa — 3 soatdan kam; 5–6 soatda ingichka ichak; 6 soatdan so‘ng yo‘g‘on ichakka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Gialin membrana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Kamida 1–2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Ikkilamchi atelektaz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Kamida 5–6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 faqat oshqozonda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3 soatdan kam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 yo‘g‘on ichakda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6 soatdan so‘ng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 davomiyligi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263–264, 264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Qarov belgilari va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Qarov: yo‘rgaklanganlik, kiyim, kindik kesilib boylangan, qon va mo‘msimon qoplamadan tozalangan, oshqozonda sut.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Antenatal nozo‘raki o‘lim: yo‘ldosh oldin joylashishi, infarkti, ko‘chishi, kindik siqilishi, chin tugun — shu sabab yo‘ldosh va kindik ham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Intranatal o‘lim sababi asosan tug‘ruq travmasi: tepa va peshona suyaklari shikasti; tashqi jarohat va yaralar hosil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Qarov belgilari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Yo‘rgak, kiyim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Kindik kesilib boylangan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va qoplamadan tozalangan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Oshqozonda sut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O‘lim sabablari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Antenatal: yo‘ldosh, kindik, chin tugun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Intranatal: tug‘ruq travmasi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Tepa va peshona suyaklari shikasti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Qarov va o‘lim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264, 265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Zo‘ravon o‘lim va ayol tomonidan yetkazilgan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Tug‘ayotgan ayol qo‘li bilan homilaga shikast yetkazsa, yuz va bo‘yinda shilinma, qontalash, og‘iz burchaklari yorilishi vujudga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Zo‘ravon o‘lim asosan postnatal davrda; aktiv: bo‘g‘ish, nafas teshiklarini yopish, cho‘ktirish, qisish, mexanik jarohat, olovga tashlash.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Passiv: qarovsiz qoldirish — kindik boylanmagan bo‘lsa tashqi qon ketish, sovuq qotish, ochlik. Huquqiy ahamiyat — o‘limning aniq sababini ko‘rsatish.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Aktiv zo‘ravonlik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Bo‘g‘ish, nafas teshiklarini yopish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Cho‘ktirish, qisish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Mexanik jarohat, olovga tashlash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Passiv zo‘ravonlik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Qarovsiz qoldirish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Kindikdan qon ketish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Sovuq qotish, ochlik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Postnatal davr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265, 265–266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Go‘dak murdasini tekshirish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tekshiruv: antropometriya, qon izlari, mo‘msimon qoplama, liqildoqlar, quloq va burun tog‘ayi qattiqligi, tirnoq uzunligi, mekoniy bilan ifloslanish.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tekshiruv ko‘krak va qorindan boshlanadi; og‘iz bo‘shlig‘i va tanglayni o‘rganish uchun o‘rta kesma iyakdan emas, pastki labdan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Kalla gumbazida darchalar ochiladi; gistologik va sud-biologik uchun ichki a’zolar, yo‘ldosh va kindikdan bo‘lakchalar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Tashqi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Antropometriya, qon izi, mekoniy, tirnoq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Ichki boshlanishi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Ko‘krak va qorindan boshlanadi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Og‘iz kesmasi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Pastki labdan boshlanadi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Kalla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Gumbazda darchalar ochiladi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Material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Gistologik va sud-biologik uchun bo‘lakchalar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Tekshiruv ketma-ketligi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266, 266–267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Gipoksiya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nerv tizimida to‘qima nafasining to‘xtashi 5–10 daqiqada tiklanmaydigan o‘zgarishlarga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Ekzogen gipoksiya: gipoksik, giperoksik, giperkapnik; endogen: respirator, gemik, sirkulyator, sitotoksik, fiziologik.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Rivojlanish jadalligi: yashinsimon (soniyalar), o‘tkir (daqiqalar), biroz o‘tkir (soatlar), surunkali; sud tibbiyoti uchun yashinsimon va o‘tkir ahamiyatli.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Gipoksiya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Ekzogen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Gipoksik  ·  Giperoksik  ·  Giperkapnik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Endogen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Respirator, gemik  ·  Sirkulyator  ·  Sitotoksik, fiziologik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Jadalligi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Yashinsimon (soniyalar)  ·  O‘tkir (daqiqalar)  ·  Biroz o‘tkir, surunkali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MNT: 5–10 daqiqada qaytmas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103–104, 104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asfiksiya: tushuncha va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Asfiksiya — tashqi nafas buzilishi tufayli kislorod tanqisligi va karbonat angidrid ko‘payishi natijasida hayotiy tizimlar faoliyatining o‘tkir buzilishi.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tur: qisilishdan (strangulyasion, kompression), yopilishdan (nafas teshiklari, yo‘llari, cho‘kish) va cheklangan muhitdagi asfiksiya.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Alohida: autoasfiksiofiliya — jinsiy qo‘zg‘alish gipoksiya sharoitida; o‘lim bilan tugasa, baxtsiz hodisa.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Mexanik asfiksiya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Qisilishdan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Strangulyasion; kompression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Yopilishdan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Teshiklar; yo‘llar; cho‘kish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Cheklangan muhit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Yopiq yoki to‘liq emas yopiq muhit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Mexanik asfiksiya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104–105, 105, 105–106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Asfiksiyaning davrlari (I)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Preasfiktik davr o‘rtacha 20–30 soniya; organizm kompensasiya qiladi, belgilar rivojlanmaydi.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Inspirator hansirash: nafas olish tezlashadi; 40–60 soniyada hush yo‘qoladi; taxminan bir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Ekspirator hansirash: kuchli klonik talvasalar, siydik, maniy, axlat ajralishi; taxminan bir daqiqa.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Inspirator hansirash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Ekspirator hansirash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Nafasning qisqa to‘xtashi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Terminal nafas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To‘liq to‘xtash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Asfiktik davr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Asfiksiyaning davrlari (II) va yurak to‘xtashi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qisqa to‘xtashi 30–40 soniya; terminal nafas 5 daqiqagacha; nafas to‘liq to‘xtagandan so‘ng yurak 3–10 daqiqa urib turishi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N. Minovici 1905 yilda osilish bo‘yicha o‘zida tajriba o‘tkazgan.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Yurakning reflektor to‘xtashi karotid sinus, hiqildoq va traxeya retseptorlari ta’sirlanishidan; 30 soniyagacha bo‘lsa, umumasfiktik belgilar rivojlanmaydi.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qisqa to‘xtashi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30–40</a:t>
            </a:r>
            <a:r>
              <a:rPr sz="1500" b="0">
                <a:solidFill>
                  <a:srgbClr val="6B7280"/>
                </a:solidFill>
                <a:latin typeface="Calibri"/>
              </a:rPr>
              <a:t>  soniya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Terminal nafas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Yurak urishi davomi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Reflektor to‘xtash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≤30</a:t>
            </a:r>
            <a:r>
              <a:rPr sz="1500" b="0">
                <a:solidFill>
                  <a:srgbClr val="6B7280"/>
                </a:solidFill>
                <a:latin typeface="Calibri"/>
              </a:rPr>
              <a:t>  soniya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Asfiksiya davrlari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106–107, 107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ta’sir o‘limsiz tugaganda (qutqarilgan cho‘kuvchi, osilishdan olingan) postasfiktik holat rivojlanadi: 4 davr.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Davrlar: asfiktik koma, karaxtlik, dezorientatsiya va xotira buzilishi, qoldiq oqibatlar.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sutkada o‘lim o‘pka va miya shishidan; keyinroq gipostatik pnevmoniyadan; dastlabki soatlarda o‘pka shishi noxush belgi.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Asfiktik koma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Karaxtlik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Dezorientatsiya, xotira buzilishi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oqibatlar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Postasfiktik davrlar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107–108, 108, 109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tashqi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Yuz va bo‘yin sianozi turg‘un emas: chalqancha yotganda yo‘qolishi, yuzi bilan pastga yotganda boshqa holatlarda ham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Ko‘lamli ko‘kimtir-binafsha murda dog‘lari tez paydo bo‘ladi (bir soatgacha); mayda qon quyilishlar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Subkonyunktival ekximozlar, qorachiq kengayishi (noturg‘un), ixtiyorsiz siydik va axlat ajralishi.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Tashqi belgilar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Sianoz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Yuz va bo‘yinda; turg‘un emas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 dog‘lari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Ko‘kimtir-binafsha; 1 soatgacha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quyilish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Subkonyunktival ekximozlar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Qorachiq kengayishi  ·  Ixtiyorsiz siydik, axlat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Umumasfiktik 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ichki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va yirik venalarda to‘q qizil suyuq qon; o‘ng yurak kameralari chap tomonga nisbatan to‘la (asfiktik yurak).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a’zolarning venoz to‘laqonligi; o‘pkalarning qisman emfizemasi.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Tarde dog‘lari — visseral plevra va epikard ostida 2–3 mm to‘q qizil qon quyilishlar; kamqon, qisqargan taloq (Sabinskiy belgisi).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Ichki belgilar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Yurak, qon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To‘q qizil suyuq qon  ·  Asfiktik yurak (o‘ng yarim to‘la)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Venoz to‘laqonlik  ·  Qisman o‘pka emfizemasi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Dog‘lar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Tarde: 2–3 mm, plevra, epikard ostida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Taloq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Kamqon, qisqargan (Sabinskiy)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Umumasfiktik belgilar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110–111, 111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Osilish: ta’rif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Strangulyasion asfiksiya mexanik asfiksiyadan o‘lim holatlarining uchdan ikki qismidan ortig‘ini tashkil etadi; osilish 65–70 %.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Osilishda bo‘yin a’zolari tana yoki uning qismi og‘irligi ta’sirida sirtmoq bilan qisiladi; aksariyat o‘z-o‘zini o‘ldirish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Tipik (to‘liq) osilishda tana erkin osilib turadi; notipik (to‘liq emas) osilishda tananing bir qismi tayanchga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Tipik osilish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Tana erkin osilib turadi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Tugun orqada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Notipik osilish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Tananing bir qismi tayanchda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Tugun old yoki yon tomonda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Osilish turlari (65–70 %)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111–112, 112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va tugun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 yumshoq (sochiq, sharf, galstuk), yarim qattiq (arqon, kamar) yoki qattiq (sim, zanjir) bo‘ladi; bir, ikki yoki ko‘p o‘ramli.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Tugun kriminalistik ahamiyatga ega: sirtmoq tugun qarshi tomondan kesib olinadi, tugun buzilmaydi.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Tugun orqada — tipik, old yoki yon tomonda — atipik joylashuv.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Sirtmoq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Yumshoq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Sochiq, sharf, galstuk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Yarim qattiq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Arqon, kamar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Qattiq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Sim, zanjir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Tugun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Kesib olinadi, buzilmaydi  ·  Kriminalistik ahamiyatli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Sirtmoq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o‘lim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yo‘li torayadi (til asosi siljishi), ba’zan to‘liq yopiladi.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Bo‘yinturuq venalari qisilib, kalla ichi bosimi oshadi, miya faoliyati buziladi.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Adashgan va yuqori hiqildoq nervi, sinokarotid tugun ta’sirlanishi yurakning reflektor to‘xtashiga olib kelishi mumkin; atipik tugunda qusish va aspiratsiya.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Havo yo‘li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Til asosi siljishi, torayish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Venalar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Bo‘yinturuq venalari qisiladi, kalla ichi bosimi oshadi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Reflekslar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Adashgan nerv, sinokarotid tugun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Yurak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Reflektor to‘xtashi mumkin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O‘lim mexanizmlari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113, 113–114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Strangulyasion egat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Osilishning asosiy belgisi — bo‘yinda shilinma ko‘rinishidagi strangulyasion egat; yarim qattiq sirtmoqdan hosil bo‘lgani 10–15 kun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Tipik osilishda egat yuqorida, til osti suyagidan baland, qiyshiq-vertikal; atipikda pastroq.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sirtmoqdan zichroq, chuqurroq egat; yumshoq sirtmoqda ko‘rinmaydi, ichkarida «mis sim belgisi» (Kasper)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Tipik osilishda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Egat yuqorida, til osti suyagidan baland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Qiyshiq-vertikal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10–15 kun saqlanadi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Material ta’siri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Qattiq sirtmoq: zichroq, chuqurroq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Yumshoq: teri egati ko‘rinmaydi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Ichkarida «mis sim» (Kasper)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Strangulyasion egat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114, 114–115, 115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qo‘shimcha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Anizokoriya: yaqqolroq qisilgan tomonda qorachiq kengroq.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Til osti suyagi va qalqonsimon tog‘ay shikasti osilishga xos emas; halqum orti qon quyilishi (Brouardel belgisi).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Cho‘zilish belgilari: uyqu arteriyasi intimasi yorilishi (Amyuss), Martin, Valxer, Simon belgilari; asosan semiz odamlarda tipik siltab osilishda.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Qo‘shimcha belgilar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Anizokoriya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Qisilgan tomonda qorachiq kengroq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Brouardel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Halqum orti qon quyilishi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Cho‘zilish belgilari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Amyuss: uyqu arteriyasi intimasi  ·  Martin, Valxer, Simon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Osilishda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Egatning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 laxtagi yog‘dan tozalanib, ikki oynacha orasida yorug‘likda ko‘riladi; burmachada to‘laqonlik, qon quyilishi — hayotiylik belgisi (Bokarius).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Mikroskopda qon aylanishi buzilishi (Neyding belgisi) va reaktiv yallig‘lanish (Kasyanov belgisi) egat hayotiy yetkazilganini tasdiqlaydi.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Bokarius sinamasi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Teri laxtagi yog‘dan tozalanib, yorug‘likda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Makroskopik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Burmachada to‘laqonlik, qon quyilishi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Neyding belgisi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 aylanishi buzilishi (mikroskop)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Kasyanov belgisi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Reaktiv yallig‘lanish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Egat hayotiyligi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116, 117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bilan bo‘g‘ish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 tana og‘irligi bilan emas, o‘zga kuch bilan qisiladi; aksariyat holatda qotillik.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Refleksogen sohalar ko‘proq ta’sirlanadi; o‘lim asfiksiya belgilari to‘liq rivojlanguncha yurak reflektor to‘xtashidan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Egat gorizontal, qalqonsimon tog‘ay sathida yoki pastroq, ko‘pincha tutashgan; til osti suyagi shikasti xos emas; kurash jarohatlari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Sirtmoq bilan bo‘g‘ish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Bo‘ynida egat gorizontal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Qalqonsimon tog‘ay sathida, pastroq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Ko‘pincha tutashgan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Kurash jarohatlari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Osilish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Egat qiyshiq-vertikal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Til osti suyagidan baland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Tutashmagan, tugun joyida uzilgan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Egatni solishtirish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 bilan bo‘g‘ish va boshqa turlar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Qo‘l bilan bo‘g‘ish odatda qotillik; barmoq izlari — dumaloq yoki oval qontalashlar, ustida timoqdan yoysimon shilinmalar.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jarohatlar tashqidan yaqqolroq: til osti suyagi, qalqonsimon, uzuksimon va kekirdak tog‘aylari sinishi, bo‘yin to‘qimalariga qon quyilishlar.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Pozitsion asfiksiya: bosh bukilib uzoq qolish; egat yo‘q, til osti suyagi va tog‘aylar shikastlanmaydi; tashxis boshqa sabablarni istisno qilishga tayanadi.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Boshqa bo‘g‘ish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Qo‘l bilan bo‘g‘ish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Barmoq izlari: dumaloq, oval qontalash  ·  Tirnoq shilinmalari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Ichki jarohat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Til osti suyagi, tog‘aylar sinishi  ·  Bo‘yin to‘qimalariga qon quyilishi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Pozitsion asfiksiya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Egat bo‘lmaydi  ·  Tog‘aylar shikastlanmaydi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Bo‘yin qisilishi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118, 118–119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Obturatsion asfiksiya: nafas teshiklari va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teshiklarini qo‘l yoki yumshoq jism bilan yopish yosh bolalar yoki holsizlangan kattalarda; qarshilik bo‘lmasa, spetsifik belgi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Qarshilikda og‘iz-burun atrofida qontalash, shilinma, og‘iz bo‘shlig‘i va milk shilliq qavatida qon quyilish, yuzaki yaralar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yot jismlar (danak, tugma, o‘yinchoq, tish protezlari), sochiluvchan moddalar, qon, qusuq bilan yopilishi mumkin; aksariyat baxtsiz hodisa.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Obturatsion asfiksiya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404872"/>
            <a:ext cx="0" cy="2048256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Nafas teshiklari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Qarshilik bo‘lmasa belgisiz  ·  Qarshilikda og‘iz-burun qontalash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3465576"/>
            <a:ext cx="3779215" cy="19751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465576"/>
            <a:ext cx="3779215" cy="197510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Nafas yo‘llari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Yot jism: danak, tugma, protez  ·  Qon, qusuq  ·  Aksariyat baxtsiz hodisa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Teshik va yo‘llar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120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 yo‘llari yopilishi: aspiratsiya,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Alkogol va narkotik mastligi, kalla-miya jarohati yutish va yo‘tal reflekslarini buzadi; burun-halqum qon ketishi, kalla asosi sinishida qon aspiratsiyasi.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Qusuq moddalar nordon muhitli, qondan agressivroq: bronx va alveolalarda kimyoviy shikast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Reanimatsiya, transportirovka va chirishda nafas yo‘llariga tushgan massa oz bo‘lib, kichik bronx va alveolalarda aniqlanmaydi; gistologiya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Aspiratsiya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Mastlik, kalla jarohati sababchi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Qusuq: nordon muhit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Bronx va alveolalarga yetadi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Boshqa holatlar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Reanimatsiya, transport, chirish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Massa 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Kichik bronxlarga yetmaydi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Qusuq massa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120, 120–121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Cho‘kish: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Cho‘kish mexanik asfiksiyadan o‘lim ichida osilishdan keyin ikkinchi o‘rinda; dunyoda yiliga 300 mingdan ortiq o‘lim.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Turlari: chin (aspiratsion, «ho‘l»), asfiktik (spastik, «quruq») va aralash; asfiktikda hiqildoq spazmi tufayli suv traxeya va bronxlarga o‘tmaydi.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 issiq mavsum, iliq suv, mast shaxslarda; asfiktik — kuchli stress, sovuq suv va kichik yoshli bolalarda.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Cho‘kish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Suv alveolalargacha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Asfiktik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Hiqildoq spazmi, suv o‘tmaydi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Aralash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Ikkalasi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Cho‘kish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121, 121–122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cho‘kishning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Og‘iz-burun atrofida mayda pufakli turg‘un oq ko‘pik (Krushevskiy belgisi); o‘pkalar xamirsimon, hajmi ortgan, «marmarsimon».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Rasskazov–Lukomskiy–Paltauf dog‘lari — visseral plevra ostida, epikard ostida bo‘lmaydi; chap yurak qoni ochroq (Kasper belgisi).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Qorin bo‘shlig‘ida taxminan 100 ml suyuqlik (Moro), oshqozonda 300 ml gacha suv (Fegerlund), mushaklarda qon quyilishi (Paltauf).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Chin cho‘kish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Ko‘pik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Mayda pufakli oq (Krushevskiy)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O‘pka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Xamirsimon, hajmi ortgan  ·  Marmarsimon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Dog‘lar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Rasskazov–Lukomskiy–Paltauf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Suyuqlik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Qorinda ≈100 ml (Moro)  ·  Oshqozonda 300 ml gacha (Fegerlund)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Belgilari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122, 123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cho‘kish va laboratoriya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Asfiktikda nafas yo‘llarida suv yo‘q, o‘pka quruq, emfizema; faqat Tarde dog‘lari; oshqozonda 1 l gacha suv; kalla asosida 5–15 ml suyuqlik (Sveshnikov).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havo emboliyasi va limfogemiya (Sveshnikov, Isaev, 1986); Sunsov sinamasida chap qorincha teshiladi.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Hayotiylik: diatom planktoni (parenximatoz a’zo, suyak miya; 15–50 mk), psevdoplankton, bakteriologik, krioskopik usullar; o‘pkadagi diatom diagnostik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Oshqozondagi suv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1 gacha</a:t>
            </a:r>
            <a:r>
              <a:rPr sz="1200" b="0">
                <a:solidFill>
                  <a:srgbClr val="6B7280"/>
                </a:solidFill>
                <a:latin typeface="Calibri"/>
              </a:rPr>
              <a:t>  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Kalla asosi suyuqligi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5–15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Diatom o‘lchami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15–50</a:t>
            </a:r>
            <a:r>
              <a:rPr sz="1400" b="0">
                <a:solidFill>
                  <a:srgbClr val="6B7280"/>
                </a:solidFill>
                <a:latin typeface="Calibri"/>
              </a:rPr>
              <a:t>  mk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Asfiktik cho‘kish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123–124, 123, 124–126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suvda bo‘lganlik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sovushi tezroq; teri oqaradi, «g‘oz terisi»; bir necha soatdan so‘ng barmoqlar oqarib bujmayadi.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2–5 kunda kaft, 5–8 kunda tovon («kir yuvuvchi qo‘li»); 2–3 haftada «o‘lim qo‘lqopi» tarzida teri ajraladi; 10–15 kunda sochlar oson sug‘uriladi.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Harorat qancha baland bo‘lsa, o‘zgarishlar tezroq; yangi tug‘ilganlarda mo‘msimon qoplama matseratsiyadan himoya qiladi; bular o‘lim sabablariga bog‘liq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 necha soat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Barmoqlar oqarib bujmayadi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2–5 kun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Kaft sohasi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5–8 kun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Tovon sohasi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10–15 kun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Sochlar oson sug‘uriladi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Suvda bo‘lish muddati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126–127, 127–128, 128–129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asfiksiya va cheklangan muhit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Kompressiyada ko‘krak va qorin harakati cheklanadi; tabiiy va texnogen falokatlar, olomon qisilishi; frontal qisilish yonlamadan xavfliroq.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Belgilar: yuz shishi va ko‘kimtirligi, yuz-bo‘yin-ko‘krakda «ekximotik niqob» (Olive-Danjer); o‘pkaning «karmin shishishi» (Lakkasan).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Cheklangan muhitda karbonat angidridning 0,5 % da nafas tezlashadi; kattalarda 8–10 %, bolalarda 2,0–2,5 % hayot uchun xavfli; spetsifik belgi yo‘q.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Kompression asfiksiya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Ko‘krak, qorin harakati cheklanadi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Frontal qisilish xavfliroq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Ekximotik niqob (Olive-Danjer)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Karmin shishishi (Lakkasan)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Cheklangan muhit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Karbonat angidrid 0,5 %: nafas tezlashadi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Kattalarda 8–10 %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Bolalarda 2,0–2,5 %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Spetsifik belgi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turi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129, 130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Tug‘ruq travmasida boshqa shikastlanishlardan farqli ravishda tashqi jarohatlar, shu jumladan yaralar hosil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Go‘dak murdasi tekshiruvida og‘iz bo‘shlig‘i va tanglayni o‘rganish uchun asosiy o‘rta kesma pastki labdan boshlanadi.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N. Minovici 1905 yilda assistentlari yordamida o‘zida osilish bo‘yicha tajriba o‘tkazgan.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Diatom planktoni vodoprovod, distillangan va yomg‘ir suvida ham aniqlanadi; faqat quyosh nuri tushmaydigan suvlarda bo‘lmaydi.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tug‘ilgan go‘daklar murdasining sud-tibbiy ekspertizasi: yangi tug‘ilganlik, tirik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10. Homila va yangi tug'ilgan go'daklar murdasi; Bob 5. Kislorod tanqisligi (asfiksiya)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