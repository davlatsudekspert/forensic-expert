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go‘dak ekspertizasiga alohida savollar qo‘yiladi? Doskada: 6 ta maxsus savol. Tipik xato: faqat o‘lim sababiga e’tibor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davr ta’rifi fanlar bo‘yicha farq qiladi? Doskada: 24 soat, 7 kun, 4 hafta. Tipik xato: pediatriya davrini sud tibbiyotiga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tug‘ruq shishi va kefalogematomani nima ajratadi? Doskada: choklar bilan chegaralanishi. Tipik xato: ikkalasini bir xil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demarkatsion halqa nimani bildiradi? Doskada: 1 kun, 5–7 kun. Tipik xato: mekoniy chiqishini doim bir sutka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mekoniy yoki mo‘msimon qoplama mutlaq belgi emas? Doskada: 3 ta absolyut belgi. Tipik xato: nisbiy belgiga tayanib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sinama nimaga asoslanadi? Doskada: 1,05–1,06 va &lt;1,0. Tipik xato: sinamani yagona mezon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chirish gazlari natijani qanday buzadi? Doskada: soxta musbat va soxta manfiy sabablari. Tipik xato: chirigan murdada sinamaga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chirigan murdada nega bu sinama tavsiya etilmaydi? Doskada: 1865 va 1939. Tipik xato: rentgenologik sinamani hozir ham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o‘pka vazni nima uchun oshadi? Javob: qon aylanishi boshlanishi hisobiga. Doskada: 55–60 va 85–90 g. Tipik xato: faqat sinamaga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rasolik va yetuklik farqi? Doskada: 37–42 hafta. Tipik xato: rasolik va yetuklikni sinonim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formulalarni mashq qilish. Doskada: 16 sm va 40 sm misollari. Tipik xato: formulalarni birinchi va ikkinchi yarim uchun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tashqi nuqsonlar topilsa nima qilinadi? Javob: ichki nuqsonlarni istisno qilish uchun miya va ichki a’zolar sinchiklab tekshiriladi. Doskada: 25 sm, 500 g. Tipik xato: o‘ta norasoda ham to‘liq yorish.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muddatlar nega taxminiy? Javob: ko‘p belgi inobatga olinadi. Doskada: soatlar ketma-ketligi. Tipik xato: bitta belgi bo‘yicha aniq muddat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tug‘ruq travmasini boshqa jarohatdan nima farqlaydi? Doskada: tashqi jarohat yo‘qligi. Tipik xato: tug‘ruq travmasida yara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og‘iz burchaklari yorilishi nimani ko‘rsatadi? Javob: manbaga ko‘ra, tug‘ayotgan ayolning o‘z qo‘llari bilan yetkazgan shikasti belgisi bo‘lishi mumkin. Doskada: aktiv/passiv. Tipik xato: aktiv-passiv farqni huquqiy asos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kesma nega pastki labdan boshlanadi? Javob: tanglayning holatini o‘rganish uchun. Doskada: kesma yo‘nalishi. Tipik xato: kesmani iyakdan boshlash.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yashinsimon va o‘tkir gipoksiya sud tibbiyotiga ahamiyatli? Doskada: jadvallar. Tipik xato: surunkali gipoksiyani ekspertiza ob’ekti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autoasfiksiofiliyada hodisa joyida nimaga e’tibor beriladi? Javob: jinsiy chetlanishni tasdiqlovchi ashyolar. Doskada: tasnif sxemasi. Tipik xato: bunday o‘limni qotillik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talvasalardagi jarohatlarni boshqa jarohatdan farqlash nega muhim? Doskada: davrlar zanjiri. Tipik xato: davrlar muddatini aniq deb olish (ular shartli).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reflektor to‘xtashda murdada nima topiladi? Javob: asfiksiya belgilari bo‘lmasligi mumkin. Doskada: 30 soniya. Tipik xato: belgisiz murdada asfiksiyani inkor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klinitsist hujjatlari nega muhim? Javob: tana jarohati og‘irligi va o‘lim sababini aniqlashda. Doskada: 4 davr. Tipik xato: komani yagona holat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bu belgilar spetsifik emas? Javob: tez o‘limning boshqa turlarida ham uchraydi. Doskada: belgilar ro‘yxati. Tipik xato: sianozga tayanib tashxis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belgilar nisbatan patognomik? Javob: asfiktik yurak, kamqon va qisqargan taloq. Doskada: Tarde 2–3 mm. Tipik xato: bitta belgiga tayanish; ular majmuasi hisobga olinadi.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yotgan holatda ham osilish bo‘lishi mumkinmi? Javob: ha, sirtmoq bosh massasiga teng kuch bilan tortiladi. Doskada: tizzalarga tayanganda tana massasining 20 %. Tipik xato: osilishni doim to‘liq osilish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sirtmoq nega tugun yonidan kesilmaydi? Doskada: tipik/atipik. Tipik xato: sirtmoqni tugunidan yechish.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yurak-qon tomir kasalligi bo‘lganda qaysi mexanizm ustun? Doskada: 3 omil. Tipik xato: o‘limni faqat havo yo‘li yopilishiga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egat nima uchun sirtmoq bilan taqqoslanadi? Doskada: tasnif mezonlari. Tipik xato: egat yo‘q bo‘lsa, osilishni istisno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cho‘zilish belgilari qaysi sharoitda uchraydi? Doskada: eponimlar. Tipik xato: bu belgilarni doim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hayotiylik masalasi muhim? Javob: ayrim bahsli holatlarda o‘ta ahamiyatli. Doskada: 3 usul. Tipik xato: hayotiylikni faqat makroskopik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egat yo‘nalishi osilishdan nimasi bilan farqlanadi? Doskada: gorizontal va qiyshiq. Tipik xato: baxtsiz hodisani inkor qilish (kiyim ilashib qolishi mumkin).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ikki qo‘l bilan old tomondan bo‘g‘ishda izlar qanday joylashadi? Javob: har tarafda old yuzada bittadan, orqa yuzada 2–4 tadan. Doskada: izlar sxemasi. Tipik xato: tashqi izlar yo‘qligidan bo‘g‘ishni inkor qilish (yumshoq jism ustidan izlar kam bo‘ladi).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tish protezi nafas yo‘llarini yopishi mumkinmi? Javob: manbada yot jismlar qatorida ko‘rsatilgan. Doskada: yot jism turlari. Tipik xato: nafas yo‘lidagi qusuqni har doim obturatsiya sababi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agonal va o‘limdan keyingi aspiratsiyani qanday farqlash mumkin? Doskada: miqdor va chuqurlik. Tipik xato: qusuq topilishini yagona belgi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bolalarda asfiktik tur ko‘proq? Doskada: ikki tur taqqoslash. Tipik xato: umumasfiktik belgilar faqat bir turda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dengiz suvida cho‘kishda nima o‘zgaradi? Javob: qon quyuqlashadi va Rasskazov-Lukomskiy-Paltauf dog‘lari hosil bo‘lmaydi. Doskada: eponimlar. Tipik xato: Tarde va Rasskazov dog‘larini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diatom nega faqat parenximatoz a’zolarda ahamiyatli? Javob: o‘pkada o‘limdan keyin ham bo‘lishi mumkin. Doskada: namuna olish (1 l suv). Tipik xato: o‘pkadagi diatomga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bu belgilar nimani ko‘rsatadi? Javob: murdaning suvda bo‘lish davomiyligini, cho‘kishni emas. Doskada: 2–5, 5–8, 10–15. Tipik xato: bu belgilarni cho‘kish belgisi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bolalarda nega xavf past konsentratsiyada boshlanadi? Doskada: 0,5 %, 8–10 %, 2,0–2,5 %. Tipik xato: cheklangan muhit uchun xos o‘zgarish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Yangi tug‘ilgan go‘daklar murdasining sud-tibbiy ekspertizasi: yangi tug‘ilganlik, tirik yoki o‘lik tug‘ilish belgilari va usullari. Mexanik asfiksiyaning sud-tibbiy ekspertizasi: turlari, tasnifi, ko‘rikdagi umumiy belgilar, davrlari.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Go‘dak murdasi ekspertizasi: holatlar va savollar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zo‘ravon o‘lim alomatlari yoki unga shubha bo‘lganda: onasi noma’lum go‘dak murdasi topilsa, davolash muassasasidan tashqarida o‘lik tug‘ilsa, homilador ayolga yordamga shikoyat bo‘lsa.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Maxsus savollar: yangi tug‘ilganmi, tirik tug‘ilganmi, gestatsion yoshi, hayotga layoqati, qancha yashagan, qarov bo‘lganmi.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Odatdagidek o‘lim sababi, muddati, tan jarohatlari va ularning mexanizmi ham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«Yangi tug‘ilganlik»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tibbiyotida yangi tug‘ilganlik davri — dastlabki 24 soat; pediatriyada 4 hafta (neonatal davr), akusherlik-ginekologiyada 7 kun.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JK da onaning go‘dagini tug‘ish vaqtida yoki tug‘ilishi hamon qasddan o‘ldirishi alohida ajratilgan (99-modda); jazo qasddan odam o‘ldirishga nisbatan yengil.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Boshqa shaxslar tomonidan sodir etilsa, qasddan odam o‘ldirish (97-modda) deb baholanadi.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3053"/>
                <a:gridCol w="193492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Soha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Davr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Sud tibbiyoti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24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Akusherlik-ginekologiya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 kun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Pediatriya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 hafta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tug‘ilganlik davri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Yangi tug‘ilganlik belgilari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Tanada qon izlari tug‘ruq yo‘llari yumshoq to‘qimalari yorilishidan; yuvilganda yo‘qoladi. Mo‘msimon qoplama bir haftagacha saqlanishi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Tug‘ruq shishi bosh, ba’zan dumba sohasida, yumshoq, 2–3 kunda so‘riladi; suyaklararo choklar proeksiyasida ham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Kefalogematoma — suyak usti pardasi ostiga qon quyilishi; bir yoki bir necha suyak proeksiyasida, choklar bilan chegaralangan, 2 hafta va undan ortiq muddatda so‘riladi.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Yangi tug‘ilganlik belgilari (II): mekoniy va kindik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Mekoniy — to‘q-yashil yarim suyuq massa; odatda 1–2 kunda chiqadi, norasolarda 3–4 kungacha.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Rasolarda kindik uzunligi 50–60 sm, qalinligi 1,5–2 sm; nam, yaltiroq, quriganda bujmayadi.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Tirik tug‘ilganlarda kindik asosida bir necha soatdan, ba’zan birinchi kun oxirida demarkatsion halqa paydo bo‘ladi; 5–7 kundan so‘ng kindik ajraladi.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257, 257–258, 258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Absolyut va nisbiy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O‘pkaning birlamchi atelektazi nafas olmaganini bildiradi (bunday go‘dak bir necha soniya yashashi mumkin).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Mutlaq ishonchli: o‘pka birlamchi atelektazi, demarkatsion halqaning yo‘qligi yoki dastlabki belgilari, tana va yo‘ldoshdan ajratilmagan kindik.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Qolgan belgilar nisbiy — hayotning ikkinchi va keyingi kunlarida ham aniqlanishi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258, 258–259, 259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Tirik tug‘ilganlik va o‘pka sinamasi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JSST mezonlari: ona organizmidan tashqarida nafas olish, yurak urishi, kindik pulsatsiyasi yoki ixtiyoriy harakat.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O‘limdan keyin yurak urishi va harakatni aniqlash usullari ishlab chiqilmagan, shu sababli masala asosan nafas olgan-olmaganligi bilan hal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O‘pka (Galen–Rauger–Shreer) sinamasi: 1681 yilda Shreer; nafas olmagan o‘pka solishtirma og‘irligi 1,05–1,06, nafas olganniki 1,0 dan past.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O‘pka sinamasida xatolar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Soxta musbat: chirigan murda, sun’iy nafas oldirish, to‘liq erimagan muzlagan o‘pka.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Soxta manfiy: ikkilamchi atelektazda; bunda Taranuxin usuli (1907) yoki Traxtenberg modifikatsiyasi (1958) tavsiya etiladi.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Taranuxin usulida o‘pka bo‘lakchasi suvli kolbada past bosimda qalqib chiqadi.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295"/>
                <a:gridCol w="3448679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Sabab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Soxta musbat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Chirish, sun’iy nafas, muzlash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Soxta manfiy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Ikkilamchi atelektaz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Sinamadagi xatolar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Oshqozon-ichak sinamasi va rentgenologik sinama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Breslau sinamasi (1865): nafas olganda havo oshqozon-ichakka o‘tadi; ligaturalar qo‘yilib, havo bor joylar suvda suzib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Havoning asta-sekin o‘tishidan go‘dak qancha yashaganini aniqlashda ham foydalaniladi.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Chirish va sun’iy ventilyasiyada soxta musbat; rentgenologik sinama (Dillon, 1939) hozir qo‘llanmaydi.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Makro- va mikroskopik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Tirik tug‘ilganlarda ko‘krak qafasi bochkasimon, diafragma VI–VII qobirg‘a sathida; o‘lik tug‘ilganlarda yassi, IV–V qobirg‘a sathida.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O‘pka vazni nafas olmaganda 55–60 g, nafas olganda 85–90 g; yuzasi marmarsimon (Bush–Xaberda belgisi).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Mikroskopda nafas olgan o‘pkada alveolalar yoyilgan, epiteliy yassi; olmaganda alveolalar yoyilmagan, epiteliy kubsimon.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069"/>
                <a:gridCol w="1932144"/>
                <a:gridCol w="1728761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Nafas olmagan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Nafas olgan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Ko‘krak qafasi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Yassi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Bochkasimon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Diafragma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IV–V qobirg‘a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VI–VII qobirg‘a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Vazni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55–60 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85–90 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O‘pka belgilari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260, 261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Gialin membranalar va gestatsion yosh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Gialin membranalar bir necha soat yashagan, asosan norasolarda aniqlanadi; nafas olmagan o‘pkada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Rasolik — homiladorlik o‘rtacha 10 oy yoki 280 kun; JSST bo‘yicha 37–42 haftada tug‘ish o‘z muddatida.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Rasolarda tana uzunligi 50–54 sm, vazni 3000–3500 g; yetuk homila: 45 sm va undan ortiq, 2500 g dan kam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261, 262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Gestatsion yoshni hisoblash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Gaaze: birinchi yarmida tana uzunligidan kvadrat ildiz, ikkinchi yarmida uzunlikni 5 ga bo‘lish; 16 sm — 4 oy, 40 sm — 8 oy.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Baltazar–Derve indeksi 5,6: 40 sm × 5,6 = 224 kun (8 oy); Yakupov (1981): bosh aylanasini 3,4 ga bo‘lish (34 sm — 10 oy).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Kindik uzunligi va yo‘ldosh massasi bo‘yicha jadval ham bor.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72"/>
                <a:gridCol w="1762658"/>
                <a:gridCol w="1866344"/>
              </a:tblGrid>
              <a:tr h="51206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Homila oyi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Kindik (sm)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Yo‘ldosh (g)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VII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VIII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410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470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500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Kindik va yo‘ldosh (jadval 10.1)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Suyaklanish o‘zaklari va hayotga layoqat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Suyaklanish o‘zaklari: tovon suyagida V oyda, g‘altaksimon suyakda VII oyda, son pastki epifizida (Beklyar yadrosi) IX oyda.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Homiladorlikdagi patologiya, chekish, alkogol, narkotik o‘zaklar paydo bo‘lishini kechiktirishi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JSST: uzunligi 25 sm dan, vazni 500 g dan kam go‘dak hayotga layoqatsiz; anensefaliya, ikki kamerali yurak kabi nuqsonlar ham hayotga monelik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Hayot davomiyligi va qarov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Demarkatsion halqa birinchi sutka oxirida; mekoniy chiqishi shu davrda; tug‘ruq shishi 2–3 kunda so‘riladi.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Gialin membranalar uchun kamida 1–2 soat, ikkilamchi atelektaz uchun kamida 5–6 soat yashash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Havo faqat oshqozonda bo‘lsa — 3 soatdan kam; 5–6 soatda ingichka ichak; 6 soatdan so‘ng yo‘g‘on ichakka o‘tadi.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283"/>
                <a:gridCol w="2286691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Gialin membrana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Kamida 1–2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Ikkilamchi atelektaz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Kamida 5–6 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Havo faqat oshqozonda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 soatdan kam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Havo yo‘g‘on ichakda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6 soatdan so‘ng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Hayot davomiyligi belgilari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263–264, 264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Qarov belgilari va o‘lim sabablari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Qarov: yo‘rgaklanganlik, kiyim, kindik kesilib boylangan, qon va mo‘msimon qoplamadan tozalangan, oshqozonda sut.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Antenatal nozo‘raki o‘lim: yo‘ldosh oldin joylashishi, infarkti, ko‘chishi, kindik siqilishi yoki o‘ralib qolishi, chin tugun — shu sabab yo‘ldosh va kindik ham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Intranatal o‘lim sababi asosan tug‘ruq travmasi: tepa va peshona suyaklari shikasti; tashqi jarohat va yaralar hosil bo‘lmaydi.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264, 265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Zo‘ravon o‘lim va ayol tomonidan yetkazilgan jarohat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Tug‘ayotgan ayol qo‘li bilan homilaga shikast yetkazsa, yuz va bo‘yinda shilinma, qontalash, og‘iz burchaklari yorilishi vujudga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Zo‘ravon o‘lim asosan postnatal davrda; aktiv: bo‘g‘ish, nafas teshiklarini yopish, cho‘ktirish, qisish, mexanik jarohat, olovga tashlash.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Passiv: qarovsiz qoldirish — kindik boylanmagan bo‘lsa tashqi qon ketish, sovuq qotish, ochlik. Huquqiy ahamiyat — o‘limning aniq sababini ko‘rsatish.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265, 265–266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Go‘dak murdasini tekshirish xususiyatlari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Tashqi tekshiruv: antropometriya, qon izlari, mo‘msimon qoplama, liqildoqlar, quloq va burun tog‘ayi qattiqligi, tirnoq uzunligi, mekoniy bilan ifloslanish.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Ichki tekshiruv ko‘krak va qorindan boshlanadi; og‘iz bo‘shlig‘i va tanglayni o‘rganish uchun o‘rta kesma iyakdan emas, pastki labdan boshlanadi.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Kalla gumbazida darchalar ochiladi; gistologik va sud-biologik uchun ichki a’zolar, yo‘ldosh va kindikdan bo‘lakchalar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266, 266–267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Gipoksiya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Markaziy nerv tizimida to‘qima nafasining to‘xtashi 5–10 daqiqada tiklanmaydigan o‘zgarishlarga olib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Ekzogen gipoksiya: gipoksik, giperoksik, giperkapnik; endogen: respirator, gemik, sirkulyator, sitotoksik, fiziologik.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Rivojlanish jadalligi: yashinsimon (soniyalar), o‘tkir (daqiqalar), biroz o‘tkir (soatlar), surunkali; sud tibbiyoti uchun yashinsimon va o‘tkir ahamiyatli.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103, 103–104, 104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Mexanik asfiksiya: tushuncha va tasnif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Asfiksiya — tashqi nafas buzilishi tufayli kislorod tanqisligi va karbonat angidrid ko‘payishi natijasida hayotiy tizimlar faoliyatining o‘tkir buzilishi.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Uch tur: qisilishdan (strangulyasion, kompression), yopilishdan (nafas teshiklari, yo‘llari, cho‘kish) va cheklangan muhitdagi asfiksiya.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Alohida: autoasfiksiofiliya — jinsiy qo‘zg‘alish gipoksiya sharoitida; o‘lim bilan tugasa, baxtsiz hodisa.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758"/>
                <a:gridCol w="354121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Kichik turlar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Qisilishdan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Strangulyasion; kompression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Yopilishdan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Nafas teshiklari; nafas yo‘llari; cho‘kish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Cheklangan muhit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Yopiq yoki to‘liq emas yopiq muhit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104–105, 105, 105–106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Asfiksiyaning davrlari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Preasfiktik davr o‘rtacha 20–30 soniya; organizm kompensasiya qiladi, belgilar rivojlanmaydi.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Inspirator hansirash: nafas olish tezlashadi; 40–60 soniyada hush yo‘qoladi; taxminan bir daqiqa.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Ekspirator hansirash: kuchli klonik talvasalar, siydik, maniy, axlat ajralishi; taxminan bir daqiqa.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Inspirator hansirash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Ekspirator hansirash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Nafasning qisqa to‘xtashi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Terminal nafas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To‘liq to‘xtash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Asfiktik davr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Asfiksiyaning davrlari (II) va yurak to‘xtashi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Nafas qisqa to‘xtashi 30–40 soniya; terminal nafas 5 daqiqagacha; nafas to‘liq to‘xtagandan so‘ng yurak 3–10 daqiqa urib turishi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N. Minovici 1905 yilda osilish bo‘yicha o‘zida tajriba o‘tkazgan.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Yurakning reflektor to‘xtashi karotid sinus, hiqildoq va traxeya retseptorlari ta’sirlanishidan; 30 soniyagacha bo‘lsa, umumasfiktik belgilar rivojlanmaydi.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106–107, 107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Postasfiktik holat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Asfiktik ta’sir o‘limsiz tugaganda (qutqarilgan cho‘kuvchi, osilishdan olingan) postasfiktik holat rivojlanadi: 4 davr.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Davrlar: asfiktik koma, karaxtlik, dezorientatsiya va xotira buzilishi, qoldiq oqibatlar.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sutkada o‘lim o‘pka va miya shishidan; keyinroq gipostatik pnevmoniyadan; dastlabki soatlarda o‘pka shishi noxush belgi.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85"/>
                <a:gridCol w="356128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Davr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Mazmun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Asfiktik koma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Karaxtlik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Dezorientatsiya, xotira buzilishi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Qoldiq oqibatlar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Postasfiktik davrlar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107–108, 108, 109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tashqi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Yuz va bo‘yin sianozi turg‘un emas: chalqancha yotganda yo‘qolishi, yuzi bilan pastga yotganda boshqa holatlarda ham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Ko‘lamli ko‘kimtir-binafsha murda dog‘lari tez paydo bo‘ladi (bir soatgacha); mayda qon quyilishlar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Subkonyunktival ekximozlar, qorachiq kengayishi (noturg‘un), ixtiyorsiz siydik va axlat ajralishi.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ichki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Yurak va yirik venalarda to‘q qizil suyuq qon; o‘ng yurak kameralari chap tomonga nisbatan to‘la (asfiktik yurak).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Ichki a’zolarning venoz to‘laqonligi; o‘pkalarning qisman emfizemasi.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Tarde dog‘lari — visseral plevra va epikard ostida 2–3 mm to‘q qizil qon quyilishlar; kamqon, qisqargan taloq (Sabinskiy belgisi).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110–111, 111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Osilish: ta’rif va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Strangulyasion asfiksiya mexanik asfiksiyadan o‘lim holatlarining uchdan ikki qismidan ortig‘ini tashkil etadi; osilish 65–70 %.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Osilishda bo‘yin a’zolari tana yoki uning qismi og‘irligi ta’sirida sirtmoq bilan qisiladi; aksariyat o‘z-o‘zini o‘ldirish usuli.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Tipik (to‘liq) osilishda tana erkin osilib turadi; notipik (to‘liq emas) osilishda tananing bir qismi tayanchga 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111, 111–112, 112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Sirtmoq va tugun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Sirtmoq yumshoq (sochiq, sharf, galstuk), yarim qattiq (arqon, kamar) yoki qattiq (sim, zanjir) bo‘ladi; bir, ikki yoki ko‘p o‘ramli.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Tugun kriminalistik ahamiyatga ega: sirtmoq tugun qarshi tomondan kesib olinadi, tugun buzilmaydi.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Tugun orqada — tipik, old yoki yon tomonda — atipik joylashuv.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Osilishda o‘lim mexanizmi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Havo yo‘li torayadi (til asosi siljishi), ba’zan to‘liq yopiladi.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Bo‘yinturuq venalari qisilib, kalla ichi bosimi oshadi, miya faoliyati buziladi.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Adashgan va yuqori hiqildoq nervi, sinokarotid tugun ta’sirlanishi yurakning reflektor to‘xtashiga olib kelishi mumkin; atipik tugunda qusish va aspiratsiya.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113, 113–114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Strangulyasion egat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Osilishning asosiy belgisi — bo‘yinda shilinma ko‘rinishidagi strangulyasion egat; yarim qattiq sirtmoqdan hosil bo‘lgani 10–15 kun saqlanadi.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Tipik osilishda egat yuqorida, til osti suyagidan baland, qiyshiq-vertikal; atipikda pastroq.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Qattiq sirtmoqdan zichroq, chuqurroq egat; yumshoq sirtmoqda ko‘rinmaydi, ichkarida «mis sim belgisi» (Kasper)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114, 114–115, 115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Osilishda qo‘shimcha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Anizokoriya: yaqqolroq qisilgan tomonda qorachiq kengroq.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Til osti suyagi va qalqonsimon tog‘ay shikasti osilishga xos emas; halqum orti qon quyilishi (Brouardel belgisi).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Cho‘zilish belgilari: uyqu arteriyasi intimasi yorilishi (Amyuss), Martin, Valxer, Simon belgilari; asosan semiz odamlarda tipik siltab osilishda.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Egatning hayotiyligi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Teri laxtagi yog‘dan tozalanib, ikki oynacha orasida yorug‘likda ko‘riladi; burmacha sohasida to‘laqonlik, qon quyilishi — hayotiylik belgisi (Bokarius sinamasi).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Mikroskopda qon aylanishi buzilishi (Neyding belgisi) va reaktiv yallig‘lanish (Kasyanov belgisi) egat hayotiy yetkazilganini tasdiqlaydi.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116, 117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Sirtmoq bilan bo‘g‘ish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Sirtmoq tana og‘irligi bilan emas, o‘zga kuch bilan qisiladi; aksariyat holatda qotillik.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Refleksogen sohalar ko‘proq ta’sirlanadi; o‘lim asfiksiya belgilari to‘liq rivojlanguncha yurak reflektor to‘xtashidan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Egat gorizontal, qalqonsimon tog‘ay sathida yoki pastroq, ko‘pincha tutashgan; til osti suyagi shikasti xos emas; kurash jarohatlari bo‘lishi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Qo‘l bilan bo‘g‘ish va boshqa turlar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Qo‘l bilan bo‘g‘ish odatda qotillik; barmoq izlari — dumaloq yoki oval qontalashlar, ustida timoqdan yoysimon shilinmalar.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Ichki jarohatlar tashqidan yaqqolroq: til osti suyagi, qalqonsimon, uzuksimon va kekirdak tog‘aylari sinishi, bo‘yin to‘qimalariga qon quyilishlar.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Pozitsion asfiksiya: bosh bukilgan holatda uzoq qolish; egat bo‘lmaydi, til osti suyagi va hiqildoq tog‘aylari shikastlanmaydi; tashxis hodisa tafsiloti va boshqa sabablarni istisno qilishga asoslanadi.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118, 118–119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Obturatsion asfiksiya: nafas teshiklari va yo‘llari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Nafas teshiklarini qo‘l yoki yumshoq jism bilan yopish yosh bolalar yoki holsizlangan kattalarda; qarshilik bo‘lmasa, spetsifik belgi yo‘q.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Qarshilikda og‘iz-burun atrofida qontalash, shilinma, og‘iz bo‘shlig‘i va milk shilliq qavatida qon quyilish, yuzaki yaralar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Nafas yo‘llari yot jismlar (danak, tugma, o‘yinchoq, tish protezlari), sochiluvchan moddalar, qon, qusuq bilan yopilishi mumkin; aksariyat baxtsiz hodisa.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119, 120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Nafas yo‘llari yopilishi: aspiratsiya,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Alkogol va narkotik mastligi, kalla-miya jarohati yutish va yo‘tal reflekslarini buzadi; burun-halqum qon ketishi, kalla asosi sinishida qon aspiratsiyasi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Qusuq moddalar nordon muhitli, qondan agressivroq: bronx va alveolalarda kimyoviy shikast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Reanimatsiya, transportirovka va chirishda nafas yo‘llariga tushgan massa oz bo‘lib, kichik bronx va alveolalarda aniqlanmaydi; gistologiya zarur.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120, 120–121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Cho‘kish: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Cho‘kish mexanik asfiksiyadan o‘lim ichida osilishdan keyin ikkinchi o‘rinda; dunyoda yiliga 300 mingdan ortiq o‘lim.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Turlari: chin (aspiratsion, «ho‘l»), asfiktik (spastik, «quruq») va aralash; asfiktikda hiqildoq spazmi tufayli suv traxeya va bronxlarga o‘tmaydi.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 cho‘kish issiq mavsum, iliq suv, mast shaxslarda; asfiktik — kuchli stress, sovuq suv va kichik yoshli bolalarda.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168"/>
                <a:gridCol w="3407806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Mohiyati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 alveolalargacha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Asfiktik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Hiqildoq spazmi, suv o‘tmaydi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Aralash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Ikkalasi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Cho‘kish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121, 121–122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Chin cho‘kishning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Og‘iz-burun atrofida mayda pufakli turg‘un oq ko‘pik (Krushevskiy belgisi); o‘pkalar xamirsimon, hajmi ortgan, «marmarsimon».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Rasskazov–Lukomskiy–Paltauf dog‘lari — visseral plevra ostida, epikard ostida bo‘lmaydi; chap yurak qoni ochroq (Kasper belgisi).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Qorin bo‘shlig‘ida taxminan 100 ml suyuqlik (Moro), oshqozonda 300 ml gacha suv (Fegerlund), mushaklarda qon quyilishi (Paltauf).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122, 123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Asfiktik cho‘kish va laboratoriya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Asfiktikda nafas yo‘llarida suv bo‘lmaydi, o‘pka quruq, emfizema; faqat Tarde dog‘lari; oshqozonda 1 l gacha suv; kalla asosi bo‘shlig‘ida 5–15 ml suyuqlik (Sveshnikov belgisi).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Yurak havo emboliyasi va limfogemiya (Sveshnikov, Isaev, 1986); Sunsov sinamasida chap qorincha teshiladi.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Hayotiylik: diatom planktoni (parenximatoz a’zolar, suyak miyada; 15–50 mk), psevdoplankton, bakteriologik, krioskopik usullar; o‘pkadagi diatom diagnostik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123–124, 123, 124–126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Murdaning suvda bo‘lganlik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sovushi tezroq; teri oqaradi, «g‘oz terisi»; bir necha soatdan so‘ng barmoqlar oqarib bujmayadi.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2–5 kunda kaft, 5–8 kunda tovon («kir yuvuvchi qo‘li»); 2–3 haftada «o‘lim qo‘lqopi» tarzida teri ajraladi; 10–15 kunda sochlar oson sug‘uriladi.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Harorat qancha baland bo‘lsa, o‘zgarishlar tezroq; yangi tug‘ilganlarda mo‘msimon qoplama matseratsiyadan himoya qiladi; bular o‘lim sabablariga bog‘liq emas.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66"/>
                <a:gridCol w="3273508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O‘zgarish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Bir necha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Barmoqlar oqarib bujmayadi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2–5 kun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Kaft sohasi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5–8 kun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Tovon sohasi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10–15 kun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Sochlar oson sug‘uriladi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Suvda bo‘lish muddati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126–127, 127–128, 128–129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Kompression asfiksiya va cheklangan muhit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Kompressiyada ko‘krak va qorin harakati cheklanadi; tabiiy va texnogen falokatlar, olomon qisilishi; frontal qisilish yonlamadan xavfliroq.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Belgilar: yuz shishi va ko‘kimtirligi, yuz-bo‘yin-ko‘krakda «ekximotik niqob» (Olive-Danjer); o‘pkaning «karmin shishishi» (Lakkasan).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Cheklangan muhitda karbonat angidridning 0,5 % da nafas tezlashadi; kattalarda 8–10 %, bolalarda 2,0–2,5 % hayot uchun xavfli; spetsifik belgi yo‘q.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129, 130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Tug‘ruq travmasida boshqa shikastlanishlardan farqli ravishda tashqi jarohatlar, shu jumladan yaralar hosil bo‘lmaydi.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Go‘dak murdasi tekshiruvida og‘iz bo‘shlig‘i va tanglayni o‘rganish uchun asosiy o‘rta kesma pastki labdan boshlanadi.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N. Minovici 1905 yilda assistentlari yordamida o‘zida osilish bo‘yicha tajriba o‘tkazgan.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Diatom planktoni vodoprovod, distillangan va yomg‘ir suvida ham aniqlanadi; faqat quyosh nuri tushmaydigan suvlarda bo‘lmaydi.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tug‘ilgan go‘daklar murdasining sud-tibbiy ekspertizasi: yangi tug‘ilganlik, tirik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10. Homila va yangi tug'ilgan go'daklar murdasi; Bob 5. Kislorod tanqisligi (asfiksiya)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