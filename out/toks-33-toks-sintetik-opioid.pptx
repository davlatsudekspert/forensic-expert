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opiat va opioid atamalarining farqi nimada? Doskada: reja 6 qadamda. Eslatma: tramadol gmt kitobining 39-53-betlarida yo‘q; u malaka materiali №001 asosida berildi. Siklodol kitobda shu bo‘limda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piperidin halqasi molekulada qayerda joylashgan? Doskada: promedol formulasi. Tipik xato: promedolni morfin hosilasi deb hisoblash — u piperidin hosilasi.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«giyohvand bo‘lmagan analgetik» izlash natija bermadi? Doskada: 100 dan ortiq birikma -&gt; 4 tasi tavsiya. Tipik xato: promedolni qaramlik chaqirmaydigan dori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ekstraksiya pH oralig‘i (6,9-8,5) nimani bildiradi? Doskada: pH 6,9-8,5, xloroform. Tipik xato: promedolni kuchli ishqoriy muhitdan ajratishga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pikrin kislota reaksiyasi molekulaning qaysi qismiga bog‘liq? (uchlamchi azot). Doskada: reaksiyalar ro‘yxati. Tipik xato: Marki sezgirligini (10 mkg) petidinniki (7 mkg)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uch maksimum (251, 257, 263 nm) qanday tuzilish belgisi? (fenil halqasi). Doskada: 251/257/263 nm. Eslatma: kitobda promedolning IQ-spektri uchun «186, 42, 201, 56, 57, 187, 202, 71» raqamlari keltirilgan (p.42, petidin uchun p.53 da qaytarilgan) — bular IQ chastotalariga o‘xshamaydi (ehtimol boshqa spektr ionlari),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metadon kristall asos va tuz holida turli haroratga ega? Doskada: 76-79°C (asos), 229-231°C (gidroxlorid). Kitobning boshqa betida bu haroratlar «qaynash harorati» deb atalgan; kristall modda uchun suyuqlanish harorati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metadon narkomaniya davolashda nega ishlatiladi, lekin o‘zi qaramlik chaqiradi? Doskada: 10 mg / 30 mg; 24 soat; 5 marta. Tipik xato: bir martalik va sutkalik dozalarni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ro‘yxat raqami moddaning huquqiy holatini qanday belgilaydi? Doskada: jadvalni to‘ldiring. Tipik xato: dekstropropoksifenni I ro‘yxatga kiritish — kitobda II ro‘yxatda.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o‘t pufagida konsentratsiya eng yuqori? Doskada: jadvalni to‘ldiring. Eslatma: jadval n=1 (bitta kuzatish) asosida; bu qiymatlar qat’iy toksik chegara emas, talqinda ehtiyotkor bo‘ling.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dastlabki sinov bilan rangli reaksiyalar qanday farq qiladi? Doskada: jadvalni to‘ldiring. Tipik xato: kobalt rodanid bilan hosil bo‘lgan ko‘k rangni aniqlovchi emas, dastlabki sinov deb bilmaslik.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dietilamin sistemaga nima uchun qo‘shiladi? (kitobda sabab ko‘rsatilmagan). Doskada: uch sistema. Tipik xato: Rf=0,80 qiymatini boshqa sistemaga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metadon va normetadon spektrlari deyarli bir xil bo‘lsa, ularni qanday ajratamiz? Doskada: jadvalni to‘ldiring (norpipanon: 260, 294 nm). Tipik xato: kitobdagi A11 belgisi noaniq yozilgan —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kichik doza (0,1 mg) ekspertiza uchun muammo? Doskada: 100x morfin; 10x geroin; 0,1 mg. Tipik xato: faollik ko‘rsatkichlarini (100, 10, 30 marta)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yog‘da eruvchanlik farmakologik ta’sirning boshlanishiga qanday ta’sir qiladi? Doskada: lipofillik -&gt; tez ta’sir. Tipik xato: qisqa ta’sir vaqtini kam xavf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qisqa ta’sirli namoyondalar anesteziologiyada afzal? Doskada: jadvalni to‘ldiring. Tipik xato: karfentanil faolligini (10000 marta morfinga nisbatan) fentanilga nisbatan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pH=7 sharoitida ekstraksiya nima uchun yetarli? (kitobda sabab ko‘rsatilmagan). Doskada: gidroliz -&gt; gidroksillanish -&gt; glyukuronid. Tipik xato: pH=7 ni morfin uchun ishlatiladigan pH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ikkala reaksiyada qoldiqning qanday tayyorlanishi muhim? Doskada: xloroform uchirish -&gt; reaktiv -&gt; rang. Tipik xato: Marki rangini (zarg‘aldoq) morfin ranglari (binafsha)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o‘nta sistema tavsiya etiladi? (nazorat uchun bir nechta sistemada Rf mosligi). Doskada: sistemalar raqami va tarkibi. Tipik xato: sistema raqamini Rf jadvalidagi ustun raqami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Rf qiymatlari ketma-ketligini qanday tekshirasiz? Doskada: Rf ni sistema bilan juftlab yozing; 5-sistema (aseton): 0,58. Kitobda: jadval qatori sahifada ikkiga bo‘linib chiqqan («0, 0,4 …» / «70 3»); qiymatlar tiklandi: 1 — 0,70; 2 — 0,43; 3 — 0,74; 4 — 0,78; 5 — 0,58; 6-10 — 0,70; 0,77; 0,59; 0,08; 0,84 (Clarke TLC tizimlari TA, TB, TC, TE, TL bilan 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ushlanish indeksi identifikatsiyada nima beradi? Doskada: YuSSX 0,8 daq; RI 2720. Tipik xato: sharoit o‘zgarganda ushlanish vaqtini ko‘chirib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asosiy ion (245 m/z) qanday fragmentga mos? (kitobda izohlanmagan). Doskada: UB/IQ/MS. Eslatma: kitobdagi ε=13 qiymati aslida A(1%,1 sm) bo‘lishi mumkin (malaka_errors E2) —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xolinolitik dori toksikomaniya ob’ektiga aylangan? Doskada: siklodol xossalari. Eslatma: siklodol kitobda 1.4-bo‘limda keltirilgan, lekin opioid emas (xolinolitik); syllabus mavzusida nomi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4 bosqichning qaysilari giyohvandlar uchun maqsadli? (1-eyforiya va 3-gallyusinatsiya). Doskada: bosqichlar zanjiri. Tipik xato: terapevtik doza bilan zaharlanish dozasini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41-43% ajralish nima bildiradi? Doskada: qon va peshob usullarini yonma-yon. Tipik xato: ikkinchi 50 ml qismini miqdoriy tahlil uchun saqlashni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p-dimetilaminobenzaldegid reaksiyasi nima uchun xususiy? Doskada: ranglar ro‘yxati. Eslatma: kitobda Mandelin reaktivi tarkibi «ammoniy volframat» deb yozilgan — bu kitobdagi xato (Mandelin reaktivi ammoniy vanadat eritmasi, toks p.107); tarkib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ion assotsiati usuli nimaga asoslangan? (kitobda: bromtimol ko‘ki bilan assotsiat). Doskada: miqdoriy usullar ro‘yxati. Tipik xato: aniqlash chegarasini (2 mkg) boshqa usullarga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nafas markazi falaji uchun qaysi metabolit javobgar? (normeperidin). Doskada: 8 marta kuchsiz; T1/2 2-5 soat. Tipik xato: kitobdagi «0,2-0,8 mkg/ml» terapevtik oraliqni 0,2-0,8 mg/l deb boshqacha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og‘iz orqali va vena ichiga kiritilgandagi nisbat nimani bildiradi? Doskada: 10-jadval qiymatlari (qon: 12(8-20)/19(8-30) va 4,3(1-8)/2,5(0-7); peshob: 150/50 va 15(2-24)/49(0,1-79)). Jigar qiymatlari kitobda 31(31-66) deb yozilgan — oraliq o‘rtachaga teng, shuning uchun noaniq;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geksan bilan to‘g‘ridan-to‘g‘ri ekstraksiyaning sababi nima? Doskada: zardob -&gt; NaOH + geksan -&gt; sentrifuga -&gt; YuSSX. Tipik xato: 0,1 ml ishqor va 0,08 ml kislota hajmlarini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aniqlovchi reagent natijalari nimani ko‘rsatadi? Doskada: Dragendorf (sarg‘ish) va yodplatinat (qo‘ng‘ir). Tipik xato: promedolning Marki rangi (to‘q qizil) bilan petidinniki (zarg‘aldoq)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eng sezgir? Doskada: 204/207/213 nm; 2 ng/ml. Eslatma: kitobda petidin uchun IQ-spektr satrida promedolning raqamlari takrorlangan (p.53) —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tramadol nafasni kam susaytirishi qaramlik xavfini yo‘qotmaydi? Doskada: 3-5 soat; 90% / 30%. Eslatma: bu slayd gmt kitobida tramadol bo‘lmagani uchun malaka materiali №001 (Zalesova, Kataev, Kurdina) asosida tuzildi; kitob emas, TSX bo‘yicha rus tilidagi maqola.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tramadol uchun IV sistema tavsiya etiladi? (balast moddalar va kombinatsiyalangan preparatlardan eng yaxshi ajralish). Doskada: to‘rt sistema. Tipik xato: sistema nisbatlarini (45:45:7,5:2,5 va boshqalar) o‘zgartirib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ninhidrin reaksiyasi qanday tanlovchanlik beradi? Doskada: pushti-gilos -&gt; suv -&gt; zarg‘aldoq. Tipik xato: 15 ta moddaning pushti-gilos rangini tramadolga xos deb hisoblash — faqat zarg‘aldoq barqaror rang tramadol va nubainga 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eng sezgir reaktiv qaysi (CuSO4 + KI: 0,5 mkg)? Doskada: jadvalni to‘ldiring. Minimum: Sorbfil / KSK (Marki uchun 3,0 va 5,0 mkg). Maqola jadvalida Rf va reaktiv bir qatorda berilgan, sistema-Rf juftligi aniq emas — Rf qiymatlari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Fentanil va petidinni boshqa usul bilan farqlash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noma’lum opioidni qanday ketma-ketlikda tekshirasiz? Doskada: umumiy sxema: ajratish -&gt; rangli reaksiyalar -&gt; YuQX -&gt; UB/IQ -&gt; GX-MS. Tipik xato: faqat rangli reaksiyaga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Nazorat savollari 1-7. Talabalar juftlikda javob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Ustoz keys jadvalini (muammo, sabab, yechim) doskada to‘ldiradi.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Sintetik opioidlar: promedol (trimeperidin), metadon, fentanil, petidin; tramadol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Bo‘lim 1.4: opioidlar — promedol, metadon, fentanil, petidin; ularni turli ob’ektlardan ajratib olish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opioid, trimeperidin, metadon, fentanil, petidin (meperidin), siklodol, Marki reaktivi, YuQX, YuSSX, GX-MS.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promedol -&gt; metadon -&gt; fentanil -&gt; siklodol -&gt; petidin -&gt; tramadol (malaka materiali bo‘yicha).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40, 40-53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Promedol: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Promedol (trimeperidin) — 1,2,5-trimetil-4-propioniloksi-4-fenilpiperidin gidroxlorid; kimyoviy tuzilishi bo‘yicha piperidin hosilasi.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kristall kukun, mazasi achchiq, deyarli hidsiz; suyuqlanish harorati 107-108°C; 1948 yilda sintez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Gidroxlorid tuzi suvda yaxshi eriydi; etil spirti va xloroformda qisman eriydi; dietil efirida erimaydi.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107-108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Sintez yili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Guruhi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piperidin hosilasi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Efirda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erimaydi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Promedol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Promedol: narkologik ahamiyati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Morfinning og‘riq qoldirish xususiyati zaharlanish va morfinizmga sabab bo‘lgani uchun giyohvandsiz analgetik izlangan: 100 dan ortiq birikma sintezlandi.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Ulardan faqat promedol, izopromedol, lidol, fenadon tibbiyotda tavsiya etildi.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Promedol shokka qarshi birlamchi vosita; og‘riqni qoldirishda morfinga juda yaqin, lekin zaharliligi morfindan kuchliroq.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Jarrohlikdan oldin va keyin, tug‘ruqxonalarda og‘riqsizlantirishda ishlatiladi; tez-tez iste’mol qilinsa morfin kabi o‘rganib qolish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Promedol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Qidiruv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 o‘rnini bosuvchi analgetik  ·  100 dan ortiq birikma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Tibbiyotda qolgan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Promedol, izopromedol  ·  Lidol, fenadon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Ahamiyati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Shokka qarshi birlamchi vosita  ·  O‘rganib qolish mumkin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Promedol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40-41,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Promedol: zaharlanish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Zaharlanishda ko‘ngil aynishi, bosh aylanishi, darmonsizlanish, mastlik; teri ostiga yuborilganda ta’sir 10-20 daqiqadan so‘ng seziladi va 3-4 soat davom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Kimyo-toksikologik tahlil faqat maxsus ko‘rsatma bo‘lganda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 nordonlashtirilgan spirt yoki suv bilan ajratiladi; suvli ajratmadan xloroform bilan pH=6,9-8,5 da maksimal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Alomatlar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Ko‘ngil aynishi, bosh aylanishi, mastlik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Ta’sir vaqti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Teri ostiga: 10-20 daqiqada seziladi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Nordonlashtirilgan spirt yoki suv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Xloroform, pH=6,9-8,5 da maksimal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Promedol: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Promedol: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Alkaloidlarning umumiy cho‘ktiruvchi reaktivlari bilan turli rangdagi cho‘kmalar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(formaldegidli H2SO4) bilan to‘q qizil rang; sezgirligi 10 mkg promedol.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 bilan uchlamchi azot hisobiga sariq rangli qo‘sh molekulyar birikma —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metil spirti va muzlovchi sirka kislota (9:1); Dragendorf reaktivi bilan sarg‘ish dog‘, standart dog‘i bilan solishtiriladi.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qizil; 10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cho‘kma (uchlamchi azot)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 (MeOH:AcOH 9:1)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Dragendorf: sarg‘ish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(0,1 M HCl)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251, 257, 263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Promedolni tasdiqlash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Promedol: spektrlar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0,1 M xlorid kislotadagi eritma 251, 257 va 263 nm da maksimal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spektrofotometrik usulda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GSX yoki YuSSX usullarida ham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 M HCl)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251, 257, 263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Miqdori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spektrofotometriya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Qo‘shimcha usul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GSX, YuSSX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Promedol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Metadon: tarixi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Metadon (6-dimetilamino-4,4-difenil-3-geptanon) — sintetik opioid; ikkinchi jahon urushida Germaniyada morfin o‘rnini bosuvchi modda sifatida sintez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AQShdagi klinikalarga 1947 yilda kirib kelgan.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Metadon asosi kristall modda, suyuqlanish harorati 76-79°C; gidroxloridi oq kristall modda, suyuqlanish harorati 229-231°C.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Asos, suyuqlanish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76-79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Gidroxlorid, suyuqlanish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229-231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AQShga kirishi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1947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Birinchi sintez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Germaniya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Metadon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Metadon: dozalar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Og‘riqni qoldiruvchi bir martalik yuqori doza 10 mg, sutkalik doza 30 mg.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Morfinning o‘rnini bosuvchi modda sifatida qo‘llanadi; terapiyada narkomanlarga buyuriladi; tabletka (40 mg) va eritma (10 mg/ml) shaklida chiqariladi.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Analgetik ta’siri morfinga nisbatan 5 marta yuqoriroq, zaharliligi kamroq; ta’sir vaqti 24 soatgacha davom etishi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Tolerantlik oshib boradi, jismoniy qaramlik chaqiradi; metadol, normetadol va asetilmetadol kabi giyohvand ta’sirli metabolitlar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 martalik max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Sutkalik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Morfinga nisbatan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5</a:t>
            </a:r>
            <a:r>
              <a:rPr sz="1300" b="0">
                <a:solidFill>
                  <a:srgbClr val="6B7280"/>
                </a:solidFill>
                <a:latin typeface="Calibri"/>
              </a:rPr>
              <a:t>  marta kuchli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Ta’sir vaqti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soatgacha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Tabletka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Metadon dozalari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42, 42-43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6-jadval: metadon guruhi moddalari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Metadon guruhiga kiruvchi 16 ta moddadan 15 tasi I ro‘yxatda, dekstropropoksifen II ro‘yxatda.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ro‘yxatda: metadol, asetilmetadol, dipipanon, izometadon, normetadon, norpipanon, fenadon va b.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59"/>
                <a:gridCol w="22265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Ro‘yxat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Dipipanon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Dekstropropoksifen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Metadon guruhi (6-jadval)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7-jadval: o‘limli zaharlanishlarda metadon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bilan tugagan zaharlanishlarda ichki a’zolarda metadon miqdori (mg/l yoki mg/kg).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Buyraklarda o‘rtacha 2,9 (1,1-6,0); manba — Baselt R.C., Cravey R.H. (1995), n=1.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O‘rtacha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1,0 (0,4-1,8)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 miya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1,0 (0,5-1,4)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3,8 (1,8-7,5)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O‘t pufagi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7,5 (2,9-18,0)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Metadon, mg/l yoki mg/kg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Metadon: dastlabki va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Kukunga konsentrlangan sulfat va nitrat kislotalar aralashmasi (1:1) tomizilsa, zarg‘aldoq rang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Kukunga kobalt rodanidning 2% suvli eritmasidan tomizilsa, ko‘k rang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732"/>
                <a:gridCol w="362324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Liberman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yashil, so‘ngra moviy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pushti-qizil, so‘ng fluoressent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Metadon: 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43-44,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Metadon: ajratish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Namunalardan nordonlashtirilgan spirt yoki suv usulida ajratiladi; suvli ajratmadan ishqoriy muhitda (pH=9-10) organik erituvchilar bilan ekstraksiyalanadi.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Metadonning 16 ta namoyondasi bor, ular giyohvandlarning qora bozorida uchraydi.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YuQX: «Sorbfil» yoki «Silufol»; sistemalar: siklogeksan-toluol-dietilamin (10:10:1), geksan-aseton-ammiak 25% (2:2:0,2), benzol-etanol-dietilamin (9:1:1).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Dog‘i Mandelin reaktivi bilan yashildan ko‘k rangga o‘tadi; benzol-etanol-dietilamin (9:1:1) sistemasida Rf=0,80.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Nordonlashtirilgan spirt yoki suv usuli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Ishqoriy muhit, pH=9-10, organik erituvchi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YuQX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Sorbfil yoki Silufol; benzol-etanol-dietilamin (9:1:1)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Aniqlash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Mandelin: yashildan ko‘kka; Rf=0,80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Metadon: ajratish va YuQX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Metadon: UB, IQ va analoglar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metadonning sulfat kislotadagi eritmasi 253, 259, 264 va 292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 (KBr plastinka): 710, 1709, 769, 1107, 943, 1133 sm-1 sohalarida yutilish.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7082789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045969"/>
                <a:gridCol w="263652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Birikma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Maksimum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253,259,264,292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Normetadon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253,259,265,292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Dekstropropoksifen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252,257,263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qora-binafsha-yashil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Dipipanon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259,265,293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8-jadval: 0,1 M HCl da UB,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44,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paydo bo‘lishi va faolligi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1991 yilda AQSh qora bozorida geroin o‘rniga yuqori faol sintetik og‘riq qoldiruvchi fentanil paydo bo‘ldi.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Morfinga nisbatan 100 marta, geroindan 10 marta faol; nafas olishga nojo‘ya ta’siri kuchliroq.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Vazni 70 kg odam uchun samarali doza 0,1 mg; ta’siri 30 daqiqadan oshmaydi.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dan ortiq namoyondasi bor, ulardan 12 tasi qora bozorda uchraydi; 3-metilfentanil fentanildan 30 marta faolroq.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Faolligi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Morfinga nisbatan 100 marta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Geroindan 10 marta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Namoyondalar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100 dan ortiq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12 tasi qora bozorda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3-metilfentanil: 30 marta faolroq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Doza va vaqt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Samarali doza 0,1 mg (70 kg)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Ta’sir 30 daqiqadan oshmaydi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Fentanil faolligi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klinik qo‘llanilishi va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Klinikada qon tomiriga yuboriluvchi anestetik vosita sifatida jarrohlikdan oldin va keyin (kardioxirurgiyada)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 hosilalari geroinga o‘xshash analgeziya, eyforiya, ko‘z qorachig‘ining torayishi va nafas olishning qiyinlashuvini chaqiradi.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Yog‘da yaxshi eruvchanligi tufayli qabul qilingan zahoti miyaga yetib boradi; ta’sir vaqti davomli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Fentanil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Klinikada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Venaga: anestetik  ·  Kardioxirurgiya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Analgeziya, eyforiya  ·  Qorachiq torayishi  ·  Nafas qiyinlashuvi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Kinetika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Yog‘da yaxshi eriydi  ·  Tez miyaga yetadi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Fentanil ta’siri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 namoyondalari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Namoyondalar ta’siri opiatlarga o‘xshash; namoyon bo‘lishi va davomiyligi bilan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 uchun samara yarim soatdan oshadi, alfentanil uchun 5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Alfentanil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ultra-qisqa ta’sir, 5-10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Sufentanil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fentanildan 5-10 marta faol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Remifentanil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eng qisqa ta’sirli dori vositasi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Karfentanil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morfindan 10000 marta yuqori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Fentanil namoyondalari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metabolizmi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 lipofil modda: to‘qimalar orqali tez so‘riladi va zudlik bilan tarqaladi.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Metabolizmda amid guruhi gidrolizlanadi, so‘ngra qisman gidroksillanish va glyukuronidlar hosil bo‘lishi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Namunalardan nordonlashtirilgan spirt yoki suv usulida ajratiladi; suvli ajratmadan ishqoriy muhitda (pH=7) organik erituvchilar bilan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Lipofil: tez so‘riladi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Amid guruhi gidrolizlanadi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Qisman gidroksillanish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Glyukuronidlar bilan chiqadi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Fentanil metabolizmi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46,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reaktivi: xloroformli eritma buyum oynasida uchirilgach, qoldiqqa 1-2 tomchi qo‘shilsa, zarg‘aldoq rangli mahsulot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Limon kislotasi reaksiyasi: qoldiqqa limon kislotaning sirka angidriddagi 1% eritmasi, suv hammomida asta qizdirilsa, qizil-binafsha mahsulot.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uchun suvli ajratmadan organik erituvchi bilan olingan xloroformli ekstrakt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Fentanil (xloroformli qoldiq)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Marki reaktivi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Zarg‘aldoq mahsulot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Buyum oynasida, erituvchi uchirilgach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Limon kislota (sirka angidrid): qizil-binafsha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Marki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YuQX sistemalari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Silikagel-G («Merk», Germaniya) plastinkalari; kislotali yodplatinat reaktivi purkalganda dog‘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1: metanol-ammiak 25% (100:1,5); 2: siklogeksan-toluol-dietilamin (75:15:10); 3: xloroform-metanol (90:10).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4: etilasetat-metanol-ammiak 25% (85:10:5); 5: aseton; 6: metanol; 7: metanol-n-butanol (60:40).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8: xloroform-etanol (90:10); 9: xloroform-siklogeksan-sirka kislota (40:40:20); 10: xloroform-metanol-propion kislota (72:18:10).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773"/>
                <a:gridCol w="415620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№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Metanol-ammiak 25% (100:1,5)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Siklogeksan-toluol-dietilamin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Xloroform-metanol (90:10)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Etilasetat-metanol-ammiak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1-4-sistemalar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47, 47-48,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Rf qiymatlari (1-5-sistemalar)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Fentanilning Rf qiymatlari kitob jadvalida o‘n sistema uchun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5-sistema (aseton): Rf=0,58; 6-10-sistemalar: 0,70; 0,77; 0,59; 0,08; 0,84.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6202"/>
                <a:gridCol w="113177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 metanol-ammiak 25%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2: siklogeksan-toluol-dietilamin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3: xloroform-metanol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4: etilasetat-metanol-ammiak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Fentanil: Rf (1-5-sistema)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Rf qiymatlari (6-10-sistemalar)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5-sistema (aseton): Rf=0,58; 6-sistema (metanol): 0,70; 7-sistema (metanol-n-butanol 60:40): 0,77.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8-sistema (xloroform-etanol 90:10): Rf=0,59; 9-sistema (xloroform-siklogeksan-sirka kislota 40:40:20): 0,08.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10-sistema (xloroform-metanol-propion kislota 72:18:10): Rf=0,84.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56"/>
                <a:gridCol w="1967618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5: aseton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6: metanol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7: MeOH-n-butanol (60:40)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8: xloroform-etanol (90:10)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9: xlf-siklogeksan-AcOH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0,08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10: xlf-MeOH-propion k-ta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0,84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Fentanil: Rf (5-10)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YuSSX va GSX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YuSSX: silikagel sferosorb S5W kolonka (125 x 4,9 mm, 5 mkm), harorat 40°C; mobil faza — ammoniy perxlorat (0,01 M) saqlagan metanol; UB-diod detektor.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 da fentanilning ushlanish vaqti 0,8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GSX: 3% SE-30 xromosorb G-HP, shisha kolonka 2 m x 2 mm; azot 45 ml/daq; harorat 100°C dan 300°C gacha; ushlanish indeksi RI 2720.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 (YuSSX)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125 x 4,9</a:t>
            </a:r>
            <a:r>
              <a:rPr sz="1500" b="0">
                <a:solidFill>
                  <a:srgbClr val="6B7280"/>
                </a:solidFill>
                <a:latin typeface="Calibri"/>
              </a:rPr>
              <a:t>  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Harorat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Ushlanish vaqti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0,8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GSX kolonka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 m x 2 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Ushlanish indeksi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RI 2720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Fentanil: YuSSX va GSX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Fentanil: UB, IQ va mass-spektr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0,1 M xlorid kislotadagi eritma 251, 257 va 263 nm da maksimal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 (KBr plastinka): 1660, 701, 1493, 1263, 1273, 1236 sm-1 sohalarida yutilish.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Mass-spektr: 245, 146, 42, 189, 44, 105, 29, 43 m/z cho‘qqilari.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GSX, YuSSX usullarida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 M HCl)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251, 257, 263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1660, 701, 1493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Mass-spektr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245, 146, 42</a:t>
            </a:r>
            <a:r>
              <a:rPr sz="1100" b="0">
                <a:solidFill>
                  <a:srgbClr val="6B7280"/>
                </a:solidFill>
                <a:latin typeface="Calibri"/>
              </a:rPr>
              <a:t>  m/z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Miqdori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GSX, YuSSX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Fentanil spektrlari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Siklodol — piperidin hosilasiga oid dori vositasi; suvda yomon, spirtda kam eriydigan oq kristall kukun.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Xolinolitik ta’sirli; Parkinson xastaligini davolashda va etaperazin bilan xronik alkogolizmni davolashda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Metabolitlar holida peshob orqali asosan, sof holda qisman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Oxirgi yillarda kayf beruvchi, mast qiluvchi va gallyusinogen xossalari tufayli toksikomanik vosita sifatida qo‘llana boshlagan.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Siklodol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Guruhi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Piperidin hosilasi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Xolinolitik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Qo‘llanilishi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Parkinson xastaligi  ·  Etaperazin bilan alkogolizmda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Toksikomaniya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Kayf, gallyusinogen xossa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Siklodol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48, 48-49,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zaharlanish va qaramlik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O‘tkir zaharlanish 4 bosqichda o‘tadi: eyforiya, es-hushning yo‘qolishi, gallyusinatsiyalar va undan chiqish.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Birinchi bosqich terapevtik dozani 2-3 barobar oshirib (4-8 tabletka) qabul qilinganda rivojlanadi; 1-1,5 oyda o‘rganib qolinadi.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 sutkada 30-40 tabletkagacha qabul qilinishi mumkin; davolanmasa og‘riqli xumorlik 7-12 kungacha cho‘ziladi.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Ko‘pincha nasha, barbituratlar, alkogol bilan tanishgandan so‘ng qabul qilinadi; dozalar ortganda psixozlar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Eyforiya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Es-hushning yo‘qolishi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Gallyusinatsiyalar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Undan chiqish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Siklodol: 4 bosqich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Qon: 10 ml qonga 30 ml 0,02 n H2SO4, 20% H2SO4 bilan pH=2 gacha; 2 soat aralashtirib, sentrifugalanadi; 0,02 n H2SO4 bilan 100 ml ga yetkaziladi.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ml aralashma NaOH bilan pH=7,5 gacha keltirilib, xloroform bilan 3 qayta (10 ml dan) ekstraksiyalanadi; ajralish 41-43%.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Peshob: 50 ml peshob 20% H2SO4 bilan pH=2 gacha nordonlashtirilib, 2 soat aralashtiriladi; keyin xuddi shunday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Nordonlash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ml qon + 30 ml 0,02n H2SO4; pH=2; 2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Sentrifuga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Hajm 100 ml ga yetkaziladi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50 ml qism NaOH bilan pH=7,5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Xloroform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 marta 10 ml; ajralish 41-43%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Qondan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49, 49-50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Siklodolni aniqlash: reaksiyalar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p-dimetilaminobenzaldegid bilan qizil-pushti; Marki reaktivi bilan och qo‘ng‘ir-binafsha; Mandelin reaktivi bilan och qo‘ng‘ir-yashil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bilan turli rangdagi va agregat holatdagi cho‘kmalar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«Sorbfil» yoki «Silufol», sistema dietilamin-dioksan (1:490); Mune bo‘yicha Dragendorf bilan qizil-qo‘ng‘ir dog‘, Rf=0,50-0,52.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p-DMAB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qo‘ng‘ir-binafsha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qo‘ng‘ir-yashil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 (1:490)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Qizil-qo‘ng‘ir; Rf=0,50-0,52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Siklodol: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Siklodol: spektrlar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0,1 M xlorid kislotadagi eritma 252, 258 va 264 nm da maksimal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 (KBr plastinka): 702, 756, 973, 1206, 1196, 935 sm-1; mass-spektr: 98, 105, 55, 41, 99, 77, 218, 84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UB-spektrofotometriya, GSX yoki YuSSX (aniqlash chegarasi 2 mkg) va bromtimol ko‘ki bilan ekstraksion-fotokolorimetrik usulda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 M HCl)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252, 258, 264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702, 756, 973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Mass-spektr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98, 105, 55</a:t>
            </a:r>
            <a:r>
              <a:rPr sz="1200" b="0">
                <a:solidFill>
                  <a:srgbClr val="6B7280"/>
                </a:solidFill>
                <a:latin typeface="Calibri"/>
              </a:rPr>
              <a:t>  m/z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Aniqlash chegarasi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mkg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Siklodol spektrlari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Petidin: xossalari va farmakokinetikasi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Petidin (meperidin, demerol) birinchi marta 1932 yilda sintez qilingan; morfinga o‘xshash, lekin 8 marta kuchsiz, kam o‘rganib qolish xususiyatiga ega.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Petidin asosi — ishqoriy xossali moysimon suyuqlik; gidroxlorid oq kristall kukun, qaynash harorati 186-190°C, suvda, xloroform va etanolda yaxshi eriydi.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Terapevtik doza 0,2-0,8 mkg/ml, letal doza 1 g; yarim chiqish davri 2-5 soat.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Ichga qabul qilinganda 15 daqiqadan so‘ng ta’sir qiladi, qondagi konsentratsiya 1-2 soatda maksimal bo‘ladi, ta’sir 1,5-3 soat davom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Sintez yili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Morfindan kuchsiz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</a:t>
            </a:r>
            <a:r>
              <a:rPr sz="1500" b="0">
                <a:solidFill>
                  <a:srgbClr val="6B7280"/>
                </a:solidFill>
                <a:latin typeface="Calibri"/>
              </a:rPr>
              <a:t>  marta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Gidroxlorid, qaynash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186-190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Letal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Yarim chiqish davri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2-5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Petidin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Petidin: ta’siri va o‘lim holatlari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Ba’zan markaziy asab tizimini qo‘zg‘atib, titroq, muskullarning tortishishi va tutqanoq tutishini chaqiradi.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markazining falajlanishiga asosiy metaboliti normeperidin sabab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1866344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Og‘iz orqali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Vena ichiga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 / 19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4,3 / 2,5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Peshob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150 / 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 / 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Meperidin / normeperidin, mg/l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Petidinni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qon zardobiga 0,1 ml 1 M NaOH va 5 ml geksan qo‘shilib, 1 daqiqa aralashtiriladi va sentrifugalanadi.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Sentrifugatga 4 ml erituvchi va 0,08 ml 1 mmol fosfat kislota qo‘shilib, YuSSX da tahlil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 elyuenti: asetonitril-fosfat buferi (pH=7)-metanol (55:25:20).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 nordonlashtirilgan suv yoki spirt bilan ajratiladi; suvli ajratmadan ishqoriy muhitda (pH=9-10)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Zardob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ml + 0,1 ml 1 M NaOH + 5 ml geksan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Aralashtirish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daqiqa, sentrifuga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Tayyorlash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4 ml erituvchi + 0,08 ml 1 mmol fosfat k-ta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YuSSX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Asetonitril-bufer pH 7-metanol (55:25:20)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Petidin: zardobdan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Petidinni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Alkaloidlarning umumiy cho‘ktiruvchi reaktivlari bilan turli rangdagi va agregat holatdagi cho‘kmalar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(formaldegidli H2SO4) bilan zarg‘aldoq rang; sezgirligi 7 mkg petidin.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«Sorbfil» yoki «Silufol»; sistemalar — metanol-ammiak 25% (100:1,5) va geksan:aseton:ammiak 25% (2:2:0,2).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bilan sarg‘ish, kaliy yodplatinat bilan qo‘ng‘ir dog‘; standart namuna dog‘i bilan solishtiriladi.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Zarg‘aldoq; 7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 dog‘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Kaliy yodplatinat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MeOH-NH3 (100:1,5); geksan:aseton:NH3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Petidin: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Petidin: UB va YuSSX bilan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0,1 M xlorid kislotadagi eritma 204, 207 va 213 nm da maksimal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YuSSX: kolonka Supercosil LC-PCN (5 mkm); elyuent — asetonitril-fosfat kislota buferi (pH=7)-metanol (55:25:20); detektor UB 204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Aniqlash chegarasi 2 ng/ml; miqdori UB-spektrofotometrik, GSX yoki YuSSX usullarida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 M HCl)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204, 207, 213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Supercosil LC-PCN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Detektor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UB 204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Aniqlash chegarasi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ng/ml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Petidin: UB va YuSSX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Tramadol: xossalari va farmakokinetikasi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Tramadol (gidroxlorid) — markaziy ta’sirli sintetik analgetik, (+) va (-) izomerlarning ratsemik aralashmasi.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Vena ichiga yuborilganda analgeziya tez rivojlanadi va 3-5 soat davom etadi; morfindan kuchsiz, terapevtik dozalarda nafasni deyarli susaytirmaydi.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qo‘llanilganda dorilarga qaramlik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 kun ichida dozaning taxminan 90% siydik bilan chiqadi, shundan taxminan 30% o‘zgarmagan holda; metabolitlar konyugatlar holida.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Tramadol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Tabiati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Markaziy sintetik analgetik  ·  (+) va (-) izomer aralashmasi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Venaga: analgeziya 3-5 soat  ·  Morfindan kuchsiz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Chiqarilishi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 kunda ~90% siydik bilan  ·  ~30% o‘zgarmagan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Tramadol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Zalesova V.A., Kataev S.S., Kurdina L.I. (Perm narkologik dispanseri); malaka materiali №001., Siydikda tramadolni yupqa qatlam xromatografiyasi usulida aniqlash, betlar: kirish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Tramadolni siydikdan ajratish va 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Siydikdan xloroform bilan pH=11,5 da ikki marta teng hajmlarda ekstraksiyalanadi; ekstrakt suvsiz natriy sulfatda quritilib,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Sorbfil «PTSX-P-A-UF» va KSK silikagelda to‘rt sistemada: I — toluol-aseton-etanol-ammiak (45:45:7,5:2,5); II — etilasetat-metanol-ammiak (34:4:2).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— xloroform-etilasetat-ammiak (60:40:1); IV — etilasetat-geksan-ammiak (50:15:2); eng yaxshi ajralish IV sistemada.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Siydik pH=11,5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Xloroform bilan 2 marta teng hajmda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Suvsiz Na2SO4, bug‘latish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TSX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Sorbfil / KSK; IV sistema eng yaxshi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Tramadol: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Zalesova V.A., Kataev S.S., Kurdina L.I. (Perm narkologik dispanseri); malaka materiali №001., Siydikda tramadolni yupqa qatlam xromatografiyasi usulida aniqlash, betlar: usullar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Tramadol: ochuvchi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Tramadol uchun ninhidrinning konts. H2SO4 dagi 1% eritmasi tasdiqlovchi: pushti-gilos rang, suv bilan yuvilgach barqaror zarg‘aldoq.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54 ta toksikologik ahamiyatli dori ichidan 15 tasi pushti-gilos rang berdi, ammo suvdan keyin barqaror zarg‘aldoq rang faqat tramadol va nubain uchun kuzatildi.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Tramadol faol metabolitlanadi: IV sistema (Sorbfil)da metabolitlarga mos qo‘shimcha uch zona, Rf x100: 12, 17, 29.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Tramadol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Ninhidrin (konts. H2SO4, 1%)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Barqaror zarg‘aldoq rang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Suv bilan yuvilgandan so‘ng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Avval pushti-gilos; 54 dori ichidan faqat tramadol va nubain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Ninhidrin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Zalesova V.A., Kataev S.S., Kurdina L.I. (Perm narkologik dispanseri); malaka materiali №001., Siydikda tramadolni yupqa qatlam xromatografiyasi usulida aniqlash, betlar: natijalar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Tramadol: reaktivlar, rang va sezgirlik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(Moldaver modifikatsiyasi), CuSO4 + KI, Marki reaktivlari umumiy skrininda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va Frede reaktivlari opiy guruhiga tekshirishda ham qo‘llanadi.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56"/>
                <a:gridCol w="1927859"/>
                <a:gridCol w="151665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Minimum, mkg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 (Moldaver)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0,03 M CuSO4, so‘ng 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3,0 / 5,0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Frede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Tramadolni ochish (maqola jadvali)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Zalesova V.A., Kataev S.S., Kurdina L.I. (Perm narkologik dispanseri); malaka materiali №001., Siydikda tramadolni yupqa qatlam xromatografiyasi usulida aniqlash, betlar: usullar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reaktivi: opioidlarni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Promedol Marki reaktivi bilan to‘q qizil rang beradi (sezgirligi 10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 va petidin zarg‘aldoq rang beradi (petidin sezgirligi 7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Metadon pushti-qizil, so‘ng fluoressent qizil; siklodol och qo‘ng‘ir-binafsha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Promedol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Fentanil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Petidin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Pushti-qizil, so‘ng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Siklodol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qo‘ng‘ir-binafsha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Marki: opioidlar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41, 47, 52,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Promedol, metadon, fentanil va petidin — sintetik opioidlar; nordonlashtirilgan suv/spirt usulida ajratilib, ishqoriy yoki neytral muhitdan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reaktivi: promedol to‘q qizil, petidin va fentanil zarg‘aldoq; metadon pushti-qizil; YuQX, UB, IQ, mass-spektr va GX-MS tasdiqlaydi.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 savollari: promedol guruhining narkologik ahamiyati; fenilpiperidin hosilalarini ajratish; promedol, metadon, siklodol, petidinni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41-52, 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opioidlar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Fenilpiperidin guruhi hosilalarini saqlovchi dori moddalarini nomlang; promedol va shu guruh moddalarining narkologik ahamiyatini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Fenilpiperidin hosilalari ashyoviy dalillardan qanday ajratib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Promedol, metadon, siklodol va petidinni aniqlash uchun qanday kimyoviy va fizik-kimyoviy usullar qo‘llaniladi?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noma’lum kristall kukun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ekspertizasiga noma’lum kristall kukun keltirildi; dastlabki tahlil o‘tkazing.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tahlilda opioidlar Marki reaktivi bilan ranglar bo‘yicha ajratiladi, so‘ng YuQX, UB va IQ-spektr bilan tasdiqlanadi.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keys: qon keltirilgan, hujjatlarga ko‘ra gallyusinatsiya chaqiruvchi modda faraz qilingan; noma’lum moddaga dastlabki tahlil o‘tkazing.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Ko‘rinish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Kristall kukunning tashqi ko‘rinishi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Marki reaktivi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Rang bo‘yicha dastlabki guruh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YuQX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Sistema va Rf standart bilan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UB va 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Spektr bo‘yicha tasdiqlash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GX-MS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Yakuniy identifikatsiya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Keys: dastlabki tahlil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53, 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Fentanil morfinga nisbatan 100 marta, geroindan 10 marta faol; samarali doza (70 kg uchun) 0,1 mg.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Metadonning bir martalik yuqori dozasi 10 mg, sutkalik dozasi 30 mg; ta’sir vaqti 24 soatgacha.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Promedol 1948 yilda, petidin 1932 yilda sintez qilingan; metadon AQShga 1947 yilda kirib kelgan.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Tramadol bo‘yicha 54 dori ichidan faqat tramadol va nubain ninhidrin–H2SO4 reaksiyasidan keyin barqaror zarg‘aldoq rang bergan.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opioidlar: promedol (trimeperidin), metadon, fentanil, petidin; tramadol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40-53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Zalesova V.A., Kataev S.S., Kurdina L.I. (Perm narkologik dispanseri); malaka materiali №001. Siydikda tramadolni yupqa qatlam xromatografiyasi usulida aniqlash.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