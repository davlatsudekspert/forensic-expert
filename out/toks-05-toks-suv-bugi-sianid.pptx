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ba’zi zaharlar ob’ektdan faqat haydash yo‘li bilan ajratiladi? Doskada: ma’ruza rejasi (nazariya - qurilma - distillyat - HCN). Tipik xato: suv bug‘i bilan haydashni oddiy haydash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sinflar turlicha bo‘lsa ham ularni nima birlashtiradi? (uchuvchanlik). Doskada: sinflar ro‘yxati. Tipik xato: 13 uchuvchi zaharni sanashda fenol va krezollarni tushirib qoldirish. Eslatma: 551-son buyruq eskirgan hujjat bo‘lishi mumkin; amaldagi tahrirni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qaynash haroratining bosimga bog‘liqligi nima uchun vakuumda haydashga asos bo‘ladi? Doskada: P - t grafigi (kitobning 1-rasmi). Tipik xato: qaynash haroratini bosimga teskari bog‘liq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P-t chizmasi (1-rasm). Tipik xato: bosim oshsa qaynash harorati pasayadi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TEQ qanday xususiyati uchun vakuumda haydaladi? Doskada: vakuumli qurilma sxemasi. Tipik xato: germetiklikni e’tiborsiz qoldirish.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nitrobenzol suv bug‘i bilan haydaladi, garchi uning o‘zi yuqori haroratda qaynasa ham? Doskada: «past harorat - o‘zgarmagan struktura». Tipik xato: suv bug‘i bilan haydashda temperatura 100 °C dan yuqori deb o‘ylash. Kitobda TEQ ning qaynash va parchalanish harorati «200° va 135°C» deb berilgan, ishorasi shundayligicha keltirildi.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aralashma qaynash harorati suvning qaynash haroratidan yuqori bo‘la oladimi? (kitobga ko‘ra yo‘q, har bir modda uchun toza holdagidan past). Doskada: P = P1 + P2. Kitobda bu qonun «Dalton qonuni» deb nomlanmagan, mazmuni bayon etilgan.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massasi katta va par bosimi yuqori modda distillyatda ko‘proq bo‘ladimi? (formulaga ko‘ra M va P ko‘paytmasi ortsa, W0/Wv ortadi). Doskada: formula va belgilar. Tipik xato: Wv ni organik modda deb belgilash.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azeotrop distillyatda tarkibning o‘zgarmasligi tahlilga qanday ta’sir qiladi? Doskada: azeotrop ta’rifi. Tipik xato: azeotropni oddiy aralashma deb hisoblab, fraksion haydash bilan ajratishga urinish (kitobga ko‘ra suv bug‘i bilan ajratib bo‘lmaydi).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Doskada: moddalar va foizlar. Tipik xato: foizni modda ulushi yoki suv ulushi deb o‘zboshimchalik bilan talqin qilish. Kitobda: foizlar nimaga nisbatan ekani aytilmagan va dixloretan uchun 19,5% (xato). Qaror: foiz — azeotropdagi suvning og‘irlik ulushi (malaka 054, 1-jadval sarlavhasi); 1,2-dixloretan–suv azeotropida suv 8,2% (71,6 °C).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azeotropning qaynash harorati toza moddalarnikidan qanday farq qiladi? Doskada: jadval. Tipik xato: suv ulushini modda ulushi bilan aralashtirish. Manba — malaka materiali №054; undagi anilin qatori (75,0 °C) tekshiruvda shubhali deb topilgani uchun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bosimni o‘zgartirish azeotrop tarkibiga qanday ta’sir qiladi? (kitob misol keltiradi). Doskada: ikkita yo‘l — fizik va kimyoviy. Tipik xato: kimyoviy usulni biologik ob’ektga qo‘llash mumkin deb o‘ylash; kitobda u faqat absolyut spirt misolida beriladi.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to‘rt punktdan qaysi biri eng ko‘p xatoga olib keladi? Doskada: to‘rt punkt ro‘yxati — keyingi slaydlar shu tartibda. Tipik xato: punktlarni bir-biridan ajratmasdan yodlash.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ob’ekt kolbasi suv hammomiga qo‘yiladi? (kondensatlanishni kamaytirish uchun, keyingi slaydlarda). Doskada: 5 qismli sxema. Tipik xato: bug‘ hosil qiluvchi kolbani ob’ekt kolbasi bilan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himoya naychasidagi suv ko‘tarilsa nima qilinadi? (alanga pasaytiriladi). Doskada: himoya naychasi o‘lchamlari. Tipik xato: himoya naychasini qisqa qilib o‘rnatish.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bug‘ ob’ekt kolbasiga qaysi naycha orqali kiradi va qaysi orqali chiqadi? Doskada: naychalarning joylashuvi. Tipik xato: bug‘ naychasini va chiqish naychasini almashtirib ulash.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Doskada: qurilma chizmasi (2-rasm). Tipik xato: himoya naychasini bug‘ chiqaruvchi naycha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kolbani nega darhol berkitamiz? (HCN yo‘qolmasligi uchun). Doskada: pH=2,0-2,5. Tipik xato: kolbani ochiq qoldirib kislota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avval naychalar orasi ajratiladi? Doskada: tugatish tartibi (1 - ajratish, 2 - qizdirishni to‘xtatish). Tipik xato: avval qizdirishni to‘xtatish. Kitobda yana suv ajratgich moslama o‘rnatish imkoni ham aytilgan.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HCN ishqorli idishga yig‘iladi? (uchmaydigan NaCN hosil bo‘lishi uchun). Doskada: reaksiya. Tipik xato: birinchi distillyatni boshqa moddalarga ishlatish. Slaydda hajm yo‘q. Kitobning boshqa betida: p.26 da birinchi distillyat «3 ml», p.28 da «5 ml gacha».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miqdoriy haydalma nima uchun yangi qismdan olinadi? (kitobda: aniqlangan modda miqdorini o‘lchash uchun alohida distillyat olinadi). Doskada: sifat - miqdor ketma-ketligi. Tipik xato: miqdorni sifat uchun olingan distillyatdan aniqlash.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asosli moddalar nima uchun xlorid kislotali idishga yig‘iladi? (kitobda sabab ko‘rsatilmagan; asos tuzga aylanib uchmaydi - bu izoh talabalar bilan muhokama qilinadi). Doskada: ishqoriy muhitda 2-bosqich. Tipik xato: kolbani sovitmasdan ishqor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neytral modda uchun qaysi muhit qulay? (ikkalasi). Doskada: kislota - kislotali, asos - ishqoriy. Tipik xato: barcha moddalarni faqat kislotali muhitda haydash.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bir ob’ektdan ikki xil muhitda ketma-ket haydaladi? Tipik xato: asos xossali moddalarni kislotali muhitda haydash.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ob’ektda HCN kam bo‘lsa mineral kislota nima qiladi? Doskada: «oksalat/tartrat - ha, kuchli mineral - yo‘q». Tipik xato: sulfat kislota bilan nordonlashtirish.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fenol topilishi har doim fenol bilan zaharlanishni bildiradimi? (kitobga ko‘ra yo‘q, konyugat gidrolizi bilan ham hosil bo‘ladi). Doskada: konyugat gidrolizi sxemasi. Tipik xato: mineral kislotali nordonlashtirishda topilgan fenolni zaharlanish isboti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nima uchun sirka kislota uchun kuchli mineral kislota kerak, HCN uchun esa zararli? Doskada: ikkita misol yonma-yon. Tipik xato: qoidani barcha uchuvchi zaharlarga bir xil qo‘llash.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deflegmatorning vazifasi nima? (qaynash haroratiga monand ajratish). Doskada: fraksion kolonka sxemasi. Tipik xato: fraksion haydashni azeotroplarni suv bug‘i bilan ajratish usuli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HCN alohida distillyatda? Doskada: tahlil rejasi sxemasi. Tipik xato: efirli ajralmadan faqat xloroformni tahlil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amigdalinli danaklar nima uchun xavfli? Doskada: amigdalin gidrolizi sxemasi. Tipik xato: achchiq bodom suvini zararsiz deb hisoblash (unda HCN bor).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qonda kislorod bor, lekin hujayra nafas ola olmaydi? Doskada: sitoxromoksidaza blokadasi. Tipik xato: HCN qon gemoglobinini bog‘laydi deb o‘ylash (malaka materialiga ko‘ra ferment ishdan chiqadi). Manba — malaka materiali №054 (kitobda dozalar yo‘q).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ashyoviy dalilni darhol tahlil qilish kerak? (HCN beqaror). Doskada: to‘rt sabab. Slaydda 25,6 °C (malaka 054). Manba — malaka №054. Kitobda: HCN «27 °C» (toks 28, xato); slaydda to‘g‘ri qiymat 25,6 °C (malaka 054).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rodanid nima uchun asosiy metabolit sifatida muhim? (sifat tahlilida rodanid reaksiyasi bilan bog‘lanadi). Doskada: HCN - rodanid sxemasi. Tipik xato: patomorfologik belgilarni yetarli deb hisoblash; kitobga ko‘ra xarakterli alomatlar sezilmaydi.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nima uchun avval ishqoriy muhit kerak? Doskada: 4 bosqichli sxema. Tipik xato: temir (III) tuzini sianid yo‘qligida qo‘shib, ko‘k rang kutish. FeCl3 oldida koeffitsient yo‘q; to‘g‘ri tenglama uchun malaka materialiga qarang (3Na4[Fe(CN)6] + 4Fe2(SO4)3 → Fe4[Fe(CN)6]3 + 6Na2SO4). Kitobda: 3Na4[Fe(CN)6] + FeCl3 (koeffitsient yo‘q, xato). To‘g‘ri tenglama: 3Na4[Fe(CN)6] + 4FeCl3 → Fe4[Fe(CN)6]3 + 12NaCl (yoki 2Fe2(SO4)3 bilan + 6Na2SO4).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HCl ning optimal miqdorini qanday tanlash mumkin? (ortiqchasi sekinlatadi). Doskada: Fe(OH)2/3 → FeCl2/3. Tipik xato: kislotani me’yorsiz ko‘p qo‘shish.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rodanid reaksiyasi berlin zangorisidan nimasi bilan farq qiladi? (qizil rang, FeCl3). Doskada: ikkala reaksiyaning ranglari: ko‘k va qizil. Tipik xato: Fe(CNS)3 ni temir sianid bilan adashtirish. Manba — malaka №054 va №089 (kitobda rodanid reaksiyasi yo‘q). Kitobda/malakada: «KCNS + Fe3+ → Fe(CNS)3» (koeffitsientsiz) — tenglashtirildi.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ortiqcha AgNO3 titrlanadi? (teskari titrlash). Doskada: ikkita tenglama. Tipik xato: chirigan ob’ektda argentometriyani qo‘llash. Kitobda temir-ammoniyli achchiq tosh formulasi NH4Fe(SO2)2 deb noto‘g‘ri yozilgan (NH4Fe(SO4)2 bo‘lishi kerak); slaydda formula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ammiak AgCN ni eritadi, Ag2S ni eritmaydi? Doskada: cho‘kmalarni ajratish sxemasi. Tipik xato: Ag2S ni AgCN bilan birga tortish. Kitobdagi H2S + AgNO3 → Ag2S + 2NH4OH yozuvi noto‘g‘ri (to‘g‘risi malaka №054 da: H2S + 2AgNO3 → Ag2S + 2HNO3); slaydda tenglama keltirilmadi.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asosiy 3 xulosani o‘z so‘zingiz bilan ayting. Doskada: haydash - distillyat - HCN zanjiri. Tipik xato: chirigan ob’ektda hajmiy usulni tanlash.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Uchuvchi zaharlarni suv bug‘i bilan haydashning nazariy asoslari (Dalton qonuni, azeotroplar, fraksion haydash). Sianid kislota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haydash usullari va suv bug‘i bilan haydashning nazariy asoslari; azeotroplar; haydash qurilmasi; distillyatlar tahlili; sianid kislota.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Tayanch so‘zlar: distillyat, suv bug‘i bilan haydash, azeotrop, fraksion haydash, sianid kislota, berlin zangorisi, argentometriya.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Ob’ektdan suv bug‘i bilan ajratiladigan zaharlar sud kimyosida «uchuvchi» zaharlar deb ataladi.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22-29, 23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 bug‘i bilan ajratiladigan zaharlar guruhi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bug‘i bilan ajratiladigan zaharlarga oson uchuvchi, ochiq havoda tez bug‘lanuvchi turli moddalar kiradi; ular bir necha kimyoviy sinfga mansub.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Kislotalar: sianid va sirka kislotalari; aldegid va ketonlar: formaldegid va aseton; shuningdek fenol.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Umumiy xususiyati uchuvchanlik.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13 moddaga to‘liq ekspertizada tekshiruv zarurligi O‘zSSV ning 551-sonli buyrug‘ida ko‘rsatilgan, ular haydash usullari bilan ajratiladi.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Uchuvchi zaharlar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2063496"/>
            <a:ext cx="0" cy="2731008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206349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Kislotalar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Sianid kislota  ·  Sirka kislota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782824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782824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Aldegid va ketonlar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Formaldegid  ·  Aseton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479450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4148328"/>
            <a:ext cx="3779215" cy="12923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4148328"/>
            <a:ext cx="3779215" cy="1292352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Fenol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Suv bug‘i bilan ajratiladiganlar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25, 22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Haydash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Haydash usullari: oddiy, vakuum yordamida va suv bug‘i yordamida.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Qaynash — modda par bosimi atmosfera bosimiga tenglashganda yuz beradigan fizik holat.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Qaynash harorati bosimga to‘g‘ri proportsional: bosim oshsa, qaynash harorati ham oshadi.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10850"/>
                <a:gridCol w="3777125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Usul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Mohiyati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Oddiy haydash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Vyurts kolbasi, sovutgich, qum yoki yog‘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Vakuum bilan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Past bosimda; idish nasosga ulanadi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bug‘i bilan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Past haroratda, struktura o‘zgarmaydi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Uchta haydash usuli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Qaynash harorati va bosim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Qaynash — modda par bosimi atmosfera bosimiga tenglashganda sodir bo‘ladigan fizik holat.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Modda qaynash harorati bosimga to‘g‘ri proportsional: bosim oshishi bilan qaynash harorati ham oshadi.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Shuning uchun yuqori haroratda parchalanuvchi birikmalarni past bosimda, vakuum hosil qilib haydash maqsadga muvofiq.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Bosim kamaytiriladi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Qaynash harorati pasayadi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Modda parchalanmaydi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Past haroratda haydaladi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Vakuumda haydash mantig‘i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Vakuumda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haroratda parchalanuvchi birikmalarni past bosimda vakuum hosil qilib haydash maqsadga muvofiq.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oddiy haydashdagidek Vyurts kolbasida sovutgich yordamida olib boriladi.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Yig‘ib oluvchi idish vakuum hosil qiluvchi suvli yoki boshqa so‘rib oluvchi nasoslarga ulanadi va germetik biriktiriladi.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Past bosimda moddalar past haroratda ham haydaladi; masalan, TEQ (tetraetilqo‘rg‘oshin) ni ob’ektdan ajratish.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Oddiy haydash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Yuqori issiqlik ta’sirida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Vyurts kolbasi, sovutgich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Qum yoki yog‘ idishida qizdiriladi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Vakuumda haydash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Past bosimda, past haroratda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Qabul idishi nasosga ulanadi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Parchalanuvchi moddalar, masalan, TEQ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Oddiy va vakuumli haydash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22,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 bug‘i bilan haydashning mohiyati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bug‘i bilan haydashda moddalar nisbatan past haroratda haydaladi va struktura o‘zgarishlariga uchramaydi.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Yuqori haroratda qaynaydigan va suvda erimaydigan moddalarni (nitrobenzol, to‘rtetilqo‘rg‘oshin) ajratib olish ayniqsa qulay.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Usul yuqori haroratda qaynaydigan va qaynash haroratida parchalanadigan moddalar uchun qulay: TEQ ning qaynash harorati 200°, 135°C da parchalana boshlaydi.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TEQ qaynash harorati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200 °C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5544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3716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554480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TEQ parchalana boshlaydi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135 °C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TEQ ni suv bug‘i bilan haydash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22-23, 23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Bir-birida erimaydigan suyuqliklar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Bir-birida erimaydigan suyuqliklar aralashmasi qizdirilganda.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Ayrim par bosimlar yig‘indisi atmosfera bosimiga yetishi bilan aralashma qaynay boshlaydi va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Aralashmadagi har bir moddaning qaynash harorati shu moddaning toza holdagi qaynash haroratidan past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Umumiy bosim ikkala suyuqlikning toza holdagi par bosimlari yig‘indisiga teng: P = P1 + P2; har biri boshqasiga bog‘liq bo‘lmagan holda bug‘lanadi.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23; Malaka materiali №054 (TFI Toksikologik kimyo kafedrasi)., Uchuvchi zaharlarni suv bug‘i bilan haydash; sianid kislota, betlar: haydash nazariyasi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Distillyatdagi miqdorlar nisbati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Erimaydigan moddalarning uchuvchanligi va molekulyar massasi orasidagi bog‘lanish formula bilan ifodalanadi.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W0 / Wv = (M0 · P0) / (Mv · Pv).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W — distillyatdagi miqdor, M — molekulyar massa, P — par bosimi (organik modda va suv uchun).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8972"/>
                <a:gridCol w="3629002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Belgi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Ma’nosi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W0 va Wv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 modda va suv miqdori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M0 va Mv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Molekulyar massa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P0 va Pv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 modda va suvning par bosimi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Formuladagi belgilar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Azeotrop aralashmalar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Ba’zi moddalar haydalganda azeotrop, ya’ni o‘zaro ajralmasdan qaynaydigan aralashmalar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Misol: xloroform + suv, spirt + suv va boshqalar.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Azeotrop haydalganda distillyat tarkibi o‘zgarmaydi; shu tufayli suv bug‘i bilan haydashda ularni bir-biridan ajratib bo‘lmaydi.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Azeotropda suv bilan haydaladigan moddalar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Azeotropdagi suv miqdori (og‘irlik %): xloroform bilan 2,5%, to‘rtxlorid uglerod bilan 4,1%.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1,2-dixloretan–suv azeotropi 71,62 °C da qaynaydi, undagi suv 8,2% (og‘irlik).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Azeotropdagi suv miqdori (og‘irlik %): etil spirti bilan 4,5%, propil spirti bilan 28,3%, fenol bilan 91%.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Azeotroplarni fraksion haydash yoki kimyoviy usul bilan ajratish mumkin (keyingi slayd).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40680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50408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Xloroform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2,5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578443" y="1508760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8171" y="1417320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CCl4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4,1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40680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550408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Etil spirti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4,5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7208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578443" y="2898648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8171" y="2807208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1,2-Dixloretan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8,2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40680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550408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Propil spirti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28,3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578443" y="4197096"/>
            <a:ext cx="2973171" cy="124358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578443" y="4288536"/>
            <a:ext cx="64008" cy="106070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688171" y="4197096"/>
            <a:ext cx="2863443" cy="1243584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100"/>
              </a:spcAft>
            </a:pPr>
            <a:r>
              <a:rPr sz="1300" b="0">
                <a:solidFill>
                  <a:srgbClr val="6B7280"/>
                </a:solidFill>
                <a:latin typeface="Calibri"/>
              </a:rPr>
              <a:t>Fenol</a:t>
            </a:r>
          </a:p>
          <a:p>
            <a:pPr algn="l">
              <a:spcAft>
                <a:spcPts val="100"/>
              </a:spcAft>
            </a:pPr>
            <a:r>
              <a:rPr sz="3000" b="1">
                <a:solidFill>
                  <a:srgbClr val="0B1F3A"/>
                </a:solidFill>
                <a:latin typeface="Calibri"/>
              </a:rPr>
              <a:t>91</a:t>
            </a:r>
            <a:r>
              <a:rPr sz="1500" b="0">
                <a:solidFill>
                  <a:srgbClr val="6B7280"/>
                </a:solidFill>
                <a:latin typeface="Calibri"/>
              </a:rPr>
              <a:t> 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Azeotropda suv ulushi (og‘irlik 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Nurmatova M.I., Toksikologik kimyo modulidan o‘quv-uslubiy majmua, betlar: 23; Malaka materiali №054 (TFI Toksikologik kimyo kafedrasi)., Uchuvchi zaharlarni suv bug‘i bilan haydash; sianid kislota, betlar: 1-jadval; Yuldashev Z.A., Umarova G.Q., Toksikologik kimyo modulidan o‘quv-uslubiy majmua, betlar: 23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 bilan azeotroplar (qo‘shimcha jadval)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Jadvalda toza va azeotrop qaynash harorati hamda azeotropdagi suv miqdori (og‘irlik %)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Masalan, benzol toza holda 80,2 °C da qaynaydi, suv bilan azeotropda 69,25 °C da.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 o‘rnida boshqa suyuqlik bo‘lgan azeotroplar ham bor: etil spirti + xloroform — 59,4 °C.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7859"/>
                <a:gridCol w="1880185"/>
                <a:gridCol w="1479930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Azeotrop t, °C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Suv, %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69,25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8,83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1,2-dixloretan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71,62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8,2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1,4-dioksan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87,2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18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Dietil efiri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34,15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1,26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Suv bilan azeotroplar (malaka materiali)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№054 (TFI Toksikologik kimyo kafedrasi)., Uchuvchi zaharlarni suv bug‘i bilan haydash; sianid kislota, betlar: 1-jadval, 2-jadval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Azeotroplarni ajratish usullari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Azeotrop aralashmalarni oddiy yoki fraksiyalab haydash usulida ajratish mumkin: bosim kamaytiriladi yoki oshiriladi.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Masalan, bosimni 100 mm gacha kamaytirib, etil spirti konsentratsiyasini 99,6% gacha ko‘tarish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Azeotroplarni kimyoviy usul bilan ham ajratish mumkin: absolyut spirt olish uchun natriy metalidan foydalaniladi.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Fraksion haydash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Bosim kamaytiriladi yoki oshiriladi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100 mm gacha: spirt 99,6% gacha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Kimyoviy usul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Natriy metalidan foydalaniladi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Absolyut spirt olinadi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Azeotropni ajratish usullari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Suv bug‘i bilan haydash: tahlil reja punktlari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bug‘i bilan haydash uskunasi qismlari.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 organik kislotalar bilan nordonlashtirish sabablari.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Distillyatni 2 yoki 3 ta idishga yig‘ish sabablari (uchmaydigan birikmaga o‘tkazish, tez yoki sekin uchishi).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Nordonlashtirishda mineral kislotalar ishlatilsa sodir bo‘ladigan xatoliklar (HCN va fenol misolida).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Haydash qurilmasi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Qurilma: bug‘ hosil qiluvchi kolba; suv hammomidagi ob’ekt kolbasi; sovitgich va qabul qiluvchi kolba.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Rasm: 1 — bug‘ hosil qilgich, 2 — ob’ekt kolbasi, 3 — suv hammomi, 4 — sovutgich, 5 — qabul kolbasi.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Bug‘ hosil qiluvchi kolba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Ob’ekt kolbasi (suv hammomida)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Sovutgich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Qabul qiluvchi kolba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Qurilma qismlari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24; Yuldashev Z.A., Nurmatova M.I., Toksikologik kimyo modulidan o‘quv-uslubiy majmua, betlar: 23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Bug‘ hosil qiluvchi kolba va himoya naychasi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Bug‘ hosil qiluvchi idish: olovga chidamli shisha (yoki metall) kolba; yarmigacha tozalangan suv quyiladi.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Tiqinida himoya va bug‘ chiqaruvchi naychalar uchun ikkita teshik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Uzun himoya naychasining ostki qismi deyarli idish tubigacha tushadi, yuqorida qoladigan qismi 50 sm dan kam bo‘lmasligi shart.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Himoya naychasi suv qattiq qaynab ketganda bosim va chayqalishni saqlab turadi; bosim oshsa, suv naychadan ko‘tariladi — alanga pasaytiriladi.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Naychalarni ulash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Bug‘ chiqarish uchun to‘g‘ri burchak ostida buklangan shisha naycha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Qisqa tomoni tiqin ostidan 2-3 sm chiqarib joylashtiriladi, ikkinchi uchi rezina naycha bilan ob’ekt kolbasiga ulanadi.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kolbasining tiqinida ikkita buklangan naycha: biri kolba tubigacha yetishi kerak (bug‘ hosil qiluvchi kolba naychasi bilan ulanadi).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Ikkinchi naycha tiqin ostidan 2-3 sm chiqib turadi va sovitgichga ulanadi; sovitgichning boshqa tomoni distillyat idishlariga tushiriladi.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Haydash qurilmasi qismlari va vazifalari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Bug‘ hosil qiluvchi idishning yarmigacha tozalangan suv quyiladi; tiqinida himoya va bug‘ chiqaruvchi naychalar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hajmi kolba hajmining yarmidan kam bo‘lishi kerak; ob’ektli kolba suv hammomida qizdiriladi.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Sovutgichning qabul kolbasiga tushirilgan tomoni kolba tagiga yetib turishi shart.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5615"/>
                <a:gridCol w="3222359"/>
              </a:tblGrid>
              <a:tr h="438912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Qism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Vazifasi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Bug‘ hosil qiluvchi kolba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yarmigacha quyiladi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Uzun himoya naychasi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Bosim va chayqalishni saqlaydi, ≥ 50 sm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Bug‘ chiqaruvchi naycha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To‘g‘ri burchak, 2-3 sm chiqib turadi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Ob’ekt kolbasi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Hajmi yarmidan kam to‘ldiriladi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Suv hammomi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Kondensatsiya hajmini kamaytiradi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Sovutgich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Uchi qabul kolbasi tagiga yetadi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Qurilma qismlari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24, 25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Ob’ektni joylash va nordonlashtirish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qiymalanib kolbaga joylanadi; hajmi kolba hajmining yarmidan kam bo‘lishi kerak.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 maydalanib, tozalangan suv bilan quyuq bo‘tqa holiga yetkaziladi; oksalat yoki tartrat kislota eritmasi bilan pH=2,0-2,5 muhitga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Tez uchuvchi sianid kislotani yo‘qotmaslik uchun kolba og‘zi oldindan tayyorlangan ikki naychali tiqin bilan darhol berkitiladi.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Qiymalash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Ob’ekt maydalanib kolbaga solinadi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2162556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Bo‘tqa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Tozalangan suv bilan quyuq bo‘tqa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Nordonlashtirish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Oksalat yoki tartrat, pH = 2,0-2,5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3493008"/>
            <a:ext cx="2973171" cy="1947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4238244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3493008"/>
            <a:ext cx="2259939" cy="1947672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Berkitish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Ikki naychali tiqin darhol qo‘yiladi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Ob’ektni joylash tartibi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24, 25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Haydashni olib borish va tugatish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Sovutgichning qabul kolbaga tushirilgan tomoni albatta kolba tagiga yetib turishi shart, aks holda uchuvchi moddalarning uchib ketishi sezilmay qoladi.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 sovutgichdan tushayotgan tomchilar sonini sanash imkonini beradigan tezlikda bajariladi.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Kondensatlanish hajmni ko‘paytirishi mumkin; shuning uchun ob’ekt kolbasi suv hammomi bilan qizdiriladi.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Tugatishda avval ikki kolba naychasi orasi ajratiladi, so‘ng qizdirish to‘xtatiladi; aks holda vakuum hosil bo‘lib, suyuqlik so‘riladi va kuyish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25, 24, 24-25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Distillyatlarni yig‘ish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Birinchi distillyat 2% natriy ishqori eritmasi saqlagan idishga yig‘iladi; sovutgich uchidagi egik naycha ishqor ichiga tushib turishi shart.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Birinchi distillyat to‘laligicha sianid kislotani aniqlash uchun ishlatiladi.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Sianid kislota ishqor bilan uchmaydigan tuz hosil qiladi: HCN + NaOH → NaCN + H2O.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So‘ng toza idishga 1 yoki 2 qism 25 ml dan distillyat haydaladi — spirtlar, aldegid va ketonlar, alkilgalogenidlar, aromatik uglevodorod hosilalariga.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Birinchi distillyat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3 ml, 2 ml 2% NaOH ichiga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Sovutgich uchi ishqorga tushadi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To‘laligicha HCN uchun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Ikkinchi distillyat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50 ml idishga 1-2 qism, 25 ml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Spirtlar, aldegid va ketonlar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Alkilgalogenidlar, aromatik hosilalar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Birinchi va ikkinchi distillyat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Ikkinchi distillyat va miqdoriy haydalma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Etilenglikol, sirka kislota, tetraetilqo‘rg‘oshin bu usulda kam miqdorda haydaladi, shuning uchun ularni aniqlashda maxsus usullar qo‘llaniladi.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 sifat reaksiyalari bilan to‘liq aniqlangach, miqdorini o‘lchash uchun ob’ektning yangi qismidan alohida distillyat olinadi.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 distillyat shu moddaga eng sezgir sifat reaksiyasini bermaguncha davom ettiriladi.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Ob’ektni bug‘ hosil qiluvchi kolbasiz to‘g‘ridan-to‘g‘ri qizdirish zaharlarning parchalanishiga va yangi zaharli moddalar hosil bo‘lishiga.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Ya’ni noto‘g‘ri natijaga olib kelishi mumkin.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Asosli moddalarni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Avval kislotali muhitda uchuvchi zaharlar suv bug‘i bilan haydab olinadi, so‘ng qolgan ob’ekt asos xossali moddalar uchun ishlanadi.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Ob’ektli kolba sovitiladi va 5% natriy ishqori eritmasi bilan ishqoriy muhitga keltiriladi (muhit indikator bilan tekshiriladi).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3-4 qism (10-15 ml dan) distillyat 5 ml 0,1 n xlorid kislotasi saqlagan idishlarga haydab olinadi.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▸  Distillyat anilin, piridin, arekolin, koniin, nikotin, anabazin, efedrin, fenamin kabi asos xossali moddalarga tekshiriladi.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Kolba sovitiladi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5% NaOH — ishqoriy muhit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3-4 qism (10-15 ml) haydaladi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5 ml 0,1 n HCl li idishga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Asos xossalilarga tekshiriladi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Asosli moddalarni haydash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Muhit pH ining haydalishga ta’siri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Haydaluvchi moddalar kimyoviy tuzilishi bo‘yicha kislotali, asosli yoki neytral xossali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 xossali moddalar kislotali muhitda, asos xossalilar ishqoriy muhitda haydaladi; neytral moddalar ikkala muhitda ham haydalishi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Amfoter birikmalarning maksimal ajralishi izoelektrik nuqtaga mos keluvchi pH da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Kimyogar pH ning bu ta’sirini hisobga olmasa, zaharli moddalarni to‘liq ajratib bo‘lmaydi.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Kislota xossali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Kislotali muhitda haydaladi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23378" y="1417320"/>
            <a:ext cx="1945538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Asos xossali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23378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Ishqoriy muhitda haydaladi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606076" y="1417320"/>
            <a:ext cx="1945538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Neytral moddalar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06076" y="2020824"/>
            <a:ext cx="1945538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Ikkala muhitda ham haydalishi mumkin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Muhit pH va haydalish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Qaysi muhitda qaysi moddalar haydaladi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Kislotali muhitda uchuvchi zaharlar ajratilgach, ob’ektli kolba sovitiladi va 5% natriy ishqori bilan ishqoriy muhitga keltiriladi.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 anilin, piridin, arekolin, koniin, nikotin, anabazin, efedrin, fenamin kabi asos xossali moddalarga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Sirka kislota kuchsiz kislotali muhitda deyarli haydalmaydi; kuchli mineral kislotada dissotsiatsiya to‘xtab, oson haydaladi.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5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16047"/>
                <a:gridCol w="2871928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Muhit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Haydaladigan moddalar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Oksalat/tartrat, pH 2,0-2,5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Sianid kislota, kislota xossalilar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5% NaOH (ishqoriy)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Anilin, piridin, nikotin, anabazin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mineral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Sirka kislota (dissotsiatsiyasiz)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Muhit — haydaladigan moddalar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26, 27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Nordonlashtirish: nega kuchsiz organik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Haydashdan oldin ob’ektga kuchsiz oksalat yoki tartrat kabi organik kislotalar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Kuchli mineral kislotalar qo‘shib kerakli pH hosil qilish tavsiya etilmaydi.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Sianid kislota kuchli kislotalar ishtirokida boshqa yangi moddalarga o‘tib, aniqlanmay qolishi mumkin; HCN kam bo‘lganda bu ayniqsa muhim.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Mineral kislotadagi xatolar: HCN va fenol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kislota mineral kislota ishtirokida chumoli kislota va ammiakka o‘tishi mumkin (H2SO4 sharoitida).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Ob’ektda zahar bo‘lmasa ham, mineral kislota bilan nordonlashtirish natijasida fenol hosil bo‘lishi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Organizmdagi fenolning sulfat kislotali yoki glyukuronidli konyugati peshob orqali chiqadi.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kislota uni gidrolizlab, distillyatda fenol topilishiga sabab bo‘ladi.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 HOH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933956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HCOOH (chumoli kislota)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3140964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NH3 (ammiak)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H2SO4 ishtirokida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Sianid aniqlanmay qoladi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HCN ning mineral kislotada o‘zgarishi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Istisno: sirka kislota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Sirka kislota kuchsiz kislotali muhitda ionlarga oson dissotsiatsiyalanadi, shu sababli suv bug‘i bilan deyarli haydalmaydi.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kuchli mineral kislota (sulfat, fosfat) bilan nordonlashtirilsa.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Dissotsiatsiya to‘xtaydi va sirka kislota dissotsiatsiyalanmagan holda ancha oson haydaladi.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Demak, nordonlashtirish kislotasini tanlash aniqlanadigan zaharga bog‘liq.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Distillyatni fraksion haydash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Distillyatda modda miqdori juda kam bo‘lishi mumkin; ob’ekt chirishidan hosil bo‘lgan moddalar ham distillyatga o‘tib, tahlilga halaqit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Fraksion haydash deflegmatorli kolbalarda amalga oshiriladi; qaynash haroratiga ko‘ra ajratish uchun fraksion kolonkali deflegmatorlar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Fraksion haydash distillyatni yot moddalardan ajratadi va tekshiriluvchi modda konsentratsiyasini oshiradi.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Distillyat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Deflegmatorli kolba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Fraksion kolonka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Yot moddalardan ajratilgan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Konsentratsiyasi oshgan modda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Fraksion haydash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27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Distillyatlar tahlili rejasi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distillyat faqat HCN ga, ikkinchi distillyat boshqa moddalarga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Xloroform va xloralgidratni farqlash uchun distillyatdan sof holda efirli ajralma olinadi.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Fenol, krezol, anilin, nitrobenzol, amil spirti: NaHCO3 qo‘shib efir bilan chayqatiladi, efir uchiriladi.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1-distillyat: faqat HCN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2-distillyat: boshqa moddalar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Efirli ajralma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NaHCO3 + efir ekstrakti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Distillyat tahlili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Sianid kislotaning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kislota va uning tuzlari kuchli zaharli moddalar; shunga qaramay rangli metallarni rudadan ajratib olishda ishlatiladi.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Tibbiyotda achchiq bodom suvi ishlatiladi; unda 0,1% HCN saqlanishi mumkin.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Achchiq mag‘izli danaklarda amigdalin gidrolizlanib, sianid kislota hosil qiladi (glyukoza va benzaldegid bilan birga).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Amigdalin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H2O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1417320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 glyukoza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73387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66416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Benzaldegid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3387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73387" y="3715512"/>
            <a:ext cx="2278227" cy="856488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HCN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Achchiq mag‘izli danaklarda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Amigdalin gidrolizi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Zaharlilik va ta’sir mexanizmi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0,05-0,1 g HCN odamni o‘ldiradi; kaltsiy sianid uchun bu miqdor 0,15-0,25 g atrofida.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Achchiq bodom suvidan 60-100 ml o‘ldirishi mumkin; achchiq bodom mag‘izining 40-60 donasi, bolalar uchun 10-12 donasi shunday ta’sir ko‘rsatadi.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HCN hujayralarda temir saqlovchi nafas fermenti sitoxromoksidazani ishdan chiqaradi: qonda kislorod yetarli bo‘lsa ham hujayralarda kislorod yetishmaydi.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№054 (TFI Toksikologik kimyo kafedrasi)., Uchuvchi zaharlarni suv bug‘i bilan haydash; sianid kislota, betlar: toksikologik ahamiyati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HCN xossalari va murdada saqlanmasligi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Suvsiz toza HCN rangsiz suyuqlik, 25,6°C da qaynaydi, o‘tkir achchiq bodom hidli, suv va spirt bilan har qanday nisbatda aralashadi.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HCN yengil parchalanadi; murda organlarida uzoq saqlanmaydi.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Sabablar: gidrolizlanadi; rodanidlarga aylanadi; aldegid saqlovchi qandlar bilan siangidrin hosil qiladi; CO2, glyukoza va havo ta’sirida o‘zgaradi.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2788920"/>
            <a:ext cx="2011680" cy="12801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HCN yengil parchalanadi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452360" y="3429000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612380" y="1892808"/>
            <a:ext cx="0" cy="3072384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12380" y="1892808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72400" y="1417320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1417320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Gidrolizlanadi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12380" y="2916936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7772400" y="2441448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2441448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B1F3A"/>
                </a:solidFill>
                <a:latin typeface="Calibri"/>
              </a:rPr>
              <a:t>Rodanidlarga aylanadi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612380" y="3941064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772400" y="3465576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3465576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Qandlar bilan birikadi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Siangidrin hosil bo‘ladi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612380" y="4965192"/>
            <a:ext cx="160020" cy="0"/>
          </a:xfrm>
          <a:prstGeom prst="line">
            <a:avLst/>
          </a:prstGeom>
          <a:ln w="25400">
            <a:solidFill>
              <a:srgbClr val="C9A22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772400" y="4489704"/>
            <a:ext cx="3779215" cy="9509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0" y="4489704"/>
            <a:ext cx="3779215" cy="950976"/>
          </a:xfrm>
          <a:prstGeom prst="rect">
            <a:avLst/>
          </a:prstGeom>
          <a:noFill/>
        </p:spPr>
        <p:txBody>
          <a:bodyPr wrap="square" anchor="ctr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Tashqi ta’sir</a:t>
            </a:r>
          </a:p>
          <a:p>
            <a:pPr algn="l">
              <a:spcAft>
                <a:spcPts val="0"/>
              </a:spcAft>
            </a:pPr>
            <a:r>
              <a:rPr sz="1200" b="0">
                <a:solidFill>
                  <a:srgbClr val="1F2937"/>
                </a:solidFill>
                <a:latin typeface="Calibri"/>
              </a:rPr>
              <a:t>CO2, glyukoza va havo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HCN murdada saqlanmaydi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№054 (TFI Toksikologik kimyo kafedrasi)., Uchuvchi zaharlarni suv bug‘i bilan haydash; sianid kislota, betlar: kimyoviy xossalari;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Metabolizm va zaharlanish alomatlari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HCN ob’ektda oltingugurt saqlovchi moddalar va qand birikmalari bilan darhol reaksiyaga kirishadi; asosiy metaboliti rodanid.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Zaharlanganda kishi baqirib yig‘laydi, hushidan ketadi, qorachig‘i kengayadi, nafas olish qiyinlashadi, tirishish va o‘lim sodir bo‘ladi.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Murdada vena qoni tiniq qizil, ichki organlardan achchiq bodom mag‘izi hidi keladi.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Zaharlanishning kuchli ketishi izotsian kislota (H–N=C) hosil bo‘lishi hisobiga.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86887" cy="54864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Zaharlanish alomatlari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40680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Baqirib yig‘laydi, hushidan ketadi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Qorachiq kengayadi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Nafas qiyinlashadi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Tirishish va o‘lim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64727" y="1417320"/>
            <a:ext cx="2986887" cy="54864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Murdada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564727" y="2020824"/>
            <a:ext cx="2986887" cy="3419856"/>
          </a:xfrm>
          <a:prstGeom prst="rect">
            <a:avLst/>
          </a:prstGeom>
          <a:solidFill>
            <a:srgbClr val="E8EEF6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36576" bIns="36576"/>
          <a:lstStyle/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Vena qoni tiniq qizil</a:t>
            </a:r>
          </a:p>
          <a:p>
            <a:pPr algn="l">
              <a:spcAft>
                <a:spcPts val="700"/>
              </a:spcAft>
            </a:pPr>
            <a:r>
              <a:rPr sz="1500" b="1">
                <a:solidFill>
                  <a:srgbClr val="C9A227"/>
                </a:solidFill>
                <a:latin typeface="Calibri"/>
              </a:rPr>
              <a:t>●  </a:t>
            </a:r>
            <a:r>
              <a:rPr sz="1500" b="0">
                <a:solidFill>
                  <a:srgbClr val="1F2937"/>
                </a:solidFill>
                <a:latin typeface="Calibri"/>
              </a:rPr>
              <a:t>Ichki organlardan bodom hidi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Alomatlar va murdada belgilar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№054 (TFI Toksikologik kimyo kafedrasi)., Uchuvchi zaharlarni suv bug‘i bilan haydash; sianid kislota, betlar: metabolizmi; Yuldashev Z.A., Umarova G.Q., Toksikologik kimyo modulidan o‘quv-uslubiy majmua, betlar: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Chinlik tahlili: berlin zangorisi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Birinchi distillyat 2% NaOH saqlagan probirkaga yig‘iladi va HCN ga tekshiriladi.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FeSO4 bilan Fe(CN)2 hosil bo‘ladi; sianid ortiqchasi bilan Na4[Fe(CN)6].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Fe(III) tuzi bilan ko‘k cho‘kma yoki eritma — berlin zangorisi, Fe4[Fe(CN)6]3.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NaCN (ishqoriy muhit)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FeSO4, so‘ng FeCl3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Fe4[Fe(CN)6]3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HCl bilan nordonlashtirish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Ko‘k cho‘kma yoki eritma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Berlin zangorisi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28,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Berlin zangorisi: oraliq moddalar va HCl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Temir tuzlari va ishqor o‘rtasida oraliq moddalar hosil bo‘lishi mumkin: Fe(OH)2 va Fe(OH)3.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Ularni yo‘qotish uchun HCl eritmasi bilan nordonlashtiriladi (Fe(OH)2 → FeCl2, Fe(OH)3 → FeCl3).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Qo‘shilgan HCl ortiqchasi berlin zangorisi hosil bo‘lish reaksiyasini sekinlatishi mumkin.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Fe(OH)2, Fe(OH)3 hosil bo‘ladi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22199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496312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HCl bilan nordonlashtiriladi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3255264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529584"/>
            <a:ext cx="5287975" cy="740664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FeCl2, FeCl3 ga o‘tadi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4288536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4562856"/>
            <a:ext cx="5287975" cy="740664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Berlin zangorisi hosil bo‘ladi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Oraliq moddalarni yo‘qotish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Rodanid reaksiyasi va havoda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tuzlariga ammoniy polisulfid qo‘shib qizdirilsa rodanid hosil bo‘ladi; u FeCl3 bilan qizil rang beradi.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KCN + (NH4)2S2 → KCNS + (NH4)2S; 3KCNS + Fe3+ → Fe(CNS)3 + 3K+.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Korxona havosida HCN ni aniqlash uchun mis sulfat va benzidin (yoki rangsiz fenolftalein) saqlovchi indikator qog‘ozlardan foydalaniladi.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KCN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273808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2566416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(NH4)2S2 (qizdirish)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80" y="3422904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40680" y="3715512"/>
            <a:ext cx="2278227" cy="856488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FeCl3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Fe(CNS)3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Qizil rang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Rodanid reaksiyasi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№054 (TFI Toksikologik kimyo kafedrasi)., Uchuvchi zaharlarni suv bug‘i bilan haydash; sianid kislota, betlar: chinlikni aniqlash; Malaka materiali №089 (TFI Toksikologik kimyo kafedrasi)., Sianid kislota, betlar: havoda aniqlash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aniqlash: argentometriya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kislota miqdori ikki usulda aniqlanadi; hajmiy argentometrik usul chirimagan ob’ektlarda qo‘llaniladi.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Distillyat to‘g‘ridan-to‘g‘ri kumush nitratning titrlangan eritmasiga yig‘iladi.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Ortiqcha kumush nitrat ammoniy rodanid bilan titrlanadi (indikator — uch valentli temir ammoniy achchiq toshi).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HCN + AgNO3 → AgCN + HNO3; AgNO3 + NH4CNS → AgCNS + NH4NO3.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933956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HCN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40680" y="2848356"/>
            <a:ext cx="2278227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C9A227"/>
                </a:solidFill>
                <a:latin typeface="Calibri"/>
              </a:rPr>
              <a:t>+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40680" y="3140964"/>
            <a:ext cx="2278227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AgNO3 (titrlangan eritma)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73387" y="2537460"/>
            <a:ext cx="2278227" cy="914400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" bIns="36576"/>
          <a:lstStyle/>
          <a:p>
            <a:pPr algn="ctr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AgCN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10347" y="2994660"/>
            <a:ext cx="1371600" cy="0"/>
          </a:xfrm>
          <a:prstGeom prst="line">
            <a:avLst/>
          </a:prstGeom>
          <a:ln w="50800">
            <a:solidFill>
              <a:srgbClr val="C9A22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18907" y="2217420"/>
            <a:ext cx="1554480" cy="713232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ctr"/>
            <a:r>
              <a:rPr sz="1300" b="1">
                <a:solidFill>
                  <a:srgbClr val="1F2937"/>
                </a:solidFill>
                <a:latin typeface="Calibri"/>
              </a:rPr>
              <a:t>Ortiqchasi NH4CNS bilan titrlanadi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4709160"/>
            <a:ext cx="6110935" cy="731520"/>
          </a:xfrm>
          <a:prstGeom prst="roundRect">
            <a:avLst>
              <a:gd name="adj" fmla="val 8000"/>
            </a:avLst>
          </a:prstGeom>
          <a:solidFill>
            <a:srgbClr val="FFF6D6"/>
          </a:solidFill>
          <a:ln w="15875">
            <a:solidFill>
              <a:srgbClr val="C9A22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36576" bIns="36576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0B1F3A"/>
                </a:solidFill>
                <a:latin typeface="Calibri"/>
              </a:rPr>
              <a:t>Kuzatuv:  </a:t>
            </a:r>
            <a:r>
              <a:rPr sz="1500" b="0">
                <a:solidFill>
                  <a:srgbClr val="1F2937"/>
                </a:solidFill>
                <a:latin typeface="Calibri"/>
              </a:rPr>
              <a:t>Indikator: temir-ammoniy achchiq toshi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Argentometriya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Miqdoriy aniqlash: gravimetriya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45720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Chirigan ob’ektdan vodorod sulfid hosil bo‘lgani uchun HCN miqdori og‘irlik usulida aniqlanadi.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Kumush nitrat bilan AgCN (oq) va Ag2S (qora) cho‘kadi; cho‘kma NH4OH eritmasida eritiladi (Ag2S erimaydi).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Eritma konsentrlangan nitrat kislota bilan ishlanganda AgCN qayta cho‘kadi; cho‘kma filtrlanib, doimiy og‘irlikkacha qizdiriladi va Ag tortiladi.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40680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550408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AgNO3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AgCN (oq) va Ag2S (qora) cho‘kadi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78443" y="1417320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688171" y="1816608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218523" y="1417320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NH4OH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AgCN eriydi, Ag2S erimaydi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40680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50408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80760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HNO3 (konts.)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AgCN qayta cho‘kadi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78443" y="2801112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688171" y="3200400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8523" y="2801112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Qizdirish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Doimiy og‘irlikkacha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40680" y="4184904"/>
            <a:ext cx="2973171" cy="12557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E8EE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50408" y="4584192"/>
            <a:ext cx="457200" cy="457200"/>
          </a:xfrm>
          <a:prstGeom prst="ellipse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36576" bIns="36576"/>
          <a:lstStyle/>
          <a:p>
            <a:pPr algn="ctr">
              <a:spcAft>
                <a:spcPts val="2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80760" y="4184904"/>
            <a:ext cx="2259939" cy="1255776"/>
          </a:xfrm>
          <a:prstGeom prst="rect">
            <a:avLst/>
          </a:prstGeom>
          <a:noFill/>
        </p:spPr>
        <p:txBody>
          <a:bodyPr wrap="square" anchor="ctr" lIns="18288" rIns="18288" tIns="36576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0B1F3A"/>
                </a:solidFill>
                <a:latin typeface="Calibri"/>
              </a:rPr>
              <a:t>Tortish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1F2937"/>
                </a:solidFill>
                <a:latin typeface="Calibri"/>
              </a:rPr>
              <a:t>Ag tortib aniqlanadi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40680" y="5486400"/>
            <a:ext cx="61109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Gravimetriya tartibi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 bug‘i bilan haydash uchuvchi zaharlarni past haroratda, strukturasini o‘zgartirmasdan ajratadi; azeotroplarni suv bug‘i bilan bir-biridan ajratib bo‘lmaydi.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kuchsiz organik kislota bilan (pH=2,0-2,5) nordonlashtiriladi; mineral kislota HCN ni parchalab, fenol esa konyugatdan hosil bo‘lishi mumkin.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Birinchi distillyat faqat sianid kislotaga tekshiriladi; chinlik — berlin zangorisi, miqdor — argentometriya yoki gravimetriya.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22-23, 25-27, 28-29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41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Absolyut spirt olish uchun azeotrop aralashmaga natriy metali ishlatiladi; bosimni 100 mm gacha kamaytirib, etil spirti konsentratsiyasini 99,6% gacha oshirish mumkin.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HCN tautomeri izotsian kislota (H–N=C) sianid kislotadan ancha zaharli: zaharlanishning kuchli kechishi shu bilan bog‘liq.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Sianid kislota juda kuchsiz kislota (dissotsiatsiya konstantasi 7,2·10^-10); shu sababli uning tuzlari tez gidrolizlanadi va ashyoviy dalilni darhol tahlil qilish tavsiya etiladi.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Achchiq bodom mag‘izining 40-60 donasi, bolalar uchun 10-12 donasi sianid kislota zaharlanishini keltirib chiqarishi mumkin.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Uchuvchi zaharlarni suv bug‘i bilan haydashning nazariy asoslari (Dalton qonuni, azeotropl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42 / 42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19, 22-29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23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№054 (TFI Toksikologik kimyo kafedrasi). Uchuvchi zaharlarni suv bug‘i bilan haydash; sianid kislota (ma’ruza, Toshkent, 2012). qo‘shimcha ma’lumot (kitobda bo‘lmagan joylar uchun)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№089 (TFI Toksikologik kimyo kafedrasi). Sianid kislota (HCN) va formaldegid taqdimoti.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