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strixnin kislotali ajralmada ham chiqishi mumkin? Doskada: reja (2 band). Tipik xato: rezerpinni shu mashg‘ulotda to‘liq o‘tiladi deb kutish; kitob uning reaksiyalarini bermaydi.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reaktivni o‘zi tayyorlash nimani o‘rgatadi? (Tarkib va reaksiya mohiyatini tushunishni.) Doskada: ’yangi tayyorlanadi’. Tipik xato: eskirgan reaktivdan foydalanish.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strixnin va brutsin qaysi reaksiyalarda farq qiladi? Doskada: daraxt sxemasi. Tipik xato: rezerpin reaksiyalarini kitobda bor deb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alkaloidlarning qaysi xossasi ajratishda asos bo‘ladi? Doskada: 3 xossa. Tipik xato: barcha alkaloidlarni kristall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manfiy natija ahamiyatli? Doskada: daraxt sxemasi. Tipik xato: musbat cho‘kmani yakuniy dalil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umumiy va xususiy reaksiyalar nimasi bilan farq qiladi? Doskada: jadval. Tipik xato: umumiy reaksiyani xususiy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xususiy reaksiyaga misol keltiring. Doskada: taqqoslash. Tipik xato: FeCl3 ni xususiy reaksiya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bir nechta usul kerak? Doskada: jadval. Tipik xato: bitta reaksiyadan xulosa chiqarish.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murda alkaloidini haqiqiy alkaloiddan qanday farqlaysiz? Doskada: sxema. Tipik xato: kimyoviy reaksiya natijasini farmakologik tekshiruvsiz yakuniy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bitta reaksiya yetarli emas? (Sezgirligi past yoki xos emas.) Doskada: 6 bosqich. Tipik xato: faqat Dragendorf cho‘kmasiga asoslanib xulosa chiqarish.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Dragendorf reaktivi qaysi birikma hosil qiladi? (Alkaloid bilan cho‘kma.) Doskada: 0,85 g, 10 ml, 40 ml, 8 g, 20 ml. Tipik xato: ishchi eritma tayyorlash bosqichini (1 ml + 2 ml + 10 ml) o‘tkazib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Sheybler reaktivi volframatli, Mandelin reaktivi esa vanadatli: farqini ayting. Doskada: jadval. Tipik xato: Sheybler va Mandelin reaktivlarini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Mandelin reaktivi ammoniy vanadatdan tayyorlanadi? Doskada: 0,01 g NH4VO3 + 2 ml kons. H2SO4. Tipik xato: Mandelin reaktivini ’ammoniy volframat’ deb yozish (toks 103 va dvssm 104 da shunday xato bor; bu yerda 234-bet to‘g‘ri: vanadat).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strixninni elektrodializ bilan ham ajratish mumkin? (Alkaloid tuzlari katodga siljiydi, toks 223.) Doskada: 4 xossa. Tipik xato: strixninni faqat ishqoriy ajralmada qidirish.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tetanik tirishish 18-keysda qanday ishlatiladi? Doskada: 80%. Tipik xato: strixnin tibbiyotda umuman ishlatilmaydi deb o‘ylash; nitrat strixnin va chilibuxa darmonsizlikda ishlatilgan (107).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asosiy qism ishqoriy ajralmada? Doskada: sxema. Tipik xato: strixninni faqat kislotali ajralmadan izlash.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bu dori zaharli? Doskada: daraxt sxemasi. Tipik xato: strixnin tibbiyotda umuman ishlatilmaydi deyish.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qizil rang nima beradi? Doskada: sxema. Tipik xato: reaksiyani sifat reaksiyasi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brutsin bu reaksiyaga halaqit beradi? (107-bet: brutsin avval kons. H2SO4 va HNO3 bilan parchalanadi.) Doskada: ’binafsha, tez o‘chadi’. Tipik xato: kristallni shisha tayoqcha bilan sekin aralashtirmay, darhol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UB maksimum nima uchun ikkala erituvchida bir xil? Doskada: 255 nm. Tipik xato: 107-betda rang ’ko‘k binafsha, qizilga o‘tuvchi’ deb tavsiflangan: ranglar yaqin, 234-bet ta’rifiga amal qiling.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farmakologik sinov kimyoviy natijani qanday to‘ldiradi? Doskada: Rf 0,33. Tipik xato: kitobda YuQX sistema nomi strixnin uchun alohida berilmagan; brutsin uchun xloroform-aseton-dietilamin (50:30:2) ko‘rsatilgan.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reaksiyalar tasdiqlovchi? Doskada: daraxt sxemasi. Tipik xato: faqat cho‘kma reaksiyasiga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brutsin topilsa kuchala bilan zaharlanish ehtimoli oshadi? Doskada: 2 ta metoksil. Tipik xato: brutsinni tibbiyotda qo‘llanadigan dori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reaksiyalar brutsinni strixnindan farqlaydi? Doskada: SnCl2+HNO3, Erdman. Tipik xato: kitobdagi ’sezgirligi 20 mkg strixninga teng‘ yozuvi aniq emas (brutsinga tegishli bo‘lishi kerak), shuning uchun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Rf 0,21 va strixninning 0,33 ni solishtiring. Doskada: 267/301 nm. Tipik xato: UB maksimumlarini strixninning 255 nm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strixnin bermaydigan reaksiyalar qaysilar? Doskada: daraxt sxemasi. Tipik xato: brutsin reaksiyalarini strixninga tegishli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ikkala alkaloid birga bo‘lsa, qaysi reaksiyalar tanlanadi? Doskada: jadval. Tipik xato: strixnin UB qiymati etil spirtida va 0,1 M H2SO4 da 255 nm, brutsin uchun qiymatlar boshqa.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maksimum farqlaydi? Doskada: qiymatlar. Tipik xato: strixnin va brutsin qiymatlarini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Rf farqi nimani anglatadi? Doskada: jadval. Tipik xato: Rf ni turli tizimda solishtirish.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qismlar ikki majmuada bir xil? Doskada: 3 band. Tipik xato: DVSSM va Farmatsiya betlarini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kitobda rezerpin uchun reaksiya, UB max, Rf va miqdor usuli berilmagan: ularni slaydga o‘zimiz to‘qimadik. Doskada: ’kitobda yo‘q’. Tipik xato: boshqa manbadagi qiymatni kitob qiymati sifatida berish. Rezerpin bo‘yicha materialni o‘qituvchi alohida kitob/qo‘llanmadan qo‘shishi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0,2-1,0 oralig‘i? (Aniq o‘lchov oralig‘i.) Doskada: 0,2-1,0. Tipik xato: solishtiruvchi eritma sifatida toza erituvchi emas, shuning uchun kitob misolida spirt.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bu kitobda kofein (273 nm) misolida berilgan; strixnin va brutsin uchun alohida ish tartibi yo‘q, tamoyil bir xil. Doskada: sxema. Tipik xato: misolni strixninga to‘g‘ridan-to‘g‘ri qo‘llab, 273 nm ni ishlatish (strixnin uchun 255 nm).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FEK va SF usullarining asosiy farqi nima? Doskada: 3 qator. Tipik xato: kitobda strixnin va brutsin uchun UB-SF miqdoriy ish tartibi tafsiloti yo‘q (faqat nomi va umumiy tamoyil).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Muhokama: 1-guruh vazifasi strixninga mos (bixromat reaksiyasi). Doskada: 3 topshiriq. Tipik xato: 3-guruh vazifasi (jen-shenga o‘xshash o‘simlik tindirmasi, KMnO4 bilan binafsha prizmatik kristallar) bu mashg‘ulot mavzusiga bog‘liq emas, kitobda javobi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javoblar slaydlar bo‘yicha. Doskada: 4 savol. Tipik xato: strixnin mikrokristall reaksiyasini kitobdan topa olmaslik: kitobda strixnin uchun mikrokristall berilmagan, faqat brutsin uchun (ammoniy bixromat).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javoblarni slaydlar bilan bog‘lang. Doskada: 5 savol. Tipik xato: salitsil kislotasi savollarini shu mavzuga kirmaydi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Hisobot: talaba ish daftariga reaktiv tayyorlash, reaksiyalar jadvali, UB natijalari va xulosani yozadi. Muhokama: 3 asosiy xulosa. Doskada: strixnin/brutsin jadvali. Tipik xato: rezerpinni kitobda to‘liq berilgan deb yozish (berilmagan).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Indol alkaloidlari (strixnin, brutsin, rezerpin) — UB-SF miqdor tahlili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kislotali muhitda organik erituvchiga o‘tadigan indol hosilalari (strixnin, brutsin) toksikologik ahamiyati va tahlil usullarini o‘rganish.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strixnin va brutsin alkaloidlarining toksikologik ahamiyati; ularning tahlil usullari.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Dvssm majmuasida mashg‘ulot nomiga rezerpin ham kiritilgan; UB-spektrofotometriya usulida miqdor tahlili.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233; Yuldashev Z.A., Nurmatova M.I., Toksikologik kimyo modulidan o‘quv-uslubiy majmua, betlar: 240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Talabalar strixnin va brutsinni toza eritmalardan hamda noma’lum tarkibdan sifat reaksiyalari bilan aniqlash sharoitini o‘zlashtiradi.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 vositalar: probirkalar, ajratgich voronkalar, reaktivlar, ko‘rgazmali materiallar; maxsus jihozlangan xona.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Alkaloid reaktivlari laboratoriyada yangi tayyorlanadi: bu reaksiyaning aniq bajarilishini ta’minlaydi.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Dars xaritasi: indol alkaloidlari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Reja: strixnin va brutsin alkaloidlarining toksikologik ahamiyati va tahlil usullari.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Avval alkaloid reaktivlari laboratoriyada yangi tayyorlanadi, so‘ng strixnin va brutsin reaksiyalari bajariladi.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 tahlili UB-spektrofotometriya (SF) va FEK usullarida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 maksimumlari: strixnin 255 nm; brutsin 267 va 301 nm; brutsin YuQX da Rf = 0,21.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Indol alkaloidlari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Reaktivlar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Dragendorf, Bushard, Mayer  ·  Sheybler, Mandelin, Erdman, Marki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Strixnin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K2Cr2O7 + H2SO4  ·  Mandelin; UB 255 nm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Brutsin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SnCl2 + HNO3, Erdman  ·  Rf 0,21; UB 267, 301 nm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Miqdor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FEK (Malaken-Denije)  ·  SF, UB-spektrofotometriya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Indol alkaloidlari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233, 234; Yuldashev Z.A., Nurmatova M.I., Toksikologik kimyo modulidan o‘quv-uslubiy majmua, betlar: 240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Alkaloidlar haqida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Alkaloid so‘zi «ishqorga o‘xshash» ma’nosini beradi; birinchi vakili 1819 yilda aniqlangan.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Alkaloidlar asosan o‘simlik a’zolarida uchraydi va ko‘pchiligi kuchli farmakologik ta’sirga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 holida deyarli barchasi kristall: suvda yomon, organik erituvchilarda oson eriydi; ayrimlari suyuq.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101, 102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Alkaloidlarning umumiy cho‘ktiruvchi reaktivlari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cho‘ktiruvchi reaktivlar ikki guruhga bo‘linadi: oddiy tuz hosil qiluvchilar va kompleks birikma hosil qiluvchilar.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Kompleks hosil qiluvchilar: metalloid saqlovchi (I2/KI, Br2/KBr, Zonnenshteyn, Sheybler) va metall saqlovchi (Marme, Mayer, Dragendorf, HgCl2, K3[Fe(CN)6]).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Sheybler, Zonnenshteyn, Dragendorf reaktivlari, pikrin va pikrolon kislotalari sezgir reaktivlardir; ularning manfiy natijasi muhim.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Umumiy cho‘ktiruvchilar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Oddiy tuz hosil qiluvchi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Tanin, KMnO4  ·  Pikrin, pikrolon kislotalari  ·  Xromatlar (H2CrO4)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Kompleks: metalloidli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I2/KI, Br2/KBr, ICl  ·  Zonnenshteyn reaktivi  ·  Sheybler reaktivi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Kompleks: metallli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Marme (CdI2/KI)  ·  Mayer (HgI2/KI)  ·  Dragendorf (BiI3/KI)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Cho‘ktiruvchi reaktivlar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102, 103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Rang hosil qiluvchi reaktivlar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Rang reaktivlari sifatida nitrat, xlorid, sulfat kislotalar va ularning aralashmalari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Erdman — sulfat va nitrat kislota; Marki — formaldegid va sulfat kislota; Frede — ammoniy molibdat va sulfat kislota.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Marki morfin hosilalari uchun, mureksid purin uchun, kobalt ammiakati barbituratlar uchun umumiy reaksiya hisoblanadi.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3874"/>
                <a:gridCol w="2594100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Qaysi moddalar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Marki reaktivi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Morfin hosilalari (umumiy)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Mureksid reaksiyasi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Purin hosilalari (umumiy)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Kobalt ammiakati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Barbituratlar (umumiy)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Nitrat kislota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Brutsin (xususiy)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Xlorid, sulfat, nitrat k-ta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Veratrin (xususiy)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Umumiy va xususiy reaksiyalar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Xususiy va selektiv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Xususiy reaksiyalar bitta modda uchun xarakterli; ularni boshqa moddalar bermasligi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Misollar: yodni kraxmal bilan ko‘k rang, simob uchun Cu2HgI4 qizil cho‘kmasi, sianid kislotasi uchun berlin zangorisi.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Selektiv reaksiyada bitta reaktiv bir nechta moddalar bilan o‘xshash natija beradi: FeCl3 — fenol gidroksili, azobo‘yoq — anilin hosilalari.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Xususiy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Bitta modda uchun xarakterli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Yod + kraxmal: ko‘k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Simob: Cu2HgI4 qizil cho‘kma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Sianid: berlin zangorisi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Selektiv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Bir nechta modda o‘xshash natija beradi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FeCl3: fenol gidroksili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Azobo‘yoq: anilin hosilalari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Xususiy va selektiv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Bitta reaksiya yetarli 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Alkaloidlar tahlilida bitta reaksiyaga asoslanmasdan, 2 yoki undan ortiq reaksiya va usul qo‘llanishi zarur.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 sezgirligi past bo‘lsa, kam miqdordagi modda aniqlanmaydi; xos bo‘lmasa, noto‘g‘ri xulosa chiqadi.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Faqat Vitali-Moren, faqat mureksid yoki faqat Marki reaktivi bilan xulosa qilish to‘g‘ri emas: boshqa alkaloidlar ham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1088"/>
                <a:gridCol w="1791088"/>
                <a:gridCol w="1705798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Alkaloid guruhi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Faqat shu sinov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Sababi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Atropin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Vitali-Moren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Boshqalar ham beradi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Purin alkaloidlari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Mureksid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Boshqalar ham beradi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Opiy alkaloidlari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Marki reaktivi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Boshqalar ham beradi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Yetarli bo‘lmagan sinovlar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 alkaloidlari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Bioob’ekt chirishi natijasida gistidin, gistamin kabi yot moddalar hosil bo‘lib, alkaloidlar kabi cho‘kma berishi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Ular «murda alkaloidlari» deyiladi: murda atropini, murda nikotini, murda strixnini.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atropini Vitali-Moren reaksiyasini bersa-da, ko‘z qorachig‘ini kengaytirmaydi; murda nikotini farmakologik ta’sir bermaydi.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537460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Lizin (aminokislota)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Kadaverin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Dekarboksillanish (−CO2)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Gistidindan shunday yo‘l bilan gistamin hosil bo‘ladi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Murda alkaloidi hosil bo‘lishi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103, 104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Alkaloidlar tahlili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Tartib: 1) ajratib olish; 2) kislotali va ishqoriy ajratmani tozalash; 3) umumiy cho‘ktiruvchi va rang reaktivlari; 4) fizik-kimyoviy usullar.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Davomi: 5) ba’zi alkaloidlarga farmakologik tekshiruv; 6) aniqlangan alkaloid miqdorini aniqlash.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Kimyogar bitta reaksiya natijasiga asoslanmasdan, 2 yoki undan ortiq reaksiya va usulni qo‘llashi zarur.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Ajratib olish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Biologik ob’ektdan alkaloidlar ajratiladi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Tozalash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Kislotali va ishqoriy ajratma turli usullar bilan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Reaktivlar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Umumiy cho‘ktiruvchi va rang hosil qiluvchi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Fizik-kimyoviy usullar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Qoldiq shu usullar bilan tekshiriladi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Farmakologik sinov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Ba’zi alkaloidlarga qo‘shimcha tekshiruv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8171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8523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Miqdor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Aniqlangan alkaloid miqdori topiladi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Alkaloidlar tahlili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Reaktivlarni tayyorlash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Dragendorf (Munye bo‘yicha): 0,85 g vismut nitrat asosi 10 ml muz sirka kislotada eritilib, 40 ml suv bilan suyultiriladi.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Unga 8 g KI eritilgan 20 ml suv qo‘shiladi; hosil bo‘lgan eritmadan 1 ml olinib, 2 ml muz sirka kislota va 10 ml suv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Bushard: 2 g KI 10-15 ml suvda eritilib, 1,27 g iod qo‘shiladi; erigach suv 100 ml ga yetkaziladi.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Vismut nitrat asosi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0,85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Muz sirka kislota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Suv bilan suyultirish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KI (Dragendorf)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8</a:t>
            </a:r>
            <a:r>
              <a:rPr sz="1500" b="0">
                <a:solidFill>
                  <a:srgbClr val="6B7280"/>
                </a:solidFill>
                <a:latin typeface="Calibri"/>
              </a:rPr>
              <a:t>  g, 20 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KI (Bushard)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Iod (Bushard)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1,27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Dragendorf va Bushard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Reaktivlarni tayyorlash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Mayer: 1,35 g simob (II) xlorid 20 ml 25% KI eritmasida eritilib, suv bilan 100 ml gacha yetkaziladi.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Sheybler: 20 ml 25% natriy volframatga 10 ml 25% fosfat kislota qo‘shilib, yaxshilab aralashtiriladi.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Tarkibi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Mayer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HgCl2 1,35 g, 25% KI 20 ml, suv 100 ml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Sheybler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25% Na-volframat 20 ml + 25% H3PO4 10 ml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Reaktivlar tarkibi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Reaktivlarni tayyorlash (3)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Mandelin: 0,01 g ammoniy vanadatga 2 ml konsentrlangan sulfat kislota qo‘shib chayqatiladi.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Erdman: 20 ml konsentrlangan sulfat kislotaga 15% nitrat kislotadan 10 tomchi qo‘shib chayqatiladi.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Marki: 10 ml konsentrlangan sulfat kislotaga 10 tomchi formalin tomizilib, sovutiladi.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85"/>
                <a:gridCol w="3561289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Tarkibi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Mandelin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0,01 g NH4VO3 + 2 ml konts. 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Erdman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20 ml H2SO4 + 10 tomchi 15% HNO3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Marki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 ml H2SO4 + 10 tomchi formalin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Rang reaktivlari tarkibi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Strixnin: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Kuchala o‘simligi, qustiruvchi yong‘oq va boshqa o‘simliklarda brutsin bilan birga uchraydi; eng zaharli moddalardan biri.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 holida xloroform va etil spirtida yaxshi, suvda va dietil efirida kam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Nitrat tuzi suvda, xloroformda, spirtda eriydi; sulfat tuzi suvda va spirtda yaxshi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Ob’ektdan nordonlashtirilgan suv, spirt va elektrodializ bilan ajratiladi; asosan ishqoriy, qisman kislotali sharoitda ekstraksiyalanadi.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320"/>
                <a:gridCol w="374965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Shakl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Eruvchanlik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Asos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Xloroform, etanol yaxshi; suv, efir kam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Nitrat tuzi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Suv, xloroform, etil spirti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Sulfat tuzi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Suv va etil spirtida yaxshi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Strixnin: eruvchanlik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106, 107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Strixnin: zaharlanish va metabolizm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Zaharlanganda markaziy asab tizimi qo‘zg‘aladi va tez qaytariladigan tetanik tirishish yuz beradi; o‘lim markaziy asab tizimi falajidan.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Jigar, buyrak, yurak kasalliklarida va bolalar kasalliklarida ayniqsa xavfli.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Tez so‘riladi, 80% ga yaqini metabolizmga uchraydi, qolgani peshob bilan o‘zgarmagan holda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Organizmda yig‘ilib qolishi va murda organlarida bir necha yil saqlanishi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Strixnin: ajratib olish va ekstraksiya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Strixnin biologik ob’ektdan nordonlashtirilgan suv, nordonlashtirilgan spirt va elektrodializ usulida ajratiladi.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Strixnin ham ishqoriy, ham kislotali sharoitda organik erituvchiga o‘tadi, asosiy qismi ishqoriy sharoitda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Strixnin ishqoriy ajralmada tekshiriladi; uning nitrat tuzi va qustiruvchi yong‘oq spirtli eritmasi (chilibuxa) tibbiyotda ishlatiladi.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Biologik ob’ekt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Nordon suv/spirt yoki elektrodializ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Ishqoriy sharoitda ekstraksiya (asosiy)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Kislotali sharoitda ekstraksiya (qisman)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Xloroformli ajralma: tahlil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Strixninni ajratish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Strixnin tibbiyotda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Tibbiyotda nitrat strixnin va qustiruvchi yong‘oqning spirtli eritmasi (chilibuxa) qo‘llaniladi.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Ular darmonsizlanishda, qon bosimi pasayganda va yurak faoliyati bo‘shashganda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Shuningdek modda almashinuvi pasayganda, parez va falajlikda qo‘llaniladi.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Strixnin preparatlari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Darmonsizlanish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Nitrat strixnin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Qon bosimi pasayishi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Chilibuxa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Yurak bo‘shashishi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Chilibuxa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Almashinuv pasayishi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Strixnin preparatlari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Parez va falajlik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Strixnin preparatlari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Strixnin tibbiyotda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Strixnin miqdori: Malaken-Denije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Strixnin FEK usulida Malaken-Denije reaksiyasi yordamida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Strixnin HCl va Zn kukuni ishtirokida qaytariladi.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Qaytarilish mahsulotiga NaNO2 eritmasi qo‘shilsa, qizil rang hosil bo‘ladi; shu asosda miqdori fotokolorimetrik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Strixnin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273808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566416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HCl + Zn kukuni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3422904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3715512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NaNO2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Qizil rangli mahsulot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Qaytarilish, so‘ng nitrit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Rang intensivligi FEK da o‘lchanadi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Malaken-Denije reaksiyasi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Strixnin: cho‘ktiruvchi va bixromat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Dragendorf, Mayer, Sheybler, Zonnenshteyn, pikrin kislota, tanin kabi reaktivlar bilan cho‘kma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Chinni tovoqchada xloroformli eritma bug‘latilib, qoldiqqa 1-2 tomchi kons. H2SO4 va 1-2 bo‘lak K2Cr2O7 kristali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Natija: binafsha rangli, tez o‘chib ketuvchi iz.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Xloroformli eritma bug‘latiladi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1-2 tomchi kons. H2SO4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1-2 bo‘lak K2Cr2O7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Shisha tayoqcha bilan qo‘zg‘atish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Binafsha rang, tez o‘chadi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Bixromat reaksiyasi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Strixnin: Mandelin reaktivi va UB-spektr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Xloroformli ajralma bug‘latilgan qoldiqqa 1-2 tomchi Mandelin reaktivi tomiziladi.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Strixnin bo‘lsa, zangori-binafsha rang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UB-spektr: etil spirtidagi va 0,1 M sulfat kislotadagi eritmalarida 255 nm da maksimum.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Strixnin (quruq qoldiq)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Mandelin reaktivi, 1-2 tomchi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Zangori-binafsha birikma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Chinni idishda, xloroform uchirilgach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UB-spektr: 255 nm da maksimum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Mandelin reaktivi bilan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Strixnin: YuQX, farmakologik sinov va miqdor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 bo‘yicha Rf = 0,33.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Farmakologik sinov: baqada tetanik tirishish holatini chaqiradi.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 FEK usulida Malaken-Denije reaksiyasi bilan: HCl va Zn kukunida qaytarilib, mahsulotga NaNO2 qo‘shilsa qizil rang.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262"/>
                <a:gridCol w="3124712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YuQX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Rf = 0,33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Farmakologik sinov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Baqada tetanik tirishish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Miqdor (FEK)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Malaken-Denije: qizil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Strixnin: tekshiruvlar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Strixnin: reaksiyalar xaritasi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Strixnin Dragendorf, Mayer, Sheybler, Zonnenshteyn, pikrin kislotasi va tanin bilan cho‘kma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Rang reaksiyalari: K2Cr2O7 + H2SO4 (binafsha, tez o‘chadi) va Mandelin reaktivi (zangori-binafsha).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 da Rf = 0,33; farmakologik sinov — baqada tetanik tirishish.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UB-spektr: strixnin etil spirtida va 0,1 M sulfat kislotada 255 nm da maksimum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Strixnin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Cho‘ktiruvchi reaktivlar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Dragendorf, Mayer, Sheybler  ·  Zonnenshteyn, pikrin, tanin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Rang reaksiyalari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K2Cr2O7 + H2SO4  ·  Mandelin reaktivi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Fizik-kimyoviy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UB 255 nm  ·  YuQX Rf 0,33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Farmakologik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Baqada tetanik tirishish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Strixnin reaksiyalari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234, 107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Brutsin: xossalari va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Kimyoviy jihatdan strixninga o‘xshash, faqat ikkita metoksil guruhi bilan farq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 holida etil spirti, xloroform, dietil efirida yaxshi, suvda yomon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Tibbiyotda qo‘llanilmaydi, amaliyotda nitrat kislotani aniqlashda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Kuchala yoki undan olingan preparatlar bilan zaharlanganda bioob’ektdan aniqlanadi; asosiy qismi metabolizmga uchraydi.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107, 107-108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Brutsin: rang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SnCl2 va HNO3 bilan qizil rang beradi (strixnin bermaydi).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Zonnenshteyn reaktivi bilan avval qizil, so‘ng sariqqa o‘tuvchi rang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Erdman reaktivi bilan qizil rang beradi (strixnin bermaydi).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Alkaloidlarning umumiy cho‘ktiruvchi reaktivlari bilan cho‘kma hosil qiladi.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3821"/>
                <a:gridCol w="2754153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Brutsin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SnCl2 + HNO3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(strixnin bermaydi)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Erdman reaktivi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(strixnin bermaydi)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Zonnenshteyn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Avval qizil, so‘ng sariq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Umumiy cho‘ktiruvchilar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Cho‘kma hosil qiladi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Brutsin: rang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Brutsin: mikrokristall, YuQX va 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0,1 n HCl va 1% ammoniy bixromat tomizilsa, och-sariq prizmatik kristallar hosil bo‘ladi (sezgirlik 1,5 mkg).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YuQX: xloroform-aseton-dietilamin (50:30:2), modifikatsiyalangan Dragendorf, Rf = 0,21, qo‘ng‘ir dog‘.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UB-spektr: spirtli eritma 267 va 301 nm, 0,1 n H2SO4 dagi eritma 265 va 300 nm.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7692"/>
                <a:gridCol w="3150282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Ammoniy bixromat 1%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Och-sariq prizmatik kristall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YuQX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Rf = 0,21; qo‘ng‘ir dog‘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UB (spirt)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267 va 301 nm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UB (0,1 n H2SO4)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265 va 300 nm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Brutsin: kristall, YuQX, 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Brutsin: reaksiyalar xaritasi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Brutsin alkaloidlarning umumiy cho‘ktiruvchi reaktivlari bilan cho‘kma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Rang reaksiyalari: SnCl2 + HNO3 va Erdman reaktivi (qizil), Zonnenshteyn reaktivi (qizildan sariqqa).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Ammoniy bixromat — prizmatik kristallar; YuQX Rf 0,21; UB 267 va 301 nm.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Brutsin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Cho‘ktiruvchi reaktivlar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Umumiy alkaloid reaktivlari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Rang reaksiyalari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SnCl2 + HNO3: qizil  ·  Erdman: qizil  ·  Zonnenshteyn: qizil → sariq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Mikrokristall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Ammoniy bixromat, 1,5 mkg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Fizik-kimyoviy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YuQX Rf 0,21  ·  UB 267, 301 nm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Brutsin reaksiyalari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Strixnin va brutsinni farqlash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Brutsin bixromat reaksiyasiga halaqit beradi; avval kons. H2SO4 va HNO3 bilan parchalanadi.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Strixnin SnCl2 va HNO3 hamda Erdman reaktivi bilan rang bermaydi; brutsin qizil rang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3671"/>
                <a:gridCol w="1692152"/>
                <a:gridCol w="1692152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Strixnin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Brutsin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UB max, nm (spirt)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267, 301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YuQX Rf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0,21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SnCl2 + HNO3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bermaydi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Erdman reaktivi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bermaydi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Strixnin va brutsin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107, 234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UB-spektr maksimumlari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Strixninning etil spirtidagi va 0,1 M sulfat kislotadagi eritmalari 255 nm da maksimum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Brutsinning spirtli eritmasi 267 va 301 nm da maksimum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Brutsinning 0,1 n sulfat kislotadagi eritmasi 265 va 300 nm da maksimum spektrlarini hosil qiladi.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Strixnin (spirt)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255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Strixnin (0,1 M H2SO4)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255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Brutsin (spirt)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267; 301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Brutsin (0,1 n H2SO4)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265; 300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UB-spektr maksimumlari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 bo‘yicha farqlash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Strixninning YuQX dagi Rf qiymati 0,33 ga teng.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Brutsin uchun qo‘zg‘aluvchi faza xloroform-aseton-dietilamin (50:30:2), aniqlovchi reagent modifikatsiyalangan Dragendorf.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Brutsin Rf = 0,21 qiymatda qo‘ng‘ir rangli dog‘ hosil qiladi.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193"/>
                <a:gridCol w="616492"/>
                <a:gridCol w="3463289"/>
              </a:tblGrid>
              <a:tr h="8686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Izoh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Strixnin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Tizim kitobda berilmagan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Brutsin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0,21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Xloroform-aseton-dietilamin 50:30:2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YuQX natijalari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107, 234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DVSSM: 5-laboratoriya mashg‘uloti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5-mashg‘ulot: alkaloidlar tahlilida reaktivlarni tayyorlash; ajralma va suyuq ashyolarda strixnin, brutsin, rezerpinni aniqlash.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Reaktivlar va strixnin, brutsin reaksiyalari mazmuni Farmatsiya majmuasi bilan bir xil; miqdor tahlili UB-spektrofotometriya usulida.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Qor bo‘roni metodi bo‘yicha uch guruh vaziyatli masalalar yechadi.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240, 241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Rezerpin: kitob nimani beradi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Rezerpin kofein, xinin, morfin, strixnin kabi toksikologik ahamiyatli alkaloidlar qatorida sanab o‘tilgan.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Mashg‘ulot nomida strixnin, brutsin va rezerpin ko‘rsatilgan, ammo tavsiflangan reaksiyalar faqat strixnin va brutsin uchun.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«Rezerpinning o‘ziga xos tahlil usulini tushuntiring».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101, 235; Yuldashev Z.A., Nurmatova M.I., Toksikologik kimyo modulidan o‘quv-uslubiy majmua, betlar: 240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UB-spektrofotometrik miqdor tahlilining asosi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Spektrofotometriya monoxromatik nurlarni ko‘rinadigan va unga yondosh ultrabinafsha sohada aniqlashga asoslangan.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Eritmaning optik ko‘rsatkichi moddaning maksimum yutilishiga mos to‘lqin uzunligida o‘lchanadi.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Konsentratsiya shunday tanlanadiki, optik ko‘rsatkich 0,2 dan 1,0 gacha oraliqda bo‘lishi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Solishtiruvchi eritma tekshiriluvchi eritmadagi barcha komponentlardan iborat.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Kitob misoli: spektrofotometrik 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Standart: 0,1 g modda 100 ml kolbada etil spirtida eritilib, belgigacha yetkaziladi.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Eritmaning yutilish spektri 200-400 nm da o‘lchanadi.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Ajratilgan moddaning optik zichligi maksimumda o‘lchanadi; solishtiruvchi - etil spirti.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0,1 g modda → 100 ml spirt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Spektr 200-400 nm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Maksimumda optik zichlik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Solishtirish: etil spirti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Spektrofotometrik 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Miqdor tahlili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Strixnin miqdori FEK usulida (Malaken-Denije reaksiyasi)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Brutsin miqdori FEK va SF usullarida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Dvssm majmuasida mashg‘ulot nomi: UB-spektrofotometriya usulida miqdor tahlili.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107, 108; Yuldashev Z.A., Nurmatova M.I., Toksikologik kimyo modulidan o‘quv-uslubiy majmua, betlar: 240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Vaziyatli topshiriqlar (Qor bo‘roni metodi)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1-guruh: ichki a’zolardan nordonlashtirilgan suv bilan ajratmaga K2Cr2O7 va kons. H2SO4 qo‘shilsa, ko‘kimtir binafsha, so‘ng qizil rang chiqdi: moddani toping.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2-guruh: brutsin tibbiyotda qo‘llaniladimi? Toksikologik ahamiyati? Rezerpinning o‘ziga xos tahlil usuli?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18-keys: murda a’zolarida muskullarda tetanik tirishish kuzatilgan: qaysi moddalarga tahlil olib borish zarur?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235, 234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Strixninning toksikologik ahamiyati va farmakologik ta’sirini izohlang.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Strixninni brutsindan qanday farqlash va bir-biridan ajratish mumkin?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Indol alkaloidlarining miqdorini qanday aniqlash mumkin?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Strixnin va brutsinning qanday mikrokristallik reaksiyalari mavjud?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235, 236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Indol hosilasini saqlovchi alkaloidlarning formulasini yozib ko‘rsating.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Strixninning umumiy cho‘kma hosil qiluvchi reaktivlar va H2SO4 bilan K2Cr2O7 ishtirokidagi reaksiyalarini xarakterlang.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Brutsin tibbiyotda qo‘llaniladimi? Uning toksikologik ahamiyatini ayting.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Salitsil kislotasini qon va peshobdan qanday aniqlash mumkin?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Salitsil kislotasi uchun xarakterli reaksiyani keltiring.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235, 236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hisobot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Strixnin: K2Cr2O7 + H2SO4 da binafsha (tez o‘chadi), Mandelin reaktivi bilan zangori-binafsha, UB 255 nm.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Brutsin: SnCl2 + HNO3 va Erdman reaktivi bilan qizil; Rf = 0,21; UB 267, 301 nm.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Miqdori: strixnin FEK (Malaken-Denije), brutsin FEK va SF usullari.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234, 107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Strixnin organizmda yig‘ilib qolishi mumkin va murda organlarida bir necha yil saqlanishi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Brutsin tibbiyotda qo‘llanilmaydi, amaliyotda nitrat kislotani aniqlashda ishlatiladi.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Brutsin ham kislotali, ham ishqoriy sharoitda organik erituvchiga o‘tadi (pH 7,5-12).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Strixnin baqada tetanik tirishish holatini chaqiradi: farmakologik sinov sifatida ishlatiladi.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Indol alkaloidlari (strixnin, brutsin, rezerpin) — UB-SF miqdor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101-104, 106-108, 233-236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240-242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