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strixnin kislotali ajralmada ham chiqishi mumkin? Doskada: reja (2 band). Tipik xato: rezerpinni shu mashg‘ulotda to‘liq o‘tiladi deb kutish; kitob uning reaksiyalarini bermaydi.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reaktivni o‘zi tayyorlash nimani o‘rgatadi? (Tarkib va reaksiya mohiyatini tushunishni.) Doskada: ’yangi tayyorlanadi’. Tipik xato: eskirgan reaktivdan foydalanish.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bitta reaksiya yetarli emas? (Sezgirligi past yoki xos emas.) Doskada: 6 bosqich. Tipik xato: faqat Dragendorf cho‘kmasiga asoslanib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Dragendorf reaktivi qaysi birikma hosil qiladi? (Alkaloid bilan cho‘kma.) Doskada: 0,85 g, 10 ml, 40 ml, 8 g, 20 ml. Tipik xato: ishchi eritma tayyorlash bosqichini (1 ml + 2 ml + 10 ml)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Sheybler reaktivi volframatli, Mandelin reaktivi esa vanadatli: farqini ayting. Doskada: jadval. Tipik xato: Sheybler va Mandelin reaktivlarini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Mandelin reaktivi ammoniy vanadatdan tayyorlanadi? Doskada: 0,01 g NH4VO3 + 2 ml kons. H2SO4. Tipik xato: Mandelin reaktivini ’ammoniy volframat’ deb yozish (toks 103 va dvssm 104 da shunday xato bor; bu yerda 234-bet to‘g‘ri: vanadat).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strixninni elektrodializ bilan ham ajratish mumkin? (Alkaloid tuzlari katodga siljiydi, toks 223.) Doskada: 4 xossa. Tipik xato: strixninni faqat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tetanik tirishish 18-keysda qanday ishlatiladi? Doskada: 80%. Tipik xato: strixnin tibbiyotda umuman ishlatilmaydi deb o‘ylash; nitrat strixnin va chilibuxa darmonsizlikda ishlatilgan (107).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brutsin bu reaksiyaga halaqit beradi? (107-bet: brutsin avval kons. H2SO4 va HNO3 bilan parchalanadi.) Doskada: ’binafsha, tez o‘chadi’. Tipik xato: kristallni shisha tayoqcha bilan sekin aralashtirmay, darhol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UB maksimum nima uchun ikkala erituvchida bir xil? Doskada: 255 nm. Tipik xato: 107-betda rang ’ko‘k binafsha, qizilga o‘tuvchi’ deb tavsiflangan: ranglar yaqin, 234-bet ta’rifiga amal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farmakologik sinov kimyoviy natijani qanday to‘ldiradi? Doskada: Rf 0,33. Tipik xato: kitobda YuQX sistema nomi strixnin uchun alohida berilmagan; brutsin uchun xloroform-aseton-dietilamin (50:30:2)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brutsin topilsa kuchala bilan zaharlanish ehtimoli oshadi? Doskada: 2 ta metoksil. Tipik xato: brutsinni tibbiyotda qo‘llanadigan dori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reaksiyalar brutsinni strixnindan farqlaydi? Doskada: SnCl2+HNO3, Erdman. Tipik xato: kitobdagi ’sezgirligi 20 mkg strixninga teng‘ yozuvi aniq emas (brutsinga tegishli bo‘lishi kerak),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0,21 va strixninning 0,33 ni solishtiring. Doskada: 267/301 nm. Tipik xato: UB maksimumlarini strixninning 255 nm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ikkala alkaloid birga bo‘lsa, qaysi reaksiyalar tanlanadi? Doskada: jadval. Tipik xato: strixnin UB qiymati etil spirtida va 0,1 M H2SO4 da 255 nm, brutsin uchun qiymatlar boshqa.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kitobda rezerpin uchun reaksiya, UB max, Rf va miqdor usuli berilmagan: ularni slaydga o‘zimiz to‘qimadik. Doskada: ’kitobda yo‘q’. Tipik xato: boshqa manbadagi qiymatni kitob qiymati sifatida berish. Rezerpin bo‘yicha materialni o‘qituvchi alohida kitob/qo‘llanmadan qo‘shishi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0,2-1,0 oralig‘i? (Aniq o‘lchov oralig‘i.) Doskada: 0,2-1,0. Tipik xato: solishtiruvchi eritma sifatida toza erituvchi emas, shuning uchun kitob misolida spirt.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 kitobda kofein (273 nm) misolida berilgan; strixnin va brutsin uchun alohida ish tartibi yo‘q, tamoyil bir xil. Doskada: sxema. Tipik xato: misolni strixninga to‘g‘ridan-to‘g‘ri qo‘llab, 273 nm ni ishlatish (strixnin uchun 255 nm).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FEK va SF usullarining asosiy farqi nima? Doskada: 3 qator. Tipik xato: kitobda strixnin va brutsin uchun UB-SF miqdoriy ish tartibi tafsiloti yo‘q (faqat nomi va umumiy tamoyil).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1-guruh vazifasi strixninga mos (bixromat reaksiyasi). Doskada: 3 topshiriq. Tipik xato: 3-guruh vazifasi (jen-shenga o‘xshash o‘simlik tindirmasi, KMnO4 bilan binafsha prizmatik kristallar) bu mashg‘ulot mavzusiga bog‘liq emas, kitobda javobi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javoblar slaydlar bo‘yicha. Doskada: 4 savol. Tipik xato: strixnin mikrokristall reaksiyasini kitobdan topa olmaslik: kitobda strixnin uchun mikrokristall berilmagan, faqat brutsin uchun (ammoniy bixromat).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reaktiv tayyorlash, reaksiyalar jadvali, UB natijalari va xulosani yozadi. Muhokama: 3 asosiy xulosa. Doskada: strixnin/brutsin jadvali. Tipik xato: rezerpinni kitobda to‘liq berilgan deb yozish (berilmagan).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Indol alkaloidlari (strixnin, brutsin, rezerpin) — UB-SF miqdor tahlili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kislotali muhitda organik erituvchiga o‘tadigan indol hosilalari (strixnin va brutsin) 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strixnin va brutsin alkaloidlarining toksikologik ahamiyati; ularning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mashg‘ulot nomiga rezerpin ham kiritilgan; UB-spektrofotometriya usulida miqdor tahlili.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233; Yuldashev Z.A., Nurmatova M.I., Toksikologik kimyo modulidan o‘quv-uslubiy majmua, betlar: 240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strixnin va brutsinni toza eritmalardan hamda noma’lum tarkibdan sifat reaksiyalari bilan aniqlash sharoitini o‘zlashtiradi.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materiallar; maxsus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reaktivlari laboratoriyada yangi tayyorlanadi: bu reaksiyaning aniq bajarilishini ta’minlaydi.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tahlili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Tartib: 1) ajratib olish; 2) kislotali va ishqoriy ajratmani tozalash; 3) umumiy cho‘ktiruvchi va rang reaktivlari; 4) fizik-kimyoviy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Davomi: 5) ba’zi alkaloidlarga farmakologik tekshiruv; 6) aniqlangan alkaloid miqdorini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 bitta reaksiya natijasiga asoslanmasdan, 2 yoki undan ortiq reaksiya va usulni qo‘llashi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Reaktivlarni tayyorlash (1)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(Munye bo‘yicha): 0,85 g vismut nitrat asosi 10 ml muz sirka kislotada eritilib, 40 ml suv bilan suyultiriladi.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Unga 8 g KI eritilgan 20 ml suv qo‘shiladi; hosil bo‘lgan eritmadan 1 ml olinib, 2 ml muz sirka kislota va 10 ml suv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Bushard: 2 g KI 10-15 ml suvda eritilib, 1,27 g iod qo‘shiladi; erigach suv 100 ml ga yetkaziladi.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Reaktivlarni tayyorlash (2)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Mayer: 1,35 g simob (II) xlorid 20 ml 25% KI eritmasida eritilib, suv bilan 100 ml gacha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Sheybler: 20 ml 25% natriy volframatga 10 ml 25% fosfat kislota qo‘shilib, yaxshilab aralashtiriladi.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Mayer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HgCl2 1,35 g, 25% KI 20 ml, 100 ml gacha 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Sheybler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25% Na-volframat 20 ml + 25% H3PO4 10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Reaktivlar tarkibi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Reaktivlarni tayyorlash (3)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Mandelin: 0,01 g ammoniy vanadatga 2 ml konsentrlangan sulfat kislota qo‘shib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Erdman: 20 ml konsentrlangan sulfat kislotaga 15% nitrat kislotadan 10 tomchi qo‘shib chayqatiladi.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Marki: 10 ml konsentrlangan sulfat kislotaga 10 tomchi formalin tomizilib, sovutiladi.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Kuchala o‘simligi, qustiruvchi yong‘oq va boshqa o‘simliklarda brutsin bilan birga uchraydi; eng zaharli moddalardan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xloroform va etil spirtida yaxshi, suvda va dietil efirida kam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Nitrat tuzi suvda, xloroformda, spirtda eriydi; sulfat tuzi suvda va spirtda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nordonlashtirilgan suv, nordonlashtirilgan spirt va elektrodializ bilan ajratiladi; ham ishqoriy, ham kislotali sharoitda ekstraksiyalanadi, asosiy qismi ishqoriy sharoitda.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106, 107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zaharlanish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markaziy asab tizimi qo‘zg‘aladi va tez qaytariladigan tetanik tirishish yuz beradi; o‘lim markaziy asab tizimi falajidan.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Jigar, buyrak, yurak kasalliklarida va bolalar kasalliklarida ayniqsa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 so‘riladi, 80% ga yaqini metabolizmga uchraydi, qolgani peshob bilan o‘zgarmagan holda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yig‘ilib qolishi va murda organlarida bir necha yil saqlanishi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cho‘ktiruvchi va bixromat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Dragendorf, Mayer, Sheybler, Zonnenshteyn, pikrin kislota, tanin kabi reaktivlar bilan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Chinni tovoqchada xloroformli eritma bug‘latilib, qoldiqqa 1-2 tomchi kons. H2SO4 va 1-2 bo‘lak K2Cr2O7 kristali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binafsha rangli, tez o‘chib ketuvchi 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Mandelin reaktivi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Xloroformli ajralma bug‘latilgan qoldiqqa 1-2 tomchi Mandelin reaktivi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bo‘lsa, zangori-binafsha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etil spirtidagi va 0,1 M sulfat kislotadagi eritmalarida 255 nm da maksimum.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YuQX, farmakologik sinov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bo‘yicha Rf = 0,33.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sinov: baqada tetanik tirishish holatini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FEK usulida Malaken-Denije reaksiyasi bilan: HCl va Zn kukunida qaytarilib, mahsulotga NaNO2 qo‘shilsa qizil rang.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jihatdan strixninga o‘xshash, faqat ikkita metoksil guruhi bilan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etil spirti, xloroform, dietil efirida yaxshi,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qo‘llanilmaydi, amaliyotda nitrat kislotani aniqlashda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Kuchala yoki undan olingan preparatlar bilan zaharlanganda bioob’ektdan aniqlanadi; asosiy qismi metabolizmga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107, 108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rang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SnCl2 va HNO3 bilan qizil rang beradi (strixnin bermaydi).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Zonnenshteyn reaktivi bilan avval qizil, so‘ng sariqqa o‘tuvchi rang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Erdman reaktivi bilan qizil rang beradi (strixnin bermaydi).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Alkaloidlarning umumiy cho‘ktiruvchi reaktivlari bilan cho‘kma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mikrokristall, YuQX va 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0,1 n HCl va 1% ammoniy bixromat tomizilsa, och-sariq prizmatik kristallar hosil bo‘ladi (sezgirlik 1,5 mkg).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xloroform-aseton-dietilamin (50:30:2), modifikatsiyalangan Dragendorf, Rf = 0,21, qo‘ng‘ir dog‘.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UB-spektr: spirtli eritma 267 va 301 nm, 0,1 n H2SO4 dagi eritma 265 va 300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 va brutsinni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bixromat reaksiyasiga halaqit beradi; avval kons. H2SO4 va HNO3 bilan parchalanadi.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SnCl2 va HNO3 hamda Erdman reaktivi bilan rang bermaydi; brutsin qizil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671"/>
                <a:gridCol w="1692152"/>
                <a:gridCol w="169215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Strixnin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Brutsin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UB max, nm (spirt)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267, 301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YuQX 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SnCl2 + HNO3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Erdman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Strixnin va brutsin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107, 234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Rezerpin: kitob nimani beradi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Rezerpin kofein, xinin, morfin, strixnin kabi toksikologik ahamiyatli alkaloidlar qatorida sanab o‘tilgan.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nomida strixnin, brutsin va rezerpin ko‘rsatilgan, ammo tavsiflangan reaksiyalar faqat strixnin va brutsin uchun.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«Rezerpinning o‘ziga xos tahlil usulini tushuntiring».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101, 235; Yuldashev Z.A., Nurmatova M.I., Toksikologik kimyo modulidan o‘quv-uslubiy majmua, betlar: 240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UB-spektrofotometrik miqdor tahlilining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Spektrofotometriya monoxromatik nurlarni ko‘rinadigan va unga yondosh ultrabinafsha sohada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Eritmaning optik ko‘rsatkichi moddaning maksimum yutilishiga mos to‘lqin uzunligida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Konsentratsiya shunday tanlanadiki, optik ko‘rsatkich 0,2 dan 1,0 gacha oraliqda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Solishtiruvchi eritma tekshiriluvchi eritmadagi barcha komponentlardan iborat.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Kitob misoli: spektrofotometrik 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Standart: 0,1 g modda 100 ml kolbada etil spirtida eritilib, belgigacha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Eritmaning yutilish spektri 200-400 nm 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Ajratilgan moddaning optik zichligi maksimumda o‘lchanadi; solishtiruvchi - etil spirti.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g modda → 100 ml spirt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Spektr 200-400 nm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Maksimumda optik zichlik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Solishtirish: etil spirti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Spektrofotometrik 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 tahlili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miqdori FEK usulida (Malaken-Denije reaksiyasi)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Brutsin miqdori FEK va SF usullarida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Dvssm majmuasida mashg‘ulot nomi: UB-spektrofotometriya usulida miqdor tahlili.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107, 108; Yuldashev Z.A., Nurmatova M.I., Toksikologik kimyo modulidan o‘quv-uslubiy majmua, betlar: 240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topshiriqlar (Qor bo‘roni metodi)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1-guruh: ichki a’zolardan nordonlashtirilgan suv bilan ajratmaga K2Cr2O7 va kons. H2SO4 qo‘shilganda ko‘kimtir binafsha, so‘ng qizilga o‘tuvchi mahsulot hosil bo‘ldi: moddani toping va to‘liq tahlil o‘tkazing.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2-guruh: brutsin tibbiyotda qo‘llaniladimi? Toksikologik ahamiyati? Rezerpinning o‘ziga xos tahlil usuli?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18-keys: murda a’zolarida muskullarda tetanik tirishish kuzatilgan: qaysi moddalarga tahlil olib borish zarur?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235, 234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Strixninning toksikologik ahamiyati va farmakologik ta’sirini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Strixninni brutsindan qanday farqlash va bir-biridan ajratish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Indol alkaloidlarining miqdorini qanday aniqlash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va brutsinning qanday mikrokristallik reaksiyalari mavjud?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235, 236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Strixnin: K2Cr2O7 + H2SO4 da binafsha (tez o‘chadi), Mandelin reaktivi bilan zangori-binafsha, UB 255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Brutsin: SnCl2 + HNO3 va Erdman reaktivi bilan qizil; Rf = 0,21; UB 267, 301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strixnin FEK (Malaken-Denije), brutsin FEK va SF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234, 107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organizmda yig‘ilib qolishi mumkin va murda organlarida bir necha yil saqlanishi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tibbiyotda qo‘llanilmaydi, amaliyotda nitrat kislotani aniqlashda ishlatiladi.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Brutsin ham kislotali, ham ishqoriy sharoitda organik erituvchiga o‘tadi (pH 7,5-12).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baqada tetanik tirishish holatini chaqiradi: farmakologik sinov sifatida ishlatiladi.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Indol alkaloidlari (strixnin, brutsin, rezerpin) — UB-SF miqdor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101-102, 106-108, 233-236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