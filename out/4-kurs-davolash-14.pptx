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 savoli: vrach uchun faqat tibbiy bilim yetarlimi, yoki huquqiy bilim ham kerakmi? Doskada ma’ruzaning to‘rt blokini (huquq va etika; bioetika; sir va rozilik; O‘zbekiston qonunchiligi va islohot) strelkalar bilan chizdiring. Tipik xato: talabalar bioetikani faqat huquq deb tushunadi; ikkalasi alohida, ammo bog‘liq sohalar ekanini ta’kidlang.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 savollari: bemorni “iste’molchi” deb atash nimani o‘zgartiradi? Nega bugungi vrach uchun faqat vijdon yetarli emas? Doskada ta’rif so‘zlarini (taraflar — munosabat — huquq, majburiyat, mas’uliyat) chizma shaklida yozdiring. Tipik xato: fan vazifalarini to‘rtta emas, ikkita deb sanash; “qilmish” va “jinoyat” farqini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 savollari: vrach axloqiy jihatdan to‘g‘ri, lekin qonunni buzgan holat bo‘lishi mumkinmi? Nega huquq “minimum” deyiladi? Doskada ikki ustunli jadvalni talabalar bilan birga to‘ldiring. Tipik xato: huquq va etikani raqib sifatida tushunish yoki etikani ham majburiy me’yor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Bemor iste’molchi deb talqin etilsa, vrachning mas’uliyati qanday o‘zgaradi? 2) Nega axloq huquqdan ‘yuqori daraja’ deyiladi? Doskada chizish: ikki ustun — ‘axloq (ixtiyoriy)’ va ‘huquq (majburlash)’. Tipik xato: talabalar axloq va huquqni bir-biriga zid deb o‘ylaydi; ular bir-birini to‘ldiradi.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qasamyodning eskirgan qismlari bo‘lsa ham u asos bo‘lib qolmoqda? 2) Urushdan keyingi buzilishlar Jeneva deklaratsiyasiga qanday ta’sir qilgan? Doskada chizish: vaqt chizig‘ini daftarga ko‘chirish. Tipik xato: Jeneva deklaratsiyasini Gippokrat qasamyodining o‘zi deb o‘ylash; u uning zamonaviy shakli.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Sirni o‘limdan keyin ham saqlash nimaga kerak? 2) Kamsitmaslik va’dasi amalda qanday ko‘rinadi? Doskada chizish: ‘Vrach — bemor’ chizig‘i va unga xalaqit bermaydigan omillar ro‘yxati. Tipik xato: qasamyodni barcha shifokorlar rasman qabul qilgan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deklaratsiyalar turli yillarda va turli mavzularda qabul qilinadi? Xelsinki deklaratsiyasi bugungi klinik sinovlarda qanday ahamiyatga ega? Doskada: vaqt chizig‘i (1948 → 2009) chizib, har yilga bittadan mavzuni yozdiring. Tipik xato: Jeneva (vrach qasami, umumiy maqsad) bilan Xelsinki (tajriba va sinovlar) aralashtiriladi. Eslatma: Oslo deklaratsiyasi jadvalda ikki marta (1970 va 1983) keltirilgan; ko‘pchiligi keyinroq qayta ko‘rib chiqilgan.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sirni oshkor etish qaysi holatlarda oqlanadi? Bemor bilan jinsiy munosabat nega mutlaq taqiqlanadi? Doskada: uch ustunli sxema (umumiy / bemor / hamkasb) chizib, har biriga bittadan burchni yozdiring. Tipik xato: sir saqlash mutlaq burch deb o‘ylash; manbada rozilik yoki real xavf bo‘lganda istisno borligi aytilgan. Diqqat: shoshilinch yordam burchi boshqalar tayyor bo‘lsa o‘zgaradi.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avtonomiya va ezgulik qachon qarama-qarshi bo‘ladi? Resurs cheklangan bo‘lsa, adolat qanday ta’minlanadi? Doskada: ikki strelka bilan ’avtonomiya ↔ ezgulik’ to‘qnashuv sxemasini chizdiring. Tipik xato: ezgulik (bemor manfaati) ni vrachning o‘zi hal qilish huquqi deb tushunish; bu holda bemor avtonomiyasi buziladi. Diqqat: zarar yetkazmaslik ≠ ezgulik.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Bemor rad etsa, vrach nima qilishi shart? 2) Rad etishning hujjatlashtirilishi nega muhim? Doskada chizish: ikki ustun — ‘Avtonomiya’ va ‘Foyda keltirish / zarar yetkazmaslik’; to‘qnashuvni strelka bilan ko‘rsating. Tipik xato: talaba ‘vrach hayotni saqlash uchun bemor irodasiga qarshi borishi mumkin’ deb javob beradi. Qobiliyatli bemorning rad etish huquqini alohida ta’kidlang.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Savollarni og‘zaki, tez-tez so‘rang, 3-4 talaba javob bersin. Muhokama: nima uchun huquq ‘axloqning minimumi’ deyiladi? Doskada chizish: pog‘ona — pastda huquq (majburiy), yuqorida axloq (ixtiyoriy). Tipik xato: huquq va axloqni bir-biriga qarama-qarshi qo‘yish; darslikda ular o‘zaro bog‘liq ekani ta’kidlanadi. Eslatma: sanash tartibi (bemor – vrach – jamiyat) talabaning o‘z yordamchi usuli, manbada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Maxfiylik nega mutlaq burch emas? 2) Bemor vafot etgach, uning ma’lumotlarini kim so‘rashi mumkin? Doskada chizish: markazda ‘Ishonch’, atrofida bemor – vrach – jamiyat strelkalari. Tipik xato: ‘maxfiylik hech qachon buzilmaydi’ yoki ‘o‘lim bilan tugaydi’ degan fikr. Caldicott Guardian Angliya tizimiga xos ekanini eslatib, O‘zbekiston normalari bilan solishtiring.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maxfiylik mutlaq emas? 2) Bemor roziligisiz oshkor qilish qachon asosli? Doskada: jadvalni chizib, har asosga o‘z misolingizni qo‘shing. Tipik xato: talabalar maxfiylikni mutlaq burch deb o‘ylaydi; sud buyrug‘i va jamoat manfaati istisno ekanini ta’kidlang.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Bemor tushunmagan rozilik haqiqiymi? 2) Oila bosimi ixtiyoriylikka qanday ta’sir qiladi? Doskada: uch shart va natijani zanjir qilib chizing, ostiga rozilik turlarini yozing. Tipik xato: faqat imzoni rozilik deb hisoblash; layoqat, tushuncha va ixtiyoriylikni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Bemor vrach tavsiyasini rad etsa, vrach nima qiladi? 2) Kichik, ammo jiddiy xavf haqida ogohlantirish nega shart? Doskada: to‘rt bosqichni chizib, har biriga kim mas’ulligini yozing. Tipik xato: qarorni vrach qabul qiladi deb o‘ylash; vrach tavsiya beradi, qaror bemorniki.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yosh o‘rniga layoqat baholanadi? 2) Ingliz va o‘zbek yondashuvida yosh chegarasi qanday farq qiladi (16 va 14)? Doskada: ikki ustunli solishtirish (Angliya va Uelsda layoqat bahosi; O‘zbekistonda qonuniy vakil roziligi). Tipik xato: 16 yosh “mutlaq chegara” deb o‘ylash, ikki mamlakat chegarasini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Javob: chaperone taklif qilingani va rad etilgani, olingan ruxsat, muhokama natijasi yoziladi. Muhokama: 1) Nega yozuvni ko‘rik paytida yoki darhol keyin yuritish muhim? 2) Chaperone bo‘lmasa nima qilish mumkin (kechiktirishni taklif etish)? Doskada: ko‘rik bosqichlari zanjiri (tushuntirish, ruxsat, taklif, yozuv). Tipik xato: bemor rad etganda yozuvni yuritmaslik.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Javoblar: 1) qonun talabi, bemor roziligi (oshkora yoki bilvosita), jamoat manfaati; 2) layoqat, yetarli tushunish, ixtiyoriylik; 3) 16 yoshgacha bolaning tushunish va baholash qobiliyati; 4) ruxsat olingani, chaperone taklifi va natijasi. Muhokama: qaysi javob eng ko‘p xato qilindi va nega? Doskada: uchta shartli rozilik sxemasi. Tipik xato: jamoat manfaati asosini “har qanday so‘rov”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Kengashda oddiy (vrach bo‘lmagan) a’zolar nima uchun kerak? 2) O‘zbekistonda vrach faoliyatini kim nazorat qiladi (litsenziya, Sog‘liqni saqlash vazirligi)? Doskada chizish: GMC to‘rt vazifasini to‘rtta kvadrat shaklida chizing. Tipik xato: GMCni shifoxona yoki sug‘urta tashkiloti deb o‘ylash; u vrachlarning kasbiy ro‘yxatini yurituvchi qonuniy organ.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jarayon ikki bosqichga (tekshiruv va hay’at) bo‘lingan? 2) Vrach hay’at qaroridan norozi bo‘lsa nima qilishi mumkin (Oliy sudga shikoyat)? Doskada chizish: zanjirni 5 ta kvadrat bilan chizing, IOP kvadratini yon tomonga strelka bilan qo‘shing. Tipik xato: IOPni yakuniy sanksiya deb o‘ylash; u tekshiruv davomida vaqtincha cheklaydi. Tezkor savol: ish ko‘ruvchilar kelisha olmasa ishni kim ko‘radi? (Tekshiruv qo‘mitasi.)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Javob: IOP (vaqtincha buyruqlar paneli) ayblov jiddiy bo‘lib, jamoat himoyasi, jamoat manfaati yoki vrach manfaati uchun ro‘yxatni cheklash zarur bo‘lganda; buyruq eng ko‘pi bilan 18 oyga beriladi, 6 oy ichida ko‘rib chiqiladi. Muhokama: 1) Vrach kayfiyati va bemor xavfsizligi o‘rtasida muvozanat qanday saqlanadi? 2) IOP qaroridan oldin qaysi ma’lumotlar kerak? Doskada chizish: ‘ogohlantirish – shart – to‘xtatish – o‘chirish’ ko‘lamini yengildan og‘irga qarab zinapoya qilib chizing. Tipik xato: ogohlantirishni sanksiya darajasidagi o‘chirish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40-modda faqat shifokorga emas, davlatga ham majburiyat yuklaydi? 2) Huquq, majburiyat va javobgarlik bir-biri bilan qanday bog‘lanadi? Doskada chizing: 18, 40, 43, 44-moddalar zanjirini (tenglik, xizmat, kafolat, sud himoyasi). Tipik xato: 40-modda kafolati va 43-modda kafolatini aralashtirish. 40-modda huquqni belgilaydi, 43-modda esa davlat uni ta’minlashini kafolatlaydi.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Besh printsipdan qaysi biri amaliyotda sizga ko‘proq tanish? 2) Davlat va xususiy tizim o‘rtasida bepul yordam bo‘yicha farq nimada? Doskada chizing: qonunning 6 qismini ketma-ket zanjir ko‘rinishida. Tipik xato: 47 moddani 6 qism bilan aralashtirish, 6 ta qism bor, 47 ta modda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profilaktika printsipi ustuvor deb olingan? 2) Turmush tarzini yaxshilash uchun vrach nima qila oladi? Doskada chizing: to‘rt omilning ulushini doira diagrammada. Tipik xato: tibbiy yordam ulushi kichik, demak vrach faoliyati ahamiyatsiz deb xulosa qilish. Manba faqat ulushni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Bemor huquqlaridan qaysi biri sud tartibini talab qilmaydi? 2) Tanlash huquqi amalda qanday cheklanishi mumkin? Doskada: 24-moddadagi huquqlarni 3 guruhga (munosabat/sharoit, axborot/sir/rozilik, himoya/qoplash) ajratib chizing. Tipik xato: shikoyat faqat sudga beriladi deb o‘ylash, aslida uch yo‘l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ma’lumot avval, rozilik keyin keladi? 2) Konsilium yig‘ib bo‘lmasa kim qaror qiladi (davolovchi yoki navbatchi vrach, rahbariyatni keyin xabardor qilib)? Doskada: chizmani talabalar bilan birga chizib, 28-modda istisnosini alohida rangda belgilang. Tipik xato: roziliksiz yordamni har qanday og‘ir holatga qo‘llash; manbada rad etishda yozma tasdiqnoma har doim shart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Vrach kimga xabar beradi va nima uchun? 2) Yuqumli kasallikda xavf atrofdagilarga qaratilgan, shuning uchun roziliksiz yordam mumkin; bolada esa vakil rad etishi bola manfaatiga zid bo‘lishi mumkin. Doskada: ikki ustunli solishtirish (vakil rad etdi / atrofdagilarga xavf) chizing. Tipik xato: ikki holatni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Savollarni og‘zaki bering, talabalar kitobsiz javob bersin. Muhokama: 1) Nega tibbiy yordam salomatlikka qisqa ulush bersa ham, profilaktika ustuvor? 2) Bemor rad etsa, vrach nima qiladi? Doskada: Konstitutsiya moddalari (18, 40, 43, 44) ro‘yxatini yozdiring. Diqqat: xato qilish xavfi — 27-modda bo‘yicha rad etishda yozma tasdiqnoma olish shart emas, bu faqat imkon; imkon bo‘lmasa guvohlar bilan dalolatnoma tuziladi.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Jadvalni talabalar bilan birga o‘qing, har qatorga bittadan misol aytdiring. OITS — orttirilgan immunitet tanqisligi sindromi: birinchi uchrashganda shu tarzda oching. Muhokama: 1) Birlamchi yordam nega tizimning asosi? 2) Ijtimoiy ahamiyatli kasalliklarga nega alohida imtiyoz belgilangan? Doskada: to‘rt yordam turini zinapoya shaklida chizdiring. Tipik xato: birlamchi yordamni barcha muassasalarda bepul deb o‘ylash — xususiy muassasalarda asosan shartnoma asosida ko‘rsatiladi (ayrim guruhlar bundan mustasno).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Yuqumli kasallikda sirni oshkor qilish nega mumkin? 2) 14 yoshgacha bo‘lgan bolada ota-onani xabardor qilish sirni buzish hisoblanadimi? Doskada: oltita istisnoni to‘rtburchak ichida, atrofiga strelkalar bilan chizdiring. Diqqat: xato qilish xavfi — istisno sirni har kimga ochish ruxsati emas, faqat qonunda ko‘rsatilgan holat va tartibda beriladi. Tipik xato: xabar bermaslik javobgarligini JK 241-modda bilan bog‘lamaslik.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ish o‘rinlari ko‘payishi sifatni oshirmadi? 2) Bemorni asossiz kasalxonaga yotqizish qanday oqibat beradi? Doskada: eski zanjirni chizing (uchastka vrachi → tor mutaxassis → qishloq muassasalari → kasalxona). Tipik xato: tizimning bari yomon edi deb o‘ylash. Matnda ‘qator afzalliklar’ ham tilga olingan, kamchilik asosan birlamchi bo‘g‘inda.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birlamchi yordam tizimning negizi hisoblanadi? 2) Pog‘onalarni qisqartirish nimani tejaydi? Doskada: besh pog‘onali zanjirni ikki pog‘onaga almashtirib chizing. Tipik xato: 90 foizni barcha kasalliklar bilan adashtirish. Bu tashxis qo‘yilib davolanadigan murojaatlar ulushi (JSST va Jahon oila vrachlari tashkiloti ma’lumoti). Tezkor savol: dasturning boshlanish va tugash yillari?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Jon boshiga moliyalash vrachni profilaktikaga qanday undaydi? 2) Moliyaviy menejer va muassasa rahbari vazifalari qanday farqlanadi? Doskada: eski va yangi moliyalash mantiqini ikki ustunda chizing. Tipik xato: jon boshiga moliyalashni barcha uchun bir xil summa deb tushunish. Matnda yosh, jins va aholi zichligi bo‘yicha qo‘shimcha koeffitsientlar ham qo‘llanishi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murakkab yordam alohida ixtisoslashgan markazlarga jamlandi? Tuman birlashmasining roli qanday? Doskada chizing: tuman birlashmasi → qishloq vrachlik punkti va oilaviy poliklinika sxemasi. Tipik xato: 2003-yil Farmonini 2007-yil Farmoni bilan aralashtirish; 2003 — ikkinchi bosqich boshlanishi, 2007 — oltita yangi markaz.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eski tizimda vrach bemorni nega yo‘llagan (rag‘bat yo‘qligi, kasalxona o‘rinlari ko‘payishi, 22-23-betlar)? Yangi tizim xarajat va sifatni qanday bog‘laydi? Doskada chizing: eski va yangi moliyalash mantig‘i (ikki ustun). Tipik xato: jon boshiga moliyalashni «har bir bemor uchun alohida to‘lov» deb tushunish; aslida biriktirilgan aholi soniga qarab ajratiladi.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O‘zbekiston va Buyuk Britaniyada rozilik yoshi qanday farq qiladi (O‘zbekistonda 14 yoshgacha vakil rozilik beradi — G‘iyosov, 14-bet; Buyuk Britaniyada 16 yoshdan qobiliyat taxmin qilinadi — Simpson, 20-bet)? Doskada chizing: maxfiylik istisnolarining ikki ustunli taqqoslash jadvali. Tipik xato: Buyuk Britaniyadagi 16 yosh va O‘zbekistondagi 14 yosh chegarasini aralashtirish.</a:t>
            </a:r>
          </a:p>
          <a:p/>
          <a:p>
            <a:r>
              <a:t>Tekshirish kerak (manbada noaniq):</a:t>
            </a:r>
          </a:p>
          <a:p>
            <a:r>
              <a:t>- Eslab qoling: shifokor siri, ixtiyoriy rozilik, birlamchi bo‘g‘in, jon boshiga moliyalash, ixtisoslashgan markaz — ma’ruzaning besh asosiy atamasi.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Sir saqlash qachon buziladi va nima uchun bu mutlaq emas? 2) Huquq va axloq qanday bog‘liq? Doskada: ‘Bioetika tamoyillari → rozilik → sir → javobgarlik’ zanjirini chizdirish. Tipik xato: shifokor siri mutlaq deb o‘ylash yoki huquq bilan axloqni bir xil deb olish. Mustaqil ish: darslikdagi nazorat savollari (2-bob 1–19, 3-bob 1–10) bo‘yicha javoblar tayyorlash.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№5. Ma’ruza: “Sog‘liqni saqlash sohasidagi qonunchilik asoslari. Bioetika muammolari.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reja va o‘quv maqsadlari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sog‘liqni saqlash qonunchiligi asoslarini hamda tibbiyot xodimlari va bemorlarning huquq va majburiyatlarini bilishi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Bioetika bo‘limida tibbiy etikaning asosiy tamoyillari ko‘riladi: bemor avtonomiyasi, zarar keltirmaslik, foyda, qadr-qimmat, halollik va adolat.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Shifokor siri va bemor roziligi tibbiy etikadagi eng ko‘p savol tug‘diradigan masalalar. Ularga vrachlarni tartibga solish tizimi ham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Yakunda O‘zbekistonning “Fuqarolar sog‘lig‘ini saqlash to‘g‘risida”gi Qonuni va sog‘liqni saqlash tizimini isloh qilish dasturi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bet 5, bet 9-10, 22; Payne-James J., Jones R., Karch S.B., Manlove J., Simpson's Forensic Medicine, betlar: p. 17, p. 17,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Tibbiyot huquqi: tushuncha, maqsad, vazifalar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Tibbiyot huquqi — davolash, tashxis va profilaktika jarayonidagi munosabatlarni, taraflarning huquq, majburiyat va mas’uliyatini belgilovchi me’yorlar majmui.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Fan maqsadi — huquqiy me’yorlar va ko‘nikmalarni o‘zlashtirish. Vazifalari: qonunchilikni, huquqiy munosabatlar xususiyatini, kasb huquqbuzarliklarini o‘rganish va qilmish bilan jinoyatni farqlash.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Ilgari faoliyat uchun tibbiy bilim va axloqiy qoidalarga rioya yetarli sanalgan. Hozir huquqiy me’yorlarni bilish va izchil amal qilish ham zarur.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Amaldagi qonunchilikda tibbiy faoliyat xizmat ko‘rsatishga tenglashtiriladi: xodimlar xizmat ko‘rsatuvchi, bemorlar esa iste’molchi sifatida talqin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bet 5, bet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 va axloq-etika: farqi va aloqasi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— ma’naviyatning eng quyi darajasi (minimumi), etika esa uning yuqori darajasi.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Axloqiy talab erkin, ixtiyoriy bajariladi; huquqiy me’yor esa bevosita yoki bilvosita majburlash orqali ta’minlanadi.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xato qilish xavfi — huquq va etikani bir-biriga qarama-qarshi qo‘yib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817960"/>
                <a:gridCol w="1896484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Huquq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Axloq-etika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Ma’naviyatning minimumi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Ma’naviyatning yuqori darajasi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Bajarilishi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Majburlash orqali ta’minlanadi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Erkin, ixtiyoriy bajariladi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Munosabat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Etikaga zid qo‘yilmaydi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Huquqqa zid qo‘yilmaydi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Amosov fikri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Qonun vijdon o‘rnini bosa olmaydi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Vrach vijdoniga ishonish lozim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Huquq va etika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bet 7, bet 6-7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1: bemor — iste’molchimi?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Vaziyat: bemor shifokorga murojaat qildi. Amaldagi qonunchilikda tibbiy faoliyat keng ma’noda fuqarolarga xizmat ko‘rsatishga tenglashtirilgan.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Bunda tibbiyot xodimlari xizmat ko‘rsatuvchi, bemorlar esa iste’molchi sifatida talqin etiladi. Bu huquqiy bilim zaruratini oshiradi.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Jarroh N. I. Amosov: vrachning vijdoniga ishonish lozim, hech qanday qonun uning o‘rnini bosa olmaydi. Hozir esa axloqiy qoidalar bilan birga huquqiy me’yorlarni ham bilish zarur.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Savol: vrach faqat vijdoniga tayanishi yetarlimi? Diqqat: axloq erkin bajariladi, huquq me’yorlari esa majburlash orqali ta’minlanadi; ularni qarama-qarshi qo‘ymang.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6,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axloqning tarixiy ildizlari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 va uning axloqiy asoslari Kos orolidagi Gippokrat maktabida, taxminan m.a. 400-yilda qo‘yilgan.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Qasamyodning ayrim tafsilotlari eskirgan, ammo u hamon axloqiy xulq-atvorning asosi bo‘lib qolmoqda.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WMA (Butunjahon tibbiyot assotsiatsiyasi) 1947-yilda tuzilgan; 1948-yilda Jeneva deklaratsiyasi chiqqan.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Miloddan avv. ~400: Kos maktabi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Gippokrat qasamyodi shakllandi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1947: WMA tuzildi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1948: Jeneva deklaratsiyasi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2006: Jeneva qayta ko‘rildi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Vaqt chizig‘i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12,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Jeneva deklaratsiyasi: asosiy va’dalar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Bemorning sog‘lig‘i shifokor uchun birinchi e’tibor bo‘ladi. Kasb vijdon va qadr-qimmat bilan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Ishonib aytilgan sirlar bemor vafot etganidan keyin ham saqlanadi. Yosh, millat, jins, siyosiy qarash vrach burchiga xalaqit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bilim inson huquqlari va fuqarolik erkinliklarini buzish uchun, hatto tahdid ostida ham, ishlatilmaydi.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barcha shifokorlar Gippokrat qasamyodini qabul qilgan deb o‘ylash xato. Biroq uning asosiy tamoyillari tibbiy etikaning poydevori.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WMA deklaratsiyalari: yillar va mavzular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Oslo (1970) – tibbiy abort; Myunxen (1973) – irqiy va siyosiy kamsitish.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Venetsiya (1983) – o‘limga yaqin kasallik; Madrid (1987) – kasbiy avtonomiya va o‘zini o‘zi boshqarish.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Ottava (2006) – bola salomatligi; Dehli (2009) – sog‘liq va iqlim o‘zgarishi.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493"/>
                <a:gridCol w="1691639"/>
                <a:gridCol w="254384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Deklaratsiya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mavzu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1948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Jeneva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Tibbiyotning insonparvarlik maqsadlari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Xelsinki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Odamda tajriba va klinik sinovlar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Tokio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Qiynoq va shafqatsiz muomala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Lissabon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Bemor huquqlari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Jahon tibbiyot assotsiatsiyasi (WMA) deklaratsiyalari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WMA bo‘yicha vrach majburiyatlari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Shoshilinch yordam – insonparvarlik burchi, boshqalar tayyor va qodir ekani aniq bo‘lmasa.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Sirni oshkor etish mumkin: bemor rozi bo‘lsa yoki unga yoki boshqalarga real, yaqin xavf tahdid qilsa.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Joriy bemor bilan jinsiy yoki boshqa suiiste’mol, ekspluatatsion munosabatga kirish mumkin emas.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899071"/>
                <a:gridCol w="205159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Yo‘nalish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burch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Umumiy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Mustaqil kasbiy qaror, yuqori odob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Foyda yoki kamsitish ta’sir etmasin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Bemorga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Bemor manfaati, to‘liq sadoqat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Imkoni yetmasa, boshqa vrachga yo‘llash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Maxfiylikni hurmat qilish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Rozilik yoki real xavf bo‘lsa oshkor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Hamkasbga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O‘zi kutgandek munosabat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Hamkasb bemorini tortib olmaslik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WMA: vrach burchlari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Bioetika tamoyillari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Tamoyillar to‘qnashishi mumkin: Yegova shohidi qon quyishni rad etadi, vrach esa o‘limni biladi.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masalalar har doim tayyor javob bermaydi, lekin vrach ularni bilishi muhim.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Etika buzilsa, kasbiy tashkilot intizomiy jarayon va sanktsiya qo‘llashi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975"/>
                <a:gridCol w="315700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Tamoyil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Avtonomiya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Davolanishni tanlash yoki rad etish huquqi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Zarar yetkazmaslik; ezgulik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Zarar bermaslik; bemor manfaati yo‘lida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Qadr-qimmat; halollik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Hurmat; xabardor rozilik berish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Adolat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Cheklangan resurs qanday bo‘linishi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Bioetikaning asosiy tamoyillari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2: qon quyishdan voz kechish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Iyegova guvohi bo‘lgan bemor qon quyishni rad etadi. Vrach esa rad etish o‘limga olib kelishini biladi. Savol: qaysi tamoyillar to‘qnashmoqda?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yerda avtonomiya (bemorning tanlash va rad etish huquqi) bilan foyda keltirish va zarar yetkazmaslik tamoyillari o‘zaro to‘qnashadi.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Qobiliyatli bemor davolanishni qabul qilish yoki rad etish huquqiga ega. Qaror vrachga asossiz ko‘rinsa ham, uni bemorning o‘zi qabul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O‘zbekiston qonunida davolanishni rad etishda vrach yozma rad tasdiqnomasini oladi. Imkon bo‘lmasa, guvohlar ishtirokida dalolatnoma tuzadi.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17, 14, 20; G‘iyosov Z.A., Vrach faoliyatining huquqiy asoslari: darslik, betlar: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1-savol: tibbiyot huquqi nima? Javob: bemor va tibbiyot xodimlari o‘rtasidagi munosabatlar, ularning huquq, majburiyat va mas’uliyatini belgilovchi me’yorlar majmui.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2-savol: huquq va axloq farqi nimada? Javob: axloqiy talablar ixtiyoriy bajariladi, huquqiy me’yorlar esa bevosita yoki bilvosita majburlash orqali ta’minlanadi.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3-savol: Jeneva deklaratsiyasi qaysi yili qabul qilingan? Javob: 1948-yil (Hippokrat qasamyodining zamonaviy shakli); oxirgi marta 2006-yilda qayta ko‘rilgan.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4-savol: bioetika tamoyillari? Eslab qoling, oltita: avtonomiya, zarar yetkazmaslik, foyda, qadr-qimmat, halollik, adolat. Avval ‘bemor’, keyin ‘vrach’, oxirida ‘jamiyat’ deb sanang.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5, 7; Payne-James J., Jones R., Karch S.B., Manlove J., Simpson's Forensic Medicine, betlar: 13,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Vrach siri: asosiy qoidalar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maxfiylik asosiy burch, lekin mutlaq emas. Vrach qaror qabul qiladi va buzilgan taqdirda uni keyin asoslab bera olishi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Vrach–bemor munosabatining kaliti — ishonch. Maxfiylikka ishonmagan bemor yordamga murojaat qilmasligi yoki to‘liq ma’lumot bermasligi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Bemor qaror qabul qila olmasa: bu holat vaqtinchalikmi yoki doimiymi, aniqlanadi. Qonuniy vakil bilan maslahatlashiladi, vrach bemor manfaatida ish tutadi.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Maxfiylik o‘limdan keyin ham saqlanadi. Angliyada Milliy sog‘liqni saqlash xizmati (NHS) ichida bemor ma’lumotlari maxfiyligini Caldicott Guardian himoya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17, 19, 17-19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Maxfiylik qachon oshkor qilinishi mumkin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Maxfiylik asosiy, lekin mutlaq bo‘lmagan burch; vrach keyinchalik o‘z qarorini asoslay olishi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Sudya yoki sud raisi buyrug‘i bilan ma’lumot beriladi; ishga aloqasiz so‘rovga sabab ko‘rsatib e’tiroz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Jamoat manfaatida manfaatlar tortiladi; qaror o‘sha paytda ham, keyin ham asoslanishi lozim.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Qonun talabi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buyrug‘i, yuqumli kasallik xabari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Bemor roziligi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Oshkora (og‘zaki/yozma) yoki nazarda tutilgan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Jamoat manfaati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o‘q/pichoq jarohati, xavfli yuqumli kasallik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Oshkor qilish asoslari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17, 18,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Rozilik: qonuniy bo‘lishi shartlari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Og‘zaki yoki yozma rozilik oshkora; qo‘lni bosim o‘lchash uchun ochish esa nazarda tutilgan rozilikdir.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Xavfli yoki murakkab amal, tadqiqot va jinoiy holat (intim namuna) uchun yozma rozilik maqsadga muvofiq.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holatlarda yozma rozilik majburiy; qaror yo‘li tibbiy yozuvda o‘sha paytda qayd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Layoqatga ega bo‘lish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Taklifni yetarli tushunish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Ixtiyoriy, majburlovsiz qaror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Rozilik qonuniy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Rozilik shartlari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20, 19-20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Davolash qarori: to‘rt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 variantni tavsiya qilishi mumkin, qaror esa bemorniki; u vrachga mantiqsiz tuyulishi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Foydasiz davo so‘ralsa, vrach uni bermasligi mumkin, lekin sababini bemorga tushuntirishi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Chester v Afshar (2004): jarroh jiddiy xavflar haqida ogohlantirishi shart; paternalizm hukmron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Birgalikda baholash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Variantlarni tushuntirish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Bemor qaror qabul qiladi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Foydasiz so‘rovni rad etish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Qaror qabul qilish bosqichlari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Bolalar va qobiliyatsizlar roziligi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yosh rozilikda qat’iy mezon emas. Odatda 16 va undan katta yoshdagilar davolanish haqida qaror qila oladi deb hisoblanadi, lekin layoqat baholanadi.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16 yoshgacha bola ham davolash maqsadi, mohiyati, oqibati va xavfini tushunsa, rozilik bera oladi. Angliya va Uelsda bu “Gillick layoqati” deyiladi.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Angliya va Uelsda layoqatsiz bemorlar haqidagi qarorlar Mental Capacity Act 2005 (Aqliy layoqat to‘g‘risidagi qonun) bilan tartibga solinadi. Har bir kattalar layoqatli deb faraz qilinadi.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O‘zbekistonda 14 yoshgacha va layoqatsiz deb topilganlarga rozilikni qonuniy vakil beradi. Vakil bo‘lmasa, masalani konsilium, imkon bo‘lmasa davolovchi yoki navbatchi vrach hal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20; G‘iyosov Z.A., Vrach faoliyatining huquqiy asoslari: darslik, betlar: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3: intim ko‘rik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Ko‘krak, jinsiy a’zo yoki to‘g‘ri ichak ko‘rigi intim ko‘rik hisoblanadi. U bemor uchun og‘ir va noqulay bo‘lishi mumkin, bemorlar vrachlardan shikoyat ham qiladi.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Vrach ko‘rik nega kerakligini va nimadan iboratligini tushuntiradi, savol berishga imkon beradi, ruxsat oladi. Bemor so‘rasa, ko‘rikni to‘xtatishga tayyor turadi.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Chaperone (hamrohlik qiluvchi shaxs) yoki qarindosh, do‘st taklif etiladi. Chaperone bo‘lsa, uning shaxsi yoziladi. Bemor xohlamasa, taklif qilingani va rad etilgani qayd etiladi.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Savol: bemor chaperone’dan voz kechsa, vrach nimani hujjatlashtirishi kerak? Yana qaysi ruxsat va bahs holatlari yozib boriladi?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maxfiylikni oshkor qilishning uch asosiy sharti qaysilar? Javob tahlili uchun “Qachon maxfiylik amal qilmaydi” ro‘yxatini eslang.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rozilik haqiqiy bo‘lishi uchun shaxsda nimalar bo‘lishi kerak? Uchta shartni sanang: layoqat, tushunish va ixtiyoriylik.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3: Gillick layoqati kimga tegishli va nimalarga bog‘liq? Bola yoshi, aqliy rivoji va hissiy yetukligini nazarda tuting.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4: intim ko‘rikdan oldin qanday ruxsat va chaperone yozuvlari yuritiladi? Bemor rad etsa, nima qayd qilinadi?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18, 19, 20,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Vrachlarni tartibga solish: GMC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 tibbiyot kengashi (GMC) Britaniyada vrachlarni ro‘yxatga oladi va aholi xavfsizligini himoya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Medical Act 1983 to‘rt vazifa beradi: reyestr, yaxshi amaliyot, ta’lim sifati, shubhali vrachlar bilan 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Standartga javob bermagan vrach reyestrdan chiqarilib, amaliyot huquqidan mahrum etilishi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299"/>
                <a:gridCol w="30086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Ma’lumot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Tashkil etilgan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1858-yil, Medical Act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Hozirgi qonuniy asos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Medical Act 1983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Kengash (Council) tarkibi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24 a’zo: 12 vrach, 12 oddiy a’zo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Asosiy maqsad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Jamoat salomatligi va xavfsizligi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GMC: qisqa ma’lumot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Fitness to Practise jarayoni va sanksiyalar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 ish ko‘ruvchi (tibbiy va notibbiy) kelishsa, ishni yopadi yoki hay’atga o‘tkazadi.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Sanksiyalar: harakatsizlik, majburiyat, shart, to‘xtatish yoki reyestrdan o‘chirish.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O‘chirilgan vrach tiklanishni o‘chirilgandan 5 yil o‘tgach so‘rashi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Shikoyat va dastlabki tekshiruv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 ko‘ruvchilar qarori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IOP: vaqtincha cheklash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Hay’at majlisi (FTP Panel)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Sanksiya yoki shikoyat huquqi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GMC shikoyat jarayoni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22, 22–23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4: vrach faoliyatiga shikoyat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vrach ustidan bemor shikoyat qildi. Shikoyat vrachga va ish joyiga ma’lum qilinadi, vrach izoh beradi, tekshiruv boshlanadi.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Tekshiruvdan so‘ng ish yopilishi, ogohlantirish berilishi, shart qo‘yilishi yoki hay’atga o‘tkazilishi mumkin; hay’at to‘xtatishi yoki reyestrdan o‘chirishi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ogohlantirish ≠ layoqatning buzilishi. U 5 yil davomida ish beruvchiga va so‘rovchilarga oshkor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tekshiruv davomida vrach ishini vaqtincha cheklash uchun IOP qachon kerak bo‘ladi?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22,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O‘zbekiston Konstitutsiyasi va sog‘liq huquqi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Huquqlar daxlsiz: ularni faqat sud qarori bilan cheklash mumkin. Huquqdan foydalanish boshqalarga zarar bermasligi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Malakali xizmat: birlamchi, tez, shoshilinch va ixtisoslashtirilgan yordamni o‘z ichiga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Huquq, majburiyat va javobgarlik o‘zaro bog‘liq. 45-moddada zaif guruhlar davlat himoyasida.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18-modda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Barcha fuqarolar teng va bir xil huquqli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40-modda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Malakali tibbiy xizmatdan foydalanish huquqi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43-modda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Davlat huquqlar ta’minotini kafolatlaydi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44-modda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Huquqni sud orqali himoya qilish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Sog‘liq huquqiga oid moddalar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9, 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“Fuqarolar sog‘lig‘ini saqlash to‘g‘risida”gi Qonun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1996-yil 29-avgustda qabul qilingan, 14-sentyabrdan kuchga kirgan. 6 qism, 47 moddadan iborat.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Besh printsip: inson huquqlari, hammabop yordam, profilaktika, ijtimoiy himoya, fan-amaliyot birligi.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Tizimlar: davlat, xususiy va boshqa. Davlat tizimida kafolatlangan yordam bepul ko‘rsatiladi.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1-qism: Umumiy qoidalar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2-qism: Huquqiy muhofaza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3-qism: Tibbiy-ijtimoiy yordam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4-qism: Tibbiy ekspertiza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5-6-qism: Xodimlar va yakun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Qonunning tuzilishi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10, 11, 11-12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Inson salomatligiga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 qabul qilingan fikrga ko‘ra, salomatlikning eng katta qismi turmush tarziga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yordam salomatlikning taxminan o‘ndan bir qismini ta’minlaydi.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Salomatlik avvalo shaxsning o‘ziga, so‘ng davlat va tashkilotlarga bog‘liq masala.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Omil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Ulush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Turmush tarzi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taxminan 48-52%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Nasl va irsiyat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18-20%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Ekologik omillar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18-20%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yordam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8-10%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Salomatlikka ta’sir ulushi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Bemor huquqlari (24-modda)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Bemor tibbiyot va xizmat xodimlarining hurmatli, insoniy munosabatiga haqli. U shifokorni va davolash-profilaktika muassasasini ham o‘zi tanlaydi.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Tekshiruv, davolanish va parvarish sanitariya-gigiena talablariga javob beradigan sharoitda o‘tadi. Bemor iltimosiga ko‘ra konsilium o‘tkazilishini va boshqa mutaxassis maslahatini so‘rashi mumkin.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Murojaat qilgani, sog‘lig‘i holati va tashxis sir saqlanadi. Bemor muolajaga rozilik beradi yoki rad etadi, zarar qoplanishini talab qiladi, himoya uchun advokat yoki qonuniy vakil chaqiradi.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Huquq buzilsa, bemor yoki qonuniy vakili shikoyatni muassasa rahbariyatiga, yuqori boshqaruv organiga yoki sudga topshirishi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13, 13-14, 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Axborot, rozilik va rad etish (25-28-moddalar)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 ma’lumot olish huquqi: tashxis, prognoz, xavf-xatar. 14 yoshgacha bo‘lsa, ma’lumot qonuniy vakilga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Rad etishda vrach yozma tasdiqnoma oladi, imkon bo‘lmasa guvohlar ishtirokida dalolatnoma tuzadi.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roziliksiz yordam atrofdagilarga xavf bo‘lsa beriladi; irodani bildirib bo‘lmasa — konsilium.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Bemor to‘liq ma’lumot oladi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Ixtiyoriy rozilik beradi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Yoki aralashuvni rad etadi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Yozma tasdiqnoma/dalolatnoma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Irodasiz bo‘lsa: konsilium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Rozilik va rad etish tartibi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14, 15, 14-15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5: rozilik va rad 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ota-ona (qonuniy vakil) bolaning og‘ir holatida tibbiy aralashuvni rad etadi. Bu bola uchun og‘ir oqibatlarga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Manbadagi tartibga ko‘ra, vrach bu haqda vasiylik va homiylik organlariga xabar berishi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Rad etishda vrach yozma tasdiqnoma oladi yoki guvohlar ishtirokida dalolatnoma tuzadi.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yuqumli kasallik holatidan farqi nimada? Maslahat: xavf kimga qaratilganiga e’tibor bering (28-modda).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malakali tibbiy xizmatdan foydalanish huquqi Konstitutsiyaning nechanchi moddasida? Javob: 40-modda. Eslab qoling: 40 — tibbiy xizmat.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“Fuqarolar sog‘lig‘ini saqlash to‘g‘risida”gi Qonun nechta qism va moddadan iborat? Javob: 6 qism, 47 modda; 1996-yil 29-avgustda qabul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salomatlikda tibbiy yordamning ulushi qancha? Javob: taxminan 8-10%. Turmush tarzi esa taxminan 48-52%.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14 yoshgacha bo‘lgan bemorga tibbiy aralashuvga kim rozilik beradi? Javob: qonuniy vakili (26-modda). Rad etishga ham vakil haqli (27-modda).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9, 10, 11, 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Tibbiy-ijtimoiy yordam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Ro‘yxat: sil, onkologiya, jinsiy yo‘l bilan o‘tuvchilar, moxov, ruhiy kasallik, OITS.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Ro‘yxat va imtiyozlarni Vazirlar Mahkamasi belgilaydi (1997-yil 20-mart, 153-son Qaror).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 xavf ostida bo‘lsa, bemorni olib borish uchun har qanday transportdan foydalanish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251155"/>
                <a:gridCol w="275463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Yordam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Birlamchi tibbiy-sanitariya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Asosiy, qulay va bepul (davlat tizimida)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Shoshilinch va tez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Barcha davolash-profilaktika muassasalarida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Ixtisoslashgan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Murakkab texnologiya talab qilganda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Ijtimoiy ahamiyatli kasalliklar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Doimiy kuzatuv, imtiyozlar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Yordam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17, 16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Shifokor siri (45-modda) va istisnolar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45-modda: murojaat, holat, tashxis, davo ma’lumotlari — sir; olgan shaxs ham saqlashi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Istisno: 14 yoshgacha, iroda bildira olmaydi, atrofdagilarga xavf, rasmiy so‘rov, g‘ayriqonuniy zarar.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kodeksining 241-moddasi: jinoyatni xabar bermaslik yoki yashirish uchun javobgarlik.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Shifokor siri: murojaat, tashxis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Roziliksiz oshkor etilmaydi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Istisno: xavf yoki rasmiy so‘rov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Olgan shaxs ham sirni saqlaydi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Buzilsa — javobgarlik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Shifokor siri yo‘li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18, 19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Islohot zaruriyati: eski tizim kamchiliklari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Sobiq ittifoq davrida birlamchi bo‘g‘in uchastka-hududiylik tamoyiliga tayangan. Yordamni asosan yagona vrach-terapevt ko‘rsatgan.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tor mutaxassislar (pediatr, akusher-ginekolog, ftiziatr, xirurg va b.) kiritildi. Qishloqda kamquvvat muassasalar ko‘paydi.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Malakali kadr va moliyalash mexanizmi yetishmasa ham ish o‘rinlari ko‘paydi. Natijada xarajat oshdi, yordam sifati pasaydi.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Ambulatoriyada davolanishi mumkin bemorlar kasalxonaga yotqizildi. Jihozlanmagan kasalxonalar va bemor o‘rinlari soni ortdi.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22, 22-23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Davlat dasturi (1998): tamoyillar va birlamchi bo‘g‘in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Dastur 1998–2005-yillardagi islohot konsepsiyasini, uning maqsad, tamoyil va vazifalarini belgilagan.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Tamoyillar: teng bahramandlik, profilaktika ustuvorligi, xususiy amaliyotni rag‘batlantirish.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 yordam murojaatlarning qariyb 90 foizini qondirib, kasalxona yuklamasini kamaytiradi.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1880838"/>
                <a:gridCol w="1951716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Avval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Dasturga ko‘ra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Pog‘onalar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Besh pog‘onali tizim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Ikki pog‘onali tizim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Qishloqda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Punkt, ambulatoriya, kasalxonalar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Qishloq vrachlik punkti + markaziy kasalxona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Shaharda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Poliklinika va kasalxonalar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Oilaviy poliklinika + shahar kasalxonasi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Birlamchi bo‘g‘in: avval va keyin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24-25, 24, 27-28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Moliyalash, boshqaruv va kadrlar islohoti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mablag‘ xodim, maydon va tashrif soniga qarab ajratilgan. Sifatni oshirishga iqtisodiy rag‘bat bo‘lmagan.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Tug‘ish yoshidagi ayollar va bolalar ko‘proq murojaat qilgani uchun ularga mablag‘ ko‘proq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Oliy tibbiy ta’lim ikki bosqichli: bakalavriatda umumiy amaliyot vrachlari, magistraturada tor mutaxassislar tayyorlanadi.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918820"/>
                <a:gridCol w="1795624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Yo‘nalish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Yangilik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Moliyalash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Jon boshiga me’yor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Aholi soni, yosh, jins hisobga olinadi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Boshqaruv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Moliyaviy menejer lavozimi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Zaxira, hisob-kitob va hisobotlar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Shoshilinch yordam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Respublika ilmiy markazi, filiallar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Tez yordam va sanitariya aviatsiyasi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Kadr nazorati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Litsenziyalash va attestatsiya markazi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Vrach va farmatsevtlar malakasi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Islohotning asosiy yangiliklari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29, 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2003 va 2007-yil Farmonlari: ixtisoslashgan markazlar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2003-yil 26-fevral Farmoni islohotning ikkinchi bosqichini boshladi. Maqsad: zamonaviy jihozli ixtisoslashgan klinika va tibbiy markazlar yaratish.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Tajriba tariqasida dastlab jarrohlik, urologiya, kardiologiya va ko‘z mikroxirurgiyasi respublika markazlari tashkil etildi.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2007-yil 19-sentyabr Farmoni oltita yangi ilmiy-amaliy markaz ochdi: akusherlik-ginekologiya, pediatriya, terapiya va reabilitatsiya, dermatovenerologiya, ftiziatriya, endokrinologiya.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Viloyatlarda ko‘p tarmoqli tibbiyot markazlari, tumanlarda tibbiyot birlashmalari tuzildi. Birlashmalar qishloq vrachlik punktlari va oilaviy poliklinikalar faoliyatini muvofiqlashtiradi.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31, 32, 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6: islohot natijasi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qishloq ambulatoriyasi vrachi oddiy bemorni ham kasalxonaga yo‘llaydi, profilaktikaga deyarli vaqt ajratmaydi.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Eski tizimda mablag‘ xodimlar soni, xizmat maydoni va tashriflar soniga qarab ajratilgan. Sifatni oshirishga iqtisodiy rag‘bat yo‘q edi.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Yangi tizimda jon boshiga moliyalash joriy etildi: biriktirilgan har bir kishiga yagona me’yor, yosh, jins va zichlik bo‘yicha koeffitsientlar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jon boshiga moliyalash vrachni nega profilaktikaga undaydi? Muassasa rahbari davolash sifatiga, moliyaviy menejer hisob-kitobga javob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4 va umumiy takrorlash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 1: O‘zbekistonda shifokor siri roziliksiz qaysi holatlarda beriladi? Masalan, atrofdagilarga xavf tug‘ilganda yoki surishtiruv va sud so‘rovi bo‘yicha.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 2: Buyuk Britaniyada maxfiylik mutlaq burchmi? Yo‘q. Qonun talab qilsa, bemor rozi bo‘lsa yoki jamoat manfaati bo‘lsa, oshkor qilish mumkin.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 3: besh pog‘onali birlamchi bo‘g‘in nima bilan almashtirildi? Ikki pog‘onali tizim bilan: qishloqda vrachlik punkti va tuman markaziy kasalxonasi, shaharda oilaviy poliklinika.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Eslab qoling: shifokor siri, ixtiyoriy rozilik, birlamchi bo‘g‘in, jon boshiga moliyalash, ixtisoslashgan markaz — ma’ruzaning besh asosiy atamasi.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19, 28, 29; Payne-James J., Jones R., Karch S.B., Manlove J., Simpson's Forensic Medicine, betlar: 17-18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Bioetika tamoyillari: bemor avtonomiyasi, zarar yetkazmaslik, bemor manfaatiga xizmat, qadr-qimmat, halollik (xabardor rozilik) va adolat. Ular ba‘zan bir-biriga zid keladi.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Shifokor siri mutlaq emas: bemor roziligi, sud talabi yoki xavf bo‘lganda oshkor qilinadi. O‘zbekiston qonuni bu istisnolarni 45-moddada sanaydi.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Vrachlarni tartibga solish: Buyuk Britaniyada General Medical Council (GMC) ro‘yxat yuritadi va yaroqlilikni tekshiradi. O‘zbekistonda faoliyat uchun diplom, ayrim turlarida litsenziya ham kerak.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“Fuqarolar sog‘lig‘ini saqlash to‘g‘risida”gi qonun 1996 yilda qabul qilingan, 47 moddadan iborat. Islohot maqsadi — malakali yordamdan barcha qatlamlar teng foydalanishi.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17, 21; G‘iyosov Z.A., Vrach faoliyatining huquqiy asoslari: darslik, betlar: 18–19, 10; 33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fakt: inson salomatligining taxminan yarmi turmush tarziga bog‘liq (48–52%). Nasl va irsiyat 18–20%, ekologiya 18–20%, tibbiy yordam esa atigi 8–10%. Eslab qolish: «50–20–20–10», ya’ni turmush tarzi, nasl, ekologiya, tibbiyot.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va axloq o‘rtasidagi farq: huquq ma’naviyatning eng quyi darajasi (minimumi), axloq-etika esa yuqori darajasi hisoblanadi. Axloqiy talablar ixtiyoriy bajariladi, huquqiy me’yorlar esa bevosita yoki bilvosita majburlash orqali ta’minlanadi.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(bioetika mavzulari): A-N-B-D-H-J. Autonomiya (bemor tanlovi), Non-maleficence (zarar yetkazmaslik), Beneficence (bemor manfaati), Dignity (qadr-qimmat), Honesty (halollik, informed rozilik), Justice (adolat, resurslarni taqsimlash).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Jehovah’s Witnesses tarafdori qon quyishni rad etadi, vrach esa bunda o‘lim bo‘lishini biladi. Bu yerda bemor avtonomiyasi va vrachning bemor manfaatini ko‘zlash tamoyili to‘qnashadi. Muhokama: qaysi tamoyil ustun turadi?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 fakt: 1939–45 yillardagi urushda tibbiy etika qo‘pol buzildi. Shundan so‘ng xalqaro tibbiyot jamoatchiligi Gippokrat qasamyodini zamonaviy shaklda, 1948 yilgi Jeneva deklaratsiyasi sifatida qayta bayon etdi. Deklaratsiya 2006 yilda yangilangan.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№5. Ma’ruza: “Sog‘liqni saqlash sohasidagi qonunchilik asoslari. Bioetika muammolari.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2. The ethics of medical practice, pp. 12–23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1-2-boblar. Tibbiyot huquqi fani; fuqarolar sog‘lig‘ini saqlash qonunchiligi asoslari; bet 5-21; 3-bob. O‘zbekiston Respublikasida sog‘liqni saqlash qonunchiligi; bet 22-34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