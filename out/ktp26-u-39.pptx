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qon yo‘qotishda faqat hajm emas, sur’at ham muhim? Mexanik jarohat o‘lim sabablari orasida qaysi o‘rinda turadi? Doskada: ma’ruza rejasini 3-4 bo‘lim ko‘rinishida yozdiring. Tipik xato: travmatologiyani faqat klinik fan deb tushunish, sud-tibbiy vazifalarni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huquqiy va sud-tibbiy ta’rif qanday farq qiladi? Nega ichki ta’sirdagi buzilish jarohat emas? Doskada: ikki ustunli ‘Tashqi ta’sir → jarohat / Ichki ta’sir → kasallik’ sxemasini chizdiring. Tipik xato: jarohatni faqat anatomik butunlik buzilishi deb o‘ylash, funksiya buzilishini qo‘shmaslik.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ruhiy ta’sirni sud psixiatriyasi o‘rganadi? Bir necha omil birgalikda ta’sir qilishi mumkinmi? Doskada: to‘rt turni daraxt shaklida, fizik tur ostiga beshta turchani chizdiring. Tipik xato: mexanik jarohatni alohida tur deb hisoblash, aslida u fizik omilning turchasi.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diagnozda tasnif mezonlari birinchi o‘rinda turadi? 2) Oddiy va murakkab jarohat nimasi bilan farq qiladi? Doskada jadvalni chizdiring va talabalar har qatorga o‘z misol topsin. Tipik xato: murakkab jarohatni ko‘p jarohat bilan, cheklanganni yakka bilan aralashtirish. Omil turi, soha va son alohida mezonlardir.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travmatizm turlari faoliyat turiga bog‘liq? 2) Profilaktika uchun sud-tibbiy materiallardan qanday foydalanish mumkin (28-bet)? Doskada travmatizm turlarining daraxt sxemasini chizdiring. Tipik xato: travmatizmni bitta jarohat bilan tenglashtirish; u guruhdagi turdosh jarohatlar majmuidir.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Javoblar: A — oddiy cheklangan yakka; B — oddiy qo‘sh ko‘p; C — murakkab qo‘sh ko‘p (darslikdagi misollar). Muhokama: 1) C holatni nega murakkab deymiz? 2) B holatni nega qo‘sh deymiz? Doskada uchta ustunli tasnif jadvalini to‘ldirdiring. Tipik xato: bitta soha va bitta omilni ko‘rib, ko‘p jarohatni yakka deb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o‘limdan keyin etkazilgan jarohatda qon ketishi va emboliya bo‘lmaydi? 2) Qon aylanish tizimi belgilari nega eng muhim? Doskada: umumiy belgilarni qon, nafas, limfa, emboliya guruhlariga bo‘lib yozing. Tipik xato: o‘limdan keyin jarohat etkazilishi ehtimolini (reanimatsiya, tashish, hayvonlar) unutish va barcha jarohatni hayotiy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belgi butun organizm, qaysi biri faqat jarohat sohasi haqida gapiradi? 2) Nega bitta belgiga tayanib xulosa qilish xavfli? Doskada: ikki ustunli jadvalni talabalar bilan to‘ldiring. Tipik xato: umumiy va mahalliy belgilarni aralashtirish (masalan, tromb va nekrozni umumiy deb yozish). Diqqat: umumiy ≠ mahalliy.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klinitsist tavsifi ekspertiza uchun muhim, ekspertiza qachon tayinlanadi? 2) Qaysi usul hayotiylik va muddatni aniqlaydi? Doskada: sxemani chizib, har bosqichga bitta misol yozing. Tipik xato: tibbiy hujjatga faqat diagnozni yozib, jarohatning shakli, o‘lchami va rangini tushirib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bitta belgiga tayanib xulosa qilib bo‘lmaydi? 2) Umumiy va mahalliy belgilar farqi nima? Doskaga ikki ustun chizdiring: umumiy va mahalliy belgilar. Tipik xato: o‘limdan keyingi jarohatni faqat tashqi ko‘rinishiga qarab hayotiy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Massa va tezlik oshsa, jarohat ko‘lami qanday o‘zgaradi? 2) Bir xil kuchda turli odamlarda jarohat nega farq qiladi? Doskaga chizing: massa va tezlik → kinetik energiya → jarohat ko‘lami. Tipik xato: faqat jism og‘irligiga e’tibor berib, tezlik va soha xususiyatini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Bolta qurolmi yoki anjommi? Nega? 2) Tosh qachon jism, qachon boshqa toifa bo‘ladi? Doskaga jadvalni o‘zlari chizsin va o‘z misollarini qo‘shsin. Tipik xato: anjomni qurol bilan aralashtirish (qurol maxsus hujum yoki mudofaa uchun tayyorlanadi).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o‘lim vaqti sababni birlamchi yoki ikkilamchiga ajratadi? 2) Qon yo‘qotish qaysi guruhga kiradi? Doskada: ikki ustunli jadvalni (birlamchi va ikkilamchi) chizdiring va har ustunga misollarni yozdiring. Tipik xato: talabalar birlamchi ≠ ikkilamchi farqini jarohat og‘irligi bilan adashtiradi, aslida mezon o‘lim sodir bo‘lish muddatidir.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faqat qon hajmiga qarab xulosa qilib bo‘lmaydi? 2) Sur’at o‘lim muddatiga qanday ta’sir qiladi? Doskada: ikki ustunli solishtirma jadval (o‘tkir va ko‘p qon yo‘qotish: hajm, tezlik, sabab) chizdiring. Tipik xato: ikkala turni bir xil deb o‘ylash. Tezkor savol: ko‘p qon yo‘qotish chegarasi qancha? (50% dan ortiq, 2,5 l va undan ko‘p).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faqat miya va yurakda kamqonlik, taloq esa qonga to‘yingan? 2) Minakov dog‘lari qanday hosil bo‘ladi? (Yurak ichidagi bosimning keskin pasayishi va adashgan nervning o‘ta ta’sirlanishi, 31-bet.) Doskada: yurak chap qorinchasining kesimini chizib, endokard ostidagi tasmasimon qon quyilishlarni belgilang. Tipik xato: o‘tkir qon yo‘qotishda barcha a’zolar kamqon deb o‘ylash. Mnemonika: o‘tkir bo‘lsa, miya va yurak oqaradi, taloq to‘yingan qoladi.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Minakov dog‘lari nega aynan o‘tkir qon yo‘qotishda uchraydi? 2) Ular topilmasa, o‘tkir qon yo‘qotishni inkor qilish mumkinmi? Doskada: yurak chap qorinchasini chizib, endokard ostidagi tasmasimon dog‘larni belgilang. Tipik xato: talabalar dog‘larni har qanday qon yo‘qotishning doimiy belgisi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Qon yo‘qotish sekin kechsa, nega ichki a’zolar kamqon bo‘lib qoladi? 2) Murda dog‘lari kam va kech paydo bo‘lishi ekspertizada nimani eslatadi? Doskada: 2,5 litr chegarasi va asosiy belgilar (teri, taloq, dog‘lar, mushak) ro‘yxatini yozing. Tipik xato: 500 ml gacha bo‘lgan o‘tkir yo‘qotishni ko‘p qon yo‘qotish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Taloq holati ikki turni qanday farqlashga yordam beradi? 2) Nega o‘tkirda faqat miya va yurak mushaklari kamqon bo‘ladi? Doskada: jadvalni talabalar bilan birga qayta chizdiring. Tipik xato: murda dog‘lari va Minakov dog‘lari ustunlarini almashtirib yuborish. Tezkor savol: ’Taloq kamqon va qisqargan bo‘lsa, qaysi turni o‘ylaysiz?’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oz qon (500 ml gacha) yo‘qotilganda ham o‘lim tez yuz beradi? 2) Qaysi a’zolarda kamqonlik bor, qaysilarida yo‘q? Doskada: o‘tkir qon yo‘qotish murdasining belgilar ro‘yxatini chizdiring. Tipik xato: o‘tkir qon yo‘qotishda barcha ichki a’zolar kamqon bo‘ladi deb o‘ylash. Aslida kamqonlik faqat bosh miya va yurak mushaklarida topiladi, taloq esa odatdagidek to‘yingan.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Qon hajmi va tomir hajmi nomutanosibligi nimani anglatadi? 2) Shokdan o‘lgan murdada jarohatdan tashqari qanday o‘zgarishlar topiladi? Doskada: shok zanjirini 5 qadamda chizdiring. Tipik xato: travmatik shokni qon yo‘qotish bilan aralashtirish. Shokning mohiyati markaziy nerv, yurak-qon tomir va endokrin tizimlar faoliyatining buzilishidir.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Qisilish bosh miyada, orqa miyada va yurakda qanday joy tanlaydi? 2) Gematoma turlarini joylashuvi bo‘yicha sanang. Doskada: bosh miya pardalarining qatlamlarini chizib, epidural, subdural va subaraxnoidal gematomalar o‘rnini belgilang. Tipik xato: gemoperikardni (yurak qopida qon) gemotoraks (ko‘krak bo‘shlig‘ida qon) bilan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oz va ko‘p miqdordagi havo oqibati farq qiladi? 2) Nega tekshiruv aynan ko‘krak qafasidan boshlanadi? Doskada: Sunsov sinamasi bosqichlarini zanjir shaklida chizdiring. Tipik xato: 5-7 kub sm va 10 kub sm chegaralarini aralashtirish; suvga havo pufagi chiqishini manfiy natija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yog‘ emboliyasida o‘lim kechikadi? 2) Qaysi a’zolardan kesma olinadi va nima uchun? Doskada: yog‘ zarralarining suyakdan o‘pka va miyagacha yo‘lini strelkalar bilan chizdiring. Tipik xato: Sudan III va Sudan IV ranglarini almashtirib yuborish; yog‘ emboliyasini havo emboliyasidek darhol o‘limga olib keladi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Aspiratsion asfiksiyada murda tekshiruvida qanday belgilar topiladi? 2) Nega ikkilamchi sabablar kechroq o‘limga olib keladi? Doskada: birlamchi va ikkilamchi sabablarni ikki ustunda yozdiring. Tipik xato: shok va emboliyani faqat birlamchi sabab deb hisoblash, ular ikkilamchi bo‘lib ham kelishi mumkinligini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qon hajmi bilan birga qon yo‘qotish sur’ati ham muhim? 2) Havo emboliyasida nega tekshiruv ko‘krak qafasidan boshlanadi? Doskada chizing: ikki ustunli solishtirish (havo va yog‘ emboliyasi: manba, vaqt, tashxis usuli). Qo‘shimcha: havoga shubha bo‘lsa, perikard bo‘shlig‘iga suv quyilib, o‘ng qorincha teshiladi; pufaklar chiqsa, Sunsov sinamasi musbat. Tipik xato: yog‘ emboliyasida o‘lim darhol keladi deb o‘ylash; aslida u birmuncha muddatdan keyin sodir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Bir jism qachon cheklangan, qachon cheklanmagan yuza hisoblanadi? 2) Nega inersion travmada aks zarb jarohatlari uchraydi? Doskada chizing: jism yuzasi va tana sohasini ikki doira bilan solishtiring. Qo‘shimcha: tirik shaxslar ekspertizasining 80% dan ziyodi o‘tmas jism jarohatlariga to‘g‘ri keladi. Tipik xato: yuzani mutlaq cheklangan deb hisoblash; bo‘linish nisbiy.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siqilishda tashqi jarohat kam, ichki shikast og‘ir bo‘lishi mumkin? 2) Buralishda nega spiralsimon sinish hosil bo‘ladi? Doskada chizing: to‘rt mexanizmning kuch yo‘nalishlarini strelkalar bilan. Qo‘shimcha: aksariyat hollarda jarohat ikki va undan ortiq mexanizm orqali vujudga keladi; kuchli chayqalishga bolalarning silkinish sindromi misol. Tipik xato: bitta jarohatni faqat bitta mexanizmga bog‘lash.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Shilinma yoshini nima uchun bosqichlar bo‘yicha baholaymiz? 2) Pergament dog‘ini shilinmadan qaysi belgilar bilan ajratasiz? Doskada: 4 bosqichli vaqt chizig‘ini chizing va har bosqichga belgi yozing. Tipik xato: muddatlarni qat’iy deb hisoblash. Ular shartli, yosh, teri xususiyati va jarohat chuqurligiga bog‘liq (qoplama 4-6 soatdan keyin ham hosil bo‘lishi mumkin).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Qontalash rangi nima uchun o‘zgaradi (gemoglobin o‘zgarishi)? 2) Ko‘z, lab shilliq qavati va bo‘yindagi qon quyilishlarda rang nega tuslanmaydi? Doskada: rang o‘zgarish zanjirini chizing, o‘zgarish chekka qismdan boshlanishini ko‘rsating. Tipik xato: muddatlarni aniq deb olish; ular taxminiy, jism va soha xususiyatiga bog‘liq. Bilvosita qontalashlar kechroq paydo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Yara turlari (lat, majaqlangan, yirtma, laxtaksimon) qaysi mexanizmlardan hosil bo‘ladi? 2) Nega yorilishni yaradan farqlash ekspertizada muhim? Doskada: ikki ustunli taqqoslash jadvalini o‘zingiz to‘ldirtiring. Tipik xato: yorilishni yara deb baholash. Yorilish bilvosita va ta’sir yo‘nalishiga perpendikulyar, parallel bir necha urchuqsimon jarohat ko‘rinishida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Shilinma bosqichini qaysi belgilar bo‘yicha aniqlaysiz? 2) Nega muddatlar «shartli» deyiladi? Doskada: shilinma bosqichlari (yangi, qoplama, epitelizatsiya, iz) va qontalash ranglarini vaqt chizig‘ida chizdiring. Tipik xato: talaba muddatlarni qat’iy raqam deb oladi va pergament dog‘ini hayotiy shilinma bilan almashtiradi.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Egilishda kuch qaysi tomondan tushganini qanday aniqlaysiz? 2) Nega chiqishda tashqi jarohat bo‘lmasligi mumkin? Doskada: egilgan suyak sxemasini chizib, cho‘zilish va siqilish tomonlarini belgilang. Tipik xato: cho‘zilish va siqilish tomonlarini almashtirib yuborish; muvaqqat va doimiy deformatsiyani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asosiy jarohatlar V bosqichda hosil bo‘ladi? 2) Birlamchi va ikkilamchi jarohat qanday farqlanadi? Doskada: 6 bosqichli zanjirni chizib, har bosqichda jarohat bor-yo‘qligini belgilang. Tipik xato: IV bosqichda jarohat bo‘ladi deb o‘ylash (faqat to‘siq bo‘lsa mumkin) va yuzaga yiqilishda ikkilamchi jarohat bor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kesma yara bo‘shliqqa o‘tmaydi? 2) Sanchma yarada tashqi qon ketish kamligi nimani anglatadi? Doskada: to‘rt jarohat turini jadval ko‘rinishida chizdiring va har biriga mos qon ketish turini yozdiring. Tipik xato: kichik tashqi yarani yengil jarohat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Talabalar juft bo‘lib javob beradi. Muhokama: 1) Ichki qon ketishni qaysi belgilar bilan aniqlaymiz? 2) Tashqi yara soni ichki jarohat soniga mos keladimi? Doskada: kirish teshigi, yara kanali va ichki jarohat sxemasini chizdiring. Tipik xato: tashqi qon ketish miqdoriga qarab jarohat og‘irligini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O‘tkir va ko‘p qon yo‘qotishda taloq holati qanday farq qiladi? 2) O‘limning birlamchi va ikkilamchi sabablari nimasi bilan farqlanadi? Doskada: ikki ustunli solishtirma jadval chizdiring (o‘tkir va ko‘p qon yo‘qotish). Tipik xato: Minakov dog‘larini ko‘p qon yo‘qotishda doim uchraydi deb o‘ylash; manbada ular faqat ayrim hollarda topiladi.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Turli xil qon yo'qotishlarining patomorfologiyasi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Travmatologiya (trauma – shikast, logos – ta’limot) shikastlanishlar haqidagi fan. Klinikada diagnostika, davolash va profilaktika bilan shug‘ullanadi.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Sud-tibbiy travmatologiya shikastlanish mexanizmi va vaqtini, jarohat etkazgan jismni aniqlaydi hamda jarohatni baholaydi.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jarohatlar o‘lim sabablari tarkibida yurak-qon tomir va onkologik kasalliklardan keyin turadi.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yo‘qotish – mexanik jarohatdan o‘limning birlamchi sabablaridan biri. Bunda qon hajmi bilan birga yo‘qotish sur’ati ham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25, 26,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 jarohati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Jinoyat huquqida tan jarohati – qasddan yoki ehtiyotsizlik oqibatida sodir etilgan g‘ayriqonuniy harakat tufayli sog‘liqqa yetgan ziyon.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tibbiyotida tashqi ta’sir natijasida a’zo va to‘qimalarning anatomik butunligi yoki fiziologik funksiyasi buzilishi tan jarohati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Xuddi shunday holat ichki ta’sir tufayli paydo bo‘lsa, u kasallik deb tushuniladi.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– tan jarohati ≠ kasallik. Farq ta’sirning tashqi yoki ichki ekanida.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Shikastlovchi omillar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Shikastlovchi tashqi ta’sirning to‘rt turi farqlanadi: fizik, kimyoviy, biologik va ruhiy.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Fizik ta’sir mexanik, termik, elektr, barometrik va nur turchalariga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ta’sir oqibatini sud psixiatriyasi o‘rganadi; bunda sud-psixiatrik ekspertiza tayinlanadi.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Fizik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Mexanik, termik, barometrik, elektr, nur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Kimyoviy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Zaharlar, kimyoviy moddalar, dorilar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Biologik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Toksinlar, mikroorganizmlar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Ruhiy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hayajon, qo‘rquv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Shikastlovchi omillar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 tasnifi: oddiy, murakkab, qo‘sh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Tasnifda tashqi ta’sir turi, shikastlanish sohasi va jarohatlar soni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Klinik va sud-tibbiy diagnozda jarohat avvalo shu mezonlar bo‘yicha aniqlashtiriladi.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cheklangan jarohat ≠ qo‘sh jarohat; ular shikastlangan soha bo‘yicha farqlanadi.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8637"/>
                <a:gridCol w="1455420"/>
                <a:gridCol w="265391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Omil soni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Oddiy / murakkab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Bitta omil / ikki va undan ortiq tur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anatomik soha yoki bir segment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 va undan ortiq soha yoki segment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Yakka / ko‘p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Jarohatlar soniga qarab ajratiladi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 tasnifi mezonlari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Travmatizm va uning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xil sharoitdagi shaxslarda kuzatiladigan turdosh jarohatlar majmui travmatizm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Travmatizm turlari asosan shaxslar faoliyatining xususiyatlari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 hollarda sabab — qoidaga rioya qilmaslik, jumladan spirtli ichimlik yoki narkotik iste’mol qilish.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Ko‘rinishlari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Ishlab chiqarish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Sanoat, qishloq xo‘jaligi, qurilish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Transport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Avto, moto, velosiped, temir yo‘l, havo, 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Harbiy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Urush va tinchlik davri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 turlar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Ko‘cha, sport, maktab, maishiy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Travmatizm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jarohatni tasniflash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 holat: ko‘krak qafasida sanchma yara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 holat: bosh miya chayqalishi va qorin sohasida qontalashlar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 holat: qobirg‘alar sinishi va termik kuyish birga kuzatilgan.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har bir holatni omil turi (oddiy/murakkab), soha (cheklangan/qo‘sh) va soni (yakka/ko‘p) bo‘yicha tasniflang.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 hayotiyligi: umumiy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hayotiyligi butun organizm yoki a’zoning shikastlanishga reaksiyasi belgilari bilan aniqlanadi. Bunda ko‘proq qon aylanish tizimidagi o‘zgarishlar muhim.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belgilar: tashqi va ichki qon ketishi, ichki a’zolarning umumiy kamqonligi. Nafas yo‘llarida qon va yot moddalar aspiratsiyasi ham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Oshqozon va ichakda qon yoki yot moddalar bo‘lishi, siydik va buyrak naychalarida mioglobin topilishi ham hayotiylikni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Limfada eritrotsit va yog‘ topilishi, regional limfa tugunlarida eritrofagiya va emboliya (havo, yog‘, to‘qima, yot modda) ham umumiy belgilar.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Hayotiylikning umumiy va mahalliy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Mahalliy belgilar: jarohat sohasida qon quyilishi, tromb, reaktiv shish va yallig‘lanish alomatlari.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Belgilar aniqligi jarohat turi, soni, ko‘lamiga hamda organizm va soha xususiyatlariga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Filogenetik keksa to‘qimalarda o‘limdan keyingi jarohat hayotiyga o‘xshab qolishi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818"/>
                <a:gridCol w="1809750"/>
                <a:gridCol w="222040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Umumiy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Mahalliy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bilan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ketishi, kamqonlik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 quyilishi, tromb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Mioglobin, eritrofagiya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Reaktiv shish, yallig‘lanish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Hujayra, to‘qima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Emboliya, aspiratsiya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Nekroz, gistokimyoviy o‘zgarish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Mushak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Belgilanmagan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Shikastlangan mushak qisqarishi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Umumiy va mahalliy 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28, 28-29, 29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Jarohatlarni tekshirish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makroskopik ko‘rik: jarohat turi, joyi, shakli, rangi, yara uchlari, chetlari va tubi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Hayotiylik va yetkazilish muddati gistologik usul bilan aniqlanadi. Yot jism va suyak uchun rentgen qo‘llanadi.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Klinitsist jarohatni to‘liq tavsiflashi shart. Yuzaki yozuv yoki faqat diagnoz ekspertizani qiyinlashtiradi.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Makroskopik ko‘rik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O‘lchov tekshiruvlari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Rentgen, spektral, trasologik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Gistologik tekshiruv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Laboratoriya usullari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Tekshiruv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hayotiylik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umumiy belgilar qaysilar? Tashqi va ichki qon ketishi, nafas yo‘llariga qon tushishi (aspiratsiya), embollarning topilishi shular jumlasidan.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Mahalliy belgilar: jarohat sohasidagi to‘qimaga qon quyilishi, tromblar, reaktiv shish, yallig‘lanish alomatlari, hujayralar nekrozi.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Belgilarning aniqligi jarohat turi, soni va ko‘lamiga, shuningdek organizmning va shikastlangan sohaning xususiyatlariga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Filogenetik jihatdan qadimiy ayrim to‘qimalarda o‘limdan keyingi jarohat hayotiy jarohatga o‘xshashi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28, 28-29, 29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jarohatlar va kinetik energiya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Mexanik jarohat hosil bo‘lishining asosiy sharti – harakat. Shikastlovchi jism yoki tana va uning qismlari harakatda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Shikastlanish xususiyati o‘zaro ta’sir vaqtidagi kinetik energiya (harakat energiyasi) kattaligiga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Jarohatning yaqqolligi va ko‘lami harakatdagi omilning massasi va tezligiga to‘g‘ri proporsional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Yana jism qattiqligi, tig‘ yoki yuza xususiyati, soha anatomiyasi, yosh, kasalliklar, ta’sirlar soni va davomiyligi ahamiyatli.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29, 29-30,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Qurol, anjom va jism: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jarohatlar o‘tmas, o‘tkir jismlar va o‘q otar qurollardan etkaziladigan turlarga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O‘tmas jarohatlarga o‘tmas jism, transport vositasi va balandlikdan yiqilish ta’siridagilar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O‘q otar jarohatlar o‘q otar qurol va portlash natijasida olingan turlarga bo‘linadi.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2422263"/>
                <a:gridCol w="1528401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Tushuncha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Ta’rif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Qurol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Hujum yoki mudofaa uchun maxsus tayyorlangan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Pistolet, miltiq, hanjar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Anjom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Ishlab chiqarish, uy-ro‘zg‘or uchun mahsulot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Bolta, arra, qaychi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Aniq qo‘llanilish maqsadi yo‘q narsa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Tosh, tayoq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tushuncha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Mexanik jarohatlardan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sababda o‘lim shikastdan so‘ng qisqa vaqtda, ikkilamchi sababda birmuncha keyin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Birlamchi sabablar 7 ta: jumladan qon yo‘qotish, travmatik shok, emboliya va qon aspiratsiyasi.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Ikkilamchi sabablarga infeksion asoratlar kiradi; ba’zan ikkilamchi qon yo‘qotish ham kuzatiladi.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Sabab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Birlamchi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Shikastdan so‘ng qisqa vaqtda o‘lim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Ikkilamchi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Birmuncha muddatdan so‘ng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Birlamchi misol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yo‘qotish, travmatik shok, emboliya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Ikkilamchi misol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Sepsis, qoqshol, travmatik toksikoz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O‘lim sabablari tasnifi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30, 30-32,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yo‘qotish: hajm va sur’at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yo‘qotishda nafaqat yo‘qotilgan qon hajmi, balki qon yo‘qotish sur’ati ham muhim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Yirik arterial qon tomirlari shikastlansa, o‘tkir qon yo‘qotish rivojlanadi.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qon yo‘qotish — 50% dan ortiq, ya’ni 2,5 litr va undan ko‘p. U odatda sekinroq, bir necha soat davomida kechadi.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O‘tkir qon yo‘qotish (tez, nisbatan oz hajm) ≠ ko‘p qon yo‘qotish (sekin, katta hajm).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30, 31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qon yo‘qotish patomorfologiyasi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Yirik arteriya shikastida 500 ml gacha qon ketganda ham dastlabki daqiqalarda qorinchalar fibrillyatsiyasidan o‘lim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 va mushaklarning qotishi odatdagidek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Chap qorincha endokardi ostidagi Minakov dog‘lari o‘tkir qon yo‘qotishga xos belgidir.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3489"/>
                <a:gridCol w="29744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A’zo/belgi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Miya, yurak mushagi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Kamqonlik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Taloq, boshqa a’zolar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Odatdagidek qonga to‘yingan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Odatdagidek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Mushak qotishi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Odatdagidek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O‘tkir qon yo‘qotishda a’zolar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Minakov dog‘lari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Minakov dog‘lari — yurak chap qorinchasi endokardi ostida joylashgan tasmasimon qon quyilishlar.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 o‘tkir qon yo‘qotish uchun xos belgi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Hosil bo‘lish sababi: yurak ichidagi bosimning keskin pasayishi va adashgan nervning o‘ta ta’sirlanishi.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Ko‘p qon yo‘qotishda bu dog‘lar odatda bo‘lmaydi, faqat ayrim holatlarda topiladi.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Ko‘p qon yo‘qotish patomorfologiyasi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qon yo‘qotish — qonning 50% dan ortig‘i, ya’ni 2,5 litr va undan ko‘pi yo‘qotilishi.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odatda sekinroq, bir necha soat davomida kechadi va umumiy kamqonlik alomatlari rivojlanib ulguradi.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Teri quruq va oqimtir bo‘ladi. Ichki a’zolar, jumladan taloq kamqon va qisqargan holatda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dog‘lari kech paydo bo‘ladi va kamroq bo‘ladi. Mushak qotishi kuchliroq rivojlanadi.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va ko‘p qon yo‘qotishni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O‘tkir: yirik arterial tomir shikasti, 500 ml gacha, o‘lim dastlabki minutlarda.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Ko‘p: 50% dan ortiq yo‘qotish, soatlab davom etadi, umumiy kamqonlik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Mushak qotishi o‘tkirda odatdagidek, ko‘p qon yo‘qotishda kuchliroq.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188219"/>
                <a:gridCol w="188055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O‘tkir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Ko‘p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Hajm va tezlik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500 ml gacha; dastlabki minutlarda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50% dan ortiq; bir necha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Taloq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Odatdagidek qonga to‘yingan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Kamqon va qisqargan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 dog‘lari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Odatdagidek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Kech paydo bo‘ladi, kamroq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Minakov dog‘lari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Xos belgi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ayrim holatlarda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turni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arterial qon yo‘qotish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yirik arteriya shikastlangan, qon 500 ml gacha yo‘qotilgan. O‘lim dastlabki daqiqalarda yurak qorinchalari fibrillyatsiyasidan sodir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faqat bosh miya va yurak mushaklari kamqon. Taloq va boshqa ichki a’zolar odatdagidek qonga to‘yingan.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dog‘lari va mushak qotishi odatdagidek. Chap qorincha endokardi ostida tasmasimon qon quyilishlar (Minakov dog‘lari)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Minakov dog‘lari nega paydo bo‘ladi va nega taloq qonga to‘yingan qoladi? Sabab: ichki bosim keskin pasayadi, adashgan nerv o‘ta ta’sirlanadi.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Travmatik shok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Travmatik shok — shikastga nerv, yurak-qon tomir va endokrin tizimlarning og‘ir buzilishi bilan javobi.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Shokda periferik qon aylanishi yetishmaydi, aylanayotgan qon miqdori tomir tizimi hajmiga mos kelmaydi.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(III-IV daraja) shok o‘limga olib keladi; venoz to‘laqonlik, jigar-taloqda qon depolanishi kuzatiladi.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Shikastlanish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Nerv va endokrin buzilishi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Periferik qon aylanishi buziladi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hajmi ≠ tomir hajmi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III-IV daraja: o‘lim xavfi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Travmatik shok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bilan qisilish: gematoma, gemoperikard, gemotoraks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 va orqa miya, yurak va o‘pka qon yoki havo bilan qisilishi mumkin. Bu mexanik jarohatning o‘limga olib boruvchi asoratidir.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Kalla-miya jarohatida gematomalar suyak ichida (epidural, subdural, subaraxnoidal), qorinchalar ichida va miya to‘qimasida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Umurtqa pog‘onasining bo‘yin va ko‘krak qismi shikastlansa, orqa miyaning shu qismlari qisiladi.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Ko‘krak qafasi shikastida gemoperikard, pnevmotoraks va gemotoraks rivojlanadi. Diqqat: pnevmotoraks havo, gemotoraks qon bilan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Havo emboliyasi va Sunsov sinamasi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Havo emboliyasi yirik venalar shikastlanishida va jinoiy abortda rivojlanishi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Oz havo (5-7 kub sm) qonda erib ketadi; 10 kub sm va undan ko‘pi tez kirsa, o‘lim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Gistologiyada o‘pka tomirlarida havo pufaklari izlari – katakchasimon hosilalar topilishi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Tekshiruv ko‘krakdan boshlanadi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To‘sh suyagi ajratiladi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Perikardga suv quyiladi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O‘ng qorincha devori teshiladi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Suvdan pufak chiqsa – musbat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Sunsov sinamasi tartibi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31,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Yog‘ emboliyasi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emboliyasi uzun naysimon suyaklar sinishi va teri osti yog‘ qavati majaqlanishida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zarralari o‘pka tomirlarini yopadi; o‘lim darhol emas, 2-3 kundan so‘ng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Embollar katta qon aylanish doirasi orqali miya va boshqa ichki a’zolarga ham yetib borishi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Ma’lumot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Material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 va miyaning muzlatilgan kesmalari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Sudan III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Yog‘ tomchilari olovrang 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Sudan IV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Yog‘ tomchilari qora rangda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Tekshiruv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Mikroskop: tomir bo‘shlig‘ida tomchilar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Yog‘ emboliyasi diagnostikasi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aspiratsiyasi va ikkilamchi sabablar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Halqum, nafas yo‘llari shikastlanishi, kalla asosi va burun suyaklari sinishida qon nafas yo‘llariga tushib, aspiratsion asfiksiyaga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Ikkilamchi sabablar: sepsisga olib kelgan yiringli peritonit, plevrit, meningit, osteomielit, gaz gangrenasi, qoqshol va travmatik toksikoz.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Shikastlanishdan ma’lum muddat o‘tgach ikkilamchi qon yo‘qotish, shok va emboliya ham kuzatilishi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birlamchi sababda o‘lim tez, ikkilamchida birmuncha muddatdan so‘ng sodir bo‘ladi – ularni adashtirmang.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32, 33,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emboliya va qon yo‘qotish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Tezkor savol: yirik arteriya shikastlansa, 500 ml gacha qon ketganda ham o‘lim qanday sodir bo‘ladi? Javob: dastlabki minutlarda yurak qorinchalari fibrillyatsiyasidan.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Tezkor savol: Minakov dog‘lari qayerda topiladi? Javob: chap qorincha endokardi ostida, tasmasimon qon quyilishlar; ular o‘tkir qon yo‘qotishga xos.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havo emboliyasi ≠ yog‘ emboliyasi. Havo yirik vena shikastida, jinoiy abortda uchraydi; 10 kub sm va ortiq havo tez kirsa, o‘lim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Yog‘ emboliyasi uzun naysimon suyaklar sinishida bo‘ladi; o‘lim 2-3 kundan so‘ng. Muzlatilgan kesma Sudan III (olovrang qizil) yoki Sudan IV (qora) bilan bo‘yaladi.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31,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jismlar: turlari va yuzasi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(tosh, tayoq), yumshoq (sharf, sochiq) va elastik (rezina to‘p) o‘tmas jismlar farqlanadi.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Yuza cheklangan yoki cheklanmagan bo‘lishi jism va shikastlangan soha yuzasining nisbatiga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Impression travmada jism massasi soha massasidan kichik; inersion travmada ta’sir kuchi ancha katta.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1954122"/>
                <a:gridCol w="1878432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Impression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Inersion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Massa va kuch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Jism massasi soha massasidan kichik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Ta’sir kuchi massadan ancha katta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 joyi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ta’sir sohasi bilan cheklanadi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Bilvosita jarohatlar ham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Qo‘shimcha belgi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 jarohat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 chayqalish, aks zarb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Impression va inersion travma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33, 33-34,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jismlarning ta’sir mexanizmlari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Zarb — bir tomonga yo‘nalgan, qisqa ta’sir. Siqilishda esa ikki kuch bir-biriga qarab, uzoqroq ta’sir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Chayqalish zarbdan so‘ng yoki silkinishda: kuchsizi — miya chayqalishi, kuchlisi — ichki a’zo va boylam yorilishi.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siqilish ≠ cho‘zilish. Birida kuchlar markazga qarab, ikkinchisida markazdan qochib ta’sir qiladi.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064949"/>
                <a:gridCol w="164949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Mexanizm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Kuch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Jarohat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Siqilish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Markazga intiluvchi kuchlar, uzoq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Ichki a’zo va suyak shikasti og‘irroq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Cho‘zilish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Markazdan qochuvchi kuchlar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Yirtma yara, yorilish, tana qismi ajralishi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Ishqalanish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Burchak ostida harakatlanuvchi jism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Shilinma, teri ajralishi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Buralish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Ikki aylana, qarama-qarshi yo‘nalish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Spiralsimon suyak sinishi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Mexanizm va jarohat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35, 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Shilinmalar va ularning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Shilinma — terining yuza qavatlari: epidermis va so‘rg‘ichsimon qavat butunligining buzilishi.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epidermis zararlansa — yuzaki, so‘rg‘ichsimon qavatga o‘tsa — chuqur shilinma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pergament dog‘i ≠ shilinma. U o‘limdan keyingi qurish belgisi, qoplama hosil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455420"/>
                <a:gridCol w="190469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Bosqich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1. Yangi shilinma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 soatgacha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Yuza nam, keyin quriydi, sathdan past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2. Qoplama hosil bo‘lishi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2-3 sutkagacha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Qoplama sog‘lom teri sathida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3. Epitelizatsiya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7-9 sutkagacha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Qoplama qalinlashib, chetdan ko‘chadi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4. Iz bosqichi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10-15 sutkada yo‘qoladi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 dog‘ ko‘rinishidagi 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Taykov bo‘yicha bosqichlar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36,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Qontalash va gematoma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Qontalash — qon tomir yorilib, teri va yumshoq to‘qimalarga qon quyilishi; shish va og‘riq kuzatiladi.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Bo‘shliq yoki to‘qimalar oralig‘ida qonning to‘planishi gematoma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o‘lim holatlarida qontalashni murda dog‘idan farqlash kerak, ayniqsa murda dog‘lari joyida.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tomir yorilishi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Dastlab: qizg‘ish-ko‘kimtir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3-4 sutka: yashil tus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6-8 sutka: sariq tus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Rang o‘zgarishi (taxminiy)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37,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O‘tmas jismdan yara va yorilish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— terining barcha qavatlari va chuqur yumshoq to‘qimalar ajralishi; chetlari notekis, shilingan.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qon ketishi odatda kuchli bo‘lmaydi; yordam ko‘rsatilmasa qo‘pol chandiq qoladi.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Yorilish doim bilvosita jarohat: bo‘rtib turgan suyak yaqinida to‘qimalar cho‘zilishidan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1982990"/>
                <a:gridCol w="179413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Yorilish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Uchlari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Odatda o‘tmas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Ko‘pincha o‘tkir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Notekis, shilingan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Tekis, shilinishsiz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Chekka devori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Notekis, ko‘prikchali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Tikka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Tubi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 sathli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Yassi, bir sathda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Yara va yorilish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39, 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o‘tmas jismdan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jabrlanganning bilagida shilinma bor. Uning yuzasi qoplama bilan qoplangan, qoplama sog‘lom teri sathida. Savol: shilinma qaysi bosqichda?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Eslatma: qoplama hosil bo‘lish bosqichi 2-3 sutkagacha davom etadi. Epitelizatsiyada qoplama qattiqlashib, sog‘lom teri sathidan ko‘tariladi.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Qontalashda yashil tus 3-4 sutkada, sariq tus 6-8 sutkada paydo bo‘la boshlaydi. Bu muddatlar taxminiy, jism va soha xususiyatiga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Pergament dog‘i ≠ shilinma. Pergament dog‘ida qoplama hosil bo‘lmaydi va hayotiy jarohat belgilari aniqlanmaydi.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36, 38,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Suyak sinishi va chiqishlar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Muvaqqat deformatsiyada suyak shaklini tiklaydi; doimiy deformatsiyada suyakda sinish paydo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sinishda suyak ikki yangi yuzaga ajraladi; noto‘liq sinish — darz ketish yoki chala sinish.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Chiqish hamisha bilvosita jarohat: bo‘g‘im yuzalari turg‘un siljiydi, tashqi jarohat xos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410"/>
                <a:gridCol w="1378675"/>
                <a:gridCol w="139088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Cho‘zilish tomoni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Siqilish tomoni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Sinish chizig‘i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Bitta to‘g‘ri, ko‘ndalang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Zigzagsimon, qiyshiq yoki uzunasiga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Siniq chetlari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Tekis yoki mayda tishli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Notekis, yirik tishli, edirilgan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 siniqlari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Hosil bo‘lmaydi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Hosil bo‘lishi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Yaqinlashtirilganda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Zich mos keladi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Mos tushmaydi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Egilishda sinish belgilari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41,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Yiqilish natijasidagi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Yuzaga yiqilishda 3 bosqich: muvozanat yo‘qoladi, tana yiqila boshlaydi, yuza bilan zarblanadi.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Balandlikdan yiqilishda ikkilamchi jarohat VI bosqichda hosil bo‘ladi; yuzaga yiqilishda u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Balandlikdan yiqilishda ichki jarohatlar tashqisidan jiddiyroq; tashqilari asosan bir tomonda.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I-II: muvozanat, aylanish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III: tayanchdan ajralish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IV: parvoz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V: zarblanish — asosiy jarohat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VI: inersiya, ikkilamchi zarb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Balandlikdan yiqilish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47, 44, 47, 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jismlardan shikastlanish va qon ketishi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Kesma yara chetlari tekis, uchi o‘tkir bo‘ladi; odatda chuqur bo‘lmaydi va tana bo‘shlig‘iga o‘tmaydi.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Sanchma yarada tashqi qon ketishga qaraganda ichki qon ketish kuchliroq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sanchma yara tashqidan kichik ko‘rinadi, lekin chuqur bo‘lib, ichki a’zolarga yetishi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557414"/>
                <a:gridCol w="192081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Jarohat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Shakli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Muhim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Kesma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Urchuqsimon, chetlari tekis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Tashqi qon ketish xos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Sanchma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Yoriqsimon, jism kesimiga mos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Ichki qon ketish kuchliroq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Sanchma-kesma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Ponasimon yoki urchuqsimon, uchi o‘tkir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Bo‘shliqqa o‘tishi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Chopma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Yoriqsimon yoki yoysimon, ko‘lamli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Suyak, miya shikastlanishi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O‘tkir jism jarohatlari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48-49,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o‘tkir jismdan qon ketish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ko‘krak qafasida tashqi o‘lchami kichik bitta sanchma yara bor, tashqi qon ketishi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yara kichik va tashqi qon ketishi kam bo‘lsa, jarohatni xavfsiz deyish mumkinmi? Sababini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Yo‘l-yo‘riq: sanchma yaraning tashqi o‘lchami chuqurligidan kichik bo‘ladi, u tana bo‘shlig‘iga o‘tib, ichki qon ketishni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Qo‘shimcha: bitta tashqi yara bo‘lganda ham yurak, o‘pka harakatlanib, bir necha ichki jarohat hosil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50, 51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asosiy tushunchalar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Yirik arteriya shikastlanganda o‘tkir qon yo‘qotish bo‘ladi: 500 ml gacha yo‘qotilsa ham, o‘lim dastlabki minutlarda qorinchalar fibrillyatsiyasidan yuz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 faqat bosh miya va yurak mushaklari kamqon, taloq odatdagidek to‘la; chap qorincha endokardi ostida Minakov dog‘lari xos.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 qon yo‘qotishda (2,5 l va undan ko‘p) umumiy kamqonlik rivojlanadi: teri oqimtir, taloq qisqargan, murda dog‘lari kech va kam.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sabablar: travmatik shok, miya va yurakning qisilishi, havo va yog‘ emboliyasi, qon aspiratsiyasi; ikkilamchi sabablar: infeksiya, intoksikatsiya.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31, 31-33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Minakov dog‘lari: chap qorincha endokardi ostidagi tasmasimon qon quyilishlar o‘tkir qon yo‘qotishning xos belgisi. Sababi – yurak ichidagi bosimning keskin pasayishi va adashgan nervning o‘ta ta’sirlanishi. Ko‘p qon yo‘qotishda ular faqat ayrim holatlarda topiladi.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– “tez va ko‘p” taqqoslash. O‘tkir qon yo‘qotishda (500 ml gacha) o‘lim minutlarda, qorinchalar fibrillyatsiyasidan bo‘ladi, taloq esa qonga to‘yingan. Ko‘p qon yo‘qotishda (2,5 l dan ortiq) bir necha soat o‘tadi, taloq qisqargan, murda dog‘lari kech va kam paydo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Sunsov sinamasi havo emboliyasini aniqlaydi. Ko‘krak qafasi ochilgach, perikard bo‘shlig‘iga suv quyiladi va o‘ng qorincha devori teshiladi. Suvdan havo pufaklari chiqsa, natija musbat. Xavfli miqdor: 10 kub sm va undan ortiq havo tez kirganda.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Yog‘ emboliyasida o‘lim shikastlanishdan darhol emas, 2-3 kundan so‘ng yuz beradi, chunki yog‘ zarralari o‘pka tomirlarini sekin yopadi. Muzlatilgan kesmalar Sudan III bilan olovrang qizil, Sudan IV bilan qora bo‘yaladi.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qon ketishi jarohat turiga qarab farqlanadi. Kesma yaralarda tashqi qon ketish xos, o‘tmas jism yaralarida u kuchli bo‘lmaydi, sanchma yaralarda esa ichki qon ketish tashqisidan kuchliroq. Shuning uchun tashqi qon oz bo‘lsa, ichki qon yo‘qotishni istisno qilib bo‘lmaydi.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Turli xil qon yo'qotishlarining patomorfologiyasi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2. Sud-tibbiy travmatologiya (qisman mos)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