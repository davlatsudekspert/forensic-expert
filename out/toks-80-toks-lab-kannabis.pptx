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faqat TGK aniqlanishi muhim? (kannabinol va kannabidiol giyohvand ta’sirga ega emas, p.64.) Doskada: mashg‘ulot rejasi. Tipik xato: rangli reaksiya ijobiy bo‘lsa, nasha isbotlandi deb hisoblash. Eslatma: kitobda «Dyukenua» reaksiyasi bor, «Levin» modifikatsiyasi ko‘rsatilmagan.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rangli reaksiya va xromatografiya natijalari qanday bog‘lanadi? Doskada: 4 natija. Tipik xato: rangli reaksiyani yakuniy natija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reaktivlarni usullar bo‘yicha guruhlang. Doskada: reaktivlar jadvali. Tipik xato: Pauli reaktivi va mustahkam ko‘k B tarkiblarini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konsentrlangan kislota, benzol, dimetilformamid va efir bilan ishlashda qanday ehtiyot choralari kerak? Eslatma: gmt kitobida bu mavzu uchun alohida xavfsizlik bo‘limi yo‘q; bandlar toks 166 va malaka 117 (loyiha matni) dan olindi. Tipik xato: so‘rish shkafisiz ishlash.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gashish yog‘i uzoq saqlanganda rangi va agregat holati o‘zgaradi? (kislorod va yorug‘lik ta’siri). Doskada: 3 qatorli jadval. Tipik xato: marixuana va gashish yog‘ini bir xil kuchli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gashish yog‘i spirtda saqlanadi? Doskada: daraxt. Tipik xato: marixuana va gashishni bir xil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kannabidiol aniqlansa, nima deyish mumkin? (giyohvand ta’sir isbotlanmaydi). Doskada: TGK — yagona giyohvand komponent. Tipik xato: kannabinoidlar topildi = giyohvand ta’sir bor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tutun xavfliroq? Doskada: raqamlar. Tipik xato: kannabinoidlar sonini 7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TGK ni aniqlash kerak? Doskada: uch ustun. Tipik xato: kannabinolni giyohvand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har bir savolga qaysi usul javob beradi? (1 — morfologiya, 2 — TGK/farmakologiya, 3 — taqqoslash). Doskada: 3 savol. Tipik xato: morfologik tekshiruvni o‘tkazib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qondan TGK topish qiyin? (tez kamayadi). Doskada: 5-30 daqiqa, 5 kun raqamlari. Tipik xato: peshob asosiy chiqish yo‘li deb hisoblash: 80% axlat bilan chiqadi.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qondagi miqdor tez kamayadi? Doskada: raqamlar. Tipik xato: chiqish muddatini 5 soat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psixoz qachon rivojlanadi? Doskada: oqim. Tipik xato: fazalar tartibini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ekstrakt avval quritiladi? Doskada: 5 bosqich. Tipik xato: reaktivni ho‘l nuqtaga purkash. Reaktivlar yangi tayyorlangan bo‘lishi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ranglar ketma-ketligini nima uchun kuzatish kerak? Doskada: qizil pushti → ko‘kish → to‘q-pushti. Reaktivlar yangi tayyorlanadi (p.66). Tipik xato: faqat bitta rangni yozib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reaktiv yangi tayyorlanishi nega shart? Doskada: sxema. Tipik xato: sezgirlikni 1 mg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reaksiya probirkada, boshqalari filtr qog‘ozida — farqi nima? Doskada: 4 bosqich. Tipik xato: HCl ni reaktivdan oldin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reaktivlar qo‘shilish tartibi. Doskada: sxema. Tipik xato: HCl ni reaktivdan oldin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ko‘mir nima uchun qo‘shiladi? (rangli moddalarni yo‘qotish uchun, kitobga ko‘ra). Doskada: Buke reaktivi tarkibi 2:3. Tipik xato: eski Buke reaktivini ishlatish — u yangi tayyorlanadi.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ko‘mir nima uchun? Doskada: qadamlar. Tipik xato: Buke reaktivi tarkibini Dyukenua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reaktiv kislotali muhitda? Doskada: jadval. Tipik xato: Dyukenua tarkibini Pauli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salbiy natijadan qanday xulosa chiqariladi? Doskada: qaror sxemasi: rang yo‘q — nasha yo‘q; rang bor — xromatografiya. Tipik xato: ijobiy rangli reaksiyani TGK borligining isboti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bu reaksiyalar xususiy emas? Doskada: jadval. Tipik xato: Buke rangini pushti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qo‘ng‘ir idish va sovitgich kerak? (barqarorlik, kitobda sabab aniq ko‘rsatilmagan; yorug‘lik ta’siri p.62). Doskada: 24 soat, 10 ml, 3 oy. Tipik xato: guvoh eritmani uch oydan oshirib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ikki faza qaysi biri qo‘zg‘almas, qaysi biri qo‘zg‘aluvchi? Doskada: DMF — qo‘zg‘almas, siklogeksan — qo‘zg‘aluvchi. Tipik xato: fazalarni ajratmasdan bitta aralashma sifatida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dog‘larni Rf bo‘yicha tartiblang (KBD &lt; KBN &lt; TGK). Doskada: jadval. Tipik xato: Pauli va mustahkam ko‘k B ranglarini bir-biriga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ikki marta xromatogramma qilinadi? Doskada: bosqichlar ketma-ketligi. Benzol o‘rniga to‘rtxlorli uglerod, dietil efir yoki sirka-etil efir ishlatish mumkin (p.68). Tipik xato: Rf1 o‘rniga oddiy Rf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Rf1 bo‘yicha TGK va kannabinolni farqlash mumkinmi? (0,91 va 0,75). Doskada: jadvaldan 4 qator. Rf1 qiymatlari ±0,05 (TGK kremniy kislotali sorbentda ±0,01). Tipik xato: kannabinol va TGK ranglari bir xil — Pauli ranglari bilan farqlang.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TGK nega eng yuqorida? Doskada: jadval. Tipik xato: Rf1 va Rf 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ichki standart nima uchun kerak? Doskada: GSX sharoitlari. Kitobda GSX ushlanish vaqtlari (7-jadval) matn buzilgani sababli o‘qilmaydi — slaydga olinmadi. Tipik xato: boshqa kolonka haroratida natijani taqqoslash.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farmakologik sinov qachon kerak bo‘ladi? Doskada: kuzatiladigan 4 belgi. Tipik xato: farmakologik sinovni birinchi usul sifatida qo‘llash — kitobda u qo‘shimcha usul.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ro‘yxatga kiritildi? Doskada: vaqt chizig‘i. Tipik xato: yillarni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namunalar ayrim-ayrim idishlarda yuboriladi? Doskada: 3 xil ob’ekt. Tipik xato: barcha namunalarni bir idishga solish.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faqat qo‘ldan olingan tampon yetarli emas? Doskada: 5 bosqich. Tipik xato: efir qatlamini suvsizlantirmasdan bug‘latish.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so‘lak ham tahlil qilinadi? Doskada: raqamlar. Tipik xato: faqat tampon yetarli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qo‘ldagi iz yetarli emas? (aloqa bilan ham qolishi mumkin.) Doskada: uch qoida. Tipik xato: rangli reaksiya natijasi bilan xulosa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guruhlarda tahlil rejasini tuzing. Doskada: reja bosqichlari. Yo‘nalish — kitobdagi bo‘limlarning yig‘indisi. Tipik xato: faqat tamponni tahlil qilib xulosa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hisobotga qaysi ma’lumotlar kiradi? Doskada: hisobot tuzilishi. Hisobot tarkibi — kitob bosqichlarining yig‘indisi. Kitobda bu mavzu bo‘yicha alohida nazorat savollari bo‘limi yo‘q (nazorat savollari p.53 da kokainga tegishli). TGK-COOH va immunokimyoviy usullar bu betlarda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Nasha: Dyukenua-Levin, mustahkam ko‘k B, YuQX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Nasha hind kanopi gullaridan ajraluvchi, giyohvand faol tetragidrokannabinol (TGK) saqlovchi shiradan iborat.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nasha ashyoviy dalillarida kannabinoidlarni rangli reaksiyalar bilan aniqlash va TGK ni xromatografiya bilan tasdiqlashni o‘rganish.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spirtli ekstrakt; 2) Pauli, mustahkam ko‘k B, Dyukenua, Buke reaksiyalari; 3) qog‘oz va yupqa qatlam xromatografiyasi; 4) talqin.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61, 65-68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Spirtli ekstraktda kannabinoidlarni filtr qog‘ozida rangli reaksiyalar bilan aniqlash (sezgirligi 1 mkg).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Qog‘oz xromatografiyada kannabidiol, kannabinol va TGK ni Rf qiymati va rangi bo‘yicha farqlash (4-jadval).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da Rf1 va dog‘ rangi bo‘yicha TGK ni tasdiqlash (5-jadval).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Natijani to‘g‘ri baholash: TGK aniqlamasdan nasha ekan deb xulosa chiqarilmaydi.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66, 68, 69, 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Ekstrakt: 1 g namuna va 10 ml 96% spirt; filtr qog‘ozi; reaktivlar purkaladi.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Reaktivlar: Pauli (0,05% diazotirlangan sulfanil kislota, 10% Na2CO3 da), 0,05% mustahkam ko‘k B, Dyukenua, Buke.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Qog‘oz xromatografiya: «S» markali qog‘oz 3x30 sm; dimetilformamid va siklogeksan (1:5).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YuQX: silikagel KSK plastinka, 110 °C da 30 daqiqa faollashtirilgan; guvoh — TGK saqlagan nasha spirtli ekstrakti.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66, 67, 67-68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Nasha vositalari va TGK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Nasha gashish, marixuana, plan, bang nomlari bilan ma’lum; BMT konvensiyasiga ko‘ra giyohvand vosita.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Gashish yog‘i — quyuq ekstrakt; spirt yoki kunjut yog‘ida saqlash maqsadga muvofiq.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Marixuana tarkibida 70 dan ziyod kannabinoid bor.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866"/>
                <a:gridCol w="272410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Vosita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TGK miqdori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Marixuana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13-15%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Gashish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2-10% atrofida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Gashish yog‘i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10-60%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Biofaol moddalar miqdori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61, 62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Nasha vositalari: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Marixuana o‘simlikning yuqori qismidagi barglar, gullar va mevalardan tashkil topgan.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Gashish suyuq, mumsimon holda, zangori yoki qoramtir rangda; gashish yog‘i — quyuq ekstrakt.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nomlar: plan, bang, kif, xusus, haras, dagga.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Nasha vositalari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Marixuana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barglar, gullar  ·  mevalar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Gashish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mumsimon, zangori/qoramtir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Gashish yog‘i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quyuq ekstrakt  ·  spirt yoki kunjut yog‘ida saqlanadi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nomlar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plan, bang, kif  ·  xusus, haras, dagga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Nasha turlari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62, 61-63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Kannabinollar: qaysi biri giyohvand?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Nasha tarkibida asosan kannabinol, kannabidiol va tetragidrokannabinol doimo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Ulardan faqat tetragidrokannabinol giyohvand ta’sirga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Shuning uchun namunaning giyohvand xossasi TGK ni aniqlash bilan tasdiqlanadi.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Nasha raqamlari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Quritilgan marixuanada 400 ga yaqin kimyoviy birikma, chekish tutunida 2000 tagacha modda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Marixuanada 70 dan ziyod kannabinoid mavjud; chekish uchun tamakiga 500-750 mg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Iste’mol qilingandan keyin ta’sir 15-30 daqiqadan so‘ng boshlanadi.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Marixuana: birikmalar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~400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Tutun: moddalar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≤2000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Kannabinoidlar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Tamakiga qo‘shiladi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500-750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Ta’sir boshlanishi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15-30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Nasha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62,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Kannabinoidlar: giyohvand faol modda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Nashada kannabinol, kannabidiol va tetragidrokannabinol doimo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Ulardan faqat tetragidrokannabinol (TGK) giyohvand ta’sirga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Nasha fenol funksional guruhli dibenzpiran hosilalaridan tashkil topgan.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Kannabinol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doimo uchraydi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giyohvand ta’sir yo‘q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Kannabidiol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doimo uchraydi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giyohvand ta’sir yo‘q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Tetragidrokannabinol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doimo uchraydi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u giyohvand ta’sirli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tahlilning asosiy nishoni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Kannabinoidlar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Ashyoviy dalilni tahlil qilishdagi savollar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Mahsulot nimadan iborat, unda kanop o‘simligi qismlari bormi?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Tekshirilayotgan mahsulot giyohvand ta’sirga egami?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Mahsulot nashaning ishonchli namunasi bilan bir xil kelib chiqishga ega emasmi?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Avval morfologik tekshirish, so‘ngra kannabinoidlar kimyoviy reaksiyalar bilan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62, 62-63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Kannabinoidlar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Chekilganda 5-30 daqiqa oralig‘ida kannabinoidlar va 9-TGK qonda yuqori ko‘rsatkichga ega bo‘ladi, so‘ng tezda kamayadi.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Boshqa usullar bilan tushganda ta’sir muddati 1,5-3 soat.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Kannabinoidlar asosan jigarda metabolizmga uchraydi; besh kunda 80-90% chiqadi: 20% peshob, 80% axlat bilan.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Chekilganda kannabinoidlar: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Chekilganda 5-30 daqiqada kannabinoidlar va 9-TGK qonda yuqori ko‘rsatkichga ega bo‘ladi, keyin tez kamayadi.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yo‘llar bilan tushganda ta’sir muddati 1,5-3 soat.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Kannabinoidlar jigarda metabolizmga uchraydi; besh kun ichida 80-90% chiqib ketadi.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Chekilganda maksimum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5-30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Boshqa yo‘llar bilan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1,5-3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Chiqish muddati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kun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Chiqib ketadi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80-90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Kannabinoidlar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Nasha mastligi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faza — qo‘zg‘alish: engil tortish, kulgu, diqqat chalg‘ishi, fikrlar tezlashishi.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faza — tushkunlik: ranglar xiralashadi, fikrlash tormozlanadi, qo‘rquv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mastlik 1-3 soat davom etib, og‘ir uyqu va behollik bilan tugaydi.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1-faza: qo‘zg‘alish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2-faza: tushkunlik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O‘tkir mastlik 1-3 soat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Og‘ir uyqu, behollik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Ko‘p qabulda: psixoz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Mastlik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63-64,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Kannabinoidlarni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g tekshiriluvchi namuna ustiga 10 ml 96% spirt qo‘shilib yaxshilab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soat bo‘ktirilgach filtrlanadi va kannabinoidlar borligi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Ekstrakt filtr qog‘oziga nuqta holida shimdiriladi, quritilgach reaktivlar purkaladi.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g namuna + 10 ml 96% spirt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soat bo‘ktirish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Filtrlash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Filtr qog‘ozga nuqta, quritish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Reaktiv purkash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Spirtli ekstrakt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Pauli va mustahkam ko‘k B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Pauli reaktivi — 0,05% diazotirlangan sulfanil kislotaning natriy karbonatning 10% eritmasidagi aralashmasi.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Mustahkam ko‘k B — 0,05% eritma, natriy karbonatning 10% yoki 1 M natriy ishqori eritmasida.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Kannabinoidlar bo‘lsa avval qizil pushti, so‘ng ko‘kish, oxirida to‘q-pushti rang; sezgirlik 1 mkg.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Pauli reaktivi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0,05% diazotirlangan sulfanil kislota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10% Na2CO3 eritmasida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Mustahkam ko‘k 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0,05% eritma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10% Na2CO3 yoki 1 M NaOH 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Reaktivlar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Pauli reaksiyasi: sxema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Spirtli ekstrakt filtr qog‘oziga nuqta holida shimdirilib, quritiladi va yangi tayyorlangan Pauli reaktivi purkaladi.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Kannabinoidlar bo‘lsa, avval qizil pushti, so‘ng ko‘kish, oxirida to‘q-pushti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 sezgirligi 1 mkg.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933956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Spirtli ekstrakt (filtr qog‘ozida)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848356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3140964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Pauli reaktivi (purkaladi)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Rangli dog‘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Quritilgach, yangi reaktiv purkaladi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Qizil pushti → ko‘kish → to‘q pushti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Pauli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Dyukenua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Dyukenua reaktivi: 2 g vanilin 100 ml asetaldegidning spirtdagi 1% eritmasida eritiladi.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0,2 g namuna probirkada 2 ml reaktiv bilan 1 daqiqa chayqatiladi, so‘ng 1 ml konsentrlangan HCl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pushti, ko‘k, so‘ng to‘q-pushti rang hosil bo‘ladi; sezgirlik 1 mkg.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0,2 g namuna + 2 ml reaktiv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daqiqa chayqatish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+ 1 ml konsentrlangan HCl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Pushti → ko‘k → to‘q-pushti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Dyukenua reaksiyasi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Dyukenua reaksiyasi: sxema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Dyukenua reaktivi: 2 g vanilin 100 ml asetaldegidning spirtdagi 1% eritmasida eritiladi.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0,2 g namunaga 2 ml reaktiv qo‘shilib 1 daqiqa chayqatiladi, so‘ng 1 ml konsentrlangan HCl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pushti, ko‘k, so‘ng to‘q-pushti rang hosil bo‘ladi; sezgirlik 1 mkg.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0,2 g namuna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2273808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2566416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2 ml Dyukenua reaktivi (vanilin)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3422904"/>
            <a:ext cx="2278227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715512"/>
            <a:ext cx="2278227" cy="856488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 ml konts. HCl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Rangli birikma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1 daqiqa chayqatiladi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Pushti → ko‘k → to‘q pushti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Dyukenua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Buke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Buke reaktivi — 2 qism konsentrlangan sulfat kislota va 3 qism 96% etil spirti aralashmasi.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 g namuna etilasetat bilan 3 marta (5 ml) ekstraksiyalanadi, faollashtirilgan ko‘mir bilan rangsizlantiriladi, bug‘latiladi.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 1 ml asetonda eritilib, 0,5 ml yangi Buke reaktivi qo‘shiladi: kannabinoidlar bo‘lsa qizil-qo‘ng‘ir rang.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Buke reaksiyasi: qadamlar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g namuna 3 marta 5 ml etilasetat bilan ekstraksiya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Ekstrakt faollashtirilgan ko‘mir bilan chayqatilib, chinni idishda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1 ml asetonda eritilib, 0,5 ml yangi Buke reaktivi qo‘shiladi; qizil-qo‘ng‘ir rang, sezgirlik 1 mkg.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g namuna, etilasetat 3 × 5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Tozalash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faollashtirilgan ko‘mir, filtrlash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Bug‘latish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chinni idishda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qoldiq 1 ml asetonda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Reaktiv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0,5 ml yangi Buke reaktivi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Natija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qizil-qo‘ng‘ir rang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Buke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Kannabinoid reaktivlari: tarkibi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Pauli — 0,05% diazotirlangan sulfanil kislota (10% Na2CO3 da); mustahkam ko‘k B — 0,05% eritma.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Dyukenua — 2 g vanilin 100 ml asetaldegidning 1% spirtli eritmasida.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Buke — 2 qism konsentrlangan H2SO4 va 3 qism 96% etil spirti aralashmasi.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8972"/>
                <a:gridCol w="362900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Tarkibi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Pauli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0,05% diazotirlangan sulfanil k-ta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Mustahkam ko‘k 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0,05%, 10% Na2CO3 yoki 1 M NaOH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Dyukenua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 g vanilin + 100 ml 1% asetaldegid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Buke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 qism H2SO4 + 3 qism 96% spirt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Reaktivlar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Rangli reaksiyalar natijasini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reaksiyalar nasha uchun xususiy emas: TGK saqlamagan nasha o‘simliklari va boshqa kannabinoidlar ham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Reaksiyalar ijobiy bo‘lmasa, qo‘shimcha tekshirishga hojat yo‘q: namuna nasha saqlamaydi.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Ijobiy bo‘lsa, TGK borligini hal qilish uchun qog‘oz, yupqa qatlam va gaz-suyuqlik xromatografiyasi o‘tkaziladi.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Rangli reaksiyalar bajariladi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Natija manfiy: namuna nasha saqlamaydi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Natija musbat: TGK bormi?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Qog‘oz, yupqa qatlam va GSX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TGK aniqlanishi bo‘yicha xulosa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Qaror yo‘li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Rangli reaksiyalar: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Pauli va mustahkam ko‘k B: qizil pushti, ko‘kish, to‘q-pushti; sezgirlik 1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Dyukenua: pushti, ko‘k, to‘q-pushti; sezgirlik 1 mkg.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Buke: qizil-qo‘ng‘ir; sezgirlik 1 mkg.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2613355"/>
                <a:gridCol w="133731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Sezgirlik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Pauli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 pushti → ko‘kish → to‘q 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Mustahkam ko‘k 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 pushti → ko‘kish → to‘q pushti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mkg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Dyukenua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pushti → ko‘k → to‘q 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Buke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qizil-qo‘ng‘ir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 mkg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Kannabinoidlar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«Guvoh» eritmani tayyorlash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Kannabinoidlarni ayrim-ayrim ajratish qiyin va ular barqaror emas, shuning uchun TGK saqlagan nasha navi «guvoh»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g faol nasha 10 ml 96% spirt bilan 24 soat uy haroratida bo‘ktiriladi, filtrlanadi, spirt bilan 10 ml ga yetkaziladi.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Germetik qo‘ng‘ir idishda sovitgichda saqlanadi; uch oy davomida foydalanish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Namuna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 g faol nasha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Spirt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10 ml 96% spirt, 24 soat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Filtrlash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ekstrakt filtrlanadi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Idish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qo‘ng‘ir, germetik, 10 ml gacha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Saqlash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sovitgichda, 3 oygacha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Guvoh eritma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Qog‘oz xromatografiya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«S» markali qog‘ozdan 3x30 sm tasma; fazalar: yangi haydalgan dimetilformamid va siklogeksan (1:5), 3 daqiqa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Dimetilformamidga to‘yingan siklogeksan — qo‘zg‘aluvchi faza; qog‘oz siklogeksanga to‘yingan dimetilformamid bilan shimdirilib quritiladi.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Faza 250 mm ga borguncha kamerada; qog‘oz 60 °C da quritilib Pauli yoki mustahkam ko‘k B purkaladi.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Qog‘oz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«S» markali, 3x30 sm tasma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Fazalar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dimetilformamid:siklogeksan 1:5, 3 daq.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Shimdirish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pastki qism qog‘ozga shimdiriladi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Yugurtirish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250 mm gacha, kamerada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Quritish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60 °C da quritiladi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Purkash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Pauli yoki mustahkam ko‘k 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Qog‘oz xromatografiya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4-jadval: qog‘oz xromatografiya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Pauli reaktivi bilan: kannabidiol — och sariq, kannabinol — sariq, TGK — to‘q-sariq.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Rf qiymatlari ±0,05 aniqlikda berilgan.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TGK eng yuqori Rf va binafsha dog‘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698"/>
                <a:gridCol w="1530307"/>
                <a:gridCol w="204596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Komponent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Ko‘k B rangi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Kannabidiol (KBD)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0,21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sarg‘ish-pushti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Kannabinol (KBN)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qizil-pushti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TGK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0,83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binafsha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Qog‘oz xromatografiya natijalari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Yupqa qatlam xromatografiyasi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Plastinka dimetilformamid va benzol (1:1) bilan to‘yintiriladi, 20 daqiqa quritiladi; namuna va guvoh start chizig‘iga tomiziladi.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Siklogeksan bilan to‘yingan kamerada erituvchi 15 sm ko‘tarilgach plastinka olinadi, 20 daqiqa quritiladi.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Kannabinoidlar sekin harakatlangani uchun plastinka yana bir marta siklogeksanda 15 sm ga ko‘tarilguncha xromatogramma qilinadi.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Pauli yoki mustahkam ko‘k B purkaladi; ikki marta xromatogramma qilingani uchun qiymat Rf1 deb belgilanadi.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Plastinka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110 °C da 30 daq. faollashtirilgan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To‘yintirish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dimetilformamid:benzol 1:1, 20 daq. quritish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Tomizish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namuna va guvoh; 5 daq. quritish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1-yugurish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siklogeksan, 15 sm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2-yugurish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yana siklogeksan, 15 sm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Purkash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Pauli yoki ko‘k B; Rf1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YuQX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5-jadval: YuQX natijalari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Jadvalda kremniy kislotasi va KSK sorbentlarida Rf1 va ranglar berilgan; quyida KSK ustuni.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TGK kremniy kislotali sorbentda Rf1 = 0,98, KSK da 0,91.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Pauli reaktivi bilan TGK to‘q sariq, kannabinol sariq, kannabidiol och sariq rang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8991"/>
                <a:gridCol w="1537344"/>
                <a:gridCol w="169163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Rf1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Kannabidiol kislotasi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pushti-qizil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Kannabidiol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sariq-qizil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0,75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pushti-qizil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TGK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0,91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pushti-qizil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YuQX: Rf1 (KSK) va mustahkam ko‘k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YuQX: Rf1 qiymatlari (ikki sorbent)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Kannabidiol kislotasi Rf1: kremniy kislotali sorbentda 0,14, KSK da 0,13.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Kannabidiol: 0,32 va 0,41; kannabinol: 0,75 va 0,75.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TGK kremniy kislotali sorbentda 0,98, KSK da 0,91 — eng yuqori Rf1.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520"/>
                <a:gridCol w="1502347"/>
                <a:gridCol w="114910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Kremniy k-tasi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KSK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Kannabidiol kislotasi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Kannabidiol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0,32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0,41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0,75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0,75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Tetragidrokannabinol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0,98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0,91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Gaz-suyuqlik xromatografiyasi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GSX bilan kannabinoidlar tarkibi va miqdori aniqlanadi.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Kolonka 2000x4 mm, metilsilikon elastomeri SE-30 3%; kolonka harorati 212 °C, bug‘latgich va detektor 250 °C.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Detektor alanga-ionlanuvchi; tahlil namunasi 10 mikrolitr.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 ichki standart usulida aniqlanadi; ichki standart — kokain gidroxlorid.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2000x4</a:t>
            </a:r>
            <a:r>
              <a:rPr sz="1500" b="0">
                <a:solidFill>
                  <a:srgbClr val="6B7280"/>
                </a:solidFill>
                <a:latin typeface="Calibri"/>
              </a:rPr>
              <a:t>  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SE-30 faza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Kolonka harorati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212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Bug‘latgich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Detektor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250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Namuna hajmi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mkl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GSX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Farmakologik tekshirish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Kimyoviy va fizik-kimyoviy usullar yetarli natija bermasa, farmakologik nazorat o‘tkazilishi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Farmakologik nazoratni vrach-farmakologlar va vrach-toksikologlar o‘tkazadi.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70 l kamerada 2 g nasha yoqilib, hayvonlar 30 daqiqa saqlanadi; qo‘zg‘alish, midriaz, salivatsiya, 2 soatgacha harakatsizlik kutiladi.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Kamera hajmi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70</a:t>
            </a:r>
            <a:r>
              <a:rPr sz="1500" b="0">
                <a:solidFill>
                  <a:srgbClr val="6B7280"/>
                </a:solidFill>
                <a:latin typeface="Calibri"/>
              </a:rPr>
              <a:t>  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Nasha miqdori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Hayvonlar muddati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Harakatsizlik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soat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Farmakologik sinov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Nasha qo‘llanilishi tarixi va huquqiy holati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1942 yilda AQShda kanopdan olingan preparatlarni tibbiyotda qo‘llashga ruxsat etilgan va Farmakopeyaga kiritilgan.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1992 yilga kelib marixuana nazorat qilinadigan giyohvandlik vositalari ro‘yxatiga kiritilgan.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O‘zR da u giyohvandlik vositalari ro‘yxatiga kiritilgan bo‘lib, qo‘llash taqiqlangan.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1942: AQShda tibbiyotda ruxsat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Farmakopeyaga kiritilgan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1992: nazorat ro‘yxatiga kiritildi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O‘zR da qo‘llash taqiqlangan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Nashavandlikni aniqlash: namunalar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Chekuvchining og‘iz bo‘shlig‘i, labi, barmoqlari va kaftida nasha yuqi 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 spirt shimdirilgan paxta yoki doka tampon bilan artiladi; so‘lak va 50 ml osh tuzi bilan to‘yingan 70% spirt bilan chayindi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Tamponlar, so‘lak va chayindi ayrim idishlarda toksikologik laboratoriyaga yuboriladi.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Tamponlardan ajratish va so‘lak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Paxta yoki doka 5 ml dietil efir bilan 2 marta 1 daqiqa ekstraksiyalanadi; efir 0,5-1 ml gacha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so‘lak va chayqalma aralashmasiga 10 ml to‘yingan NaCl; 5 ml efir bilan 2 marta 5 daqiqa.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Efir qismlari 2 g suvsiz Na2SO4 dan o‘tkaziladi, 0,5 ml gacha bug‘latilib YuQX da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ml so‘lak + chayqalma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+ 10 ml to‘yingan NaCl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 5 ml, 2 marta, 5 daq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Na2SO4 2 g; bug‘latish 0,5 ml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YuQX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So‘lak va chayindi tahlili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70, 71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So‘lak va chayindini tahlilga tayyorlash: raqamlar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Gumon qilingan shaxsdan 10 ml so‘lak va 50 ml osh tuzi bilan to‘yingan 70% spirtli chayqatma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 ml aralashmaga 10 ml to‘yingan NaCl qo‘shilib, 5 ml dietil efir bilan ikki marta 5 daqiqa ekstraksiya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Efir 2 g suvsiz Na2SO4 dan o‘tkazilib, 0,5 ml gacha bug‘latilib, YuQX da tekshiriladi.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So‘lak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Chayqatma (70% spirt)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To‘yingan NaCl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Dietil efir (2 marta)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Suvsiz Na2SO4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</a:t>
            </a:r>
            <a:r>
              <a:rPr sz="1500" b="0">
                <a:solidFill>
                  <a:srgbClr val="6B7280"/>
                </a:solidFill>
                <a:latin typeface="Calibri"/>
              </a:rPr>
              <a:t>  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Bug‘latish qoldig‘i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So‘lak tahlili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70-71, 71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talqin 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TGK aniqlamasdan yoki farmakologik tekshirmasdan nasha ekan deb xulosa chiqarib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qo‘ldan olingan tamponda kannabinoidlar topilishi shaxs nasha chekkan degan xulosaga asos bo‘la 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So‘lak va chayindida TGK aniqlansa, shaxsni nasha chekkan degan xulosa berish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Qo‘ldan olingan tamponda kannabinoid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 o‘zi xulosa uchun yetarli emas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So‘lak va chayindi tahlil qilinadi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TGK topilsa — chekkan degan xulosa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Xulosa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70, 71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Keys-topshiriq (kitobdan)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Giyohvand deb gumon qilingan shaxsning so‘lagi va barmoqlaridan olingan spirtli tampon ob’ekt sifatida keltirildi.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moddalarga tahlil olib borish zarur? Yechimni bayon eting.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Yo‘nalish: tamponlarni rangli reaksiyalar va YuQX bilan, so‘lak va chayindini alohida tahlil qilish.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72, 70-71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Nasha spirtli ekstraktida Pauli, mustahkam ko‘k B, Dyukenua va Buke reaksiyalari kannabinoidlarni ko‘rsatadi, lekin xususiy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TGK qog‘oz va yupqa qatlam xromatografiyasida Rf va rangi bo‘yicha, GSX da ichki standart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 TGK aniqlanishiga tayanadi; hisobotda ob’ekt, usul, Rf va ranglar ko‘rsatiladi.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66-67, 68-69, 67-70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Chekish vaqtida tutundagi kimyoviy moddalar soni 2000 taga yetishi mumkin; quritilgan marixuanada 400 ga yaqin birikma aniqlangan.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1942 yilda AQShda kanopdan olingan preparatlar tibbiyotda qo‘llashga ruxsat etilgan, 1992 yilga kelib marixuana nazorat qilinadigan giyohvandlik vositalari ro‘yxatiga kiritilgan.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Nasha iste’mol qilinganda ta’siri 15-30 daqiqadan so‘ng boshlanadi; o‘tkir mastlik 1-3 soat davom etadi.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Nashani muntazam qabul qilinsa 2-6 oydan so‘ng psixik asteniya paydo bo‘ladi, xotira pasayadi.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Nasha: Dyukenua-Levin, mustahkam ko‘k B, YuQX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166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61-72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