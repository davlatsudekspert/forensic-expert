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faqat TGK aniqlanishi muhim? (kannabinol va kannabidiol giyohvand ta’sirga ega emas, p.64.) Doskada: mashg‘ulot rejasi. Tipik xato: rangli reaksiya ijobiy bo‘lsa, nasha isbotlandi deb hisoblash. Eslatma: kitobda «Dyukenua» reaksiyasi bor, «Levin» modifikatsiyasi ko‘rsatilmagan.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rangli reaksiya va xromatografiya natijalari qanday bog‘lanadi? Doskada: 4 natija. Tipik xato: rangli reaksiyani yakuniy natija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reaktivlarni usullar bo‘yicha guruhlang. Doskada: reaktivlar jadvali. Tipik xato: Pauli reaktivi va mustahkam ko‘k B tarkiblarini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konsentrlangan kislota, benzol, dimetilformamid va efir bilan ishlashda qanday ehtiyot choralari kerak? Eslatma: gmt kitobida bu mavzu uchun alohida xavfsizlik bo‘limi yo‘q; bandlar toks 166 va malaka 117 (loyiha matni) dan olindi. Tipik xato: so‘rish shkafisiz ishlash.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gashish yog‘i uzoq saqlanganda rangi va agregat holati o‘zgaradi? (kislorod va yorug‘lik ta’siri). Doskada: 3 qatorli jadval. Tipik xato: marixuana va gashish yog‘ini bir xil kuchli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kannabidiol aniqlansa, nima deyish mumkin? (giyohvand ta’sir isbotlanmaydi). Doskada: TGK — yagona giyohvand komponent. Tipik xato: kannabinoidlar topildi = giyohvand ta’sir bor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har bir savolga qaysi usul javob beradi? (1 — morfologiya, 2 — TGK/farmakologiya, 3 — taqqoslash). Doskada: 3 savol. Tipik xato: morfologik tekshiruvni o‘tkazib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qondan TGK topish qiyin? (tez kamayadi). Doskada: 5-30 daqiqa, 5 kun raqamlari. Tipik xato: peshob asosiy chiqish yo‘li deb hisoblash: 80% axlat bilan chiqadi.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ekstrakt avval quritiladi? Doskada: 5 bosqich. Tipik xato: reaktivni ho‘l nuqtaga purkash. Reaktivlar yangi tayyorlangan bo‘lishi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ranglar ketma-ketligini nima uchun kuzatish kerak? Doskada: qizil pushti → ko‘kish → to‘q-pushti. Reaktivlar yangi tayyorlanadi (p.66). Tipik xato: faqat bitta rangni yozib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reaksiya probirkada, boshqalari filtr qog‘ozida — farqi nima? Doskada: 4 bosqich. Tipik xato: HCl ni reaktivdan oldin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ko‘mir nima uchun qo‘shiladi? (rangli moddalarni yo‘qotish uchun, kitobga ko‘ra). Doskada: Buke reaktivi tarkibi 2:3. Tipik xato: eski Buke reaktivini ishlatish — u yangi tayyorlanadi.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salbiy natijadan qanday xulosa chiqariladi? Doskada: qaror sxemasi: rang yo‘q — nasha yo‘q; rang bor — xromatografiya. Tipik xato: ijobiy rangli reaksiyani TGK borligining isboti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qo‘ng‘ir idish va sovitgich kerak? (barqarorlik, kitobda sabab aniq ko‘rsatilmagan; yorug‘lik ta’siri p.62). Doskada: 24 soat, 10 ml, 3 oy. Tipik xato: guvoh eritmani uch oydan oshirib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ikki faza qaysi biri qo‘zg‘almas, qaysi biri qo‘zg‘aluvchi? Doskada: DMF — qo‘zg‘almas, siklogeksan — qo‘zg‘aluvchi. Tipik xato: fazalarni ajratmasdan bitta aralashma sifatida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dog‘larni Rf bo‘yicha tartiblang (KBD &lt; KBN &lt; TGK). Doskada: jadval. Tipik xato: Pauli va mustahkam ko‘k B ranglarini bir-biriga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ikki marta xromatogramma qilinadi? Doskada: bosqichlar ketma-ketligi. Benzol o‘rniga to‘rtxlorli uglerod, dietil efir yoki sirka-etil efir ishlatish mumkin (p.68). Tipik xato: Rf1 o‘rniga oddiy Rf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Rf1 bo‘yicha TGK va kannabinolni farqlash mumkinmi? (0,91 va 0,75). Doskada: jadvaldan 4 qator. Rf1 qiymatlari ±0,05 (TGK kremniy kislotali sorbentda ±0,01). Tipik xato: kannabinol va TGK ranglari bir xil — Pauli ranglari bilan farqlang.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ichki standart nima uchun kerak? Doskada: GSX sharoitlari. Kitobda GSX ushlanish vaqtlari (7-jadval) matn buzilgani sababli o‘qilmaydi — slaydga olinmadi. Tipik xato: boshqa kolonka haroratida natijani taqqoslash.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farmakologik sinov qachon kerak bo‘ladi? Doskada: kuzatiladigan 4 belgi. Tipik xato: farmakologik sinovni birinchi usul sifatida qo‘llash — kitobda u qo‘shimcha usul.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namunalar ayrim-ayrim idishlarda yuboriladi? Doskada: 3 xil ob’ekt. Tipik xato: barcha namunalarni bir idishga solish.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faqat qo‘ldan olingan tampon yetarli emas? Doskada: 5 bosqich. Tipik xato: efir qatlamini suvsizlantirmasdan bug‘latish.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qo‘ldagi iz yetarli emas? (aloqa bilan ham qolishi mumkin.) Doskada: uch qoida. Tipik xato: rangli reaksiya natijasi bilan xulosa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guruhlarda tahlil rejasini tuzing. Doskada: reja bosqichlari. Yo‘nalish — kitobdagi bo‘limlarning yig‘indisi. Tipik xato: faqat tamponni tahlil qilib xulosa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hisobotga qaysi ma’lumotlar kiradi? Doskada: hisobot tuzilishi. Hisobot tarkibi — kitob bosqichlarining yig‘indisi. Kitobda bu mavzu bo‘yicha alohida nazorat savollari bo‘limi yo‘q (nazorat savollari p.53 da kokainga tegishli). TGK-COOH va immunokimyoviy usullar bu betlarda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Nasha: Dyukenua-Levin, mustahkam ko‘k B, YuQX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Nasha hind kanopi gullaridan ajraluvchi, giyohvand faol tetragidrokannabinol (TGK) saqlovchi shiradan iborat.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nasha ashyoviy dalillarida kannabinoidlarni rangli reaksiyalar bilan aniqlash va TGK ni xromatografiya bilan tasdiqlashni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spirtli ekstrakt; 2) Pauli, mustahkam ko‘k B, Dyukenua, Buke reaksiyalari; 3) qog‘oz va yupqa qatlam xromatografiyasi; 4) talqin.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61, 65-68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Spirtli ekstraktda kannabinoidlarni filtr qog‘ozida rangli reaksiyalar bilan aniqlash (sezgirligi 1 mkg).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Qog‘oz xromatografiyada kannabidiol, kannabinol va TGK ni Rf qiymati va rangi bo‘yicha farqlash (4-jadval).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da Rf1 va dog‘ rangi bo‘yicha TGK ni tasdiqlash (5-jadval).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Natijani to‘g‘ri baholash: TGK aniqlamasdan nasha ekan deb xulosa chiqarilmaydi.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66, 68, 69, 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Ekstrakt: 1 g namuna va 10 ml 96% spirt; filtr qog‘ozi; reaktivlar purkaladi.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Reaktivlar: Pauli (0,05% diazotirlangan sulfanil kislota, 10% Na2CO3 da), 0,05% mustahkam ko‘k B, Dyukenua, Buke.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Qog‘oz xromatografiya: «S» markali qog‘oz 3x30 sm; dimetilformamid va siklogeksan (1:5).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silikagel KSK plastinka, 110 °C da 30 daqiqa faollashtirilgan; guvoh — TGK saqlagan nasha spirtli ekstrakti.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66, 67, 67-68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Nasha vositalari va TGK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Nasha gashish, marixuana, plan, bang nomlari bilan ma’lum; BMT konvensiyasiga ko‘ra giyohvand vosita.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Gashish yog‘i — quyuq ekstrakt; spirt yoki kunjut yog‘ida saqlash maqsadga muvofiq.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Marixuana tarkibida 70 dan ziyod kannabinoid bor.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66"/>
                <a:gridCol w="272410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Vosita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TGK miqdori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Marixuana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13-15%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Gashish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2-10% atrofida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Gashish yog‘i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10-60%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Biofaol moddalar miqdori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61,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Kannabinollar: qaysi biri giyohvand?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Nasha tarkibida asosan kannabinol, kannabidiol va tetragidrokannabinol doimo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Ulardan faqat tetragidrokannabinol giyohvand ta’sirga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 uchun namunaning giyohvand xossasi TGK ni aniqlash bilan tasdiqlanadi.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dalilni tahlil qilishdagi savollar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Mahsulot nimadan iborat, unda kanop o‘simligi qismlari bormi?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Tekshirilayotgan mahsulot giyohvand ta’sirga egami?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Mahsulot nashaning ishonchli namunasi bilan bir xil kelib chiqishga ega emasmi?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Avval morfologik tekshirish, so‘ngra kannabinoidlar kimyoviy reaksiyalar bilan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62, 62-63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Kannabinoidlar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Chekilganda 5-30 daqiqa oralig‘ida kannabinoidlar va 9-TGK qonda yuqori ko‘rsatkichga ega bo‘ladi, so‘ng tezda kamayadi.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Boshqa usullar bilan tushganda ta’sir muddati 1,5-3 soat.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Kannabinoidlar asosan jigarda metabolizmga uchraydi; besh kunda 80-90% chiqadi: 20% peshob, 80% axlat bilan.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Kannabinoidlarni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g tekshiriluvchi namuna ustiga 10 ml 96% spirt qo‘shilib yaxshilab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soat bo‘ktirilgach filtrlanadi va kannabinoidlar borligi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Ekstrakt filtr qog‘oziga nuqta holida shimdiriladi, quritilgach reaktivlar purkaladi.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g namuna + 10 ml 96% spirt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soat bo‘ktirish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 qog‘ozga nuqta, quritish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Reaktiv purkash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Spirtli ekstrakt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Pauli va mustahkam ko‘k B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Pauli reaktivi — 0,05% diazotirlangan sulfanil kislotaning natriy karbonatning 10% eritmasidagi aralashmasi.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Mustahkam ko‘k B — 0,05% eritma, natriy karbonatning 10% yoki 1 M natriy ishqori eritmasida.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Kannabinoidlar bo‘lsa avval qizil pushti, so‘ng ko‘kish, oxirida to‘q-pushti rang; sezgirlik 1 mkg.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Dyukenua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Dyukenua reaktivi: 2 g vanilin 100 ml asetaldegidning spirtdagi 1% eritmasida eritiladi.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0,2 g namuna probirkada 2 ml reaktiv bilan 1 daqiqa chayqatiladi, so‘ng 1 ml konsentrlangan HCl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pushti, ko‘k, so‘ng to‘q-pushti rang hosil bo‘ladi; sezgirlik 1 mkg.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0,2 g namuna + 2 ml reaktiv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daqiqa chayqatish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 ml konsentrlangan HCl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Pushti → ko‘k → to‘q-pushti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Dyukenua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Buke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Buke reaktivi — 2 qism konsentrlangan sulfat kislota va 3 qism 96% etil spirti aralashmasi.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 g namuna etilasetat bilan 3 marta (5 ml) ekstraksiyalanadi, faollashtirilgan ko‘mir bilan rangsizlantiriladi, bug‘latiladi.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 1 ml asetonda eritilib, 0,5 ml yangi Buke reaktivi qo‘shiladi: kannabinoidlar bo‘lsa qizil-qo‘ng‘ir rang.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Rangli reaksiyalar natijasini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reaksiyalar nasha uchun xususiy emas: TGK saqlamagan nasha o‘simliklari va boshqa kannabinoidlar ham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Reaksiyalar ijobiy bo‘lmasa, qo‘shimcha tekshirishga hojat yo‘q: namuna nasha saqlamaydi.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Ijobiy bo‘lsa, TGK borligini hal qilish uchun qog‘oz, yupqa qatlam va gaz-suyuqlik xromatografiyasi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«Guvoh» eritmani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Kannabinoidlarni ayrim-ayrim ajratish qiyin va ular barqaror emas, shuning uchun TGK saqlagan nasha navi «guvoh»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 g faol nasha 10 ml 96% spirt bilan 24 soat uy haroratida bo‘ktiriladi, filtrlanadi, spirt bilan 10 ml ga yetkaziladi.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Germetik qo‘ng‘ir idishda sovitgichda saqlanadi; uch oy davomida foydalanish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Qog‘oz xromatografiya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«S» markali qog‘ozdan 3x30 sm tasma; fazalar: yangi haydalgan dimetilformamid va siklogeksan (1:5), 3 daqiqa chayqatiladi.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Dimetilformamidga to‘yingan siklogeksan — qo‘zg‘aluvchi faza; qog‘oz siklogeksanga to‘yingan dimetilformamid bilan shimdirilib quritiladi.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Faza 250 mm ga borguncha kamerada; qog‘oz 60 °C da quritilib Pauli yoki mustahkam ko‘k B purkaladi.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4-jadval: qog‘oz xromatografiya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Pauli reaktivi bilan: kannabidiol — och sariq, kannabinol — sariq, TGK — to‘q-sariq.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Rf qiymatlari ±0,05 aniqlikda berilgan.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TGK eng yuqori Rf va binafsha dog‘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698"/>
                <a:gridCol w="1530307"/>
                <a:gridCol w="2045969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Komponent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Ko‘k B rangi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Kannabidiol (KBD)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sarg‘ish-pushti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Kannabinol (KBN)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TGK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0,83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Qog‘oz xromatografiya natijalari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Yupqa qatlam xromatografiyasi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Plastinka dimetilformamid va benzol (1:1) bilan to‘yintiriladi, 20 daqiqa quritiladi; namuna va guvoh start chizig‘iga tomiziladi.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Siklogeksan bilan to‘yingan kamerada erituvchi 15 sm ko‘tarilgach plastinka olinadi, 20 daqiqa quritiladi.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Kannabinoidlar sekin harakatlangani uchun plastinka yana bir marta siklogeksanda 15 sm ga ko‘tarilguncha xromatogramma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Pauli yoki mustahkam ko‘k B purkaladi; ikki marta xromatogramma qilingani uchun qiymat Rf1 deb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5-jadval: YuQX natijalari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Jadvalda kremniy kislotasi va KSK sorbentlarida Rf1 va ranglar berilgan; quyida KSK ustuni.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TGK kremniy kislotali sorbentda Rf1 = 0,98, KSK da 0,91.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Pauli reaktivi bilan TGK to‘q sariq, kannabinol sariq, kannabidiol och sariq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991"/>
                <a:gridCol w="1537344"/>
                <a:gridCol w="169163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Rf1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Kannabidiol kislotasi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pushti-qizil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Kannabidiol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sariq-qizil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0,75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pushti-qizil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TGK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0,91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pushti-qizil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YuQX: Rf1 (KSK) va mustahkam ko‘k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Gaz-suyuqlik xromatografiyasi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GSX bilan kannabinoidlar tarkibi va miqdori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 2000x4 mm, metilsilikon elastomeri SE-30 3%; kolonka harorati 212 °C, bug‘latgich va detektor 250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Detektor alanga-ionlanuvchi; tahlil namunasi 10 mikrolitr.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 ichki standart usulida aniqlanadi; ichki standart — kokain gidroxlorid.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Farmakologik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va fizik-kimyoviy usullar yetarli natija bermasa, farmakologik nazorat o‘tkazilishi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Farmakologik nazoratni vrach-farmakologlar va vrach-toksikologlar o‘tkazadi.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70 l kamerada 2 g nasha yoqilib, hayvonlar 30 daqiqa saqlanadi; qo‘zg‘alish, midriaz, salivatsiya, 2 soatgacha harakatsizlik kutiladi.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Nashavandlikni aniqlash: namunalar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Chekuvchining og‘iz bo‘shlig‘i, labi, barmoqlari va kaftida nasha yuqi 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Qo‘l spirt shimdirilgan paxta yoki doka tampon bilan artiladi; so‘lak va 50 ml osh tuzi bilan to‘yingan 70% spirt bilan chayindi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Tamponlar, so‘lak va chayindi ayrim idishlarda toksikologik laboratoriyaga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Tamponlardan ajratish va so‘lak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Paxta yoki doka 5 ml dietil efir bilan 2 marta 1 daqiqa ekstraksiyalanadi; efir 0,5-1 ml gacha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so‘lak va chayqalma aralashmasiga 10 ml to‘yingan NaCl; 5 ml efir bilan 2 marta 5 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 qismlari 2 g suvsiz Na2SO4 dan o‘tkaziladi, 0,5 ml gacha bug‘latilib YuQX da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ml so‘lak + chayqalma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+ 10 ml to‘yingan NaCl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 5 ml, 2 marta, 5 daq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Na2SO4 2 g; bug‘latish 0,5 ml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So‘lak va chayindi tahlili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70, 71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TGK aniqlamasdan yoki farmakologik tekshirmasdan nasha ekan deb xulosa chiqarib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Faqat qo‘ldan olingan tamponda kannabinoidlar topilishi shaxs nasha chekkan degan xulosaga asos bo‘la 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So‘lak va chayindida TGK aniqlansa, shaxsni nasha chekkan degan xulosa berish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70,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Keys-topshiriq (kitobdan)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Giyohvand deb gumon qilingan shaxsning so‘lagi va barmoqlaridan olingan spirtli tampon ob’ekt sifatida keltirildi.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moddalarga tahlil olib borish zarur? Yechimni bayon eting.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Yo‘nalish: tamponlarni rangli reaksiyalar va YuQX bilan, so‘lak va chayindini alohida tahlil qilish.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72, 70-71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Nasha spirtli ekstraktida Pauli, mustahkam ko‘k B, Dyukenua va Buke reaksiyalari kannabinoidlarni ko‘rsatadi, lekin xususiy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TGK qog‘oz va yupqa qatlam xromatografiyasida Rf va rangi bo‘yicha, GSX da ichki standart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 TGK aniqlanishiga tayanadi; hisobotda ob’ekt, usul, Rf va ranglar ko‘rsatiladi.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66-67, 68-69, 67-70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Chekish vaqtida tutundagi kimyoviy moddalar soni 2000 taga yetishi mumkin; quritilgan marixuanada 400 ga yaqin birikma aniqlangan.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1942 yilda AQShda kanopdan olingan preparatlar tibbiyotda qo‘llashga ruxsat etilgan, 1992 yilga kelib marixuana nazorat qilinadigan giyohvandlik vositalari ro‘yxatiga kiritilgan.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Nasha iste’mol qilinganda ta’siri 15-30 daqiqadan so‘ng boshlanadi; o‘tkir mastlik 1-3 soat davom etadi.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Nashani muntazam qabul qilinsa 2-6 oydan so‘ng psixik asteniya paydo bo‘ladi, xotira pasayadi.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Nasha: Dyukenua-Levin, mustahkam ko‘k B, YuQX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166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61-72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