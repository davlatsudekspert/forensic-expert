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kimyo-toksikologik tahlilda morfinga tekshirish majburiy? (gmt p.23: ashyoviy dalilni morfinga tekshirish shart.) Doskada: mashg‘ulot rejasi. Tipik xato: opiat va opioidni aralashtirish — promedol, metadon, fentanil opioidlar (p.16).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natija qaysi bosqichda olinadi? Doskada: 4 natija. Tipik xato: geroin topilmadi deb xulosa qilish — organizmda geroin tez gidrolizlanadi.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reaktivlarni bosqichlar bo‘yicha guruhlang. Doskada: ro‘yxat. Tipik xato: guvoh eritmalarsiz plastinka ishlatish. Eslatma: kitob peshob gidrolizini alohida nomlamaydi — natriy bisulfat bilan 30 daqiqa qizdirish ko‘rsatilgan (p.23).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giyohvandlik vositalari bilan ishlashda qanday hujjatlashtirish kerak? Eslatma: gmt kitobida bu mavzu uchun alohida xavfsizlik bo‘limi yo‘q; bandlar toks 166 va malaka 117 (loyiha matni) dan olindi. Tipik xato: qo‘lqopsiz ishlash.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 va papaverin tuzilishi qanday farq qiladi? Doskada: 2 guruh jadvali. Tipik xato: narkotinni fenantren qatoriga kiritish — kitobda u benzil qatorida.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morfin, kodein, narkotin topildi, mekon kislotasi topilmadi — qaysi preparat? (omnopon, p.18). Doskada: opiy va omnopon taqqosi. Tipik xato: mekon kislotasiga tekshirmasdan «opiy»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mekon kislotasi nima uchun alohida tekshiriladi? (opiy borligini isbotlaydi). Doskada: 5 bosqich. Tipik xato: reaksiya sezgirligi kamligini unutish — namuna tezda tahlil qilinadi (p.17-18).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peshobda morfin topilishi uch xil manbaga ishora qilishi mumkin? Doskada: metabolizm sxemasi (geroin → 6-MAM → morfin; kodein → morfin). Tipik xato: morfin topilganda faqat morfin qabul qilingan deb yozish (p.20).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30 daqiqalik qizdirish bosqichi nima uchun kerak? (kitob sababini ko‘rsatmagan; o‘qituvchi bilan muhokama qiling). Doskada: 5 bosqich. Tipik xato: pH ni 6,5-7,0 oralig‘idan chiqarib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ajralmani ikkiga bo‘lishning afzalligi nima? (YuQX natijasiga tayanib ikkinchi qismni tekshirish.) Doskada: 83% va 71% ko‘rsatkichlari. Tipik xato: butun ajralmani bir marta sarflab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erituvchi hidi yo‘qolguncha quritiladi? Doskada: plastinka sxemasi. Tipik xato: reaktivni plastinka namligida tomizish.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juftlikni Rf bo‘yicha farqlash qiyin? (morfin va kodein Rf lari qisman ustma-ust.) Doskada: 4 qatorli jadval. Kitobda xato emas, lekin kodein Frede rangi matnda (p.28) iflos ko‘k, so‘ng zangori deb berilgan; slaydga 2-jadval qiymati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qizil-binafsha va binafsha rangni ko‘zga farqlash mumkinmi? Doskada: ikki guruh ro‘yxati. Tipik xato: rang bo‘yicha morfin va geroinni farqlash — ikkalasi bir guruhda; farqlash uchun Rf va boshqa reaksiyalar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fenol gidroksili farqlovchi belgi? Doskada: morfin va kodein formulalari (OH va OCH3). Tipik xato: FeCl3 ni sezgir reaksiya deb hisoblash — u kam sezgir, faqat farqlash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Frede reaktivi bilan kodein va geroin rangi qanday farq qiladi? Doskada: modda — reaktiv — rang. Kitobda kodein Frede rangi ikki joyda turlicha (p.24 jadvalda och-yashil, p.28 matnda iflos ko‘k); slaydda rang aytilmadi, aniq rangni namunada kuzating. Tipik xato: geroinni kodein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aniqlash chegarasi kichik reaksiya qaysi? (kodein-pikrolon, 1 mkg.) Doskada: modda — reaktiv — kristall shakli. Vagner reaktivi (KI dagi yod) morfin bilan to‘g‘ri to‘rtburchakli plastinkalar beradi, sezgirligi 0,03 mg (p.25). Tipik xato: kristallarni 10-15 daqiqa kutmasdan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morfin ishqorda erib efirga o‘tmaydi? (morfolyat hosil qiladi, p.19.) Doskada: 5 bosqich. Tipik xato: suvli qatlamni tashlab yuborish — unda morfin 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geroin va morfin topilgan natijani qanday talqin qilamiz? Doskada: geroin → 6-MAM → morfin. Kitobda geroinning Marki rangi ikki joyda turlicha (p.32 qizil-binafsha, p.37 binafsha); slaydda p.32 olindi. Tipik xato: faqat geroin izlash.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morfin, kodein va 6-MAM maksimumlari bir-biriga yaqin — UB yagona dalil bo‘la oladimi? Doskada: jadval. Tipik xato: UB bo‘yicha yakuniy xulosa chiqarish. Kitobda: geroin ishqorda p.34 jadvalda 294 nm, p.37 matnda 299 nm; 299 nm qabul qilindi (morfin fenolyati 298 nm ga 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eng sezgir? (kitob GX-MS/YuSSX-MS sezgirligini 10-11 deb ko‘rsatadi, p.26.) Doskada: usullar ro‘yxati. Tipik xato: kremniy-molibdat usulini mikrogramm miqdorlar uchun qo‘llash — diapazon 0,2-4 mg.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«faqat morfin topildi» natijasidan qanday xulosa chiqaramiz? Doskada: qaror daraxti: kodein? mekon kislotasi? 6-MAM? Tipik xato: yagona modda topilganini manbaning aniq turi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guruhlarda «muammo — sabab — yechim» jadvalini to‘ldiring (kitob shakli, p.32). Doskada: tahlil ketma-ketligi. Yo‘nalish — kitobdagi bo‘limlarning yig‘indisi. Tipik xato: faqat morfinga tekshirib to‘xtash.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savollarni juftlikda javoblang. Manba: bo‘lim yuzasidan nazorat savollari (gmt p.30-31). Doskada: savollar. Tipik xato: opiy va omnopon farqini tarkibdagi mekon kislotasiz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hisobotga qaysi natijalar kiradi? Doskada: hisobot tuzilishi (ob’ekt, ajratish, YuQX, ranglar, UB, miqdor). Hisobot tarkibi — kitob bosqichlarining yig‘indisi. Tipik xato: ranglarni Rf siz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Opiatlar: siydik gidrolizi, ekstraksiya, Marki/Frede, YuQX, UB-SF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Opiatlar tuzilishiga ko‘ra morfinga o‘xshash va undan olinadigan vositalar: morfin, kodein, geroin va uning metaboliti 6-monoasetilmorfin.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qon va peshobdan opiy alkaloidlarini ajratib olish, YuQX da Marki va Frede reaktivlari bilan aniqlash, UB-spektr bilan tasdiqlashni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ajratib olish; 2) YuQX; 3) rang va mikrokristall reaksiyalar; 4) morfin, kodein, geroinni farqlash.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16, 23-26, 23-37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peshobdan opiy alkaloidlarini suyuqlik-suyuqlik ekstraksiyasi bilan ajratib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morfin, kodein, geroin dog‘larini Rf va Marki hamda Frede ranglari bo‘yicha farqlash (2-jadval).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Morfinni boshqa opiatlardan temir (III) xlorid bilan farqlash.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gidroliz mahsulotlari — monoasetilmorfin va morfin — aniqlanishini tushuntirish.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23, 24,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natriy bisulfat eritmasi, uchxlorsirka kislota, 25% ammiak (pH 6,5-7,0), natriy bikarbonat, butanol-xloroform (1:9), suvsiz natriy sulfat.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silikagel plastinka; sistema etilasetat-metanol-25% ammiak (17:2:1); guvoh sifatida morfin, kodein, geroin eritmalari.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Ochuvchi reaktivlar: Marki va Frede; qo‘shimcha: temir (III) xlorid, Vagner reaktivi, Reyneke tuzi, kadmiy yodid 15%.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23, 24, 24-29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alkaloidlari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Narkologik ahamiyatli bu guruhga asosan opiy alkaloidlari kiradi; ularda izoxinolin yadrosi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Izoxinolin hosilalari ikki guruhchaga bo‘linadi: fenantrenizoxinolin va benzilizoxinolin.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Opiy tarkibida 60 dan ortiq alkaloid bor, ularning umumiy miqdori 15-20% gacha.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Fenantren qatori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morfin, kodein, tebain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Benzil qatori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papaverin, narkotin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alkaloidlari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16, 16-17,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va omnopon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ko‘knori pishmagan mevasining shirasidan olinadi; qoramtir-qo‘ng‘ir, o‘ziga xos hidli, mazasi achchiq.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Omnopon — opiy alkaloidlari gidroxlorid tuzlari aralashmasi: 50% morfin va 32-35% boshqa alkaloidlar.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Omnopon tarkibida mekon kislotasi va mekonin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Morfin, kodein, narkotin va mekon kislotasi topilishi namunada opiy borligini isbotlaydi.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17,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 kislotasini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HCl bilan nordonlashtirilib etil spirti bilan bo‘ktiriladi, filtrat quriguncha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suvda eritilib qaynatiladi, MgO qo‘shilib issiq filtrlanadi; filtratga xlorid kislota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 (III) xlorid bilan qizil-qon rang hosil bo‘ladi; qizdirilsa rang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+ spirt bilan bo‘ktirish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 quriguncha bug‘latiladi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suvda qaynatiladi, MgO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Issiq filtrlash, HCl qo‘shish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FeCl3: qizil-qon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Mekon kislotasi: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Morfin, kodein, geroin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glyukuronidlar hosil qiladi: avvalgi 8 soatda 50%, 24 soatdan so‘ng taxminan 90%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 uch yo‘nalishda metabolitlanadi: glyukuronid, O-demetillanib morfin, N-demetillanib norkodein.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ishqoriy sharoitda va organizmda tez gidrolizlanadi: avval monoasetilmorfin, oxirida morfin.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23, 27,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bisulfat qo‘shilib, 30 daqiqa qaynoq hammomda qizdiriladi; sovitilib uchxlorsirka kislota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Oqsil cho‘kmasi filtrlanadi, filtrat 25% ammiak bilan pH 6,5-7,0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bikarbonat qo‘shilib, butanol-xloroform (1:9) bilan 2 marta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NaHSO4; 30 daq qaynoq hammom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Sovitish; uchxlorsirka kislota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Filtrlash; NH3 25%, pH 6,5-7,0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NaHCO3; butanol-xloroform 1:9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Na2SO4; ikkiga bo‘lib bug‘latish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va peshobdan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ikki qismga bo‘lish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Butanol-xloroformli ekstraktlar birlashtirilib, suvsiz natriy sulfatli filtrdan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Filtrat ikkita idishga teng bo‘lib quriguncha bug‘latiladi: bir qismi YuQX, ikkinchisi qo‘shimcha reaksiyalar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bilan morfinni qondan 83%, peshobdan 71% gacha ajratib aniqlash mumkinligi tasdiqlangan.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23,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bajarilishi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0,5 ml butanol-xloroform (1:9) da eritilib, plastinka start chizig‘iga tomiziladi; 2 sm qoldirib guvoh eritmalar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Sistema: etilasetat-metanol-25% ammiak (17:2:1); fron 10 sm ko‘tarilgach plastinka quritiladi.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Startdan finish tomon Marki yoki Frede reaktivi tomiziladi; aniqlash chegarasi morfin uchun 10-15 mkg.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2-jadval: Rf va dog‘ ranglari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Sorbent silikagel; sistema etilasetat-metanol-25% ammiak (17:2:1).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qiymati o‘sish tartibida: morfin, kodein, dionin, geroin, narkotin, papaverin.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reaktivida morfin va geroin qizil-pushti dog‘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343"/>
                <a:gridCol w="1484343"/>
                <a:gridCol w="231928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Marki / Frede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0,32-0,39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 /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0,39-0,52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 / och-yashil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0,41-0,46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ko‘k-pushti / ko‘k-yashil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0,52-0,66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 /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 alkaloidlari: Rf va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 bilan ranglar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Qizil-binafsha rang: morfin, geroin, opiy, benzilmorfin, digidromorfin, tebain.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Binafsha rang: kodein, diamorfin, 6-monoasetilmorfin, normorfin, digidrokodein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formaldegid va konsentrlangan sulfat kislota aralashmasi; kodeinga sezgirligi 0,05 mg.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32, 32-33,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Morfinni FeCl3 bilan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Marki, Frede, Mandelin, Erdman reaktivlari bilan morfin va boshqa opiy alkaloidlari 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 morfinning fenol gidroksili bilan zangori rang beradi; sezgirligi past, lekin farqlashda muhim.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Kodein, geroin, dioninda fenol gidroksili vodorodi almashgan, shuning uchun rang bermaydi.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zangori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hosil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hosil bo‘lmaydi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Dionin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hosil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Temir (III) xlorid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 va geroinni Frede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Frede reaktivi — ammoniy molibdatning konsentrlangan sulfat kislotadagi eritmasi; kodein uchun juda xarakterli, sezgirligi 0,1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Frede reaktivi bilan xuddi morfin singari binafsha rang hosil qiladi (shu bilan kodeindan farq qiladi).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gidrolizlanganda hosil bo‘lgan sirka kislota etil spirti va konsentrlangan H2SO4 bilan qizdirilsa, etil asetat hidi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28,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Mikrokristalloskopik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qism quruq qoldig‘i bir tomchi 0,1 M HCl da eritilib, reaktiv tomiziladi; 10-15 daqiqadan so‘ng mikroskopda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Morfin: kadmiy yodid 15% — ninasimon kristallar (2,5 mkg); Reyneke tuzi — pushti ninasimon kristallar (2 mkg).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Kodein: pikrolon kislotasi — sariq sferoidlar va oq-sariq plastinkalar (1 mkg); simob (II) xlorid 5% — ninasimon kristallar (13 mkg).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Dionin ninasimon va prizmasimon kristallar hosil qiladi; aniqlash chegarasi 14 mkg.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 va kodeinni bir-biridan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muhitdagi xloroformli ajralma bug‘latilib, qoldiqqa ishqor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morfolyat bo‘lib efirga o‘tmaydi; kodein ishqorda erimagani uchun efir qatlamiga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kodeinga, suvli qatlam morfinga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Xloroformli ajralma bug‘latiladi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Qoldiqqa ishqor eritmasi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bilan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qatlami — kodein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— morfin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Morfin va kodeinni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 va 6-monoasetilmorfin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(diasetilmorfin) asetillash reaksiyasi bilan morfindan sintezlanadi; opiy va omnoponda uchramaydi.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Organizmda, murda organlarida va ishqoriy eritmani xloroform bilan ekstraksiyalashda geroin gidrolizga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geroin bilan zaharlanishda ob’ektdan asosan monoasetilmorfin va morfin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32-36,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 maksimumlari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asosining etil spirtidagi eritmasi 287 nm, 0,1 M H2SO4 dagi eritmasi 284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asosining spirtli eritmasi 286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Geroin: 0,1 M HCl da 279 nm, 0,1 M ishqorda 299 nm; 6-monoasetilmorfin 287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468714"/>
                <a:gridCol w="141896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spirtli eritma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6-monoasetilmorfin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UB-spektr: asosiy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25, 28, 34-37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tahlil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miqdori UB-spektrlariga asoslangan spektrofotometrik usulda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Kremniy-molibdat kompleksi bilan fotokolorimetrik usul: ammiak qo‘shilsa ko‘k rang; 0,2-4 mg morfin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Morfin, kodein va geroin miqdori GX-MS yoki YuSSX-MS usulida ham aniqlanadi; geroin immunobiologik usullarda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26, 26-38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topilsa, morfin, opiy yoki omnopon iste’mol qilingan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iste’moli morfin, kodein, narkotin va mekon kislotasi topilishi bilan isbotlanadi; omnoponda mekon kislotasi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ob’ektda gidroliz mahsulotlari — monoasetilmorfin va morfin — holida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20, 17-18,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Keys-topshiriq (kitobdan)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biologik ob’ekt sifatida qon keltirildi; dastlabki tahlilda morfin borligiga gumon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moddalarga tahlil olib borish zarur? Muammoning yechimini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morfin topilsa, kodein, narkotin va mekon kislotasiga ham tekshiriladi; geroin bo‘lsa, 6-monoasetilmorfin izlanadi.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32, 18-36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va omnoponning farqi nimada? Mekon kislotasining chinligi qanday aniqlanadi?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Morfinni kodein, geroin va dioninlardan farqlovchi reaksiyalar qaysi?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 va dioninni bir-biridan farqlash uchun qanday usul qo‘llaniladi?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alkaloidlari suyuq ashyolardan qanday ajratib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30,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peshobdan opiatlar natriy bisulfat bilan qizdirilgach, butanol-xloroform (1:9) bilan ekstraksiyalab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Rf va Marki hamda Frede ranglari, FeCl3 va mikrokristallar morfin, kodein, geroinni farqlaydi.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 tasdiqlaydi; miqdori UB, fotokolorimetriya, GX-MS yoki YuSSX-MS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23, 24-29, 25-26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«Tib qonunlari»da qora dorini «afyun» deb nomlagan.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1806 yilda ko‘knori mevasidan ajratilgan; uyqu xudosi Morfey nomi bilan «morfin» deb atalgan.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1832 yilda aniqlangan; tibbiyotdagi kodein morfindan sintezlanadi.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nafas markazi va sezuvchi nerv uchlarini falajlash kuchi bo‘yicha morfinga qaraganda besh marta kuchli.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Opiatlar: siydik gidrolizi, ekstraksiya, Marki/Frede,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16-38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