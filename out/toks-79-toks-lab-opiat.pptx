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kimyo-toksikologik tahlilda morfinga tekshirish majburiy? (gmt p.23: ashyoviy dalilni morfinga tekshirish shart.) Doskada: mashg‘ulot rejasi. Tipik xato: opiat va opioidni aralashtirish — promedol, metadon, fentanil opioidlar (p.16).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har bir natija qaysi bosqichda olinadi? Doskada: 4 natija. Tipik xato: geroin topilmadi deb xulosa qilish — organizmda geroin tez gidrolizlanadi.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reaktivlarni bosqichlar bo‘yicha guruhlang. Doskada: ro‘yxat. Tipik xato: guvoh eritmalarsiz plastinka ishlatish. Eslatma: kitob peshob gidrolizini alohida nomlamaydi — natriy bisulfat bilan 30 daqiqa qizdirish ko‘rsatilgan (p.23).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giyohvandlik vositalari bilan ishlashda qanday hujjatlashtirish kerak? Eslatma: gmt kitobida bu mavzu uchun alohida xavfsizlik bo‘limi yo‘q; bandlar toks 166 va malaka 117 (loyiha matni) dan olindi. Tipik xato: qo‘lqopsiz ishlash.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morfin va papaverin tuzilishi qanday farq qiladi? Doskada: 2 guruh jadvali. Tipik xato: narkotinni fenantren qatoriga kiritish — kitobda u benzil qatorida.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opiat va opioid farqi nimada? Doskada: daraxt. Tipik xato: papaverinni fenantrenizoxinolin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morfin, kodein, narkotin topildi, mekon kislotasi topilmadi — qaysi preparat? (omnopon, p.18). Doskada: opiy va omnopon taqqosi. Tipik xato: mekon kislotasiga tekshirmasdan «opiy»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mekon kislotasi muhim? Doskada: raqamlar. Tipik xato: kodein foizini morfinnikiga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mekon kislotasi nimani isbotlaydi? Doskada: ikki ustun. Tipik xato: omnoponda mekon kislotasi bor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mekon kislotasi nima uchun alohida tekshiriladi? (opiy borligini isbotlaydi). Doskada: 5 bosqich. Tipik xato: reaksiya sezgirligi kamligini unutish — namuna tezda tahlil qilinadi (p.17-18).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rang qizdirilganda o‘zgarmaydi? Doskada: sxema. Tipik xato: rang o‘chadi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mekonin qanday hosil bo‘ladi? Doskada: sxema. Tipik xato: mekonin narkologik ahamiyatga ega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peshobda morfin topilishi uch xil manbaga ishora qilishi mumkin? Doskada: metabolizm sxemasi (geroin → 6-MAM → morfin; kodein → morfin). Tipik xato: morfin topilganda faqat morfin qabul qilingan deb yozish (p.20).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peshob tekshiriladi? Doskada: raqamlar. Tipik xato: xumorlik davomiyligini 5-7 soat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oksidimorfin nega xavfli? Doskada: daraxt. Tipik xato: oksidimorfinni morfinga qaytarish mumkin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30 daqiqalik qizdirish bosqichi nima uchun kerak? (kitob sababini ko‘rsatmagan; o‘qituvchi bilan muhokama qiling). Doskada: 5 bosqich. Tipik xato: pH ni 6,5-7,0 oralig‘idan chiqarib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pH 6,5-7,0? Doskada: raqamlar. Tipik xato: qon va peshob foizlarini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ajralmani ikkiga bo‘lishning afzalligi nima? (YuQX natijasiga tayanib ikkinchi qismni tekshirish.) Doskada: 83% va 71% ko‘rsatkichlari. Tipik xato: butun ajralmani bir marta sarflab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erituvchi hidi yo‘qolguncha quritiladi? Doskada: plastinka sxemasi. Tipik xato: reaktivni plastinka namligida tomizish.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juftlikni Rf bo‘yicha farqlash qiyin? (morfin va kodein Rf lari qisman ustma-ust.) Doskada: 4 qatorli jadval. Kitobda xato emas, lekin kodein Frede rangi matnda (p.28) iflos ko‘k, so‘ng zangori deb berilgan; slaydga 2-jadval qiymati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plastinka turi Rf ga qanday ta’sir qiladi? Doskada: jadval. Tipik xato: Silufol va Sorbfil qiymatlarini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qizil-binafsha va binafsha rangni ko‘zga farqlash mumkinmi? Doskada: ikki guruh ro‘yxati. Tipik xato: rang bo‘yicha morfin va geroinni farqlash — ikkalasi bir guruhda; farqlash uchun Rf va boshqa reaksiyalar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fenol gidroksili farqlovchi belgi? Doskada: morfin va kodein formulalari (OH va OCH3). Tipik xato: FeCl3 ni sezgir reaksiya deb hisoblash — u kam sezgir, faqat farqlash uchun.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Frede reaktivi bilan kodein va geroin rangi qanday farq qiladi? Doskada: modda — reaktiv — rang. Kitobda kodein Frede rangi ikki joyda turlicha (p.24 jadvalda och-yashil, p.28 matnda iflos ko‘k); slaydda rang aytilmadi, aniq rangni namunada kuzating. Tipik xato: geroinni kodein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kodein FeCl3 bermaydi? Doskada: ikki ustun. Tipik xato: harorat qiymatlarini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aniqlash chegarasi kichik reaksiya qaysi? (kodein-pikrolon, 1 mkg.) Doskada: modda — reaktiv — kristall shakli. Vagner reaktivi (KI dagi yod) morfin bilan to‘g‘ri to‘rtburchakli plastinkalar beradi, sezgirligi 0,03 mg (p.25). Tipik xato: kristallarni 10-15 daqiqa kutmasdan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morfin ishqorda erib efirga o‘tmaydi? (morfolyat hosil qiladi, p.19.) Doskada: 5 bosqich. Tipik xato: suvli qatlamni tashlab yuborish — unda morfin qoladi.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geroin va morfin topilgan natijani qanday talqin qilamiz? Doskada: geroin → 6-MAM → morfin. Kitobda geroinning Marki rangi ikki joyda turlicha (p.32 qizil-binafsha, p.37 binafsha); slaydda p.32 olindi. Tipik xato: faqat geroin izlash.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geroin nega tibbiyotda ishlatilmaydi? Doskada: raqamlar. Tipik xato: UB qiymatlarini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ob’ektda morfin topiladi? Doskada: sxema. Tipik xato: geroinni o‘zgarmagan holda topiladi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morfin, kodein va 6-MAM maksimumlari bir-biriga yaqin — UB yagona dalil bo‘la oladimi? Doskada: jadval. Tipik xato: UB bo‘yicha yakuniy xulosa chiqarish. Kitobda: geroin ishqorda p.34 jadvalda 294 nm, p.37 matnda 299 nm; 299 nm qabul qilindi (morfin fenolyati 298 nm ga mos).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dionin kodeinga qanday o‘xshaydi? Doskada: raqamlar. Tipik xato: dioninni opiy tarkibiga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usul eng sezgir? (kitob GX-MS/YuSSX-MS sezgirligini 10-11 deb ko‘rsatadi, p.26.) Doskada: usullar ro‘yxati. Tipik xato: kremniy-molibdat usulini mikrogramm miqdorlar uchun qo‘llash — diapazon 0,2-4 mg.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chiqish tartibi nega farq qiladi? Doskada: jadval. Tipik xato: YuSSX va GSX vaqtlarini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morfin ekstraktga nega o‘tmaydi? Doskada: qadamlar. Tipik xato: narkotinni ishqorda eriydi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«faqat morfin topildi» natijasidan qanday xulosa chiqaramiz? Doskada: qaror daraxti: kodein? mekon kislotasi? 6-MAM? Tipik xato: yagona modda topilganini manbaning aniq turi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xloroform qavati ko‘k-qoramtir bo‘ladi? Doskada: uch ustun. Tipik xato: apomorfinni giyohvand analgetik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guruhlarda «muammo — sabab — yechim» jadvalini to‘ldiring (kitob shakli, p.32). Doskada: tahlil ketma-ketligi. Yo‘nalish — kitobdagi bo‘limlarning yig‘indisi. Tipik xato: faqat morfinga tekshirib to‘xtash.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savollarni juftlikda javoblang. Manba: bo‘lim yuzasidan nazorat savollari (gmt p.30-31). Doskada: savollar. Tipik xato: opiy va omnopon farqini tarkibdagi mekon kislotasiz izohlash.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hisobotga qaysi natijalar kiradi? Doskada: hisobot tuzilishi (ob’ekt, ajratish, YuQX, ranglar, UB, miqdor). Hisobot tarkibi — kitob bosqichlarining yig‘indisi. Tipik xato: ranglarni Rf siz keltirish.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Opiatlar: siydik gidrolizi, ekstraksiya, Marki/Frede, YuQX, UB-SF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Opiatlar tuzilishiga ko‘ra morfinga o‘xshash va undan olinadigan vositalar: morfin, kodein, geroin va uning metaboliti 6-monoasetilmorfin.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qon va peshobdan opiy alkaloidlarini ajratib olish, YuQX da Marki va Frede reaktivlari bilan aniqlash, UB-spektr bilan tasdiqlashni o‘rganish.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ajratib olish; 2) YuQX; 3) rang va mikrokristall reaksiyalar; 4) morfin, kodein, geroinni farqlash.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16, 23-26, 23-37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va peshobdan opiy alkaloidlarini suyuqlik-suyuqlik ekstraksiyasi bilan ajratib olish.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da morfin, kodein, geroin dog‘larini Rf va Marki hamda Frede ranglari bo‘yicha farqlash (2-jadval).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Morfinni boshqa opiatlardan temir (III) xlorid bilan farqlash.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Geroin gidroliz mahsulotlari — monoasetilmorfin va morfin — aniqlanishini tushuntirish.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23, 24,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Reaktivlar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Ajratish: natriy bisulfat eritmasi, uchxlorsirka kislota, 25% ammiak (pH 6,5-7,0), natriy bikarbonat, butanol-xloroform (1:9), suvsiz natriy sulfat.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silikagel plastinka; sistema etilasetat-metanol-25% ammiak (17:2:1); guvoh sifatida morfin, kodein, geroin eritmalari.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Ochuvchi reaktivlar: Marki va Frede; qo‘shimcha: temir (III) xlorid, Vagner reaktivi, Reyneke tuzi, kadmiy yodid 15%.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23, 24, 24-29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tayyorgarlik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Infeksiyali (sil, gepatit, OITS) shaxslardan ob’ektlar maxsus konteynerda keladi va hujjatlarda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166; Malaka materiali №117 (O‘zR SSV, loyiha matni)., Sud-kimyo ekspertiza va tekshiruvlarini o‘tkazish qoidalari, betlar: 6-band, 7-band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Opiy alkaloidlari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Narkologik ahamiyatli bu guruhga asosan opiy alkaloidlari kiradi; ularda izoxinolin yadrosi bor.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Izoxinolin hosilalari ikki guruhchaga bo‘linadi: fenantrenizoxinolin va benzilizoxinolin.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Opiy tarkibida 60 dan ortiq alkaloid bor, ularning umumiy miqdori 15-20% gacha.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515"/>
                <a:gridCol w="3061459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Vakillari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Fenantren qatori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morfin, kodein, tebain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Benzil qatori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papaverin, narkotin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alkaloidlari guruhlari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16, 16-17,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Opiatlar va opioidlar: tasnif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Opiatlar — morfin, kodein, geroin (diasetilmorfin) va uning metaboliti 6-monoasetilmorfin (6-MAM).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Opioidlar kimyoviy tuzilishi boshqa guruhga kiradi: promedol, fensiklidin, metadon, fentanil.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Fenantrenizoxinolin hosilalari: morfin, kodein, tebain; benzilizoxinolin hosilalari: papaverin, narkotin.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Opiatlar va opioidlar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Opiatlar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morfin, kodein  ·  geroin, 6-MAM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Opioidlar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promedol, metadon  ·  fentanil, fensiklidin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Fenantrenizoxinolin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morfin  ·  kodein, tebain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Benzilizoxinolin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papaverin  ·  narkotin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Tasnif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16,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Opiy va omnopon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Opiy ko‘knori pishmagan mevasining shirasidan olinadi; qoramtir-qo‘ng‘ir, o‘ziga xos hidli, mazasi achchiq.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Omnopon — opiy alkaloidlari gidroxlorid tuzlari aralashmasi: 50% morfin va 32-35% boshqa alkaloidlar.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Omnopon tarkibida mekon kislotasi va mekonin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Morfin, kodein, narkotin va mekon kislotasi topilishi namunada opiy borligini isbotlaydi.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17,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Opiy tarkibi: raqamlar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Opiy tarkibida 19% morfin, 8-10% narkotin, 1,5-3% kodein hamda tebain, papaverin kabi alkaloidlar bor.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Opiyda alkaloidlar 60 dan ortiq; ularning umumiy miqdori 15-20% gacha.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Mekon kislotasi ob’ekt tarkibida 0,05 g opiy bo‘lsa aniqlanishi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Morfin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Narkotin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8-10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Kodein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1,5-3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Alkaloidlar soni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&gt;60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Umumiy miqdori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15-20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Mekon k-ta aniqlanadi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0,05</a:t>
            </a:r>
            <a:r>
              <a:rPr sz="1400" b="0">
                <a:solidFill>
                  <a:srgbClr val="6B7280"/>
                </a:solidFill>
                <a:latin typeface="Calibri"/>
              </a:rPr>
              <a:t>  g opiyda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Opiy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Opiy va omnopon: taqqoslash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Opiy ko‘knori pishmagan mevasi shirasidan olinadi; qoramtir-qo‘ng‘ir, achchiq, tarkibida mekon kislotasi va mekonin bor.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Omnopon opiy alkaloidlari gidroxlorid tuzlari aralashmasi: 50% morfin, 32-35% boshqa alkaloidlar.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Omnopon suvda 1:15, etil spirtida 1:50 eriydi; mekon kislotasi va mekonin bo‘lmaydi.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Opiy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ko‘knori shirasi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qoramtir-qo‘ng‘ir, achchiq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60 dan ortiq alkaloid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mekon kislota va mekonin bor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Omnopon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gidroxlorid tuzlari aralashmasi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50% morfin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qizg‘ish-sariq kukun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mekon kislota va mekonin yo‘q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Farqlash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17,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Mekon kislotasini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ob’ekt HCl bilan nordonlashtirilib etil spirti bilan bo‘ktiriladi, filtrat quriguncha bug‘latiladi.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suvda eritilib qaynatiladi, MgO qo‘shilib issiq filtrlanadi; filtratga xlorid kislota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Temir (III) xlorid bilan qizil-qon rang hosil bo‘ladi; qizdirilsa rang o‘zgarmaydi.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HCl + spirt bilan bo‘ktirish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Filtrat quriguncha bug‘latiladi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suvda qaynatiladi, MgO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Issiq filtrlash, HCl qo‘shish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FeCl3: qizil-qon rang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Mekon kislotasi: 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Mekon kislotasi: temir (III) xlorid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Ajratilgan eritmaga temir (III) xlorid tomizilsa, qizil-qon rangi hosil bo‘ladi; rang qizdirilsa o‘zgarmaydi.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Mekon kislotasining suvli eritmasi 210, 284 va 303 nm da spektral maksimum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Mekon kislota eritmasi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Temir (III) xlorid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Temir kompleksi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Biologik ob’ektdan MgO bilan ajratilgan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Qizil-qon rang; qizdirilsa o‘zgarmaydi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Mekon kislota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Mekonin: sulfat kislota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Mekonin sof holda 102 °C da suyuqlanadigan oq kukun; opiy tarkibida uchraydi, tibbiyotda qo‘llanilmaydi.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Qoldiqqa konsentrlangan sulfat kislota qo‘shilsa, yashil rang hosil bo‘ladi; ikki kun saqlansa, qizil rangga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Mekoninni aniqlash opiy iste’mol qilinganini tasdiqlaydi.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Mekonin qoldig‘i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Konsentrlangan H2SO4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Yashil mahsulot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Sekin isitilsa: zumrad, pushti, qizil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Yashil; 2 kunda qizil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Mekonin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Morfin, kodein, geroin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Morfin glyukuronidlar hosil qiladi: avvalgi 8 soatda 50%, 24 soatdan so‘ng taxminan 90% peshob bilan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Kodein uch yo‘nalishda metabolitlanadi: glyukuronid, O-demetillanib morfin, N-demetillanib norkodein.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Geroin ishqoriy sharoitda va organizmda tez gidrolizlanadi: avval monoasetilmorfin, oxirida morfin.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23, 27, 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Morfin: metabolizm va ta’sir raqamlari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 glyukuronidlar hosil qiladi: avvalgi 8 soatda 50%, 24 soatdan so‘ng taxminan 90% peshob bilan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Morfinning odamni halok qiluvchi eng kam miqdori 0,1-0,5 g; taxminan 30% jigar, buyrak, o‘pkaga boradi.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Eyforiya 30-40 daqiqadan keyin mudroqqa almashadi; xumorlik sindromi 5-7 kun davom etadi.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Glyukuronid, 8 soatda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Glyukuronid, 24 soatda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~90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Halok qiluvchi doza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0,1-0,5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Jigar, buyrak, o‘pkaga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~30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Eyforiya davomiyligi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30-40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daqiqa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Xumorlik sindromi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5-7</a:t>
            </a:r>
            <a:r>
              <a:rPr sz="1500" b="0">
                <a:solidFill>
                  <a:srgbClr val="6B7280"/>
                </a:solidFill>
                <a:latin typeface="Calibri"/>
              </a:rPr>
              <a:t>  kun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Morfin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23, 22,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 metabolitlari va o‘zgarish mahsulotlari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 qisman N-demetillanib normorfin, O-metillanib kodeinga aylanadi.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a’zolarida asta-sekin psevdomorfin va digidromorfin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Ochiq idishda oksidlansa, barqaror va kuchli zaharli oksidimorfin hosil bo‘ladi; uni qaytarib bo‘lmaydi.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Morfin o‘zgarishlari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Konyugatsiya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glyukuronidlar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Demetillanish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N-demetil: normorfin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Metillanish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O-metil: kodein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Murdada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psevdomorfin  ·  digidromorfin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Oksidlanish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oksidimorfin (kuchli zaharli)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Metabolitlar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va peshobdan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Natriy bisulfat qo‘shilib, 30 daqiqa qaynoq hammomda qizdiriladi; sovitilib uchxlorsirka kislota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Oqsil cho‘kmasi filtrlanadi, filtrat 25% ammiak bilan pH 6,5-7,0 ga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Natriy bikarbonat qo‘shilib, butanol-xloroform (1:9) bilan 2 marta ekstraksiyalanadi.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NaHSO4; 30 daq qaynoq hammom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Sovitish; uchxlorsirka kislota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Filtrlash; NH3 25%, pH 6,5-7,0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NaHCO3; butanol-xloroform 1:9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Na2SO4; ikkiga bo‘lib bug‘latish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 va peshobdan 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Ajratish va YuQX: raqamlar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yoki peshobga natriy bisulfat qo‘shilib, qaynoq suv hammomida 30 daqiqa qizdiriladi.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Filtrat 25% ammiak bilan pH 6,5-7,0 ga keltirilib, butanol-xloroform (1:9) bilan ikki marta ekstraksiya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bilan morfinni qondan 83%, peshobdan 71% gacha ajratish tasdiqlangan; aniqlash chegarasi 10-15 mkg.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Qizdirish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daqiqa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Filtrat pH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6,5-7,0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Butanol:xloroform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1:9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Ekstraksiya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</a:t>
            </a:r>
            <a:r>
              <a:rPr sz="1500" b="0">
                <a:solidFill>
                  <a:srgbClr val="6B7280"/>
                </a:solidFill>
                <a:latin typeface="Calibri"/>
              </a:rPr>
              <a:t>  marta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Qondan ajratish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83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Peshobdan ajratish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71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Ajratish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23,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Ajralmani ikki qismga bo‘lish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Butanol-xloroformli ekstraktlar birlashtirilib, suvsiz natriy sulfatli filtrdan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Filtrat ikkita idishga teng bo‘lib quriguncha bug‘latiladi: bir qismi YuQX, ikkinchisi qo‘shimcha reaksiyalar uchun.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bilan morfinni qondan 83%, peshobdan 71% gacha ajratib aniqlash mumkinligi tasdiqlangan.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23,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bajarilishi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Qoldiq 0,5 ml butanol-xloroform (1:9) da eritilib, plastinka start chizig‘iga tomiziladi; 2 sm qoldirib guvoh eritmalar tomiziladi.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Sistema: etilasetat-metanol-25% ammiak (17:2:1); fron 10 sm ko‘tarilgach plastinka quritiladi.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Startdan finish tomon Marki yoki Frede reaktivi tomiziladi; aniqlash chegarasi morfin uchun 10-15 mkg.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2-jadval: Rf va dog‘ ranglari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Sorbent silikagel; sistema etilasetat-metanol-25% ammiak (17:2:1).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Rf qiymati o‘sish tartibida: morfin, kodein, dionin, geroin, narkotin, papaverin.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Marki reaktivida morfin va geroin qizil-pushti dog‘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343"/>
                <a:gridCol w="1484343"/>
                <a:gridCol w="2319287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Marki / Frede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Morfin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0,32-0,39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qizil-pushti / pushti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Kodein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0,39-0,52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pushti / och-yashil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Dionin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0,41-0,46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ko‘k-pushti / ko‘k-yashil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Geroin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0,52-0,66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qizil-pushti / pushti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 alkaloidlari: Rf va ranglar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3-jadval: Rf qiymatlari (Silufol va Sorbfil)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Etilasetat-metanol-ammiak (17:2:1) da Silufolda morfin 0,20, kodein 0,40, geroin 0,52.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 sistemada Sorbfilda morfin 0,27, kodein 0,49, geroin 0,65.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Efir-etanol-ammiak (6:3:1) da Silufolda morfin 0,30, kodein 0,60, geroin 0,80.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370"/>
                <a:gridCol w="818201"/>
                <a:gridCol w="818201"/>
                <a:gridCol w="818201"/>
              </a:tblGrid>
              <a:tr h="61447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Sistema, plastinka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Morfin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Kodein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Geroin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Efir-etanol-ammiak 6:3:1 (Silufol)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0,30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0,60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0,80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Efir-etanol-ammiak 6:3:1 (Sorbfil)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0,60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Etilasetat-metanol-ammiak (Silufol)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0,20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0,40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0,52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Etilasetat-metanol-ammiak (Sorbfil)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0,27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0,49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0,65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 YuQX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Marki reaktivi bilan ranglar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Qizil-binafsha rang: morfin, geroin, opiy, benzilmorfin, digidromorfin, tebain.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Binafsha rang: kodein, diamorfin, 6-monoasetilmorfin, normorfin, digidrokodein va boshqalar.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Marki reaktivi formaldegid va konsentrlangan sulfat kislota aralashmasi; kodeinga sezgirligi 0,05 mg.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332"/>
                <a:gridCol w="313964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Qizil-binafsha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morfin, geroin, opiy, tebain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kodein, 6-MAM, normorfin, folkodin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Ko‘k-binafsha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neopin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Sariq-binafsha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etilmorfin, norkodein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Marki reaktivi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32, 32-33,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Morfinni FeCl3 bilan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Marki, Frede, Mandelin, Erdman reaktivlari bilan morfin va boshqa opiy alkaloidlari binafsha rang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FeCl3 morfinning fenol gidroksili bilan zangori rang beradi; sezgirligi past, lekin farqlashda muhim.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Kodein, geroin, dioninda fenol gidroksili vodorodi almashgan, shuning uchun rang bermaydi.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211"/>
                <a:gridCol w="293776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Morfin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zangori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Kodein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rang hosil bo‘lmaydi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Geroin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rang hosil bo‘lmaydi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Dionin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rang hosil bo‘lmaydi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Temir (III) xlorid bilan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Kodein va geroinni Frede bilan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Frede reaktivi — ammoniy molibdatning konsentrlangan sulfat kislotadagi eritmasi; kodein uchun juda xarakterli, sezgirligi 0,1 mkg.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Geroin Frede reaktivi bilan xuddi morfin singari binafsha rang hosil qiladi (shu bilan kodeindan farq qiladi).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Geroin gidrolizlanganda hosil bo‘lgan sirka kislota etil spirti va konsentrlangan H2SO4 bilan qizdirilsa, etil asetat hidi chiqadi.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28,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 va kodein: taqqoslash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Morfinda fenol gidroksili bor, shuning uchun temir (III) xlorid bilan zangori rang beradi; kodein bermaydi.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 ishqorda morfolyat hosil qilib eriydi; kodein ishqorda erimaydi.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 asosining suyuqlanish harorati 253-254 °C, kodeiniki 153-155 °C.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Morfin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fenol OH bor; FeCl3: zangori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ishqorda morfolyat (eriydi)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suyuqlanish 253-254 °C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Frede: binafsha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Kodein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fenol OH metillangan; FeCl3: rang yo‘q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ishqorda erimaydi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suyuqlanish 153-155 °C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Frede: iflos ko‘k → zangori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Farqlash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24-28, 19-29, 19-26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Mikrokristalloskopik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Ikkinchi qism quruq qoldig‘i bir tomchi 0,1 M HCl da eritilib, reaktiv tomiziladi; 10-15 daqiqadan so‘ng mikroskopda ko‘riladi.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Morfin: kadmiy yodid 15% — ninasimon kristallar (2,5 mkg); Reyneke tuzi — pushti ninasimon kristallar (2 mkg).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Kodein: pikrolon kislotasi — sariq sferoidlar va oq-sariq plastinkalar (1 mkg); simob (II) xlorid 5% — ninasimon kristallar (13 mkg).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Dionin ninasimon va prizmasimon kristallar hosil qiladi; aniqlash chegarasi 14 mkg.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1088"/>
                <a:gridCol w="2132247"/>
                <a:gridCol w="1364638"/>
              </a:tblGrid>
              <a:tr h="51206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Kristallar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Chegara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Morfin: CdI2 15%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ninasimon to‘plam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2,5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Morfin: Reyneke tuzi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pushti ninasimon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 mkg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Kodein: pikrolon k-ta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 sferoid, plastinka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Kodein: HgCl2 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ninasimon, plastinkasimon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13 mkg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Dionin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ninasimon, prizmasimon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14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Mikrokristallar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 va kodeinni bir-biridan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Ishqoriy muhitdagi xloroformli ajralma bug‘latilib, qoldiqqa ishqor eritmasi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 morfolyat bo‘lib efirga o‘tmaydi; kodein ishqorda erimagani uchun efir qatlamiga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qatlam kodeinga, suvli qatlam morfinga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Xloroformli ajralma bug‘latiladi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Qoldiqqa ishqor eritmasi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Efir bilan ekstraksiya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Efir qatlami — kodein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Suvli qatlam — morfin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Morfin va kodeinni 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Geroin va 6-monoasetilmorfin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Geroin (diasetilmorfin) asetillash reaksiyasi bilan morfindan sintezlanadi; opiy va omnoponda uchramaydi.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Organizmda, murda organlarida va ishqoriy eritmani xloroform bilan ekstraksiyalashda geroin gidrolizga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sababli geroin bilan zaharlanishda ob’ektdan asosan monoasetilmorfin va morfin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32-36, 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Geroin: asosiy ko‘rsatkichlar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 holdagi geroinning suyuqlanish harorati 173 °C; geroin suvda erimaydi.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Geroinning nafas olish markazini falajlash kuchi morfinga qaraganda besh marta kuchli.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Geksaxloroplatinat kislota bilan sariq ignalar hosil qiladi; sezgirlik 0,05-0,07 mkg.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Suyuqlanish harorati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173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Nafasni falajlash kuchi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</a:t>
            </a:r>
            <a:r>
              <a:rPr sz="1500" b="0">
                <a:solidFill>
                  <a:srgbClr val="6B7280"/>
                </a:solidFill>
                <a:latin typeface="Calibri"/>
              </a:rPr>
              <a:t>  marta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(0,1 M HCl)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279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(0,1 M ishqor)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299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H2PtCl6 sezgirligi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0,05-0,07</a:t>
            </a:r>
            <a:r>
              <a:rPr sz="1400" b="0">
                <a:solidFill>
                  <a:srgbClr val="6B7280"/>
                </a:solidFill>
                <a:latin typeface="Calibri"/>
              </a:rPr>
              <a:t>  mkg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Geroin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36,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Geroin gidrolizi: sxema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Geroin ishqoriy sharoitda va organizmda juda tez gidrolizlanadi: avval monoasetilmorfin, oxirida morfin.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Gidrolizda hosil bo‘lgan sirka kislota etil spirti va konsentrlangan H2SO4 bilan qizdirilsa, etil asetat hidi chiqadi.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Geroin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Ishqoriy muhit yoki organizm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6-monoasetilmorfin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Morfin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Tez gidroliz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Sirka kislota: etil asetat hidi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Geroin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36, 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 maksimumlari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 asosining etil spirtidagi eritmasi 287 nm, 0,1 M H2SO4 dagi eritmasi 284 nm da maksimum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Kodein asosining spirtli eritmasi 286 nm da maksimum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Geroin: 0,1 M HCl da 279 nm, 0,1 M ishqorda 299 nm; 6-monoasetilmorfin 287 nm.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1468714"/>
                <a:gridCol w="141896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Eritma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λmax, nm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Morfin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 M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284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Kodein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spirtli eritma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286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Geroin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 M HCl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279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6-monoasetilmorfin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 M HCl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287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UB-spektr: asosiy maksimumlar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25, 28, 34-37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Dionin: asosiy ko‘rsatkichlar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Dionin — etilmorfin gidroxlorid; opiy va omnoponda uchramaydi, morfindan yarim sintetik yo‘l bilan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Suyuqlanish harorati 93 °C; suvda 1:12 eriydi; bir martalik yuqori dozasi 0,03 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Temir (III) xlorid bilan rang bermaydi; 0,2 M H2SO4 dagi eritmasi 289 nm da maksimum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Suyuqlanish harorati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93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1:12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Bir martalik yuqori doza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0,03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(0,2 M H2SO4)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289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Dionin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Miqdoriy tahlil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Morfin miqdori UB-spektrlariga asoslangan spektrofotometrik usulda aniqlanishi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Kremniy-molibdat kompleksi bilan fotokolorimetrik usul: ammiak qo‘shilsa ko‘k rang; 0,2-4 mg morfin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Morfin, kodein va geroin miqdori GX-MS yoki YuSSX-MS usulida ham aniqlanadi; geroin immunobiologik usullarda ham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26, 26-38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YuSSX va GSX: ushlanish vaqtlari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YuSSX da absolyut ushlanish vaqti: geroin 4,68, morfin 2,86, kodein 4,11 daqiqa.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GSX da absolyut ushlanish vaqti: geroin 11,81, morfin 9,73, kodein 8,38 daqiqa.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655"/>
                <a:gridCol w="1383008"/>
                <a:gridCol w="1301655"/>
                <a:gridCol w="1301655"/>
              </a:tblGrid>
              <a:tr h="76809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YuSSX, daq.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UB, nm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GSX, daq.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Geroin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4,68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279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11,81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Morfin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2,86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281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9,73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Kodein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4,11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281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8,38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Ushlanish vaqti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Narkotinni morfindan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ob’ektda morfin aniqlansa, narkotinga ham reaksiya olinadi; reaksiya natijalari bir xil bo‘lgani uchun narkotin morfindan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Xloroformli qoldiq suyultirilgan HCl da eritilib, NaOH bilan ishqoriy muhitga keltirilib, xloroform bilan ekstraksiya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Konsentrlangan H2SO4 bilan narkotin avval sariq, so‘ngra qizg‘ish rangli birikma hosil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Qoldiq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xloroformli qoldiq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Kislota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suyultirilgan HCl da eritiladi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Ishqorlash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NaOH; morfin morfolyat bo‘ladi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Ekstraksiya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xloroform bilan; narkotin ekstraktda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Reaksiya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konts. H2SO4: sariq, qizg‘ish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Narkotin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talqin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Morfin topilsa, morfin, opiy yoki omnopon iste’mol qilingan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Opiy iste’moli morfin, kodein, narkotin va mekon kislotasi topilishi bilan isbotlanadi; omnoponda mekon kislotasi yo‘q.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Geroin ob’ektda gidroliz mahsulotlari — monoasetilmorfin va morfin — holida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20, 17-18, 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Dionin, geroin va apomorfin: taqqoslash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Dionin va geroin opiy va omnopon tarkibida uchramaydi, morfindan yarim sintetik yo‘l bilan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Apomorfin morfinni yuqori bosimda HCl ishtirokida qizdirib olinadi; ikkita fenol gidroksili bor, tez oksidlanadi.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Apomorfin qusturuvchi vosita sifatida ishlatiladi; analgetik va giyohvand ta’sir ko‘rsatmaydi.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Dionin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etilmorfin gidroxlorid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93 °C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kodeinga o‘xshash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Geroin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diasetilmorfin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173 °C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nafasni falajlash morfindan 5 marta kuchli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Apomorfin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morfin + HCl, bosim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2 ta fenol OH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qusturuvchi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Yarim sintetik moddalar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35-36,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Keys-topshiriq (kitobdan)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ekspertizasiga biologik ob’ekt sifatida qon keltirildi; dastlabki tahlilda morfin borligiga gumon qilindi.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qaysi moddalarga tahlil olib borish zarur? Muammoning yechimini izohlang.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Yo‘nalish: morfin topilsa, kodein, narkotin va mekon kislotasiga ham tekshiriladi; geroin bo‘lsa, 6-monoasetilmorfin izlanadi.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32, 18-36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Opiy va omnoponning farqi nimada? Mekon kislotasining chinligi qanday aniqlanadi?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Morfinni kodein, geroin va dioninlardan farqlovchi reaksiyalar qaysi?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Kodein va dioninni bir-biridan farqlash uchun qanday usul qo‘llaniladi?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Opiy alkaloidlari suyuq ashyolardan qanday ajratib olinadi?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30, 31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va peshobdan opiatlar natriy bisulfat bilan qizdirilgach, butanol-xloroform (1:9) bilan ekstraksiyalab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da Rf va Marki hamda Frede ranglari, FeCl3 va mikrokristallar morfin, kodein, geroinni farqlaydi.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UB-spektr tasdiqlaydi; miqdori UB, fotokolorimetriya, GX-MS yoki YuSSX-MS usullarida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23, 24-29, 25-26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Ibn Sino «Tib qonunlari»da qora dorini «afyun» deb nomlagan.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 1806 yilda ko‘knori mevasidan ajratilgan; uyqu xudosi Morfey nomi bilan «morfin» deb atalgan.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Kodein 1832 yilda aniqlangan; tibbiyotdagi kodein morfindan sintezlanadi.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Geroin nafas markazi va sezuvchi nerv uchlarini falajlash kuchi bo‘yicha morfinga qaraganda besh marta kuchli.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Opiatlar: siydik gidrolizi, ekstraksiya, Marki/Frede, YuQX,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166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16-38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