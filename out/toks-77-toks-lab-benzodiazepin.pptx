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benzodiazepinni to‘g‘ridan-to‘g‘ri emas, gidroliz mahsuloti orqali aniqlaymiz? Doskada: mashg‘ulot rejasi (3 bosqich). Tipik xato: gidrolizni ajratib olish bilan aralashtirish — ular ikki alohida usul (qarang 8–10-slayd). Nomlar imlosi: kitobda «Brattan-Marshal» yozilgan, slaydda Bratton-Marshall.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natija qaysi bosqichda tekshiriladi? Doskada: 4 natija ro‘yxati. Tipik xato: faqat rang bo‘yicha xulosa chiqarish — kitobda rang bilan birga Rf va spektr ham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gidroliz qaytar sovutgichli kolbada olib boriladi?. Doskada: reaktivlar ro‘yxati. Tipik xato: pH ni ko‘rsatilgan oraliqqa keltirmay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konsentrlangan kislota va xloroform bilan ishlashda qanday ehtiyot choralari kerak? Tipik xato: biologik ob’ektni qo‘lqopsiz ushlash.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alkogol bilan birga qabul qilish xavfli? (kitobga ko‘ra ta’sirni kuchaytiradi). Doskada: 4 xossa. Tipik xato: benzodiazepinlarni «xavfsiz» deb hisoblash: kitobda qaramlik va kumulyatsiya qayd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peshobda asosan metabolitlar topiladi va bu tahlilga qanday ta’sir qiladi? Doskada: diazepam → N-demetil-diazepam → oksazepam → glyukuronid zanjiri. Tipik xato: nitrazepamni peshobda o‘zgarmagan holda izlash — 95% metabolit holida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oshqozon yuvindisi 2-3 sutkadan keyin ham ob’ekt bo‘la oladi? Doskada: 3 bosqich. Kitobda xato: p.134 dagi «5-20 mg/l zaharlanish, 50 mg/l o‘lim» raqamlari manbalarga zid (diazepam uchun toksik daraja ancha past) — slaydga olinmadi.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peshob va qon uchun nima uchun hajmlar har xil (10 ml va 2 ml)? Doskada: ob’ektlar ro‘yxati. Tipik xato: oksazepamni Izotov usulida ajratish — kitobda oksazepam uchun A.F. Fartushniy usuli ko‘rsatilgan (21-slayd).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avval kislotali muhitda xloroform qavati tashlanadi?. Doskada: 5 bosqichli sxema. Tipik xato: xloroform qavatini saqlab qolib, suvli qavatni tashlash.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gidrolizdan keyin pH=8-10 ga keltiriladi? Doskada: 5 bosqichli sxema. Qon uchun hajmlar: 2 ml qon va 2 ml kons. HCl. Tipik xato: sovutgichsiz qizdirish yoki pH ni nazorat qilmaslik.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xlordiazepoksid va oksazepam bir xil mahsulot beradi? Doskada: jadval. Kitobda xato: p.135 dagi keyingi matnda «nitrazepam — 2-amino-5-xlorbenzofenon (AXB)» deyilgan, ammo shu betdagi tuzilma ro‘yxati va 17-jadval nitrazepam uchun ANB beradi — ANB olindi. Fenazepam mahsuloti BXB nomi kitobda chalkash yozilgan, slaydda faqat qisqartma berildi (gmt p.135, p.143).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sariq dog‘ intensivligi konsentratsiyaga bog‘liq? Doskada: purkash ketma-ketligi (4 reagent). Tipik xato: reagentlarni tartibsiz purkash. Kitobda reagent ketma-ketligi ko‘rsatilgan: nitrit, kislota, sulfanil kislota, naftol.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diazotirlash-birikish reaksiyasi qaysi funksional guruhga xos?. Doskada: 3 qatorli jadval. Tipik xato: MXB rangsizlanishini «reaksiya bormadi»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jadvalga qarab dog‘larni Rf bo‘yicha tartiblang (ANB &lt; AXB &lt; BXB &lt; MXB). Doskada: 4 qatorli jadval. Tipik xato: Rf qiymatini boshqa sistemada qayta ishlatish — qiymatlar benzol sistemasi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modda uchun qaysi sistema mos? Doskada: 3 qatorli jadval. Qo‘shimcha: diazepam uchun etilasetat, 25% ammiak, metil spirti 26:1,6:3,3 aralashmasi ham berilgan (gmt p.140); fenazepam uchun benzol-etanol-dietilamin 9:1:1 (p.143); plastinka UB-nurda fenazepam siyoh rangli dog‘ beradi. Tipik xato: sistemalarni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ningidrin reaksiyasi guruhga xos mi yoki modda uchun xususiy mi? Doskada: rang ketma-ketligi: ko‘k → qizil → qo‘ng‘ir. Kitobda xato: p.136 da Vitali-Moren reaksiyasi «barcha 1,4-benzodiazepinlar uchun umumiy» deyilgan; toks p.102 ga ko‘ra u tropan efirlariga xos — shu sababli slaydga kiritilmadi. Kitob: «benzodiazepinlar identifikatsiyasi yetarli o‘rganilmagan» (p.136).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nam kamera ishlatiladi?. Doskada: 4 reaktiv — 4 kristall shakli. Tipik xato: mikroskopga vaqtidan oldin qarash.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reaktivning natijasini taqqoslang. Doskada: modda — reaktiv — rang. Kitobda UB maksimumiga «ε=1112» yozilgan — aslida solishtirma yutilish A(1%, 1 sm), slaydga kiritilmadi. Tipik xato: ranglarni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kristall shakli va hosil bo‘lish vaqtini jadval ko‘rinishida yozing. Doskada: reaktiv — kristall shakli — vaqt. Kitobda UB uchun «ε=1020» yozilgan — aslida A(1%, 1 sm); slaydga kiritilmadi. Tipik xato: 242 nm ni yagona maksimum deb olish: 284 va 366 nm ham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kaliy ferritsianid reaksiyasi nitrazepam uchun xususiy hisoblanadi? Doskada: nitrazepam — ferritsianid — prizmalar. Tipik xato: oksalat kislota bilan ajratishni Izotov usuli bilan aralashtirish: bu nitrazepam uchun alohida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oksazepam diazepamning metaboliti ekanini tahlil natijasini talqin qilishda qanday hisobga olamiz? Doskada: ajratish usullari taqqosi (Izotov va Fartushniy). Tipik xato: oksazepam topilganda uni albatta qabul qilingan deb hisoblash — u diazepam metaboliti bo‘lishi mumkin (p.133-134, 142).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Belshteyn sinovi nimani ko‘rsatadi? (galogenni — mis bilan uchuvchan tuz). Doskada: fenazepamda Cl va Br bor. Kitobda xato: fenazepam metabolit/gidroliz mahsuloti nomi p.135 va p.143 da chalkash yozilgan — slaydga kiritilmadi. Tipik xato: Belshteyn sinovi bromni xlordan ajratadi deb o‘ylash — u umuman galogenni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nitritdan keyin sulfaminat qo‘shiladi?. Doskada: 5 bosqich. Optik zichlik standart eritma bilan solishtiriladi, miqdor kalibrlash grafigi yordamida hisoblanadi (gmt p.137). Tipik xato: bosqich vaqtlarini qisqartirish.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usulning farqi nimada? (birinchisi rang hosil qilish reaksiyasiga, ikkinchisi UB yutilishiga asoslangan). Doskada: ikki usul taqqosi. Tipik xato: kalibrlash grafigisiz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«AXB topildi» natijasidan qanday xulosa chiqarish mumkin? Doskada: xulosa qoidasi — bitta belgi emas, belgilar majmuasi. Bu slayd kitobdagi ma’lumotlarning mantiqiy qiyosi; kitobda alohida «talqin» bo‘limi yo‘q. Tipik xato: bitta Rf qiymatiga tayanib modda nomini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savollarni juftlikda javoblang. Doskada: savollar ro‘yxati. Manba: kitobning bo‘lim yuzasidan nazorat savollari (gmt p.144). Tipik xato: gidroliz reaksiyasini tenglamasiz tushuntirish.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hisobotga qaysi ma’lumotlar kiradi? Doskada: hisobot tuzilishi. Hisobot tarkibi — kitob bosqichlarining yig‘indisi, alohida shablon kitobda berilmagan. Tipik xato: Rf va rang qiymatlarini hisobotga yozmaslik.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1,4-benzodiazepinlar: kislotali gidroliz → benzofenonlar, YuQX, Bratton-Marshall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1,4-benzodiazepin hosilalari (xlordiazepoksid, diazepam, nitrazepam, oksazepam, fenazepam) trankvilizatorlar qatoriga kiradi va toksikologik hamda narkologik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1,4-benzodiazepinlarni gidroliz mahsulotlari — benzofenonlar — orqali tahlil qilishni o‘rganish; usulni B.N. Izotov, I.V. Volkova va boshqalar taklif qilgan.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ob’ektdan ajratish va kislotali gidroliz; 2) benzofenonlarni YuQX da aniqlash; 3) Bratton-Marshall reaksiyasi bilan fotokolorimetrik miqdorini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134, 134-137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 mahsulotlarini bilish: xlordiazepoksid va oksazepam — AXB; diazepam — MXB; nitrazepam — ANB; fenazepam — BXB.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benzofenon dog‘larini rangi va Rf qiymati bo‘yicha farqlash (17-jadval).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Bratton-Marshall reaksiyasida hosil bo‘lgan qizil olcha rangli mahsulotni FEK da standart bilan solishtirish.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Xususiy mikrokristalloskopik reaksiyalar va UB-spektr maksimumlari bilan natijani tasdiqlash.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135, 136, 137, 139-143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Gidroliz: 10 ml peshob (2 ml qon), 10 ml (2 ml) konsentrlangan xlorid kislota, qaytar sovutgich ulangan kolba, suv hammomi.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Neytrallash va ekstraksiya: natriy gidroksidning to‘yingan eritmasi (pH=8-10), xloroform — 10 ml dan 2 marta.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KSK silikagel yoki silufol plastinkasi; etilasetat, metil spirti, 25% ammiak 85:10:5; ochuvchi —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Bratton-Marshall: natriy nitritning 10%, ammoniy sulfaminatning 0,5%, naftiletilendiamin digidroxloridning 0,1% eritmasi; FEK.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134, 134-135, 136, 137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Benzodiazepinlarning 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O‘tgan asrning 60 yillari boshida xlordiazepoksid, keyinroq diazepam, nitrazepam va oksazepam sintez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Guruhda 2 mingdan ortiq hosila bor, ulardan 12-15 tasi tibbiyotda keng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Tinchlantiruvchi, uxlatuvchi va miorelaksant ta’sirga ega; etil spirti, giyohvandlik vositalari va uxlatuvchilar ta’sirini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Uzoq qabulda kumulyatsiyalanadi, o‘rganib qolish, psixik va fizik qaramlik kuzatiladi.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So‘rilish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Oshqozon-ichak orqali tez so‘riladi; qondagi yarim parchalanish davri o‘rtacha 1-2 sutka.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Diazepam va xlordiazepoksid jigarda N-demetillanish orqali parchalanadi; oksazepam diazepamning metabolitlaridan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Oksazepam glyukuron kislotasi bilan bog‘lanib suvda eriydigan glyukuronid hosil qiladi va peshob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Nitrazepam qaytariladi: 7-aminonitrazepam va 7-asetoaminonitrazepam; peshobda faqat 5% o‘zgarmagan holda, 95% metabolit holida.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133-134, 134, 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klinik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Benzodiazepinlar psixotrop va neyrotoksik ta’sirga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Hushdan ketish 12 soatdan oshsa: bronxopnevmoniya, kollaps, jigar va buyrak faoliyati buziladi.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Behush yotgan bemorlar oshqozonida preparat qabul qilingandan 2-3 sutkadan keyin ham aniqlanishi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Mudrash, yengil uxlab qolish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Yuzaki koma: behushlik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Hushdan ketish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Zaharlanishning 3 klinik bosqichi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 va ajratib olish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sifatida oshqozon, ingichka ichak, jigar, buyrak olinishi mumkin; ajratish B.N. Izotov usulida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 uchun ob’ekt sifatida 10 ml peshob yoki 2 ml qon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Fenazepam ham biologik ob’ektdan B.N. Izotov usulida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135, 134, 143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Izotov bo‘yicha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Maydalangan ob’ekt HCl bilan nordonlashtirilgan suv (pH=2) bilan 1 soatga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qavati to‘kiladi; suvli qatlam pH=9-10 ga keltirilib, dietil efir bilan 3 marta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Efirli ajralmalar birlashtirilib bug‘latiladi, quruq qoldiq xloroformda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HCl li suv, pH=2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ajratma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qatlam: ishqor, pH=9-10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Dietil efir bilan 3 marta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Bug‘latish; qoldiq xloroformda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B.N. Izotov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Kislotali gidroliz: amaliy bajarish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 sovutgich ulangan kolbada 1 soat davomida suv hammomida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Gidrolizdan so‘ng to‘yingan NaOH bilan pH=8-10 ga keltirilib, 10 ml xloroform bilan 2 marta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ajratilib bug‘latiladi; qoldiq YuQX usulida tahlil qilinadi va modda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peshob + 10 ml kons.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hammomi, 1 soat, sovutgich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To‘yingan NaOH, pH=8-10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10 ml, 2 marta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Bug‘latish; qoldiq — YuQX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 va ekstraksiya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134, 134-135, 135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 mahsulotlari — benzofenonlar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Fenazepam gidrolizida BXB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uchun ANB bilan birga DAB (2,5-diamino benzofenon) ham ko‘rsatilgan.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Benzofenonlar xloroformga ekstraksiyalanadi va YuQX da tahlil qilinadi.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Benzofenon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 (2-amino-5-xlor benzofenon)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MXB (2-metilamino-5-xlor benzofenon)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 (2-amino-5-xlor benzofenon)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ANB (2-amino-5-nitro benzofenon)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 va gidroliz mahsuloti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135, 134-135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benzofenonlar (benzol sistemasi)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Xromatografik sistema sifatida benzol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Plastinka kameradan chiqarilganda turli intensivlikdagi sariq dog‘lar ko‘rinadi; intensivlik konsentratsiyaga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plastinkaga natriy nitrit, 0,1% xlorid kislota, 0,5% sulfanil kislota va naftolning ishqordagi eritmasi purkaladi.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135, 135-136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Benzofenon dog‘larining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farqidan tashqari moddalar Rf ko‘rsatkichi bo‘yicha ham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MXB dog‘i sariqligicha qoladi, ba’zan rang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AXB dog‘i qizil, ANB dog‘i yorqin zarg‘aldoq rangga bo‘yaladi.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Benzofenon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(ba’zan rang yo‘qoladi)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Purkashdan keyingi 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17-jadval: Rf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gidrolizida hosil bo‘ladigan DAB start nuqtasida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gidrolizida MXB bilan birga AXB ham ko‘rsatilgan (Rf 0,35-0,37).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Qiymatlar gmt kitobidagi 17-jadvaldan: Rf va maksimum nur yutish to‘lqin uzunligi.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1552684"/>
                <a:gridCol w="14531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ANB (nitrazepam)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0,17-0,18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238, 358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BXB (fenazepam)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0,43-0,45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230, 400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MXB (diazepam)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238, 410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AXB (xlordiazepoksid)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0,35-0,37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238, 390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 mahsulotlari: Rf va 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benzodiazepinlarning o‘zi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KSK markali silikagel yoki silufol plastinkasi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etilasetat, metil spirti va 25% ammiak eritmasining 85:10:5 nisbatdagi aralashmasi.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Plastinkadagi dog‘lar Dragendorf reaktivi purkab ko‘riladi.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786585"/>
                <a:gridCol w="216408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 9:1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xloroform-propil spirti-aseton 9:0,4:1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Na-tiosulfat: sariq/zarg‘aldoq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xloroform-aseton 9:1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(Mune): 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 bo‘yicha sistema va 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rang reaksiyasi: ningidrin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Eritmaga ningidrin qo‘shib suv hammomida 3 daqiqa qizdiriladi, 5 ml etil spirti qo‘shilganda eritma ko‘k rangga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 tomchi mis sulfatning 1% eritmasi qo‘shilsa, avval qizil, so‘ng qo‘ng‘ir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Xususiy natijalar: xlordiazepoksid — qo‘ng‘ir; diazepam — sariq-qo‘ng‘ir mahsulot.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136, 139-140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Cho‘ktiruvchi reaktivlar bilan 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Xloroformli eritma buyum oynasiga tomiziladi, erituvchi uchiriladi; qoldiqqa 0,1 n HCl dan 1 tomchi, 5-10 daqiqadan so‘ng reaktiv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reaktivi — amorf cho‘kma yoki qizil kristallar; temir yodid kompleksi — 15 daqiqadan so‘ng to‘q qo‘ng‘ir tayoqchalar.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Yodmonoxlorid (0,8% spirtli): 10-15 daqiqada ninasimon, 45-60 daqiqadan so‘ng prizma shaklidagi 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yodid kompleksi: nam kamerada bir soat ichida to‘q qo‘ng‘ir ninasimon kristallar.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136-137, 137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Oq-sarg‘ish kristall kukun, suvda yaxshi eriydi; asosiy metabolitlari N-dimetilxlordiazepoksid va laktam.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bilan sariq rangli aralashma, Frede reaktivi bilan qizil olov rangli mahsulot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UB-spektri: kislotada 246 nm (maks.) va 308 nm; ishqordagi eritmasi 262 nm da maksimum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SF va FEK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138, 139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Preparatning 60-70% peshob, 9-10% najas orqali chiqadi; asosan metabolitlar holida, juda oz miqdori o‘zgarmagan holda.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 yodidning kaliy yodiddagi eritmasi — amorf cho‘kma; nam kamerada 10-15 daqiqada olti burchakli plastinkalar, cho‘zinchoq prizmalar.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rodanid kompleksi — mayda sferoid kristallar; nam kamerada 20-30 daqiqada kristallar majmuasiga birlashadi.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UB-spektri (kislotada): 242, 284, 366 nm; miqdori SF va FEK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to‘yingan oksalat kislotasi (pH=1-2) bilan 3 marta 1 soatdan; so‘ng xloroform-etilasetat 1:1 (20, 15, 15 ml) bilan ekstraksiya.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Yodning 0,1 n eritmasi: 10-15 daqiqada ninasimon to‘q qo‘ng‘ir kristallar; kaliy ferritsianidning 5% eritmasi: prizma shaklidagi 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ferritsianid bilan reaksiyani boshqa benzodiazepin hosilalari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UB-spektri: etil spirtida 218 va 260 nm; sulfat kislotada 277 va 340 nm. Miqdori SF va FEK usullarida.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141, 141-142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kukun, suvda deyarli erimaydi; etil spirti va xloroformda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ob’ektdan A.F. Fartushniy usulida: 25 g ob’ektga gidrofosfat eritmasidan 3 ml, gomogenat 3 marta 10 ml etil efiri bilan ekstraksiya.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Plazmada 4 soatdan keyin glyukuronid holida eng yuqori konsentratsiyaga etadi, 48 soat davomida plazmadan yo‘qoladi.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UB-spektri: kislotada 234 va 280 nm; ishqorda 233 va 344 nm. Miqdori SF va FEK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142, 142-143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yoki och sarg‘ish kristall kukun; suvda va efirda deyarli erimaydi; suyuqlanish harorati 225-230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Tabletkalarda 0,0005-0,001 g va 0,0025 g dan chiqariladi; kuchli trankvilizator ta’sirga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Belshteyn sinovi: mis simchasidagi kristall alangaga tutilsa, alanganing rangsiz qismi yashil rangga bo‘yaladi (organik birikkan xlor va brom).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UB-spektri: xloroformda 320 nm, spirtda 230 nm. Miqdori SF va FEK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143, 144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Bratton-Marshall: miqdoriy fotokolorimetriya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nitritning 10% eritmasi sovitilgan gidrolizatga qo‘shilib 3 daqiqaga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sulfaminatning 0,5% eritmasidan 0,5 ml qo‘shilib, yana 3 daqiqaga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Naftiletilendiamin digidroxlorid 0,1% eritmasidan 0,5 ml qo‘shilsa, qizil olcha rangli eritma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bilan gidroliz, sovitish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NaNO2 10%, 3 daqiqa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Ammoniy sulfaminat 0,5%, 3 daq.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Naftiletilendiamin 0,1%, 0,5 ml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olcha rang — FEK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Bratton-Marshall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tahlil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Fotokolorimetrik usul Bratton-Marshall reaksiyasiga asoslangan: qizil olcha rangli mahsulot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Benzodiazepin miqdori kalibrlash grafigi yordamida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Spektrofotometrik usul: spirtli eritmalarning 200-300 nm sohadagi maksimal nur yutishi optik zichligini o‘lchashga asoslanadi.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137, 138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Xlordiazepoksid va oksazepam gidrolizda bir xil AXB beradi (Rf 0,35-0,37), shuning uchun faqat shu belgi bo‘yicha ularni ajratib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 uchun mikrokristalloskopik reaksiyalar, UB-spektr va asl moddaning YuQX natijalari kerak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Nitrazepam peshobda 95% metabolit holida chiqadi, shuning uchun gidroliz mahsuloti ANB ni izlash mantiqiy.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135-136, 136-143, 135-141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1,4-benzodiazepin hosilalarini har birini ashyoviy dalillardan qanday ajratib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1,4-benzodiazepin hosilalarini gidrolizlab parchalash reaksiyasini yozing va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Nitrazepam va uning metabolitlarini YuQX da aniqlash qanday bajariladi?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Oksazepamni aniqlashda qo‘llaniladigan rang hosil qiluvchi reaksiya va YuQX usuli qanday amalga oshiriladi?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Benzodiazepinlar gidrolizda benzofenonlar (AXB, MXB, ANB, BXB) beradi; ular YuQX da Rf va rangi bo‘yicha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 mikrokristalloskopik reaksiyalar, UB-spektr va Bratton-Marshall (FEK) bilan tasdiqlanadi va miqdori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Hisobotda ob’ekt, ajratish usuli, YuQX natijasi (Rf, rang) va miqdoriy natija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135-136, 137-143, 134-137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Polshalik olimlar A. Velbel va boshqalar 1984 yilda benzodiazepin qatori trankvilizatorlar faolligini qiyosiy o‘rganib, ularning zararli va zaharli ta’siri kam kuzatilishini ta’kidlashgan.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1963 yilda sintez qilingan; trankvilizatorlik xususiyati boshqa benzodiazepinlardan kuchsiz, uxlatuvchilik xususiyati esa sezilarli yuqori.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bir necha oylab yoki yillab 2-4 barobar ortiq dozada qabul qilinganda ham qon plazmasidagi konsentratsiyasi past bo‘lib turishi kuzatiladi.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va xlordiazepoksid tetyram (antabus) bilan qo‘llanilganda trankvilizatorlarning terapevtik faolligi sezilarli ortadi.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1,4-benzodiazepinlar: kislotali gidroliz → benzofenonlar, YuQX, Bratton-Marshall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133-144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