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Dars 53 (toks 188–193). Qurilma tugmalari uchun ishlab chiqaruvchi pasporti kerak; bu deckda faqat kitob usuli va ochiq ma’lumot.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Kitobdagi «0,2‰ o‘limga olib keladi» yozuvi xato deb belgilangan (docs/toks/kitob_ziddiyatlari.md) —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Sanalar kitobdagidek berildi (toks 47).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Kitobdagi moslashtirish topshirig‘i (blits) javobi mazmun bo‘yicha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 formula maxrajida «S» yozilgan (47-bet), ma’nosi C(qo‘zg‘aluvchi). 47–48 va 188-betlardagi ta’riflar yo‘nalishi farq qiladi — ustoz bilan aniqlashtiring.</a:t>
            </a:r>
          </a:p>
          <a:p/>
          <a:p>
            <a:r>
              <a:t>Tekshirish kerak (manbada noaniq):</a:t>
            </a:r>
          </a:p>
          <a:p>
            <a:r>
              <a:t>- Ajralish taqsimlanish koeffitsiyenti bilan tushuntiriladi: K = C(qo‘zg‘almas) / C(qo‘zg‘aluvchi).</a:t>
            </a:r>
          </a:p>
          <a:p>
            <a:r>
              <a:t>- 188-betda koeffitsiyent teskari ko‘rinishda (gaz fazasidagi miqdor / qo‘zg‘almas fazadagi miqdor) ta’riflangan.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Ishlab chiqaruvchi qo‘llanmasi ochiq topilmadi. Bu qiymatlar uchinchi tomon kataloglaridan; pasport bilan tekshirilmaguncha «uncertain». «Kristallyuks» (Meta-Xrom) va «Xromatek Kristall» — turli ishlab chiqaruvchilar mahsuloti bo‘lishi mumkin; qurilma yorlig‘ini aniqlang.</a:t>
            </a:r>
          </a:p>
          <a:p/>
          <a:p>
            <a:r>
              <a:t>Tekshirish kerak (manbada noaniq):</a:t>
            </a:r>
          </a:p>
          <a:p>
            <a:r>
              <a:t>- «Kristallyuks-4000M» katalogi: ПИД (FID) va ЭЗД (ECD) detektorlari; to‘ldirilgan va kapillyar kolonkalar.</a:t>
            </a:r>
          </a:p>
          <a:p>
            <a:r>
              <a:t>- Termostat: xona haroratidan +4 dan 270 °C gacha; dasturlash tezligi 0,1–120 °C/daq.</a:t>
            </a:r>
          </a:p>
          <a:p>
            <a:r>
              <a:t>- Xromatek «Kristall 5000» seriyasi: bir asbobga 4 tagacha detektor va 3 ta bug‘latgich o‘rnatiladi (sotuvchi katalogi).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48-betda «elektron tashuvchi», 189-betda «elektron ushlovchi» yozilgan; ikkinchisi qabul qilindi.</a:t>
            </a:r>
          </a:p>
          <a:p/>
          <a:p>
            <a:r>
              <a:t>Tekshirish kerak (manbada noaniq):</a:t>
            </a:r>
          </a:p>
          <a:p>
            <a:r>
              <a:t>- Tuzilishi bo‘yicha: katarometr, alangali-ionlanish, elektron ushlovchi va termoion detektorlar.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 tenglama yozilmagan — ustoz to‘ldiradi.</a:t>
            </a:r>
          </a:p>
          <a:p/>
          <a:p>
            <a:r>
              <a:t>Tekshirish kerak (manbada noaniq):</a:t>
            </a:r>
          </a:p>
          <a:p>
            <a:r>
              <a:t>- Reaksiya tenglamasini kitob talabaga yozishni topshiradi (tenglama berilmagan).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Absolyut kalibrlash va ichki normallash kitobda faqat nomi bilan sanalgan.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 va qurilma menyusi uchun ustozning uslubiy hujjati yoki pasport kerak.</a:t>
            </a:r>
          </a:p>
          <a:p/>
          <a:p>
            <a:r>
              <a:t>Tekshirish kerak (manbada noaniq):</a:t>
            </a:r>
          </a:p>
          <a:p>
            <a:r>
              <a:t>- Kitobda cho‘qqi balandligi va o‘lchov jadvali bayon etilgan; aniq hisoblash formulasi berilmagan.</a:t>
            </a:r>
          </a:p>
          <a:p>
            <a:r>
              <a:t>- Miqdor kalibrlash (o‘lchov) jadvali bo‘yicha aniqlanadi — formula uchun ustoz yoki uslubiy hujjat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Xavfsizlik bandi (ballon/reaktivlar) kitobda yo‘q — pasportdan to‘ldiriladi.</a:t>
            </a:r>
          </a:p>
          <a:p/>
          <a:p>
            <a:r>
              <a:t>Tekshirish kerak (manbada noaniq):</a:t>
            </a:r>
          </a:p>
          <a:p>
            <a:r>
              <a:t>- Ballon, reduktor va reaktivlar xavfsizligi bo‘yicha kitobda alohida ko‘rsatma yo‘q — qurilma pasporti va laboratoriya yo‘riqnomasi talab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Egasidan: qurilma yorlig‘i, boshqaruv paneli va pasport sahifalari kerak.</a:t>
            </a:r>
          </a:p>
          <a:p/>
          <a:p>
            <a:r>
              <a:t>Tekshirish kerak (manbada noaniq):</a:t>
            </a:r>
          </a:p>
          <a:p>
            <a:r>
              <a:t>- Shu sababli tugma va menyu bosqichlari bu deckda yozilmadi — qurilma pasportidan olinadi.</a:t>
            </a:r>
          </a:p>
          <a:p>
            <a:r>
              <a:t>- Ilovaga qurilmaning o‘z fotosuratlari va pasport bo‘limlari keyin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7-keys (toks 192). Muammo turi / sabablar / hal etish jadvali ustoz bilan to‘ldiriladi.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Kitobda GSX natijasi uchun alohida xulosa shabloni berilmagan; umumiy dalolatnoma tuzilishi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Savollar kitobdagi nazorat savollari (toks 191–193) asosida.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Tekshirish kerak (manbada noaniq):</a:t>
            </a:r>
          </a:p>
          <a:p>
            <a:r>
              <a:t>- Katalog ma’lumotlari: astanahub.com E-lab (Kristallyuks-4000M); christmas-plus.ru (Xromatek Kristall 5000).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Xromatek «Kristallyuks» gaz xromatografida etanolni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Reja va tayanch so‘zlar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Reja: etanol toksikologiyasi, GX nazariyasi va qurilmasi, tayyorlash, namuna, o‘lchash, hisoblash, nazorat.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spirtlarni qon va peshobdan GSX usulida sifat va miqdor jihatdan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Tayanch so‘zlar: dozator, kolonka, termostat, detektor, ushlanish vaqti, alkilnitrit, ichki standart.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Tayyorlash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Kalibrlash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O‘lchash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Hisoblash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Tozalash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 tartibi: darsning umumiy yo‘l xaritasi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188, 191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Nega etanol GSX usulida aniqlanadi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 farmakologik ta’siri bo‘yicha narkotik moddalar guruhiga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Ichilganda qonga tez o‘tadi; 5 daqiqadan keyin qondan aniqlash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Jigarda tez oksidlanadi (90–99 % CO2 gacha), shu sababli tahlil tezlik bilan olib 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Qonda topiladi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5</a:t>
            </a:r>
            <a:r>
              <a:rPr sz="1100" b="0">
                <a:solidFill>
                  <a:srgbClr val="6B7280"/>
                </a:solidFill>
                <a:latin typeface="Calibri"/>
              </a:rPr>
              <a:t>  daqiqadan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CO2 gacha oksidlanadi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90–99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harorati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77–78,5</a:t>
            </a:r>
            <a:r>
              <a:rPr sz="11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Etanol: kitobdagi ko‘rsatkichlar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Etanol organizmda: yo‘l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qonga tez o‘tadi, jigarda oksidlanadi; qolgani nafas va buyrak orqali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spirtning peshobdagi konsentratsiyasi qondagidan ancha ko‘p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uchun me’da, jigar, buyrak va miya olinishi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Ichilgan etanol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Qonga tez o‘tish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Jigarda oksidlanish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CO2 va suv (90–99 %)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Nafas va buyrak orqali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Etanol yo‘li (toks 41)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Xromatografiya tarixi: Svet, Martin va Sinj, Jeyn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Xromatografiya usulini birinchi bo‘lib 1903 yilda M.S. Svet yashil o‘simliklardan olingan murakkab aralashmani ajratishda qo‘llagan.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Martin va Sinj qog‘oz xromatografiyasini taklif etib, Nobel mukofotini olgan; qo‘zg‘aluvchi faza sifatida gazdan foydalanish mumkinligini ko‘rsatgan.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1952 yili Jeyn va Martin gaz-adsorbsion va gaz-suyuqlik xromatografiyasi usullarini yaratgan.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1903: M.S. Svet — birinchi qo‘llanish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Martin, Sinj — qog‘oz xromatografiyasi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ham qo‘zg‘aluvchi faza bo‘la oladi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1952: Jeyn, Martin — gaz usullari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 tarixi (toks 47)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nima: ikki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xromatografiyasi gaz-adsorbsion va gaz-suyuqlik (GSX) xromatografiyasiga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Gaz-suyuqlik usulida qo‘zg‘almas faza g‘ovak qattiq modda ustiga qoplangan suyuqlikdir.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usulda ham qo‘zg‘aluvchi faza gaz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Gaz-adsorbsion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Qo‘zg‘almas faza: g‘ovak qattiq modda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Qo‘zg‘aluvchi faza: gaz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Gaz-suyuqlik (GSX)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Qo‘zg‘almas faza: qattiq ustidagi suyuqlik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Qo‘zg‘aluvchi faza: gaz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GX turlari (toks 188)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Gaz xromatograf qismlari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Qismlar: gaz manbai, reduktor, dozator, xromatografik kolonka, termostat, detektor, yozuvchi qurilma.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manbaidan reduktor orqali o‘tgan gaz (azot, argon) namuna bilan birga kolonkaga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 miqdori maxsus reometrlarda o‘lchanadi.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 manbai (ballon)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Reduktor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Kolonka (termostatda)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Detektor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Yozuvchi qurilma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GX blok-sxemasi (toks 188)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 qismlari va vazifalari: analitik qismlar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Dozator — namunani yuborish uskunasi; xromatografik kolonkada moddalarni ajratish jarayoni amalga oshiriladi.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Termostat kolonkalar joylashtirilgan kamerani zarur haroratgacha isitadi.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 gaz oqimi xususiyatlari o‘zgarishini elektr signaliga aylantirib, komponentlarni aniqlaydi.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O‘zi yozib oluvchi moslama tahlil natijalarini yozib boradi.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528"/>
                <a:gridCol w="3152446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Dozator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namuna yuborish uskunasi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Xromatografik kolonka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moddalar shu yerda ajraladi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Termostat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kolonka kamerasini isitadi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Detektor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oqim o‘zgarishi → elektr signal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O‘zi yozib oluvchi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natijalarni yozib boradi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Blits usuli (toks 191–192)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191, 191–192, 192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 qismlari va vazifalari: gaz ta’minoti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Ballon xromatografga qo‘zg‘aluvchi faza (gaz) berish uchun mo‘ljallangan.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Oqim stabilizatori gaz oqimining bir me’yorda berilishini ta’minlaydi.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Monometr kolonkaga kirayotgan va undan chiqayotgan gaz bosimini o‘lchaydi.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Chiqim o‘lchagich uskunadan chiqayotgan gaz miqdorini o‘lchaydi.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Ballon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qo‘zg‘aluvchi faza manbai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Oqim stabilizatori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oqimni bir me’yorda beradi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Monometr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kirish/chiqish bosimini o‘lchaydi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Chiqim o‘lchagich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chiqayotgan gaz miqdorini o‘lchaydi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Blits usuli (toks 191–192)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191, 192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Ajralish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isitilgan gaz oqimiga yuboriladi; suyuqlik termostatda yuqori haroratda gazga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Kolonkada moddalar qo‘zg‘almas va gaz fazalari orasida bir necha bor adsorbsiya va desorbsiyaga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Ajralish samaradorligi moddalarning taqsimlanish koeffitsiyentiga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Yuborish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Aralashma gaz oqimiga yuboriladi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Bug‘lanish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Suyuqlik termostatda gazga aylanadi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Kolonkada ajralish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Adsorbsiya va desorbsiya takrorlanadi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Detektorda qayd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Chiqayotgan gaz tarkibi o‘zgarishi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GSX bosqichlari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Taqsimlanish koeffitsiyenti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moddalarni gaz va suyuqlik orasida qayta taqsimlash va ajratishdir.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Ajralish taqsimlanish koeffitsiyenti bilan tushuntiriladi: K = C(qo‘zg‘almas) / C(qo‘zg‘aluvchi).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kichik bo‘lsa, modda qo‘zg‘almas fazada kam shimiladi va kolonkadan tez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188-betda koeffitsiyent teskari ko‘rinishda (gaz fazasidagi miqdor / qo‘zg‘almas fazadagi miqdor) ta’riflangan.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gaz oqimida bug‘ holatida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Qo‘zg‘almas suyuq fazada shimilish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 bo‘yicha qayta taqsimlanish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 kichik: kolonkadan tez chiqadi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 va ajralish (toks 47–48)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47, 47–48, 48, 188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Kristallyuks va Xromatek: ochiq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«Kristallyuks-4000M» katalogi: ПИД (FID) va ЭЗД (ECD) detektorlari; to‘ldirilgan va kapillyar kolonkalar.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Termostat: xona haroratidan +4 dan 270 °C gacha; dasturlash tezligi 0,1–120 °C/daq.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Xromatek «Kristall 5000» seriyasi: bir asbobga 4 tagacha detektor va 3 ta bug‘latgich o‘rnatiladi (sotuvchi katalogi).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Termostat diapazoni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xona+4…270</a:t>
            </a:r>
            <a:r>
              <a:rPr sz="14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Dasturlash tezligi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0,1–120</a:t>
            </a:r>
            <a:r>
              <a:rPr sz="1300" b="0">
                <a:solidFill>
                  <a:srgbClr val="6B7280"/>
                </a:solidFill>
                <a:latin typeface="Calibri"/>
              </a:rPr>
              <a:t>  °C/daq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Detektorlar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FID, ECD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FID sezgirligi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2×10⁻¹²</a:t>
            </a:r>
            <a:r>
              <a:rPr sz="1400" b="0">
                <a:solidFill>
                  <a:srgbClr val="6B7280"/>
                </a:solidFill>
                <a:latin typeface="Calibri"/>
              </a:rPr>
              <a:t>  g C/s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 turlari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to‘ld./kapillyar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«Kristallyuks-4000M» — katalog ma’lumoti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E-lab infrastructure (astanahub.com)., Gazovyy khromatograf «Kristallyuks-4000M», betlar: katalog kartochkasi; christmas-plus.ru (sotuvchi katalogi)., Gazovyy khromatograf Khromatek Kristall 5000, betlar: katalog kartochkasi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Kolonka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Kolonkalar «U», spiral yoki halqa shaklida: ichki diametri 2 mm dan 12–15 mm gacha, uzunligi 2–20 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Kolonkalar asosan shisha, mis, latun yoki po‘latdan tayyorlanadi.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Spirtlarni sifat aniqlashda kolonka o‘lchami 100 × 0,6 sm.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594"/>
                <a:gridCol w="3197380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Kitobdagi 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Shakli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U, spiral, halqa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Ichki diametri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 dan 12–15 mm 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Uzunligi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2–20 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Materiali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shisha, mis, latun, po‘lat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 tahlilida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 × 0,6 sm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Kolonka (toks 188, 190)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188, 190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Qo‘zg‘almas faza va qattiq tashuvchi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tashuvchi: INZIM G‘IShTI-600 (0,25–0,5 mm), natriy ishqori va natriy alkilsulfatlar (0,3 g dan) bilan ishlangan.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Qo‘zg‘almas faza: Shostakov balzami (vinilin), qattiq fazaga nisbatan 1:5 nisbatda shimdiriladi.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Qo‘zg‘aluvchi faza (gaz) — azot.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207"/>
                <a:gridCol w="3218767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Qattiq tashuvchi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INZIM G‘IShTI-600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Zarracha o‘lchami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0,25–0,5 mm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Qo‘zg‘almas faza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Shostakov balzami (vinilin)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Shimdirish nisbati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1:5 (qattiq fazaga nisbatan)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Tashuvchi gaz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azot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Spirt tahlili sharti (toks 190)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Tashuvchi gaz, sorbent va ajralish omillari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inert gazlar: azot, geliy, argon.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Sorbentlar: silikagel, alyuminiy oksidi, aktivlangan ko‘mir, sintetik g‘ovak moddalar (xemosorb, polisorb).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Ajralish kolonkaning sorbent bilan bir xil zichlikda to‘ldirilishiga, sorbent tabiatiga, gaz tezligiga va harorat doimiyligiga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Gaz-adsorbsion usulda qo‘zg‘almas faza qattiq sorbent (aktivlangan ko‘mir, silikagel, alyuminiy oksidi).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Tashuvchi gaz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Azot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Geliy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Argon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Sorbentlar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Silikagel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Alyuminiy oksidi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Aktivlangan ko‘mir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Xemosorb, polisorb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Ajralish omillari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Kolonka zichligi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Sorbent tabiati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Gaz tezligi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Harorat doimiyligi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Gaz, sorbent, omillar (toks 189)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189, 47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Detektorlar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Detektorlar integral va differensial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Integral detektor signali gaz oqimidagi modda umumiy massasiga proporsional; chiziq pog‘onali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Differensial detektorlar modda miqdorining vaqt birligida o‘zgarishini ko‘rsatadi; konsentratsion va oqimli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Tuzilishi bo‘yicha: katarometr, alangali-ionlanish, elektron ushlovchi va termoion detektorlar.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Detektorlar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Integral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Signal ~ umumiy massa  ·  Pog‘onali chiziq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Konsentratsion (diff.)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Katarometr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Oqimli (diff.)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Alangali-ionizatsion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 turlar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Elektron ushlovchi  ·  Termoion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Detektorlar (toks 48, 189)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189,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Detektorlar: katarometr, FID, ECD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Ko‘pchilik uchuvchi dori moddalar tahlilida gazlarning issiqlik o‘tkazuvchanligini o‘zgarishiga asoslangan katarometr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Katarometr universal, sezgirligi alangali-ionizatsion detektorlarnikidan past (10⁻²–10⁻³), lekin oddiy.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Elektron ushlovchi detektorlar eng sezgir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Katarometr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Issiqlik o‘tkazuvchanlik o‘zgarishi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Universal, oddiy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Sezgirligi past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FID (alangali-ion.)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Vodorod alangasida ionlanish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Alanga o‘tkazuvchanligi o‘zgaradi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Oqimli detektor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Elektron ushlovchi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Eng sezgir detektor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Detektorlar (toks 189)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Katarometr va FID: ishlash tamoyili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Katarometr gazlarning issiqlik o‘tkazuvchanligi o‘zgarishini aniqlaydi: qizdirilgan o‘tkazgich qarshiligi shunga bog‘liq o‘zgaradi.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Alangali-ionizatsion detektorda organik modda ikki elektrod orasidagi vodorod alangasida yonib, ionlashgan radikallar hosil qiladi.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Alanganing elektr o‘tkazuvchanligi yongan modda konsentratsiyasiga bog‘liq o‘zgaradi.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Katarometr universal, sezgirligi 10⁻²–10⁻³ (past), ammo sodda; elektron ushlovchi detektorlar eng sezgir.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Katarometr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Konsentratsion detektor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Issiqlik o‘tkazuvchanlik farqi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Qizdirilgan o‘tkazgich qarshiligi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Universal; sezgirlik 10⁻²–10⁻³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Alangali-ionizatsion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Oqimli detektor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Vodorod alangasida yonish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Ionlashgan radikallar hosil bo‘ladi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Alanga o‘tkazuvchanligi o‘zgaradi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Ikki detektor ishlashi (toks 189)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Xromatogramma va ushlanish vaqti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Xromatografik qog‘ozdagi egri chiziq xromatogramma deyiladi; har bir cho‘qqi ajralgan moddaga xos.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vaqti — moddani kolonkaga yuborgandan eng ko‘p ajralib chiqquncha o‘tgan vaqt (masofa).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Sharoit bir xil saqlansa, ushlanish vaqti moddaning sifatini aniqlovchi parametrdir.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712"/>
                <a:gridCol w="292526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 uchun kerak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sifat: qaysi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Cho‘qqi balandligi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 ko‘p-ozligi (miqdor)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Cho‘qqi asosi, yuzasi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xromatogramma tavsifi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Xromatogramma ko‘rsatkichlari (toks 189, 191)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Xromatogramma: cho‘qqi, o‘lik va chin vaqt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Xromatogrammadagi to‘g‘ri chiziq toza qo‘zg‘aluvchi fazaning o‘tishini, cho‘qqi esa modda ajralganini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Xromatogramma ushlanish vaqti, balandligi, asosi va yuzasi kabi parametrlar bilan xarakterlanadi.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ushlanish vaqti modda ushlanish vaqtidan o‘lik ushlanish vaqti (tm) ayirmasiga teng: t(chin) = t(um) − t(m).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452"/>
                <a:gridCol w="3457522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Kattalik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yuborishdan cho‘qqi maksimumigacha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t(um)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modda va gaz aralashmasi vaqti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t(m)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o‘lik ushlanish vaqti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t(chin)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t(um) − t(m)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Cho‘qqi balandligi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 ko‘p-ozligiga bog‘liq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Xromatogramma (toks 48, 189, 191)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48, 189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Tayyorgarlik 1: dozator germetikligi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Ishdan oldin dozator blokidagi tiqinchalarning zich yopilganiga ishonch hosil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Shprits ignasi bilan modda yuboriladigan joyga sovun eritmasi surtiladi; pufakcha chiqmasa — zich.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Pufakcha hosil bo‘lsa, rezina tiqin o‘qituvchi ishtirokida almashtiriladi; tekshiruv butun mashg‘ulot davomida takrorlanadi.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Sovun eritmasi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Shprits ignasi bilan yuboriladigan joyga surtiladi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Pufakcha yo‘q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Dozator zich yopilgan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Pufakcha bor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Rezina tiqin almashtiriladi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Takroriy nazorat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Butun mashg‘ulot davomida tekshiriladi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Germetiklikni tekshirish (toks 189–190)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189, 190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Tayyorgarlik 2: mikroshprits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mkl li shpritslar bilan tekshiruv o‘tkaziladi: shpritsga 0,5 mkl aseton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filtr qog‘ozga tomiziladi; igna uchida mikrotomchi hosil bo‘lib, qog‘ozda kichik nam dog‘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Mikrotomchi hosil bo‘lmasa, ignani ushlab turuvchi vint burab mikroshprits qayta kalibrlanadi.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Aseton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Shpritsga 0,5 mkl aseton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Tomizish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Filtr qog‘oziga tomiziladi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Tekshirish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Igna uchida mikrotomchi, kichik nam dog‘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Tuzatish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Tomchi yo‘q bo‘lsa, vint bilan qayta kalibrlash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Mikroshprits tekshiruvi (toks 190)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Tayyorgarlik 3: sezgirlik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Xromatografga havo yuboriladi; egri chiziq maksimumi balandligi yarmiga teng bo‘lganda sezgirlik darajasi tez «100» holatga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suv egri chizig‘ining balandligi kamayadi.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bug‘i va havo tahlili mashg‘ulot boshida, o‘rtasida va oxirida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Havo yuboriladi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Maksimum ~ yarim balandlik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Sezgirlik «100» ga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cho‘qqisi kamayadi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Boshi, o‘rtasi, oxirida takror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Sezgirlikni tekshirish (toks 190)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 va detektor bloki harorati 75 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Tashuvchi gaz — azot, tezligi 50–60 ml/daq; detektor toki 60–100 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Yozish masshtabi 1:1; xromatografik qog‘oz lentasining yurish tezligi 720 mm/soat.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Kolonka, detektor 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75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Azot tezligi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50–60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ml/daq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Detektor toki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60–100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Yozish masshtabi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1:1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Lenta tezligi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720</a:t>
            </a:r>
            <a:r>
              <a:rPr sz="1500" b="0">
                <a:solidFill>
                  <a:srgbClr val="6B7280"/>
                </a:solidFill>
                <a:latin typeface="Calibri"/>
              </a:rPr>
              <a:t>  mm/soat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Spirt tahlili sharti (toks 190)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 va metan: sharoit taqqosi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tahlili: katarometrli GX, kolonka 100 × 0,6 sm, 75 °C, azot 50–60 ml/daq.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Metan tahlili: Svet-110 xromatografi, polisorb-1 kolonka, 50 °C, bug‘latgich 150 °C, azot 30 ml/daq.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Metanda detektor alangali-ionizatsion; ushlanish vaqti 3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150"/>
                <a:gridCol w="1686074"/>
                <a:gridCol w="180975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Spirt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Metan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Detektor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katarometr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alangali-ion.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Kolonka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 × 0,6 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 mm × 3 mm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Termostat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75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50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Tashuvchi gaz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azot 50–60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azot 30 ml/daq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xil GSX sharti (toks 190, 218)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190, 218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Spirtlarni alkilnitritga o‘tkazish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Spirtlar aralashmasi trixlorsirka kislota va natriy nitrit bilan alkilnitritlarga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penitsillin flakonida, rezina tiqin ostida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tenglamasini kitob talabaga yozishni topshiradi (tenglama berilmagan).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Spirtlar aralashmasi (0,5 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50 % trixlorsirka kislota (0,5 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30 % NaNO2 (0,25 ml)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Alkilnitritlar (gaz fazada)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flakon, rezina tiqin, 1 daq chayqatish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gaz fazadan 2 ml dozatorga yuboriladi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Alkilnitrit hosil qilish (toks 190)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Standart aralashmani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0,5 ml spirtlar aralashmasi 0,5 ml 50 % kislota saqlagan penitsillin flakoniga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Flakon rezina tiqin bilan yopilib, maxsus berkituvchi qurilmaga o‘rnatiladi va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Shprits bilan 0,25 ml 30 % natriy nitrit yuboriladi; 1 daqiqa aralashtirilib, 2 ml gaz-havo qismi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Flakonga solish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0,5 ml spirt + 0,5 ml 50 % kislota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Yopish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Rezina tiqin, berkituvchi qurilma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Nitrit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Shpritsda 0,25 ml 30 % NaNO2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Aralashtirish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daqiqa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Gaz fazadan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 ml havo-gaz qismi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Dozatorga yuborish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Vaqt va cho‘qqilar belgilanadi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Standart: alkilnitritlar (toks 190)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peshob namunasini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Penitsillin flakoniga 0,5 ml 50 % trixlorsirka kislota, ustiga 0,5 ml qon yoki peshob solinadi.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Flakon rezina tiqin bilan yopilib, fiksatorga o‘rnatiladi; 1 ml shpritsda 0,25 ml 30 % natriy nitrit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daqiqa chayqatiladi; 5 ml shpritsda flakon ichidagi havo-gaz qismidan 3 ml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Flakonga solish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0,5 ml kislota + 0,5 ml qon/peshob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Yopish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Rezina tiqin, fiksator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Aralashtirish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Moddalar yaxshilab aralashtiriladi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Nitrit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ml shpritsda 0,25 ml 30 % NaNO2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Chayqatish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 daqiqa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Gaz fazadan olish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ml shpritsda 3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Qon va peshob (toks 191)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Yuborish va vaqtni qayd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Havo-gaz aralashmasi dozator blokiga tezlik bilan yuboriladi va xromatogramma yozilishi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Yuborish bilan sekundomer ishga tushiriladi; har bir egri chiziq balandligigacha bo‘lgan vaqt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Olingan vaqt standart eritmalardan olingan vaqt bilan solishtiriladi.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Dozatorga tez yuborish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Sekundomer ishga tushadi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Cho‘qqi vaqti belgilanadi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Standart vaqtlari bilan solishtirish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O‘lchash (toks 191)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Kalibrlash va ichki standart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Talaba tanlab olingan ichki standartlar bilan aniq o‘lchov jadvalini tuzishi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Spirtlar alkilnitritlarga o‘tkaziladi va gaz fazasidan aniq olib, dozatorga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Nisbiy ushlanish parametrlarini aniqlash va ichki standart tanlash nazorat savollariga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Ichki standart tanlash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Standartlarni alkilnitritga o‘tkazish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Xromatogramma olish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O‘lchov jadvalini tuzish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Kalibrlash (toks 191)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191, 192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GX tahlilida modda miqdori uch usulda aniqlanadi: ichki standart, absolyut kalibrlash va ichki normallash.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 miqdori ichki standartlash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Usulning aniqligi yetarlicha yuqori: nisbiy xatolik ±1,0–1,5 % atrofida.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439"/>
                <a:gridCol w="323753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Kitobdagi 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Ichki standart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spirtlar uchun: propil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Absolyut kalibrlash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sanab o‘tilgan, tafsiloti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Ichki normallash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sanab o‘tilgan, tafsiloti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Miqdor usullari (toks 49)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Ichki standart va kalibrovka grafigi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Alkilnitritlar mos spirtlarga nisbatan bir necha marta uchuvchanroq; shu sababli spirtlar alkilnitritga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standart sifatida propil spirti olinadi; hisob kalibrovka grafigi orqali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Grafik etil nitrit (h1) cho‘qqi balandligining propil nitrit (h2) balandligiga nisbati va modda konsentratsiyasi asosida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Par-gaz fazasidan aniq hajm olinib, xromatografga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Spirt → alkilnitrit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Par-gaz fazasidan aniq hajm → GX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h1 (etil nitrit), h2 (propil nitrit)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h1/h2 nisbati hisoblanadi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Kalibrovka grafigi → konsentratsiya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Ichki standart usuli (toks 49)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afzalliklari va kamchiligi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universal usul; kolonka murakkab aralashmalarni alohida komponentlarga ajratadi.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Tahlilga kam vaqt va kam miqdorda modda sarflanadi; sezgirligi yetarli.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aniqligi yuqori: nisbiy xatolik ±1,0–1,5 % atrofida.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Kamchiligi: ayrim suyuq qo‘zg‘almas fazalar uchuvchan va beqaror.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Afzalliklari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Universal usul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Murakkab aralashmani ajratadi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Tahlilga kam vaqt ketadi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Yetarli sezgirlik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 miqdor namuna kerak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Kamchiligi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Ayrim suyuq fazalar uchuvchan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Ayrim suyuq fazalar beqaror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GSX (toks 49)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Aniqlash mezonlari va 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Moddalar xromatogrammadagi egri chiziqlar bo‘yicha farqlanadi; ushlanish vaqti (masofa) hisoblanadi, balandligi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Egri chiziq balandligi spirtlarning ko‘p-ozligiga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Alkilnitritlarni tekshirish uch marta takrorlanadi va maxsus jadvallarga yoziladi.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Maqsad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Qanday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Sifat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vaqti standart bilan mos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Miqdor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cho‘qqi balandligi, o‘lchov jadvali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Ichki standart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tanlab olinadi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Takrorlash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 marta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Yozuv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 daftari, maxsus jadval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Baholash (toks 190–191)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191, 190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Sifat (chinlik) tahlili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Ushlanish parametrlari bo‘yicha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modda yoki ular aralashmasi bilan solishtirish.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Xromatografik tahlildan oldin va keyin kimyoviy reaksiyalar o‘tkazish.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 ni UF, IK, mass-spektr, lyuminestsent, YaMR kabi fizik usullar bilan birgalikda bajarish.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Sifat tahlili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Ushlanish parametrlari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Standart bilan taqqoslash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Kimyoviy reaksiyalar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 usullar bilan birga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UF, IK  ·  Mass-spektr  ·  Lyuminestsent, YaMR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Sifat tahlili (toks 48)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Hisoblash: kitobda nima bor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 cho‘qqi balandligi va o‘lchov jadvali bayon etilgan; aniq hisoblash formulasi berilmagan.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 kalibrlash (o‘lchov) jadvali bo‘yicha aniqlanadi — formula uchun ustoz yoki uslubiy hujjat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Shubhali natija chiqsa, tekshiruv o‘qituvchi bilan birgalikda takrorlanadi.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Kitobda bor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Cho‘qqi vaqti va balandligi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Ichki standart, o‘lchov jadvali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 marta takrorlash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Kitobda yo‘q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Aniq hisoblash formulasi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Qurilma tugmalari/menyusi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Aniqlash chegarasi (LOD)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Ustoz to‘ldiradi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191, 190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sifat nazorati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Dozator tiqinchalarining zichligi sovun eritmasi bilan tekshiriladi va butun mashg‘ulot davomida nazorat qilinadi.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Pufakcha hosil bo‘lsa, rezina tiqin o‘qituvchi ishtirokida almashtiriladi; shubhali natijada tekshiruv o‘qituvchi bilan birga bajariladi.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 bug‘i va havo tahlili mashg‘ulot boshida, o‘rtasida va oxirida tekshiriladi; alkilnitrit tekshiruvi uch marta takrorlanadi.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Ballon, reduktor va reaktivlar xavfsizligi bo‘yicha kitobda alohida ko‘rsatma yo‘q — qurilma pasporti va laboratoriya yo‘riqnomasi talab etiladi.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904697"/>
                <a:gridCol w="1691639"/>
              </a:tblGrid>
              <a:tr h="51206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Nazorat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Qanday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Qachon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Dozator tiqini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sovun eritmasi, pufakcha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butun mashg‘ulot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Mikroshprits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 mkl aseton, mikrotomchi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 oldidan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Havo va suv bug‘i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xromatografga yuboriladi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boshi, o‘rtasi, oxiri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Alkilnitrit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uch marta takrorlanadi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jadvalga yoziladi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Shubhali natija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o‘qituvchi bilan birga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qayta tekshiriladi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Nazorat nuqtalari (toks 190)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190, 188–193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Qurilma qo‘llanmasi holati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«Kristallyuks-4000M» katalog kartochkasida ekspluatatsiya qo‘llanmasi ko‘rsatilmagan.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tugma va menyu bosqichlari bu deckda yozilmadi — qurilma pasportidan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Ilovaga qurilmaning o‘z fotosuratlari va pasport bo‘limlari keyin qo‘shiladi.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E-lab infrastructure (astanahub.com)., Gazovyy khromatograf «Kristallyuks-4000M», betlar: katalog kartochkasi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Keys: sivush moyi hidi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Kuchsiz spirtli ichimlik ichgan talabalarda ko‘ngil aynishi, qorin og‘rig‘i, bosh aylanishi, uyquchanlik kuzatilgan.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Zaharlanganlar nafasidan sivush moyi hidi kelgan.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Vazifa: murda ichki a’zolaridan uchuvchi zaharli moddani ajratib, kimyo-toksikologik tahlil tartibini ko‘rsatish.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Sud-kimyoviy xulosa: dalolatnoma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dalolatnomasi uch qismdan iborat: kirish, bayon (tavsifiy) va xulosa qismlari.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Bayonda ob’ektning tashqi ko‘rinishi, pH-muhiti, konsistensiyasi va kimyoviy tekshiruv usullari qisqartirmasdan batafsil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Xulosada tekshiruv asosida aniqlangan va aniqlanmagan zaharli moddalar nomma-nom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Dalolatnoma ekspert imzosi va yozilgan vaqt bilan tasdiqlanadi; so‘zlarni qisqartirish va shartli belgilar qo‘yish man etiladi.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Kirish: asos, ijrochi, ob’ekt, maqsad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Bayon: ob’ektning ko‘rinishi, pH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Bayon: kimyoviy tekshiruv usullari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Xulosa: aniqlangan va aniqlanmagan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 imzosi va yozilgan vaqt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Dalolatnoma (toks 220–221)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221, 220–221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GSX: kolonkada ajralish, detektorda qayd, ushlanish vaqti bo‘yicha sifat, balandlik bo‘yicha miqdor.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Nazorat: xromatograf bo‘limlari, detektor ahamiyati, reduktor, xromatogramma, ushlanish davri.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Nazorat: etil spirtining rezorbsiyasi va eliminatsiyasi; GSX ning boshqa usullardan afzalligi.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Tayyorlash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Kalibrlash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O‘lchash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Hisoblash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Tozalash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Takrorlash: ish tartibi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192, 193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Takrorlash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Xromatografning qanday bo‘limlari bor va aralashma qaysi bo‘limda ajraladi? Detektorning ahamiyati nima?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Detektorlarning turlari va ishlash usullari; xromatogramma nima va qanday parametrlar bilan xarakterlanadi?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Moddaning kolonkada ushlanish davri nima? Moddalarning ajralish koeffitsiyenti haqida tushuncha bering.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Nisbiy ushlanish parametrlarini aniqlash va ichki standart tanlash qanday amalga oshiriladi?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spirtining rezorbsiyasi va eliminatsiyasi; GSX ning boshqa usullardan afzalliklari nimada?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192, 193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Yuldashev Z.O., Umarova G.Q. Toksikologik kimyo (o‘quv-uslubiy majmua), 2025, 41, 47–49, 188–193, 217–218, 220–221-betlar.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Katalog ma’lumotlari: astanahub.com E-lab (Kristallyuks-4000M); christmas-plus.ru (Xromatek Kristall 5000).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Rasm manbalari: Wikimedia Commons (CC0, CC BY-SA 4.0, CC BY 2.0), muallif va litsenziya har rasm ostida; blok-sxemalar — Forensic Expert (o‘z chizma).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Z.O., Umarova G.Q., Toksikologik kimyo, betlar: 188–193; E-lab infrastructure (astanahub.com)., Gazovyy khromatograf «Kristallyuks-4000M», betlar: katalog kartochkasi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Xromatek «Kristallyuks» gaz xromatografida etanolni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Z.O., Umarova G.Q. Toksikologik kimyo (o‘quv-uslubiy majmua), 2025.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E-lab infrastructure (astanahub.com). Gazovyy khromatograf «Kristallyuks-4000M» (katalog yozuvi).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christmas-plus.ru (sotuvchi katalogi). Gazovyy khromatograf Khromatek Kristall 5000.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