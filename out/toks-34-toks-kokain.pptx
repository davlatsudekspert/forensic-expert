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kokain nima uchun giyohvandlik vositalari orasida alohida o‘rin tutadi? Doskada: ma’ruzaning 4 bo‘limi: tarix, preparatlar, toksikokinetika, tahlil. Tipik xato: kokainni faqat «giyohvand modda» deb o‘ylab, uning alkaloid ekanini va tahlil sxemasini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kokain avval «zararsiz» deb hisoblangan? Doskada: vaqt chizig‘i: 1859 (ajratish) - 1902 (sintez). Tipik xato: ajratib olish va sintez yillarini aralashtirish. Izoh: kitobda universitet nomi «Gottingem» deb yozilgan; slaydda umumiy qabul qilingan imlo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qaramlik ichimlik taqiqiga qanday sabab bo‘lgan? Doskada: 1886 - 1904 - 1914 - 1961 yillar zanjiri. Tipik xato: konvensiya yilini AQSh taqiqi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plantatsiyalarda faqat ikki tur o‘stiriladi? Doskada: 200 - 17 - 2 raqamlar zanjiri. Tipik xato: 17 turni plantatsiya turlari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ekgonin hosilalari nima uchun tahlilda muhim? Doskada: kokain - ekgonin hosilalari qatori (metil-, benzoil-, sinnamoil-). Tipik xato: benzoilekgoninni kokainning o‘zi deb hisoblash: u metabolit va alkaloid hosilasidir.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pasta va gidroxlorid o‘rtasidagi farq nima? Doskada: barg - pasta - asos - gidroxlorid zanjiri. Tipik xato: pastani tayyor yuqori tozalikdagi mahsulot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qo‘shimchalar tahlilga qanday ta’sir qiladi? Doskada: tarkib: kokain 80-90%, qo‘shimchalar ro‘yxati. Tipik xato: namunadagi barcha chiziqlarni kokainga tegishli deb hisoblash. Izoh: qo‘shimchalar (benzokain, prokain) 59-betdagi YuQX jadvalida ham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«qo‘ng‘ir» va «qora» kokain nima uchun tayyorlanadi? Doskada: to‘rt ko‘rinish jadvali. Tipik xato: «spidbol»ni faqat kokain deb o‘ylash: u geroin bilan aralashma.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qorachiq kengayishi nega muhim belgi? Doskada: belgilar guruhi: ruhiy / jismoniy / teri. Tipik xato: ta’sirni faqat ruhiy belgilar bilan cheklash.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asoratlar o‘limga eng yaqin? Doskada: nafas va yurak-qon tomir asoratlari ustunlari. Tipik xato: o‘limni faqat doza bilan bog‘lash: individual sezgirlik 56-betda ham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modda tahlilda uzoq muddat aniqlanadi? Doskada: uch modda T1/2 jadvali. Tipik xato: yarim chiqish davrini aniqlash muddati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qon tomirga yuborilganda ta’sir tezroq va kuchliroq? Doskada: yo‘llar bo‘yicha foizlar. Tipik xato: chekishni to‘liq so‘rilish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klinik va «ko‘cha» dozasini solishtiring. Doskada: dozalar ustuni: klinik - ko‘cha - o‘limli. Tipik xato: mg/kg va mg birliklarini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bir xil doza turli odamda har xil ta’sir qiladi? Doskada: 20 mg - 1,2 g - 8-10 g shkalasi. Tipik xato: yagona «o‘limli doza»ni mutlaq deb hisoblash. Izoh: kitobda 200 mg (qabul qilmagan inson) va 1,2 g (og‘iz orqali letal) ikki xil ko‘rsatilgan; ikkalasi ham 56-betda, slaydda sharti bilan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siydikda asosan metabolitlar izlanadi? Doskada: to‘rt modda ulushi jadvali. Tipik xato: o‘zgarmagan kokainni asosiy chiqarilish shakli deb hisoblash. Izoh: metabolizm sxemasi kitobda 1-rasm (57-bet) sifatida chizma holda berilgan; matni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ikki maxsus metabolit qanday xulosaga olib keladi? Doskada: 4 ta muddat/belgi. Tipik xato: metabolit nomini aralashtirish. Izoh: kitobda «benzilekgonin» deb yozilgan joylar bor; kontekstga ko‘ra benzoilekgonin nazarda tutiladi.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kerosinli ajratma nordonlashtirilgan suv bilan qayta ishlanadi? Doskada: 5 bosqichli zanjir. Tipik xato: ishqoriy muhitdan keyingi cho‘kmani tayyor gidroxlorid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KMnO4 qaysi vazifani bajaradi? Doskada: pasta - asos - gidroxlorid zanjiri. Tipik xato: asos va gidroxloridni bir xil modda deb hisoblash. Izoh: kitobda KMnO4 qo‘shilishining kimyoviy sababi tushuntirilmagan.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reagentlar sarfi nazoratda nega muhim? Doskada: 100 kg - 20 kg KMnO4 - 30 l HCl nisbatlari. Tipik xato: erituvchilarni ham «kislota» deb hisoblash. Izoh: bu bo‘lim prekursorlar nazorati (39-dars) bilan bog‘lanadi.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oddiy erituvchi va kislotalar nazoratga olingan? Doskada: kokain zanjiridagi 5 modda: H2SO4, KMnO4, HCl, aseton, toluol. Tipik xato: prekursorlarni faqat giyohvandlik vositasining o‘zi deb hisoblash. Izoh: prekursorlar bobi (39-dars): gmt 146-154.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pH 7,0-8,5 tanlanadi? Doskada: ekstraksiya: pH - xloroform - parlatish - HCl. Tipik xato: kuchli ishqoriy muhitni tanlash: gidroliz xavfi ortadi. Izoh: kitobda pH tanlash sababi izohlanmagan; faqat diapazon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amorf cho‘kma va kristall farqini tushuntiring. Doskada: ikki ustun: amorf - kristall. Tipik xato: amorf cho‘kmani aniqlovchi natija deb hisoblash. Izoh: kitob matnida kristallar «qizil-binafsha», 61-betdagi test javoblarida «pushti» deyilgan; matn varianti olindi. Kitobda «Maer» yozilgan, «Mayer» deb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rang HCl bilan o‘chib, xloroformda qaytadi? Doskada: 5 bosqichli rang o‘zgarishi. Tipik xato: ko‘k rangni yagona dalil deb hisoblash: reaksiya dastlabki. Izoh: p.91 da fensiklidin ham Skott reaktivi bilan ko‘k beradi (38-dars).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farmakologik va hid sinovlari qaysi hollarda yordamchi? Doskada: 4 sinov ro‘yxati. Tipik xato: bu sinovlarni tasdiqlovchi usul deb hisoblash. Izoh: til uchidagi sinov xavfsizlik jihatidan zamonaviy laboratoriyada qo‘llanmaydi; tarixiy usul sifatida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bir necha sistema ishlatiladi? Doskada: uch sistema tarkibi. Tipik xato: Rf100 ni Rf bilan aralashtirish: Rf100 = Rf x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metabolitlarni YuQX da kokaindan qanday ajratamiz? Doskada: Rf100 jadvali. Tipik xato: bitta sistema natijasi bilan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modda kokainga eng yaqin Rf beradi? Doskada: kokain 81/59/56 bilan taqqoslash. Tipik xato: bitta sistemada yaqin Rf ni bir modda deb hisoblash: sinnamoilkokain №2 da kokain bilan bir xil (59).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YuSSX da nega bir necha to‘lqin uzunligi ishlatiladi? Doskada: kolonka - elyuent - detektor. Tipik xato: bu sharoitni umumiy deb bilish: kitobda bu «uslublardan biri».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kalibrlash chizig‘i qanday tuziladi? Doskada: suyultirish ketma-ketligi: tortma - 50 ml - 5 ml - 50 ml. Tipik xato: optik zichlikni to‘lqin uzunligi bilan aralashtirish. Izoh: hisoblash formulasi kitobda rasm sifatida berilgan; matn ko‘rinishida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dastlabki reaksiya va tasdiqlovchi usul farqi nima? Doskada: 5 qadamli sxema. Tipik xato: dastlabki reaksiya natijasini yakuniy xulosa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cutoff nima uchun kerak va nega skrining/tasdiqlash qiymatlari farq qiladi? Doskada: 300 ng/ml (skrining) va 150 ng/ml (tasdiqlash). Tipik xato: cutoff dan past natijani «kokain qabul qilinmagan» deb yozish. Izoh: malaka №107 va №042 qiymatlari AQSh (CDRH 1997, Cone 1996) manbalaridan; O‘zbekiston me’yori emas, shuning uchun qo‘shimcha ma’lumot sifatida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kokain va alkogol birgalikda qabul qilinganini qanday isbotlash mumkin? Doskada: keys jadvali: muammo - sabab - yechim. Tipik xato: kokaetilen va benzoilekgonin etil efirini bir modda deb yozish. Izoh: kitob keysda «kokaetilen» deydi, 56-betda esa «benzoilekgoninning etil efiri»; ikki atama kitobda bog‘lanmagan, talaba o‘qituvchi bilan aniqlashtirsin.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uchta asosiy xulosani o‘z so‘zingiz bilan ayting. Doskada: bir satrli sxema: ajratish - reaksiya - xromatografiya - UB-SF. Tipik xato: nazorat savollarini yodlab, usullarni bog‘lamaslik. Izoh: murda alkaloidlaridan farqlash savoli 80-betda berilgan, lekin kitob javobni bermaydi.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Kokain va kokain saqlovchi preparatlar; biosuyuqliklardan ajratish va tahlil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Ma’ruza mavzusi: kokain, kokain saqlovchi preparatlar, ularni biosuyuqliklardan ajratib olish va tahlil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koka tarixi va o‘simligi, preparat turlari, ta’siri, toksikokinetika, ishlab chiqarish, rangli va xromatografik tahlil.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ekgonin, benzoilekgonin, kokain pastasi, krek, Skott reaksiyasi, YuQX, YuSSX.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54, 54-59, 55-59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Koka va kokain tarixi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Janubiy Amerika hindulari koka butasi barglarini 5000 yildan beri diniy marosimlarda, charchoq va ochlik hissini kamaytirish uchun ishlatgan.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Kokain koka bargidan 1859 yilda Gettingen universitetida Albert Nieman tomonidan ajratib olingan, 1902 yilda sintez qilingan.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18-19-asrlarda kokain «zararsiz» stimulyator va og‘riq qoldiruvchi sifatida dori vositalari, ichimliklar, vino va shirinliklar tarkibiga kiritilgan.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Taqiqlanishi: «Koka-kola» va 1961 yilgi konvensiya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1886 yilda dorishunos Djon Pemberton tarkibiga kokain qo‘shilgan «Koka-kola» ichimligini ishlab chiqargan.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Ichimlik qaramlik chaqirgani uchun 1904 yilda AQSh hukumati tomonidan taqiqlangan; 1914 yildan boshqa davlatlarda ham choralar ko‘rila boshlangan.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1961 yilda «Giyohvandlik vositalarini nazorat qilish» xalqaro konvensiyasi qabul qilingan; unga binoan kokain taqiqlangan.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Koka o‘simligi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Koka butasining vatani Peru va Boliviya; hozirgi vaqtda yovvoyi holda umuman uchramaydi.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Qadimdan madaniylashtirilgan: avval hindular, XX asrda Yava va Shri-Lanka orollarida, Janubi-sharqiy Osiyoda, keyinroq Afrikada plantatsiyalar tashkil qilingan.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Erythroxylon oilasida 200 tur ma’lum, 17 turi kokain yig‘adi; kokain ko‘p bo‘lgani uchun faqat Erythroxylon coca va E. novogranatense o‘stiriladi.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Koka bargi alkaloidlari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Barglarda turli alkaloidlar 0,5-1,5% miqdorida bo‘lib, asosiysi kokain; uning ulushi umumiy alkaloidlarning 30% ini tashkil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Qolganlari ekgonin hosilalari: metilekgonin, sis- va trans-sinnamoilkokain, benzoilekgonin, tropakokain, truksillin kislota.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Ekgoninning hamma hosilalari sanoatda kokainni yarimsintez qilish uchun ishlatiladi; barglarda gigrin va kuskgigrin ham uchraydi.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54-55, 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Koka bargi va kokain pastasi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Koka barglari qora bozorda tarqatiladigan «Coca mate» choyi tayyorlashda ishlatiladi; u kofega nisbatan yengil stimulyator.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Kokain pastasi (kokain sulfat) «basuco», «basa», «pitillo», «testo» nomlari bilan uchraydi; past navli giyohvand vosita.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Pasta Janubiy Amerikada past tabaqa aholisi orasida keng tarqalgan; u koka bargiga ishlov berishdagi oraliq mahsulotdir.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Kokain gidroxlorid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 kristall kukun («chow»), odatda hidsiz; katta rangsiz kristallar («rock») holida ham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tomirga yuborish yoki kokain asosini olish uchun ishlatiladi; unda kokain miqdori 80-90% ni tashkil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«Ko‘cha savdosi» uchun 12-50% gacha pirasetam, kofein, lidokain, prokain, benzokain, shakar va kraxmal qo‘shib suyultiriladi.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Kokain asosi va boshqa ko‘rinishlar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«Qo‘ng‘ir» kokain giyohvandni maskirovka qilish uchun (eruvchan kofe yoki choy ko‘rinishida) tayyorlanadi.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«Qora» kokain polimer material bilan aralashtiriladi; undan haykalchalar, diplomat va ushlagichlar yasaladi.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Koka bargi va kokain — insonga ma’lum eng kuchli o‘simlik asosidagi stimulyatorlardandir.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36750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Nomi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Tavsifi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Kokain asosi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«krek», «freebase»; gidroxloriddan olinadi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«Qo‘ng‘ir» kokain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kobalt/temir xlorid bilan; ~40% kokain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«Qora» kokain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kokain tuzi + polimer material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«Spidbol»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kokain va geroinning teng aralashmasi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ko‘rinishlari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Kokainning ta’siri: dastlabki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Kokain inson miyasining dofaminergik tizimiga ta’sir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Belgilar: emotsional hayajon, quvvat va energiya, aqliy faoliyatning «shiddatlashuvi», uyqu moyilligining pasayishi, ishtahaning yo‘qolishi, vaznning kamayishi.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Shuningdek: «kokain burgalari» chaqishidan teri qizarishi, ko‘z qorachig‘ining kengayishi, tushunarsiz gapirish, titroq, uyqusizlik, surunkali shamollash.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Og‘ir ta’sirlar va asoratlar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Konvulsiya, tirishish, depressiya, alahsirash, yolg‘on va irratsional g‘oyalar, gallyusinatsiyalar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Nafas olishning qiyinlashishi, o‘pka shishishi va nafas to‘xtashi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Yurak-qon tomir muammolari: aritmiya, infarkt, yurak to‘xtashi, serebral infarkt, insult; o‘zini o‘ldirishga moyillik.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55-56, 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Yarim chiqish davri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Yarim chiqish davri modda bo‘yicha farq qiladi: kokain daqiqalarda, metabolitlari soatlarda o‘lchanadi.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Benzoilekgonin va metilekgonin kokaindan uzoqroq saqlanadi, shuning uchun metabolitlar tahlilda muhim.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9516"/>
                <a:gridCol w="248845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T1/2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Kokain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38-67 daqiqa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Benzoilekgonin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4-6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Metilekgonin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2,5-7,6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Yarim chiqish davri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Kokain biosamaradorligi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Biosamaradorlik qabul qilish yo‘liga bog‘liq: og‘iz va burun orqali 20-40%, chekilganda 6-32%.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tomirga yuborilganda biosamaradorlik 100% ni tashkil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Yo‘li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Ulushi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Og‘iz orqali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20-40%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Burun orqali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20-40%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Chekilganda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6-32%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tomirga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Biosamaradorlik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Kokain dozalari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Klinik doza 1,5 mg/kg; ilgari qabul qilmagan inson uchun o‘limga olib keluvchi doza 200 mg.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martalik «ko‘cha» dozasi 15-60 mg.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Burunga yuborish uchun («dorojka», 3-5 sm uzunlikda) 10-20 mg dan 50-100 mg gacha.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 va letal doza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Og‘iz orqali qabul qilinganda toksik doza 500 mg, letal doza 1,2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Individual hollarda letal doza 20 mg gacha kamayishi yoki 8-10 g gacha ko‘payishi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Kitobda ilgari qabul qilmagan inson uchun o‘limga olib keluvchi doza 200 mg deb ham berilgan.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Chiqarilishi va metabolitlar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martalik dozaning 90-95% i siydik orqali 2-3 kun davomida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Asosan metabolitlar holida chiqariladi; norkokain va gidroksillangan metabolitlar 10% gacha.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9516"/>
                <a:gridCol w="248845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Ulushi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Kokain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1-9%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Benzoilekgonin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35-60%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Metilekgonin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32-49%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Ekgonin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1-8%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Siydikdagi ulushlar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Siydikda aniqlash muddati va maxsus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martalik dozada o‘zgarmagan kokain siydikda 8-24 soat, benzoilekgonin va metilekgonin holida 48 soat mobaynida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Surunkali qabul qilinganda aniqlash vaqti 5 kunga uzayadi.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Siydikda benzoilekgoninning etil efiri aniqlansa, kokain va alkogol bir vaqtda qabul qilingan.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Angidroekgoninning metil efiri aniqlansa, krek yoki kokain asosi chekilgan.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Kokain pastasini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Mayda qirqilgan barglar suv va ohak (potash) eritmalari bilan aralashtirilib, bo‘ktiriladi.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Barglar kerosin bilan ekstraksiya qilinadi; ajratma nordon suv bilan qayta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qism ohak va ammiak bilan ishqoriylanadi: tozalanmagan kokain cho‘kadi, quritiladi — pasta.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Barg + suv, ohak (potash)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Kerosin bilan ekstraksiya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Nordon suv bilan reekstraksiya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Ohak + ammiak: ishqoriy muhit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Cho‘kma quritiladi: pasta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pastasi olinishi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Kokain asosi va gidroxloridni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Pasta suyultirilgan sulfat kislotada eritilib, pushti rang hosil bo‘lguncha KMnO4 eritmasi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necha kundan so‘ng filtrlanadi; filtrat ammiak bilan ishqoriylanadi — cho‘kma kokain asosi.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Tozalangan asos efirda eritilib, kons. HCl va aseton qo‘shiladi — kokain gidroxlorid cho‘kadi.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Pasta + suyult. H2SO4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KMnO4 — pushti ranggacha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Bir necha kun, filtrlash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Ammiak: kokain asosi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 + HCl + aseton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Pastadan gidroxloridgacha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Ishlab chiqarish uchun reagent sarfi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100 kg kokain gidroxlorid uchun 100-400 l sulfat kislota, 20 kg kaliy permanganat va 30 l xlorid kislota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Bundan tashqari 1500-2000 l aseton yoki dietil efiri yoki metiletilketon yoki toluol sarflanadi.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Ma’lumotlarga ko‘ra 1 ga maydondan bir marta yig‘ilgan koka barglaridan 5 kg kokain olish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Prekursorlar: kokain ishlab chiqarishdagi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Aseton, metiletilketon, toluol va dietil efiri prekursorlar ro‘yxatida erituvchi sifatida ko‘rsatilgan.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 va xlorid kislotalar ro‘yxatda reaktiv sifatida ko‘p giyohvandlik vositalari tayyorlashda ishlatilishi bilan keltirilgan.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ro‘yxatda pervitin, LSD, kokain, geroin va boshqalarni tayyorlashda erituvchi sifatida ko‘rsatilgan.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147-148, 148, 147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Biosuyuqliklardan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Kokain qon, siydik va boshqa biologik suyuqliklardan ishqoriy muhitda (pH 7,0-8,5) xloroform bilan yaxshi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qisman kislotali muhitda ham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Ekstraktdan oz hajm olinib, erituvchi parlatiladi va qoldiq xlorid kislotada eritiladi; shu eritma bilan reaksiyalar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Cho‘ktiruvchi reaktivlar va KMnO4 mikrokristallari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Mayer, Bushard, Dragendorf reaktivlari va pikrin kislotasi bilan kokain asosan amorf cho‘kmalar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Kaliy permanganat va xlorid kislota ishtirokida kokain to‘g‘ri to‘rtburchak shaklidagi qizil-binafsha kristallar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Ikkala reaksiya ham ajratmadan olingan, xlorid kislotada eritilgan namuna bilan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Skott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Reaktiv: kobalt tiotsionatning 2% eritmasi va 96% glitserin (1:1) aralashmasi; namunaga 5 tomchi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Kokain bo‘lsa ko‘k rang hosil bo‘ladi; 1-2 tomchi konsentrlangan HCl rangni o‘chiradi.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So‘ng bir necha tomchi xloroform qo‘shilsa, u to‘q ko‘k rangga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 + reaktiv (5 tomchi)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Ko‘k rang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kons. HCl: rang o‘chadi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xloroform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Xloroform: to‘q ko‘k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Skott reaksiyasi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Gidroliz, hid va farmakologik sinovlar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Suvli ajratma 2 tomchi kons. HCl bilan gidrolizlanib, etil spirti qo‘shiladi: benzoy etil efirining o‘ziga xos hidi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Hid bo‘yicha: quruq material KOH ning metanoldagi eritmasi bilan ho‘llanadi, ortiqcha spirt parlatilgach hid standart namuna bilan solishtiriladi.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Farmakologik: kokain eritmasi mushukning bir ko‘ziga tomizilganda qorachiq kengayadi.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Kokain kukunini til uchida sezish qobiliyatining pasayishi bilan ham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erituvchi sistemalari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Qo‘zg‘almas faza sifatida Sorbton, Sorbfil yoki Kizelgel G 60 plastinkalari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Kokain va metabolitlarining natijalari Rf100 ko‘rsatkichi bilan 3-jadvalda berilgan.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200"/>
                <a:gridCol w="455777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Tarkibi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№1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Xloroform:dioksan:etilasetat:NH3 (25:60:10:5)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№2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Metanol : ammiak 25% (100:1,5)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№3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Siklogeksan:toluol:dietilamin (75:15:10)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Erituvchi sistemalari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natijalari: kokain va metabolitlari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Kokain uch sistemada ham aniq qiymat beradi: 81, 59 va 56.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Ekgonin va benzoilekgonin №1 va №3 sistemada start chizig‘ida qoladi (Rf100 = 0).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Rf100 №1/2/3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Kokain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81 / 59 / 56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Ekgonin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 / 84 / 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Metilekgonin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61 / 65 / 44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Benzoilekgonin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 / 25 / 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Rf100 (3-jadval)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natijalari: qo‘shimchalar va metadon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Sinnamoilkokain, benzokain, metadon va prokain kokain bilan solishtirish uchun jadvalga kiritilgan.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Benzokain va prokain kokain preparatlariga qo‘shiladigan moddalar sifatida ham ko‘rsatilgan.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5446"/>
                <a:gridCol w="257252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Rf100 №1/2/3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Sinnamoilkokain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83 / 59 / 51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Benzokain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77 / 80 / 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Metadon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75 / 41 / 74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Prokain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61 / 55 / 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Rf100 (3-jadval)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59, 55, 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«Milixrom 4» xromatografida o‘tkaziladi; kolonka KAX-4 (62x2 mm).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Elyuent: fosfat buferi va asetonitrilning 80:20 nisbatdagi aralashmasi; elyuirlash tezligi 100 mkl/daq.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Deteksiyalash to‘lqin uzunliklari: 210, 234, 254, 276 va 302 nm.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UB-spektrofotometrik miqdoriy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Namunadan 10-15 mg aniq tortma olinib, 50 ml tozalangan (2-3 tomchi kons. HCl bilan nordonlashtirilgan) suvda eritiladi.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Olingan eritmadan 5 ml 50 ml o‘lchov kolbasiga solinadi va belgigacha tozalangan suv bilan yetkaziladi.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 spektrdan 234 nm dagi optik zichlik aniqlanadi; kokain gidroxlorid konsentratsiyasi kalibrlash chizig‘idan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Namunadagi kokain miqdori ko‘rsatilib, dalolatnoma rasmiylashtiriladi.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Tahlilning umumiy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Ajratib olish: ishqoriy muhitda (pH 7,0-8,5) xloroform bilan; qoldiq xlorid kislotada eritiladi.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Dastlabki: cho‘ktiruvchi reaktivlar, KMnO4 mikrokristallari va Skott reaksiyasi.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Tasdiqlash va miqdor: YuQX (Rf100), YuSSX, UB-spektrofotometriya (234 nm).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Ajratib olish (xloroform)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Dastlabki rangli reaksiyalar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Mikrokristall reaksiya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 / YuSSX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UB-SF miqdori, dalolatnoma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tahlili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58, 58-59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Siydikda skrining va tasdiqlash chegarasi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Siydik skriningida kokain uchun cutoff 300 ng/ml, tasdiqlashda esa benzoilekgonin uchun 150 ng/ml.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Kokain siydikda qabul qilgandan 2-6 soat o‘tgach aniqlanadi va 48-72 soat davomida aniqlanishi mumkin (bir martalik qabul).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Kitobga ko‘ra o‘zgarmagan kokain 8-24 soat, metabolitlari 48 soat aniqlanadi; manbalardagi farq ma’lumot turi bilan bog‘liq.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№107., TGK metabolizmi va ajralishi; biosuyuqliklarda aniqlash muddatlari, betlar: cutoff jadvali; Malaka materiali №042., Narkotiklarni siydikda aniqlash intervallari, betlar: kokain qatori; Yuldashev Z.A., Zulfikariyeva D.A., Usmanaliyeva Z.U., Nurmatova M.I., Giyohvand moddalar tahlili. O‘quv qo‘llanma. Toshkent, betlar: 56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Amaliy keys: siydikda kokaetilen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Keys: sud-kimyo ekspertizasiga biologik ob’ekt sifatida siydik keltirilgan; ajratma GX-MS da tahlil qilinganda kokaetilen topilgan.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Topshiriq: tahlil natijasini izohlang va muammo jadvalini to‘ldiring (muammo turi, kelib chiqish sabablari, hal etish yo‘llari).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Siydikda benzoilekgoninning etil efiri kokain va alkogol birga qabul qilinganini ko‘rsatadi.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61, 56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Kokain koka bargining asosiy alkaloidi (umumiy alkaloidlarning 30% i); preparatlari: pasta, gidroxlorid, asos (krek).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Siydikda asosan metabolitlar topiladi (benzoilekgonin 35-60%, metilekgonin 32-49%).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Tahlil: pH 7,0-8,5 da xloroform bilan ajratish, Skott va KMnO4 reaksiyalari, YuQX, YuSSX, UB-SF (234 nm).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 savollari: kokain qaysi o‘simlikdan, qanday ajratiladi; metabolitlari; mikrokristall reaksiyalar; murda alkaloidlaridan farqlash.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54-55, 56, 58-59, 80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Kokain bargi: kokain pastasi sulfat kislotada eritilib KMnO4 bilan ishlanishi (pushti rang) asos olishdagi muhim qadam ekani kitobda ko‘rsatilgan.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kokain yarim chiqish davri 38-67 daqiqa, benzoilekgonin 4-6 soat, metilekgonin 2,5-7,6 soat.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Muhim farq: biosamaradorlik qon tomirga yuborilganda 100%, chekilganda 6-32%, og‘iz va burun orqali 20-40%.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 maslahat: kokain bilan YuQX da qo‘shimchalar (benzokain, prokain, metadon) bir xil sistemada yaqin Rf100 berishi mumkin, shuning uchun 3 ta sistema ishlatiladi.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Kokain va kokain saqlovchi preparatlar; biosuyuqliklardan ajratish va tahlil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54-59, 61, 80, 147-148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№042. Narkotiklarni siydikda aniqlash intervallari (CDRH, 1997).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№107. TGK metabolizmi va ajralishi; biosuyuqliklarda aniqlash muddatlari, skrining va tasdiqlash cutoff qiymatlari (BMT 1993, CDRH 1997, Cone 1996 manbalaridan).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