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zaharlanish zo‘raki o‘lim tarkibida uchinchi o‘rinda turadi deb o‘ylaysiz? 2) Tirik shaxslar ekspertizasida zaharlanish qanday uchrashi mumkin? Doskada: zo‘raki o‘lim sabablarini 1-2-3 tartibda yozdiring (jarohat, asfiksiya, zaharlanish). Tipik xato: zaharlanishni zo‘raki o‘limning eng ko‘p uchraydigan turi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Dori qachon zaharga aylanadi? 2) Nega ‘mutlaq zahar yo‘q’ deyiladi? Doskada: ‘modda → doza → ta’sir’ zanjirini chizdiring. Tipik xato: zahar va zaharlanish tushunchalarini aralashtirish, zaharni doza hisobga olinmagan mutlaq xususiyat deb qarash.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Klinik toksikolog va sud-tibbiy ekspert vazifalari qanday farqlanadi? 2) Ekspertga huquqni muhofaza idoralari qanday savollar beradi? Doskada: ikki ustunli jadval chizdiring (boshqa turlar va sud-tibbiy). Tipik xato: sud-tibbiy toksikologiyaning vazifasini davolash va oldini olish deb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Nima uchun amaliyotda baxtsiz hodisalar eng ko‘p uchraydi? 2) Qasddan va tasodifiy zaharlanishni nima ajratadi? Doskada chizing: uchta tarmoqli sxema (qotillik, o‘z-o‘zini o‘ldirish, baxtsiz hodisa) va ularni uchrash tartibida raqamlang. Tipik xato: qotillikni eng ko‘p uchraydigan tur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Dozadagi xato va dorini almashtirib yuborish nima bilan o‘xshash va nima bilan farqlanadi? 2) Shifokor bunday holatda nimaga e’tibor berishi kerak? Doskada chizing: ikki ustunli ‘qasddan’ va ‘tasodifan’ jadvali, har biriga turlarni joylang. Tipik xato: yatrogen zaharlanishni qasddan qilingan harakat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Nima uchun bolalar kattalarga nisbatan sezgirroq? 2) Yog‘da eriydigan modda qaysi yo‘llar bilan o‘tishi mumkin? Doskada chizing: markazda ‘zaharlanish’, atrofida to‘rt omil bilan strelkali sxema. Tipik xato: tashqi sharoitni barcha zaharlar uchun muhim deb o‘ylash, aslida u faqat ayrim moddalarda ahamiyatli.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gaz suyuqlikdan tezroq ta’sir qiladi? 2) Doza va konsentratsiya bir narsami? Doskada chizish: zaharli modda omillarining 5 shoxli sxemasi (tuzilish, doza, agregat holat, eruvchanlik, barqarorlik). Tipik xato: talaba ‘o‘xshash kimyoviy tarkib = o‘xshash toksiklik’ deb o‘ylaydi. Qo‘shimcha (slayddan ko‘chirilgan, manba shu bet): Is gazi va karbonat angidrid ikkalasi uglerod va kisloroddan iborat, lekin toksikligi bir xil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bir xil zahar turli ichimlikda turlicha ta’sir qiladi? 2) Kumulyatsiya surunkali zaharlanishda nimaga olib keladi? Doskada chizish: ‘modda → vexikulum → ta’sir’ zanjiri. Tipik xato: margimush va sianidning muhitga munosabatini aralashtirish (margimush — ishqoriyda kuchayadi, sianid — kislotalida).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Eruvchanlik nima uchun toksiklikni belgilaydi? 2) Fenolning konsentrlangan va suyultirilgan eritmasi nimasi bilan farq qiladi? Doskada chizish: ikki ustunli ‘erimaydi / eriydi’ jadvali (bariy sulfat va bariy xlorid). Tipik xato: bariyning har qanday tuzi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6–7 daq. Muhokama: 1) Nega bolalarda zaharning bir xil dozasi xavfliroq? 2) Oshqozon to‘la va bo‘sh bo‘lganda zaharning so‘rilishi qanday farqlanadi? Doskaga chizish: 4 ta omil (vazn, jins/yosh, salomatlik, oshqozon massasi) bilan «organizm omillari» sxemasi. Tipik xato: jins bo‘yicha toksik ta’sirda farq bor deb o‘ylash; manbada farq yo‘q, faqat homiladorlik kabi davrlarda sezgirlik ortadi.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6–7 daq. Muhokama: 1) Tolerantlik va bog‘liqlik qanday bog‘lanadi? 2) Nega abstinensiya sindromi narkomaniya va toksikomaniyada muhim? Doskaga chizish: «takroriy qabul → tolerantlik → doza oshishi → bog‘liqlik → abstinensiya» zanjiri. Tipik xato: idiosinkraziyani oddiy allergiya yoki tolerantlik bilan almashtirish. Manbada idiosinkraziya genetik o‘ta sezgirlik sifatida beriladi. Qo‘shimcha (slayddan ko‘chirilgan, manba shu bet): Qabul qilinmasa abstinensiya sindromi chiqadi (narkomaniya, toksikomaniya).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6–7 daq. Muhokama: 1) Nega to‘g‘ri ichak orqali kirgan zahar kuchliroq ta’sir qilishi mumkin? 2) Qaysi tashqi sharoit is gazi va alkogol ta’sirini oshiradi? Doskaga chizish: kirish yo‘llari → qon → jigardan o‘tish / o‘tmaslik sxemasi. Tipik xato: barcha so‘rilish yo‘llarini bir xil deb hisoblash. Manbaga ko‘ra jigardan o‘tmagan moddalar kuchliroq ta’sir qiladi. Qo‘shimcha (slayddan ko‘chirilgan, manba shu bet): Shu sabab oshqozon-ichakdan so‘rilganga nisbatan kuchliroq ta’sir qiladi. Manbadan qo‘shimcha (slaydda sig‘magan): Nafas yo‘llari, to‘g‘ri ichak va qin shilliq qavatidan so‘rilgan modda jigardan o‘tmaydi. Shu sabab oshqozon-ichakdan so‘rilganga nisbatan kuchliroq ta’sir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 savollari: 1) Nega vodorod sulfid aynan quduq va o‘ralarda to‘planadi? 2) Hodisa joyidagi havo tarkibini o‘rganish nima uchun muhim? Doskada chizish: yopiq muhit omillari (harorat, namlik, shamollatish) va ularga mos zaharlar ro‘yxati. Tipik xato: yopiq muhit hamma zaharga bir xil ta’sir qiladi deb o‘ylash. Manbada bu omillar faqat ayrim moddalar uchun ahamiyatli deyilgan (135-bet). Javob tayanchi: vodorod sulfid zaharlanishida murdada tuxum hidi va olcha rang-qizil qon (155-bet).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 savollari: 1) Nega funksional zaharlarda tibbiy hujjatlar muhim dalil bo‘ladi? 2) Laboratoriya natijasi nima uchun boshqa ma’lumotlar bilan birga baholanadi? Doskada chizish: uch bosqichli zanjir va har bosqichga 2 ta misol dalil. Tipik xato: faqat murda tekshiruviga tayanish. Manbada ko‘p zaharlanishda xos o‘zgarish bo‘lmasligi aytilgan (136-bet). Qo‘shimcha: zahar ma’lum bo‘lsa, “uch nuqta” qoidasi bo‘yicha namuna olinadi: zahar kirgan, ta’sir etgan va chiqqan joydan (136-bet).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Nega namuna uch joydan olinadi? 2) Manba noma’lum bo‘lsa, nega ko‘p a’zo olinadi? Doskada: ‘kirdi – ta’sir etdi – chiqdi’ uch nuqtasini chizib, har biriga a’zo yozdiring. Eslab qoling: uch nuqta = kirgan + ta’sir etgan + chiqqan joy. Tipik xato: qonni boshqa suyuqliklar bilan bir idishga solish yoki ‘o‘rta sinama’ni har qanday holatda olish. Aslida u faqat chuqur chirishda 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Zahar qanchalik tez qonga o‘tsa, toksik ta’sir qanday o‘zgaradi? 2) Etil spirti misolida miqdoriy o‘zgarishni tushuntiring. Doskada: diagrammadagi to‘rt bosqichni chizib, har biriga bittadan misol yozdiring. Diqqat: toksikokinetika (zahar bilan nima bo‘ladi) ≠ toksikodinamika (organizm zaharga qanday javob beradi). Tipik xato: bu ikki tushunchani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Nega metanol va etilenglikol zaharlanishida metabolitlar muhim? 2) Zahar eruvchanligi uning to‘planish joyi va chiqarilish yo‘lini qanday belgilaydi? Doskada: ‘eruvchanlik → to‘planish → chiqarilish’ jadvalini (yog‘da / suvda eruvchi) chizdiring. Tipik xato: biotransformatsiya har doim zaharni zararsizlantiradi deb o‘ylash. Aslida metanol va etilenglikolda toksiklik kuchayadi.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bir moddaning dastlabki va kech ta’siri har xil bo‘ladi? 2) Metabolit nima uchun muhim? Doskada chizish: sirka kislotasi uchun uch bosqichli zanjir (birlamchi → keyingi → metatoksik). Tipik xato: toksikokinetika va toksikodinamikani aralashtirish; kech asoratni zaharning birlamchi ta’siri deb o‘ylash. Qo‘shimcha (slayddan ko‘chirilgan, manba shu bet): Sirka kislotasi avval shilliq qavatni kuydiradi, so‘ng atsidoz tufayli gemoliz, keyin toksik gepatit va nefroz chiqadi. Metanolda ham shunday: dastlab narkotik, keyin metabolit ta’siri. Manbadan qo‘shimcha (slaydda sig‘magan): Metanolda ham shunday: dastlab narkotik, keyin metabolit ta’siri.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Talabalar 2 daqiqa mustaqil javob yozadi, keyin muhokama. Muhokama: 1) Yashirin davr nimani bildiradi? 2) Sud-kimyoviy tekshiruvda metanolni qancha vaqt aniqlash mumkin (3-5 kun, 161-bet)? Doskada chizish: metil spirti → formaldegid (→ chumoli kislotasi) sxemasi. Tipik xato: metanolning o‘zi kuchli zahar deb o‘ylash; aslida kuchli toksik ta’sirni asosan metabolitlar ko‘rsatadi. Qo‘shimcha (slayddan ko‘chirilgan, manba shu bet): Keyin ahvol keskin yomonlashib, ko‘rish buzilgan, 2-3 kunda nafas markazi falajidan o‘lim ehtimoli bor. Kardio-, nefro- va neyrotoksik o‘zgarishlar formaldegidga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Destruktiv va funksional zaharlarning morfologik farqi nimada? 2) Is gazi qaysi guruhga kiradi va nega? Doskada chizish: tasnif daraxti (zaharlar → mahalliy / umumiy → destruktiv, gemotrop, funksional). Tipik xato: sirka kislotasini faqat mahalliy zahar deb hisoblash, uning gemolitik rezorbtiv ta’sirini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kislota ta’sirida nekroz quruq bo‘ladi? 2) Erta va kech o‘lim sabablari qanday farqlanadi? Doskada chizing: vodorod ionlari → suvsizlanish → oqsil ivishi → quruq nekroz → strup. Tipik xato: kislota nekrozini ishqor nekrozi (suyuqlanish) bilan adashtirish. Qo‘shimcha (slayddan ko‘chirilgan, manba shu bet): Kech o‘limga pnevmoniya, o‘tkir jigar-buyrak yetishmovchiligi, mediastenit yoki peritonit sabab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Nega xlorid va sirka kislotasida hiqildoq shishi ko‘proq? 2) Nitrat kislotada rang nimaga bog‘liq? Doskada jadvalni chizing va talabalar to‘ldirsin. Tipik xato: sulfat kislotasining perforatsiya xavfini sirka kislotasining gemolitik ta’siri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Kolliqvatsion va koagulyatsion nekroz qanday farqlanadi? 2) Nega alkogol mastligida nashatir spirti ichish xavfli? Doskada ikki ustunli taqqoslash chizing: kislota va ishqor nekrozi. Tipik xato: ammoniy gidroksidning mahalliy ta’sirini kaliy va natriy gidroksidlari kabi kuchli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Formalin bilan zaharlanishda shilliq qavat nega o‘zgarishsiz ko‘rinadi? 2) Vodorod peroksidni boshqa o‘yuvchilardan qaysi belgi ajratadi? Doskada: to‘rt modda — murdadagi asosiy belgi jadvalini chizdiring. Tipik xato: formalinda shilliq qavat o‘zgarishsizligini ‘zaharlanish yo‘q’ deb xulosa qilish. Qo‘shimcha (slayddan ko‘chirilgan, manba shu bet): Qizilo‘ngach va oshqozon shilliq qavati o‘zgarishsiz, fiksatsiyalangan ko‘rinadi. Cho‘zilgan holda oshqozon flegmonasi rivojlanishi mumkin. Manbadan qo‘shimcha (slaydda sig‘magan): Cho‘zilgan holda oshqozon flegmonasi rivojlanishi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Javob: ishqor (yumshoq, oson yirtiladigan oshqozon devori, kulrang-yashil rang). Muhokama: 1) Kislota va ishqor nekrozi nimasi bilan farq qiladi? 2) Ammiak hidi qaysi modda haqida darak beradi? Doskada: kislota va ishqorni ikki ustunda solishtiring. Tipik xato: ikkala guruhda ham og‘iz atrofida oqma bor, shuning uchun ularni farqlab bo‘lmaydi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Simob murdada o‘n yillardan keyin ham aniqlanishining sud-tibbiy ahamiyati nimada? 2) Organik simobda nega ensefalopatiya yaqqol bo‘ladi? Doskada: sulema ta’sirida ichak va buyrak o‘zgarishlari zanjirini chizdiring. Tipik xato: sof metall simob og‘iz orqali kuchli zaharlaydi deb o‘ylash; u erimagani uchun zaharlamaydi, bug‘i esa xavfli.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Qo‘rg‘oshin va simob zaharlanishining farqi nimada? 2) Mishyakning oshqozon-ichak va paralitik turi qaysi kirish yo‘liga bog‘liq? Doskada: ikki ustunli jadval chizing (qo‘rg‘oshin va simob: ichak-buyrak va nerv tizimi shikasti). Tipik xato: talliyni mishyak bilan, qo‘rg‘oshin klinikasini simob klinikasi bilan aralashtirish. Diqqat: simobda ichak-buyrak shikasti kuchli, qo‘rg‘oshinda nerv tizimi shikasti kuchli. Qo‘shimcha (slayddan ko‘chirilgan, manba shu bet): Simobdan farqli, nerv tizimi shikasti kuchliroq, kamqonlik rivojlanadi.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Nega tez o‘lganda yoki o‘limdan oldin toza havoda bo‘lganda karboksigemoglobin past chiqishi mumkin? 2) Dastlabki sinamalarning afzalligi nima? Doskada: mexanizm zanjirini chizing (is gazi, karboksigemoglobin, gipoksiya). Qo‘shimcha: tasdiq uchun miqdoriy spektrofotometrik tekshiruv kerak, qon namunasi imkon qadar erta olinadi. Tipik xato: pushti murda dog‘larini faqat sianid bilan bog‘lash (sianidda olcha rang).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nitratlar nitritlardan kuchsizroq ta’sir qiladi? 2) Nega 1–2 kundan keyin qonda metgemoglobin topilmasligi mumkin va bu diagnostikaga qanday ta’sir qiladi? Doskada: dastlabki kun va keyingi kunlardagi o‘lim sabablari zanjirini chizing. Qo‘shimcha: diagnostikada metgemoglobinning sifat va miqdori spektrofotometrik yoki gaz-xromatografik usulda aniqlanadi. Tipik xato: metgemoglobinni karboksigemoglobin bilan adashtirish (rangi qo‘ng‘ir, is gazida pushti). Nitrobenzolda achchiq bodom hidi sianiddan uzoqroq saqlanishini eslatib o‘ting. Qo‘shimcha (slayddan ko‘chirilgan, manba shu bet): Nitratlar ichak mikroflorasida nitritga aylangachgina ta’sir qiladi, shuning uchun kuchsizroq.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Qonda karboksigemoglobin manfiy bo‘lsa, qaysi boshqa ma’lumotlarga tayanasiz (voqea tafsiloti, murda ko‘rinishi, gistologiya)? 2) Namunani nega erta olish kerak? Doskada chizish: ‘o‘lim sur’ati va toza havo → karboksigemoglobin miqdori’ strelkali sxemasi. Tipik xato: manfiy natijani zaharlanishni inkor etuvchi mutlaq dalil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Sianid va vodorod sulfidning ta’sir mexanizmi qanday o‘xshaydi? 2) Fosfororganik birikmalarda o‘lim kech bo‘lsa, nega toksikologik tekshiruvda zahar topilmasligi mumkin (xolinesteraza aktivligi pastligi saqlanadi)? Doskada chizish: hujayra nafas zanjiri va sitoxromoksidaza blokadasi. Tipik xato: achchiq bodom hidi uchuvchan, tez yo‘qolishi mumkin; nitrobenzolda esa uzoqroq saqlanadi.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oshqozon to‘la bo‘lsa, spirt so‘rilishi kechikadi? 2) Vidmark konstantasi qaysi holatlarda o‘zgaradi (eliminatsiya boshi, jismoniy yuklama, uyqu)? Doskada chizish: qon spirti konsentratsiyasi egri chizig‘i (rezorbsiya va eliminatsiya davrlari). Tipik xato: P ni doimiy son deb olish; imkon bo‘lsa har bir holat uchun alohida aniqlanadi. Murdadan olingan qonda 5,0 promille va undan ko‘p spirt o‘tkir zaharlanishdan o‘lim sababi hisoblanadi.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Nega tirik shaxsdan namuna imkon qadar erta olinadi? 2) Qon va siydik nisbati ichimlik vaqti haqida nima deydi? Doskada: Rappoport sinamasi rang o‘zgarishini va Vidmark–Balyakin formulasini chizdiring (A – 100 gradusli spirt miqdori, R – tana vazni kg, r – reduksiya omili, Ct – qondagi spirt, P – Vidmark konstantasi, T – soat). Qo‘shimcha: qonda 0,5–1,5 promille yengil, 1,5–2,5 o‘rta, 2,5–3,0 kuchli mastlik; 3,0 dan yuqori zaharlanish (160-bet). Tipik xato: sinama musbat bo‘lsa, uni qat’iy dalil deb olish; u faqat dastlabki sinama.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Nega metanol etil spirtidan xavfliroq? 2) Surrogat nima va qaysi moddalar kiradi? Doskada: metanol → formaldegid + chumoli kislotasi, etilenglikol → oksalat kislotasi zanjirini chizdiring. Diqqat: metanol ≠ etil spirti — metanol sekinroq oksidlanadi, sud-kimyoda 3–5 kun aniqlanadi; etilenglikol 3–6 kun, tetraetilqo‘rg‘oshin 3 oygacha (161–163-betlar). MNT – markaziy nerv tizimi. Eslatma: ko‘rish buzilishi haqidagi gap manbada etil spirti deb yozilgan, ma’nosi bo‘yicha metanolga tegishli (matn xatosi). Tipik xato: surrogatlarni bir xil klinika deb o‘ylash. Qo‘shimcha (slayddan ko‘chirilgan, manba shu bet): O‘lim ko‘pincha 2–3 kunda.</a:t>
            </a:r>
          </a:p>
          <a:p/>
          <a:p>
            <a:r>
              <a:t>Tekshirish kerak (manbada noaniq):</a:t>
            </a:r>
          </a:p>
          <a:p>
            <a:r>
              <a:t>- Bosqichlar: qisqa mastlik; bir necha soatdan kungacha yashirin davr; so‘ng og‘ir ahvol va ko‘rish buzilishi (qorachiq kengayadi). O‘lim ko‘pincha 2–3 kunda.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Strixnin va atropin klinikasi qanday farqlanadi (qorachiq, hush, talvasa)? 2) Nega bu zaharlarda murdada xos o‘zgarish kam bo‘lib, sud-kimyo hal qiluvchi? Doskada: atropin va pilokarpinda qorachiq holatini (kengaygan/torayagan) qarama-qarshi chizdiring. Qo‘shimcha: strixnin barqaror, murdada oylab saqlanadi; atropin ham bir necha oy; murdada mushak qotishi tez va kuchli rivojlanadi (165–166-betlar). Tipik xato: pilokarpin va atropinni bir xil ta’sirli deb adashtirish; klofelin dozasini bolalar uchun ham kattalardagidek deb olish (bolada 0,004 g va kam). Qo‘shimcha (slayddan ko‘chirilgan, manba shu bet): Belgilari: chuqur uyqu, bosim va harorat pasayishi, koma; o‘lim nafas markazi falajidan. Miorelaksantlar: nafas mushaklari falaji. Manbadan qo‘shimcha (slaydda sig‘magan): Miorelaksantlar: nafas mushaklari falaji.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funksional zaharlarda laboratoriya tekshiruvi hal qiluvchi? 2) Mushak qotishi tezligi qaysi zaharlarni farqlashga yordam beradi? Doskada chizing: ikki ustunli jadval — mushak qotishi tez/kuchli va sust/kuchsiz zaharlar. Tipik xato: morfologik o‘zgarish yo‘q bo‘lsa zaharlanishni inkor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DRD tushunchasiga qaysi o‘lim turlari kiradi? 2) Murda belgilarining 4 guruhi (spetsifik, qayta in’eksiya, infeksion, turmush tarzi) nega yakka o‘zi qat’iy xulosa bermaydi? Qo‘shimcha: prekursorlar (masalan, xlorid va sulfat kislotalari, kaliy permanganat, atseton) narkotik tayyorlashda ishlatiladi, ro‘yxati tasdiqlanadi. Doskada chizing: 4 guruhli murda belgilari sxemasi. Tipik xato: in’eksiya izlari yoki ozginlikka qarab iste’molni qat’iy tasdiqlash.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Toksikoinfeksiya va intoksikatsiya farqi nima? 2) Nega qo‘shimchali mahsulotdan zaharlanishda epidemiologik tekshiruv ham kerak? Doskada chizing: ovqatdan zaharlanish tasnifi (bakterial va nobakterial) daraxti. Tipik xato: tashqaridan zahar qo‘shilgan ovqatni ovqatdan zaharlanishga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5-6 daqiqa. Muhokama: 1) Zahar topilsa, har doim zaharlanish bo‘lganmi? 2) Zahar topilmasa, zaharlanishni inkor etish mumkinmi? Doskada: ikki ustunli ro‘yxat chizdiring (soxta musbat sabablari va soxta manfiy sabablari). Diqqat: xato qilish xavfi — laboratoriya natijasini yolg‘iz o‘zi hal qiluvchi deb bo‘lmaydi, u boshqa ma’lumotlar bilan baholanadi. Tipik xato: talabalar namunani kech olishning oqibatini hisobga olmaydi. Qo‘shimcha (slayddan ko‘chirilgan, manba shu bet): Eng ko‘p sud-kimyoviy va gistologik tekshiruv o‘tkaziladi; gistologiya mikroskopik o‘zgarishlarni aniqlaydi. Soxta manfiy: zahar tez parchalangan, infuziya o‘tkazilgan, vaqt o‘tgan yoki usul yo‘q. Imkon bo‘lmasa, namunalar surishtiruvchi yoki tergovchiga rasman topshiriladi. Manbadan qo‘shimcha (slaydda sig‘magan): Soxta manfiy: zahar tez parchalangan, infuziya o‘tkazilgan, vaqt o‘tgan yoki usul yo‘q. Imkon bo‘lmasa, namunalar surishtiruvchi yoki tergovchiga rasman topshiriladi.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Sud-tibbiy toksikologiya.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sud-tibbiy toksikologiya va mashg‘ulot maqsadi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omillar ta’sirida sog‘liqning buzilishi va o‘lim holatlari murda hamda tirik shaxslar ekspertizasida nisbatan keng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Zo‘raki o‘lim tarkibida zaharlanishlar mexanik jarohatlar va mexanik asfiksiyadan keyin uchinchi o‘rinni egallaydi.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 fan sifatida aynan sud-tibbiy toksikologiyadan boshlab shakllangan.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Bob mavzulari: zahar tushunchasi, omillar, sud-tibbiy diagnostika, toksikokinetika, zaharlar tasnifi va alohida zaharlanishlar.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132, 132–139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va zaharlanish tushunchalari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nisbiy tushuncha: oz miqdorda ta’sir etib, sog‘liqni buzadigan yoki o‘limga olib keladigan moddadir.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Tabiatda mutlaq zahar bo‘lmaganidek, mutlaq beziyon modda ham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Paratsels iborasi: faqat doza ma’lum bir moddani doriga yoki zaharga aylantiradi.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zahar ≠ zaharlanish. Zahar – modda, zaharlanish esa uning oz miqdori ta’sirida vujudga kelgan sog‘liq buzilishidir.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Toksikologiya yo‘nalishlari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Toksikologiya yo‘nalishlari: sanoat, qishloq xo‘jaligi, harbiy, oziq-ovqat, maishiy va sud-tibbiy.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toksikologiya zaharlanishda huquqni muhofaza idoralari qo‘ygan vazifalarni hal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fan sifatida sud-tibbiy toksikologiyadan boshlab shakllangan.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Yo‘nalish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 turlar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Sabab, malakali yordam, oldini olish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Sud-tibbiy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Huquqni muhofaza idoralari vazifalari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Tarixiy o‘rni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tibbiyoti shundan shakllangan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Toksikologiya vazifalarini solishtirish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Zaharlanishlarning kelib chiqish tafsilotlari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Kelib chiqish tafsiloti bo‘yicha zaharlanish qotillik, o‘z-o‘zini o‘ldirish yoki baxtsiz hodisa ko‘rinishida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ma’lumotlarida ko‘pchilikni baxtsiz hodisalar tashkil etadi. Keyingi o‘rinda o‘z-o‘zini o‘ldirish turadi, zaharlab qotillik kam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Qotillik va o‘z-o‘zini o‘ldirishda zahar qasddan beriladi, baxtsiz hodisada esa tasodifan tushadi.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tasodifiy zaharlanishlar yatrogen bo‘ladi: dori dozasi xato belgilanadi yoki bir dori o‘rniga boshqa modda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yatrogen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tibbiy muolajada dori dozasi noto‘g‘ri belgilangan yoki bir dori o‘rniga boshqa modda yuborilgan, bemorda zaharlanish belgilari paydo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Manbaga ko‘ra bunday holat tasodifan yuz beradi, ya’ni baxtsiz hodisa turiga kirib, yatrogen kelib chiqishga ega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holat qotillik, o‘z-o‘zini o‘ldirish yoki baxtsiz hodisadan qaysi biriga kiradi va nima uchun?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qasddan zaharlash ≠ tasodifiy (yatrogen) zaharlanish. Ularni zaharning kirishidagi qasd bor-yo‘qligi farqlaydi.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Zaharlanishga ta’sir etuvchi to‘rt guruh omil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Ahamiyatli omillar to‘rt guruhga bo‘linadi: zahar, organizm, kirish yo‘li va tashqi shart-sharoit.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qanchalik tez va to‘liq qonga o‘tsa, toksik ta’sir shunchalik kuchli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Alkogol va is gazi ta’siriga yopiq, issiq, nam muhit moyillik yaratadi.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Omillar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Zaharli modda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Tuzilishi, miqdori  ·  Eruvchanligi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Organizm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Vazni, yoshi  ·  Salomatligi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Kirish yo‘li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Qonga o‘tish tezligi  ·  Qonga o‘tish to‘liqligi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Tashqi sharoit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Harorat, namlik  ·  Yopiq muhit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Zaharlanishga ta’sir etuvchi omillar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132, 134, 135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Zaharli modda bilan bog‘liq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Moddaning kimyoviy tuzilishi uning xususiyatlarini belgilaydi.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 miqdori muhim: farmakologiyada terapevtik, toksik va letal dozalar farqlanadi. Suyuq moddalar konsentratsiyasiga qarab turlicha ta’sir etadi.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Agregat holat ham ahamiyatli: gazsimon modda suyuqqa, suyuq modda qattiqqa nisbatan kuchliroq ta’sir etadi, chunki qonga tezroq o‘tadi.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Toksik ta’sir eruvchanlik va saqlanish davomidagi barqarorlikka bog‘liq. Dorilarning ta’siri vaqt o‘tgach o‘zgarishi mumkin, saqlash sharoiti ham muhim.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 gazi va karbonat angidrid ikkalasi uglerod va kisloroddan iborat, lekin toksikligi bir xil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 omillari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Kimyoviy tuzilish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 gazi ≠ karbonat angidrid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Miqdor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Terapevtik, toksik, letal doza  ·  Konsentratsiya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Agregat holat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Gaz &gt; suyuqlik &gt; qattiq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Eruvchanlik, barqarorlik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Saqlash sharoiti muhim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 bilan bog‘liq omillar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132-133, 133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Vexikulum, kumulyatsiya va muhit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Zaharni olib kiruvchi modda — vexikulum — toksik ta’sir darajasini o‘zgartirishi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kamdan-kam toza holda kiradi: ko‘pincha ichimlik, ovqat va shu kabilarga qo‘shilgan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Kumulyatsiya — zaharning organizmda to‘planishi; og‘ir metall birikmalarida ayniqsa katta ahamiyatga 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Muhit va kumulyatsiya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Margimush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Ishqoriy muhitda kuchayadi  ·  Kislotali muhitda susayadi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Sianidlar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Kislotali muhitda kuchayadi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Fosfororganik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Yog‘li muhitda kuchayadi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Og‘ir metallar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Organizmda to‘planadi  ·  Kumulyatsiya muhim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Muhit va to‘planish ta’siri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zaharli modda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bariy sulfat va bariy xlorid ikkalasi ham bariy tuzi. Qaysi biri kuchli zahar hisoblanadi va nima uchun?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bariy xlorid suvda eriydi, shuning uchun kuchli zahar. Bariy sulfat erimaydi, oshqozon-ichak rentgenografiyasida butqa sifatida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Sirka: 3% kislota eritmasi bilan essensiya ta’sirini taqqoslab bo‘lmaydi. Fenol: konsentrlangani mahalliy kuyish, suyultirilgani rezorbtiv zarar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Tuzilishi o‘xshash ≠ toksikligi bir xil (is gazi ≠ karbonat angidrid).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133, 132-133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 bilan bog‘liq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 xil miqdordagi zahar turli vazndagi odamlarga bir xil ta’sir qilmaydi. Dori dozasi ham 1 kg vaznga hisoblanadi.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Jins bo‘yicha toksik ta’sirda farq yo‘q, ammo homiladorlikda ayollar sezgirligi ortadi. Bolalar sezgirroq: vazni kichik, qarshilik tizimi to‘liq shakllanmagan.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Sog‘lom organizm zaharga kuchliroq qarshilik ko‘rsatadi. Yurak, jigar, buyrak kasalliklarida bu qobiliyat ancha cheklanadi.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 og‘iz orqali kirganda oshqozondagi massaning tarkibi va miqdori zaharning ta’sirini hamda qonga so‘rilishini o‘zgartirishi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Organizm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Vazn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Doza 1 kg vaznga hisoblanadi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Yosh va jins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Bolalar sezgirroq  ·  Homiladorlikda sezgirlik ortadi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Salomatlik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Sog‘lom organizm qarshiligi yuqori  ·  Yurak, jigar, buyrak kasalligi: past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Oshqozon massasi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So‘rilishni o‘zgartiradi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Organizm omillari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133–134, 134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Genetik sezgirlik, tolerantlik va bog‘liqlik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Xolinesteraza aktivligining tug‘ma pastligi miorelaksantlar ta’sirini, G6FDG yetishmasligi sulfanilamidlarga sezgirlikni oshiradi.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Idiosinkraziya — ayrim moddalarga organizmning o‘ta sezgirligi. U ham genetik xususiyatlar bilan tushuntiriladi.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Qisqa vaqtda takroran ta’sir tolerantlikni (o‘rganib qolishni) keltiradi. Uyqu dorilari, analgetiklar, gipotenziv preparatlarda kuzatiladi.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Giyohvand va ayrim toksik moddalarda ruhiy-jismoniy bog‘liqlik tufayli ko‘proq dozaga intiladi.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Qabul qilinmasa abstinensiya sindromi chiqadi (narkomaniya, toksikomaniya).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Sezgirlik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Genetik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Xolinesteraza tug‘ma past  ·  G6FDG yetishmasligi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Idiosinkraziya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O‘ta sezgirlik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Tolerantlik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Takroran ta’sirdan o‘rganib qolish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Bog‘liqlik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Ko‘proq dozaga intilish  ·  Abstinensiya sindromi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Genetik sezgirlik va o‘rganish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Zaharning kirish yo‘llari va tashqi sharoit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 teri, og‘iz, nafas yo‘llari, to‘g‘ri ichak yoki in’eksiya orqali kiradi. Qonga qanchalik tez va to‘liq o‘tsa, ta’sir shunchalik kuchli.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Suvda ham, yog‘da ham erimaydigan moddalar faqat mahalliy ta’sir qiladi. Yog‘da yaxshi eriydigan fosfororganik birikmalar shikastlanmagan teridan ham so‘riladi.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Nafas yo‘llari, to‘g‘ri ichak va qin shilliq qavatidan so‘rilgan modda jigardan o‘tmaydi.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Yopiq, issiq, nam muhit alkogol va is gazi zaharlanishiga moyillik yaratadi. Ochiq muhit, past harorat va namlik ta’sirni susaytiradi.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Kirish yo‘llari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Yog‘da eruvchi moddalar so‘riladi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Og‘iz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Jigardan o‘tadi  ·  Oshqozon massasi ta’sir qiladi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Nafas, to‘g‘ri ichak, qin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Jigardan o‘tmaydi  ·  Ta’sir kuchliroq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In’eksiya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Qonga to‘g‘ridan-to‘g‘ri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Zaharning kirish yo‘llari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134, 134–135, 135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yopiq muhitda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O‘quv misoli: kanalizatsiya quduqida ishchi o‘lik topildi, quduq bo‘shlig‘ida palag‘da tuxum hidi bor edi.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Vodorod sulfid havodan og‘ir, shu sababli shaxta, kanalizatsiya va oqava o‘ralarida to‘planadi. Zaharlanish odatda baxtsiz hodisa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Alkogol va is gazi bilan zaharlanishga yopiq, issiq, nam muhit moyillik yaratadi. Ochiq muhit, past harorat va namlik ta’sirni susaytiradi.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qanday dalillar izlanadi? Bo‘shliqlar va ichki a’zolardan tuxum hidi, olcha rang-qizil qon; hodisa joyi havosi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154, 135, 155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Zaharlanishning sud-tibbiy diagnostikasi: 3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1-bosqich: hodisa joyi, idish, shprits, qusuq va tibbiy hujjatlar o‘rganiladi.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2-bosqich: murdada in’eksiya izi, teri va murda dog‘lari rangi, hid, mushak qotishi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3-bosqich: gistologik, sud-kimyoviy va boshqa tekshiruvlar; eng ko‘p sud-kimyoviy, sifat va miqdoriy.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Hodisa joyi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Idish, shprits, qusuq, hujjatlar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Murda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In’eksiya izi, dog‘lar rangi, hid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Laboratoriya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Sud-kimyoviy va gistologik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Diagnostika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135, 135-136, 136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Murdadagi xos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Hid: sianidda ichki a’zolardan achchiq bodom hidi, sirka kislotasida o‘tkir o‘ziga xos hid seziladi.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Mushak qotishi: strixninda tez va kuchli; xloral gidrat, kurare, miorelaksantlarda sust va kuchsiz.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pushti dog‘ (is gazi) ≠ olcha rang (sianid). Funksional zaharlarda xos belgi bo‘lmasligi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Murda dog‘i rangi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 gazi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Pushti tus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Sianid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Yorqin olcha rang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Metgemoglobin zaharlari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Jigar rang, qo‘ng‘ir tus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Gemoliz chaqiruvchilar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Sarg‘ish 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Murda dog‘lari rangi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uchun material olish: ‘uch nuqta’ qoidasi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Zaharlovchi modda ma’lum bo‘lsa, namunalar ‘uch nuqta’ qoidasi bo‘yicha olinadi: zahar kirgan, asosan ta’sir etgan va organizmdan chiqqan joydan.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zahar og‘iz orqali kirib, jigarga ta’sir etsa va siydik bilan chiqsa, oshqozon massasi, jigarning bir qismi va butun buyrak siydik bilan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manbai noma’lum bo‘lsa: bosh miyaning 1/3, o‘pkaning 1/4, jigarning 1/3 qismi o‘t qopi va o‘t bilan, butun buyrak siydik bilan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Yana oshqozon massasi, bir metr ichak va 100–200 ml qon olinadi, har biri alohida idishda. Chuqur chirishda 1,5–2,0 kg ‘o‘rta sinama’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Toksikokinetika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Toksikokinetika — zaharning kirishi, taqsimlanishi, metabolizmi va chiqarilishi jarayonlari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Miqdoriy jihat — konsentratsiya o‘zgarishi: etil spirti qonda avval ortadi, so‘ng kamayadi.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Sifat jihati — biotransformatsiya: oksidlanish, qaytarilish, gidroliz, sintez; asosan jigarda.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3467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3467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043840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3840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0307" y="14173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Organizmga kirish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9935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Taqsimlanish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0307" y="46177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Metabolizm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Chiqarilish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Toksikokinetika bosqichlari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136-137, 137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Biotransformatsiya va to‘planish/chiqarilish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Fosfororganik birikmalar oksidlanganda toksikligi kuchayadi, gidrolizga uchrasa ancha susayadi.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Metanoldan formaldegid, etanoldan atsetaldegid, etilenglikoldan oksalat kislotasi hosil bo‘ladi. Metanol va etilenglikol metabolitlari ancha kuchli toksik.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To‘planish: yog‘da eruvchilar — bosh miya, jigar, yog‘ to‘qimasi; suvda eruvchilar — mushak, jigar, buyrak; margimush va qo‘rg‘oshin — suyak, soch.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Chiqarilish: uchuvchanlar — o‘pka, suvda eruvchilar — buyrak, og‘ir metallar — yo‘g‘on ichak, yog‘da eruvchilar — o‘t, alkogol — so‘lak, sut.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 taqdiri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Metabolizm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Fosfororganik: oksidlanib kuchayadi  ·  Metanol → formaldegid  ·  Etilenglikol → oksalat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To‘planish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Yog‘da eruvchi: miya, jigar, yog‘  ·  Margimush, qo‘rg‘oshin: suyak, soch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Chiqarilish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Uchuvchan: o‘pka  ·  Suvda eruvchi: buyrak  ·  Og‘ir metall: yo‘g‘on ichak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Biotransformatsiya va chiqarilish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137, 137-138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Toksikodinamika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Toksikodinamika — zahar bilan organizm o‘rtasidagi o‘zaro ta’sir mexanizmi. U organizmning zaharga va uning metabolitlariga javob reaksiyalari majmuidir.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toksikokinetika ≠ toksikodinamika. Birinchisi modda organizmda nima bo‘lishini, ikkinchisi organizm moddaga qanday javob berishini bildiradi.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Ta’sir shartli ravishda birlamchi toksik, keyingi toksik va metatoksik bosqichlarga bo‘linadi.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Etilenglikolning butun molekulasi narkotik ta’sir qiladi, metaboliti oksalat kislotasi esa jigar va buyrakni zaharlaydi.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Sirka kislotasi avval shilliq qavatni kuydiradi, so‘ng atsidoz tufayli gemoliz, keyin toksik gepatit va nefroz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138, 136-138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toksikokinetika va toksikodinamika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Vaziyat: shaxs etil spirti o‘rniga metil spirti (metanol) ichgan. Dastlab qisqa, kuchsiz mastlik va bosh og‘rig‘i kuzatilgan, so‘ng chuqur uyqu.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Bir necha soatdan bir necha kungacha ahvol yaxshi bo‘lgan; keyin keskin yomonlashib, ko‘rish buzilgan, 2-3 kunda nafas markazi falajidan o‘lim ehtimoli bor.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Savol: nima uchun yashirin davrdan keyin ahvol og‘irlashdi? Fikrlang: metanol oksidlanishi qanday kechadi va qaysi metabolitlar hosil bo‘ladi?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Javob yo‘nalishi: metanol etil spirtidan sekin oksidlanadi, formaldegid va chumoli kislotasi hosil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Kardio-, nefro- va neyrotoksik o‘zgarishlar formaldegidga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161, 138, 161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Zaharlarning sud-tibbiy tasnifi (V.L. Popov)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 asosan mahalliy va asosan umumiy ta’sir etuvchilarga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ta’sirli zaharlar qonga so‘rilgach ta’sir etgani uchun rezorbtiv zaharlar ham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mahalliy zaharlar ham umumiy reaksiya chaqiradi, funksionallarda esa morfologik o‘zgarish kam.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Zaharlar tasnifi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Mahalliy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Kislotalar, ishqorlar  ·  Yod tindirmasi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Umumiy: destruktiv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Simob, qo‘rg‘oshin  ·  Margimush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Umumiy: gemotrop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 gazi, arsin, ritsin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Umumiy: funksional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Sianidlar, etil spirti  ·  Strixnin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Popov tasnifi (qisqartirilgan)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138, 138, 156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O‘yuvchi moddalar: kislotalar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Kislotaning shikastlovchi ta’sirini erkin vodorod ionlari ko‘rsatadi: to‘qimani suvsizlantirib, oqsilni ivitadi va koagulyatsion (quruq) nekroz hosil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Nekroz joyida quruq, zich, qo‘ng‘ir-qora strup paydo bo‘ladi, atrofida yallig‘lanish bo‘ladi. Gemoglobin nordon gematin va metgemoglobinga aylanadi.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Qizilo‘ngach va oshqozonda kuchli og‘riq, qonli qusuq kuzatiladi. Dastlabki soatlarda shok, asfiksiya va ichki qon ketish o‘limga olib kelishi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Letal doza: sulfat va nitrat kislotalari 5–10 ml, xlorid 15–20 ml.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Kech o‘limga pnevmoniya, o‘tkir jigar-buyrak yetishmovchiligi, mediastenit yoki peritonit sabab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Kislotalar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Mexanizm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Vodorod ionlari  ·  Koagulyatsion (quruq) nekroz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Nekroz joyi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Quruq, zich, qo‘ng‘ir-qora strup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Klinika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Qizilo‘ngach, oshqozonda kuchli og‘riq  ·  Shok, asfiksiya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Letal doza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Sulfat, nitrat: 5-10 ml  ·  Xlorid: 15-20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Kislotalar ta’siri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140, 140-141, 141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Kislotalar: murda belgilari va turlari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kislotalar kuchsiz dissotsiatsiyalanadi: butun molekulasi shikastlab, yuzaki nekroz va kuchli yallig‘lanish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 (karbol kislotasi) — nerv-protoplazmatik zahar: koma, nafas markazi falaji; siydik havoda yashil-jigarrang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sirka kislotasida mahalliy ta’sir bilan birga gemolitik (rezorbtiv) ta’sir boshqa kislotalardan kuchliroq.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90"/>
                <a:gridCol w="2164080"/>
                <a:gridCol w="202280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Kislota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Murda belgisi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Xavfi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Sulfat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Oshqozon shilliq qavati qo‘ng‘ir-qora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Perforatsiya ko‘proq kuzatiladi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Nitrat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Sarg‘ish (30%+); bo‘g‘uvchi hid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O‘pka toksik shishi, pnevmoniya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Qo‘ng‘ir-kulrang shilliq qavat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Hiqildoq va o‘pka shishi ko‘proq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Sirka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 a’zolardan o‘tkir sirka hidi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Gemoliz, o‘tkir buyrak yetishmovchiligi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Kislotalar farqi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141, 142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Ishqorlar va ammiak (nashatir spirti)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Ishqorlar gidroksil anionlari bilan oqsillarni suyultirib, yog‘larni sovunlab, kolliqvatsion nekroz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Zararlangan joy yumshoq, shishgan, sirpanuvchan; tomirlar yemirilib, chiqqan qon ivimaydi.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nashatir spirti mahalliy kuchsiz, ammo so‘rilgach nafas markazini buzadi; alkogol bilan xavfli.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K/Na gidroksid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Letal doza 10–15 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Mahalliy ta’sir kuchli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So‘rilgach alkaloz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Oshqozon devori yumshoq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Nashatir spirt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Letal doza 25–40 ml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Mahalliy kuchsizroq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MNT va nafas markazi buziladi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Ammiak hidi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Ishqorlar solishtirmasi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142-143, 143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o‘yuvchi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Formalin (formaldegidning 37–40% eritmasi) tasodifan yoki o‘z-o‘zini o‘ldirish uchun ichilishi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Kaliy permanganat shilliq qavatda jigarrang-qizg‘ish strup hosil qiladi. 15–20 g og‘iz orqali qabul qilinsa o‘limga olib keladi.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Vodorod peroksidda shilliq qavatlar oqimtir, gaz pufakchalaridan ko‘piklangan bo‘ladi. 33% li eritmasi (pergidrol) 100 ml hajmda o‘limga olib kelishi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Yod tindirmasi va Lyugol eritmasi shilliq qavatda qo‘ng‘ir strup qoldiradi. Qonga so‘rilgach yurak, o‘pka, jigar va buyrakni shikastlaydi.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Qizilo‘ngach va oshqozon shilliq qavati o‘zgarishsiz, fiksatsiyalangan ko‘rinadi.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O‘yuvchi moddalar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Formalin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37–40% eritma  ·  Shilliq qavat fiksatsiyalangan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Kaliy permanganat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Jigarrang-qizg‘ish strup  ·  15–20 g — o‘lim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Vodorod peroksid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Shilliq qavat oqimtir, ko‘pikli  ·  Pergidrol 100 ml — o‘lim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Yod, Lyugol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Qo‘ng‘ir strup  ·  Yurak, o‘pka, jigar, buyrak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Boshqa o‘yuvchi moddalar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144, 144-145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o‘yuvchi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murdada og‘iz atrofida oqma shaklidagi kuyish izlari bor. Oshqozon shilliq qavati shishgan, kulrang-yashil, devori yumshoq va oson yirtiladi.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kislota ta’siri yoki ishqor ta’siri? Qaysi belgilar qarorni tasdiqlaydi?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Kislotada oqmalar pergament zichligida, ishqorda esa to‘qima yumshoq, shishgan, sirpanuvchan.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 kalit: ichki a’zolardan ammiak hidi — nashatir spirti. Sulfat kislotada oshqozon qo‘ng‘ir-qora, nitrat kislotada sarg‘imtir.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143, 141, 143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Destruktiv zaharlar: umumiy xususiyatlar va simob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Simob, qo‘rg‘oshin, margimush sulfgidril guruhlarini bog‘lab, fermentlarni o‘chiradi.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Ko‘pchiligi to‘planadi (kumulyatsiya); simob suyak va buyrakda o‘n yillar o‘tib ham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Sulemada yo‘g‘on ichakda “sulema dizenteriyasi”, buyrakda “sulema buyragi”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Buyrak, yo‘g‘on ichak kuchli shikastlanadi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Stomatit rivojlanadi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Neyrotoksik ta’sir kamroq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haftagacha, o‘tkir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Organik simob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Kuchsizroq shikastlanadi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Stomatit rivojlanmaydi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Neyrotoksik ta’sir kuchliroq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Surunkali, yashirin davrli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Sulema va organik simob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145, 145, 147, 146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Qo‘rg‘oshin, talliy va mishyak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Qo‘rg‘oshinning suvda eruvchi tuzlari (xlorid, nitrat, atsetat) fermentlarni inaktivlab, hujayralarni o‘ldiradi.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Tetraetilqo‘rg‘oshin (etillangan benzin) teri, og‘iz va nafas yo‘llari orqali kiradi; miyada fermentlarni bloklab, o‘tkir psixoz, talvasa va koma chaqiradi.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Talliy tuzlari osh tuziga o‘xshaydi, zaharlanish ko‘pincha baxtsiz hodisa. Gastroenterit, ataksiya, soch to‘kilishi va og‘riqli polineyropatiya kuzatiladi.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Margimush (mishyak): oshqozon-ichak turida qusish, vabosimon ich ketishi, o‘lim 1–2-kunda; paralitik turida ensefalopatiya va koma. Letal doza 0,1–0,2 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Simobdan farqli, nerv tizimi shikasti kuchliroq, kamqonlik rivojlanadi.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Og‘ir metallar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Qo‘rg‘oshin tuzlari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Fermentlarni inaktivlaydi  ·  Nerv shikasti, kamqonlik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Tetraetilqo‘rg‘oshin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Etillangan benzin  ·  Psixoz, talvasa, koma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Talliy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Osh tuziga o‘xshash  ·  Soch to‘kilishi, polineyropatiya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Mishyak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Letal doza 0,1–0,2 g  ·  Oshqozon-ichak va paralitik tur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Qo‘rg‘oshin, talliy, mishyak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147, 147-148, 148-149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zaharlari: is gazi (uglerod monooksidi)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gemoglobin bilan turg‘un karboksigemoglobin hosil qiladi; kislorod tashilmay, gipoksiya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 og‘rig‘i, quloq shang‘illashi, ko‘ngil aynishi, yuz qizarishi; keyin talvasali koma.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dog‘lari, mushaklar va suyuq qon pushti-qizg‘ish; ichki a’zolarda to‘laqonlik, mayda qon quyilishlar.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Dastlabki belgilar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&gt; 25-30</a:t>
            </a:r>
            <a:r>
              <a:rPr sz="1300" b="0">
                <a:solidFill>
                  <a:srgbClr val="6B7280"/>
                </a:solidFill>
                <a:latin typeface="Calibri"/>
              </a:rPr>
              <a:t>  % COHb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Nafas markazi falaji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 60</a:t>
            </a:r>
            <a:r>
              <a:rPr sz="1500" b="0">
                <a:solidFill>
                  <a:srgbClr val="6B7280"/>
                </a:solidFill>
                <a:latin typeface="Calibri"/>
              </a:rPr>
              <a:t>  % COHb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COHb: Goppe-Zeyler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rang o‘zgarmaydi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COHb: spektroskopiya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 yo‘lak saqlanadi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 gazi: chegaralar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150, 151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Metgemoglobin hosil qiluvchi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Nitrat, nitrit, nitrobenzol, anilin, bertole tuzi, gidroxinon metgemoglobin hosil qiladi; uch valentli temir tufayli gemoglobin kislorod tashiy olmaydi.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Klinika gemik gipoksiya: hansirash, sianoz, bosh og‘rig‘i, kollaps.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Belgilar metgemoglobin 30% dan oshganda boshlanadi, 70% dan oshsa o‘lim. Birinchi kuni gemik gipoksiyadan, keyin o‘tkir buyrak yetishmovchiligidan 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Murda dog‘lari ko‘kimtir-qo‘ng‘ir, qon jigarrang; nitrobenzolda achchiq bodom, anilinda aromatik hid. Metgemoglobin 1–2 kundan so‘ng qonda topilmasligi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Nitratlar ichak mikroflorasida nitritga aylangachgina ta’sir qiladi, shuning uchun kuchsizroq.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Belgilar boshlanishi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 30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 70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Qonda topilmaslik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1-2</a:t>
            </a:r>
            <a:r>
              <a:rPr sz="1100" b="0">
                <a:solidFill>
                  <a:srgbClr val="6B7280"/>
                </a:solidFill>
                <a:latin typeface="Calibri"/>
              </a:rPr>
              <a:t>  kundan so‘ng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Metgemoglobin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is gazi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yong‘in yoki nosoz pechkali yopiq xonada murda topildi. Is gazi rangsiz, hidsiz bo‘lib, organik moddalar to‘liq yonmaganda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dog‘lari, mushaklar va suyuq qon pushti-qizg‘ish bo‘ladi. Bu karboksigemoglobin va karboksimioglobinning rangidir.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qonda karboksigemoglobin manfiy chiqdi. Is gazidan zaharlanishni istisno qilish mumkinmi?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yo‘q. Tez o‘lim yoki o‘limdan oldin toza havoda bo‘lish natijani pasaytiradi yoki manfiy qiladi. Qon namunasi imkon qadar erta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150, 151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Funksional zaharlar: MNTni falajlovchilar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Sianidlar, vodorod sulfid va fosfororganik birikmalar markaziy nerv tizimini (MNT) falajlaydi.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katta dozada daqiqalarda hush yo‘qotadi; antidot — metgemoglobin hosil qiluvchi moddalar.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Fosfororganik birikmalarda mioz, bronxospazm, bradikardiya; o‘lim nafas markazi falajidan.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2164080"/>
                <a:gridCol w="131414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Murdada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Sitoxromoksidaza temirini bog‘laydi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Olcha rang dog‘lar, achchiq bodom hidi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Vodorod sulfid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Sitoxrom temirini bog‘laydi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Palag‘da tuxum hidi, qon olcha-qizil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Fosfororganik birikma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Xolinesterazani so‘ndiradi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Qorachiq torayadi, mushak qotishi tez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MNTni falajlovchi zaharlar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153, 154, 155-156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toksikokinetika va mastlik darajalari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Spirtning 20% oshqozonda, 80% ichakda so‘riladi; 90% organizmda o‘zlashtiriladi.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Etanol atsetaldegidga, so‘ng sirka kislotasiga oksidlanadi; atsetaldegid “poxmele” sindromini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Vidmark konstantasi (P) — soatiga pasayish; aniqlanmasa, o‘rtacha 0,13–0,15 promille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Yengil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0,5-1,5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O‘rta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1,5-2,5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Kuchli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2,5-3,0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 3,0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Vidmark P (o‘rtacha)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0,13-0,15</a:t>
            </a:r>
            <a:r>
              <a:rPr sz="1100" b="0">
                <a:solidFill>
                  <a:srgbClr val="6B7280"/>
                </a:solidFill>
                <a:latin typeface="Calibri"/>
              </a:rPr>
              <a:t>  ‰/soat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Mastlik darajalari (promille)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157, 159-160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spirtini aniqlash va hisoblash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 sinama 0,3–0,4 promillegacha sezgir; kariesda va diabetda soxta musbat natija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gaz-xromatografiya bilan aniqlanadi; namuna (qon, siydik) kamida 5 ml, idish to‘la bo‘lsin.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Vidmark–Balyakin: A = R·r·(Ct + P·T); erkakda r≈0,68, ayolda 0,55; P o‘rtacha 0,13–0,15.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1123720"/>
                <a:gridCol w="1882064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Sinama/davr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Natija/belgi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Rappoport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kaliy permanganat + sulfat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 rang yo‘qoladi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Moxov–Shinkarenko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bixromat + sulfat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sariq-olov rang yashilga o‘tadi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Rezorbsiya davri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qonda siydikdagidan balandroq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konsentratsiya ko‘tarilib boradi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Eliminatsiya davri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qonda pasayadi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siydikda baland bo‘ladi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Sinamalar va qon–siydik nisbati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159, 159–160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 surrogatlari: metanol, etilenglikol va boshqalar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Metanol (letal doza 30–100 ml) sekin oksidlanib formaldegid va chumoli kislotasi hosil qiladi; atsidoz rivojlanib, to‘qima nafasi buziladi.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Bosqichlar: qisqa mastlik; bir necha soatdan kungacha yashirin davr; so‘ng og‘ir ahvol va ko‘rish buzilishi (qorachiq kengayadi). O‘lim ko‘pincha 2–3 kunda.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Etilenglikol: 4 bosqich — mastlik, qisqa yashirin davr, MNT shikasti, jigar–buyrak shikasti. Metaboliti oksalat kislotasi; letal doza 100–200 ml.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Propil, butil, amil spirtlari komaga olib keladi (letal doza 300, 200–250, 20–30 ml). Tetraetilqo‘rg‘oshin (10–15 ml) psixoz va koma chaqiradi.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Metanol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30-100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Etilenglikol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100-200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Propil spirt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Butil spirt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200-250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Amil spirt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20-30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Tetraetilqo‘rg‘oshin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10-15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Spirt surrogatlarining letal dozasi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161, 162–163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Uyqu dorilari, strixnin, atropin va boshqa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Barbituratlar markaziy nerv tizimi (MNT) faoliyatini so‘ndiradi, qon tomir o‘tkazuvchanligini oshiradi.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Letal dozalar: barbamil, nembutal 1,0–2,0 g; medinal, tetridin 3,0–5,0 g; noksiron 5,0–10 g. Spirt ta’sirni kuchaytiradi; miqdoriy sud-kimyo kerak.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Strixnin: tonik talvasa xuruji, hush saqlanadi, tana yoysimon (opistotonus); kuchsiz ta’sir ham xurujni chaqiradi. Letal doza kattada 0,1–0,3 g, bolada 0,005 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Atropin: qorachiq kengayadi, alahsirash (letal 0,1 g). Pilokarpin: qorachiq torayadi, ter va so‘lak ko‘p (0,06 g). Paxikarpin 1,0–2,0 g; klofelin 0,005–0,01 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Belgilari: chuqur uyqu, bosim va harorat pasayishi, koma; o‘lim nafas markazi falajidan.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Barbamil, nembutal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1,0-2,0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Medinal, tetridin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3,0-5,0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Noksiron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5,0-10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Strixnin (katta)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0,1-0,3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Strixnin (bola)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0,005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Atropin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Letal dozalar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163–164, 164, 165, 166–167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funksional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funksional zaharlar ichki a’zolarda odatda yaqqol morfologik o‘zgarish chaqirmaydi. Diagnoz nimalarga tayanadi?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voqea tafsilotlari, zaharlanish klinikasi hamda toksikologik va boshqa laboratoriya tekshiruvlari natijalariga.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Mushak qotishi: strixninda tez va kuchli; xloral gidrat, kurare, miorelaksantlarda sust va kuchsiz.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sianidda murda dog‘lari yorqin olcha rangli, is gazida pushti. Ranglarni almashtirmang.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153, 136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Narkotik va psixotrop moddalardan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Opiatlar, nasha — sedativ; kokain, amfetamin — qo‘zg‘atuvchi. Opiatlardan o‘lim nafas markazi falajidan.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Narkotiklar bilan bog‘liq o‘lim (DRD): zaharlanish, o‘z-o‘zini o‘ldirish, baxtsiz hodisa, qotillik.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qabul: bog‘liqlik, tolerantlik, abstinensiya; murda belgilari 4 guruh, ular faqat bilvosita dalil.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1680058"/>
                <a:gridCol w="16800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Boshlanishi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Davomiyligi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Kannabinoidlar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1-3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24-168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24-72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2-6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48-72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Fensiklidin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4-6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7-14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Siydikda aniqlanish muddatlari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167-169, 168, 170-172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Ovqatdan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Ovqatdan zaharlanish odatda baxtsiz hodisa; tayyor ovqatga tashqaridan zahar qo‘shilsa, bunga kirmaydi.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Botulizm: anaerob toksin, konservada; o‘lim odatda ikkinchi kuni nafas markazi falajidan.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Bakterial o‘limda diagnoz tasdiqlansa — patologoanatomik tekshiruv; aks holda sud-tibbiy ekspertiza.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Ovqatdan zaharlanish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Toksikoinfeksiya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Salmonella, ichak tayoqchasi  ·  Gastroenterokolit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Intoksikatsiya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Botulizm, stafilokok toksini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O‘simlik, qo‘ziqorin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Poganka, strochok, sikuta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Hayvon, qo‘shimcha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Baliq ikrasi: neyrotoksin  ·  Geliotropli don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Ovqatdan zaharlanish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172-173, 173-174, 174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tekshiruvlarining ahamiyati va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Zaharlanishni isbotlash yoki inkor etishda laboratoriya tekshiruvlari muhim.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Soxta musbat natija: dori sifatida qo‘llash, chirish, kasbiy aloqa yoki olishdagi xato tufayli.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Namunalar imkon qadar tez olinadi: qon, siydik, oshqozon yuvmasi, qusuq, axlat, zahar qoldig‘i yoki idishi.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Xulosa: natijalar hamisha voqea tafsiloti, klinik yoki katamnestik ma’lumotlar va murdaning makroskopik tekshiruvi bilan birga, tanqidiy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ko‘p sud-kimyoviy va gistologik tekshiruv o‘tkaziladi; gistologiya mikroskopik o‘zgarishlarni aniqlaydi.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179-180, 180, 180-181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Paratselsning mashhur iborasi bo‘yicha dorini zahardan faqat doza ajratadi. Mutlaq zahar ham, mutlaq beziyon modda ham bo‘lmaydi. Shuning uchun ekspert avval moddaning miqdorini baholaydi.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— “uch nuqta” qoidasi: zahar kirgan, asosan ta’sir etgan va organizmdan chiqqan joydan namuna olinadi. Masalan, og‘iz orqali kirgan zaharda oshqozon massasi, jigar bo‘lagi va siydik bilan buyrak olinadi.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jadvali — murda dog‘lari rangi: is gazida pushti, sianidda yorqin olcha rang, metgemoglobin hosil qiluvchilarda jigarrang-qo‘ng‘ir, gemoliz chaqiruvchilarda sarg‘ish. Rang ekspertga zahar turini taxmin qilishda yordam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hodisa: metanol, etanol va etilenglikol organizmda oksidlanganda o‘zidan kuchliroq toksik moddalarga aylanadi. Metanoldan formaldegid, etilenglikoldan oksalat kislotasi hosil bo‘ladi. Shu sababli zaharlanish davomida ularning ta’siri o‘zgaradi.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Tezkor sinama: qonga natriy yoki kaliy ishqorining 33% eritmasi (Goppe-Zeyler sinamasi) qo‘shilsa, normal qon qo‘ng‘ir-qora bo‘ladi. Karboksigemoglobinli qonning rangi o‘zgarmaydi. Qoida: rang o‘zgarmasa — is gaziga shubha qilinadi.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Sud-tibbiy toksikologiya.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6. Sud-tibbiy toksikologiya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