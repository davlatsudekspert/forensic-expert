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prekursor nima va nega tahlil qilinadi? (p.146: giyohvand moddalar tayyorlash uchun foydalaniladigan, nazoratdagi moddalar). Doskada: mashg‘ulot rejasi. Tipik xato: prekursor va giyohvand moddani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natijani qaysi bosqichda olasiz? Doskada: 4 natija. Tipik xato: efedrin va efedronni faqat Dragendorf bilan farqlashga urinish — ikkalasi bir xil kristall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reaktivlarni bosqichlar bo‘yicha guruhlang. Doskada: ro‘yxat. Tipik xato: CS2 va benzolni so‘rish shkafisiz ishlatish. Efedron YuQX sistemasi kitobda ikki joyda turlicha (p.77 da 48:2, p.78 da 9:1); slaydda p.77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sirka angidridi bilan ishlashda qanday ehtiyot choralari kerak? Eslatma: gmt kitobida bu mavzu uchun alohida xavfsizlik bo‘limi yo‘q; umumiy bandlar toks 166 va malaka 117 (loyiha matni) dan olindi. Tipik xato: bug‘larni so‘rish shkafisiz qoldirish.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efedrin qaysi sinfga kiradi? (kitob testida variantlar berilgan, p.81.) Doskada: 3 sinf jadvali. Tipik xato: sinflanishni qat’iy deb hisoblash — kitob uni shartli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efedrin uchun asosiy ob’ekt peshob? Doskada: 80% va 1 sutka raqamlari. Tipik xato: psevdoefedrinni efedrindan farqsiz deb hisoblash: u stereo izomer (p.76).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KMnO4 va sirka kislota prekursor sifatida nazoratda? (KMnO4 — 18-jadvalda 12-o‘rin, metkatinon uchun.) Doskada: efedrin → efedron. Tipik xato: efedronni tabiiy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ishqoriy muhit kerak?. Doskada: 4 bosqich. Tipik xato: pH ni 10 dan past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reaktiv efedrin va efedronni farqlaydi? (Reyneke tuzi.) Doskada: 2 qatorli jadval. Tipik xato: Dragendorf natijasi bo‘yicha ularni farqlash.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reaksiya yordamida efedrin va efedronni farqlash mumkinmi? (ikkalasida ham benzol qatlami bo‘yaladi.) Doskada: 5 bosqich. CS2 — uchuvchan, ehtiyotkorlik talab qiladi, so‘rish shkafida ishlang. Tipik xato: ammiakni oshirib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 bo‘yicha qaysi modda yuqoriga ko‘tariladi? (efedron.) Doskada: 2 qiymat. Kitobda efedron uchun xloroform-aseton 9:1 sistemasi ham berilgan (p.78); slaydda faqat 48:2. Tipik xato: boshqa sistemaning Rf qiymatini taqqoslash.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UB bo‘yicha efedrin va efedronni qanday farqlaymiz? (251/257/263 va 251 nm; 247 nm ishqorda.) Doskada: maksimumlar. Kitobda efedrin spektriga «ε=12» yozilgan — aslida solishtirma yutilish A(1%, 1 sm); slaydga kiritilmadi. Tipik xato: UB bo‘yicha yakuniy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usul efedrin uchun, qaysi biri umumiy? Doskada: ikki usul taqqosi. Bu umumiy usul (p.79) efedrin, efedron, katin, katinon, meskalin uchun; efedrin va efedron uchun peshobdan ajratish p.76 da berilgan. Tipik xato: ikki usulni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metil guruhi metamfetamin ta’sirini qanday o‘zgartiradi? (kuchaytiradi, p.83.) Doskada: amfetamin va metamfetamin formulalari. Tipik xato: amfetamin qattiq kukun deb o‘ylash — kitobda moysimon suyuqlik.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MDA dozalarini jadval ko‘rinishida yozing (80, 150, 500 mg). Doskada: sintez yillari: 1910, 1914, 1980 (MDEA). Tipik xato: o‘limga olib keluvchi dozani terapevtik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tabletkada boshqa moddalar bo‘lsa Marki rangiga qanday ta’sir qiladi? Doskada: 4 bosqich. Tipik xato: Marki rangini yakuniy natija deb hisoblash — kitobda YuQX jadvali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MDMA va MDA ni Marki rangi bo‘yicha farqlash mumkinmi? (yo‘q — bir xil rang; YuQX Rf bilan farqlanadi.) Doskada: jadvaldan 4 qator. Tipik xato: bir xil rangli moddalarni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Rf va ranglar birgalikda nimani ko‘rsatadi? Doskada: jadvaldan 4 qator. Kitobda fenilalkilaminlar umumiy YuQX Rf=0,36 deb ham yozilgan (p.80); jadvaldagi modda bo‘yicha qiymatlar olindi. Tipik xato: Merck va Sorbfil Rf 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UB bo‘yicha amfetamin va metamfetaminni farqlash mumkinmi? (jadvalda bir xil.) Doskada: jadval. Tipik xato: UB ni yagona dalil sifatida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birinchi va ikkinchi guruh farqi nimada? Doskada: ikki guruh ta’rifi. Ro‘yxatning amaldagi tahriri lex.uz dan tekshirilsin (kitob ma’lumoti 2024). Tipik xato: prekursorni giyohvand modda deb ataydi.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efedrin ham prekursor, ham dori? Doskada: jadvaldan 4 qator. Kitob jadvali yulduzcha bilan ayrim moddalarni belgilaydi (p.147). Tipik xato: efedron — prekursor deb o‘ylash: u efedrindan olinadigan modda.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angidridni to‘g‘ridan-to‘g‘ri emas, gidroliz mahsuloti orqali aniqlaymiz? Doskada: angidrid → sirka kislota. Tipik xato: ochiq idishda saqlash — namlikda gidrolizlanadi.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reaksiya hid, qaysi biri rang bo‘yicha? Doskada: reaksiya — natija. Qoldiqqa kalsiy tuzlari qo‘shib qizdirilsa aseton hosil bo‘ladi (p.153), shundan indigo olish mumkin. Tipik xato: qoldiqni neytrallamasdan reaksiya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yodometrik usul qo‘llanadi? Doskada: 4 bosqich. Tipik xato: titrlashda 0,1 n konsentratsiyani boshqa qiymat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aseton uchun yodoform reaksiyasi nega xarakterli emas? (etil spirti va sut kislota ham beradi, p.151.) Doskada: modda — reaksiya. Tipik xato: bitta reaksiya bo‘yicha asetonni isbotlash.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efedron topilgan peshob natijasini qanday izohlaymiz? Doskada: qaror qoidasi. Bu slayd kitob ma’lumotlarining mantiqiy qiyosi; kitobda alohida «talqin» bo‘limi yo‘q. Tipik xato: prekursor topilishini giyohvand modda iste’moli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savollarni juftlikda javoblang. Manba: bo‘lim yuzasidan nazorat savollari (gmt p.80 va p.158). Doskada: savollar. Tipik xato: efedron olinishini reagentlarsiz tushuntirish.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hisobotga qaysi natijalar kiradi? Doskada: hisobot tuzilishi (ob’ekt, ajratish, reaksiyalar, YuQX, UB). Hisobot tarkibi — kitob bosqichlarining yig‘indisi. Katin, katinon va meskalin tahlili bu mashg‘ulot doirasidan tashqarida (qarang: p.75, 79).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Efedrin/efedron, amfetaminlar va prekursorlarni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Fenilalkilaminlar aksariyat sintetik giyohvandlik vositalarining asosini tashkil qiladi; bu guruh amfetamin hosilalari deb yuritiladi.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efedrin va efedronni peshobdan ajratib aniqlash, amfetaminlarning dastlabki tahlilini va prekursorlarni (sirka angidridi, KMnO4) aniqlashni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efedrin, efedron; 2) amfetaminlar: Marki va YuQX; 3) prekursorlar: sirka angidridi, kaliy permanganat, toluol, aseton, kislotalar.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73, 76-87, 76-154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va efedronni peshobdan ajratib, Dragendorf, Reyneke tuzi va mis-CS2 reaksiyalari bilan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da efedrin (Rf=0,28) va efedronni (Rf=0,71) farqlash.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Amfetaminlarning Marki reaktivi bilan rangini baholash (11-jadval) va YuQX natijasini o‘qish (12-jadval).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angidridi va kaliy permanganatni sifat reaksiyalari bilan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76-78, 77, 86-87, 152-153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Ajratish: kaliy karbonatning 10% eritmasi (pH=10), xloroform; efedron uchun sirka kislota, KMnO4 (oksidlash sharoiti 50-60 °C).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Reaksiyalar: Dragendorf, Reyneke tuzining yangi 1% eritmasi, mis sulfatning 5% eritmasi, ammiak, CS2 va benzol (1:3).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xloroform va aseton (48:2); ochuvchi — ningidrinning asetondagi eritmasi.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Prekursorlar: temir (III) xlorid, lantan nitrati, yod, H2O2, sulfat kislota, KI, natriy tiosulfat (0,1 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76-77, 76, 77, 153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 angidridi yuqori darajali korroziyalovchi modda; uning bug‘lari ko‘z, burun va tomoqni achishtiradi.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7-band; Yuldashev Z.A., Zulfikariyeva D.A., Usmanaliyeva Z.U., Nurmatova M.I., Giyohvand moddalar tahlili. O‘quv qo‘llanma. Toshkent, betlar: 152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Fenilalkilaminlar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Noqonuniy bozorda bu guruhning 20 dan ziyod moddasi uchraydi; yuzdan ortiq hosilasi sintez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Sinflanish shartli: tabiiy va sintetik guruhlar; sintetiklari 3 sinfga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vakillar o‘simliklarda topilgan: iste’molbop kata, efedra o‘ti, peyot kaktusi.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425"/>
                <a:gridCol w="311854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Sinf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Almashgan joy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1-sinf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amino guruh vodorodi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2-sinf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alkil guruhi vodorodi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3-sinf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benzol xalqasi vodorodi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hosilalar sinflari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73, 74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Efedra o‘simligida efedrin va psevdoefedrin alkaloidlari bor; faqat efedrin ahamiyatli.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asos holida etil spirti, efir va xloroformda, gidroxlorid tuzi suv va spirtda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Adrenalinga o‘xshash ta’sir: qon bosimini ko‘taradi, tomirlarni toraytiradi, markaziy asab tizimini qo‘zg‘otadi.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Qabul qilingan dozaning 80% bir sutkada o‘zgarmagan holda peshob orqali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75, 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Efedron: efedrindan olinishi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 kuchli eyforiya chaqiradi; tahlil uchun toksikomanlar peshobi va iste’mol qilgan suyuqliklari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Narkomanlar efedronni efedrindan kaliy permanganat va sirka kislota yordamida 50-60 °C da oksidlab oladilar.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Belgilar: taxikardiya, midriaz, teri qurishi, qon bosimi ko‘tarilishi, aritmiya; tez qaramlik chaqiradi.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Efedrin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KMnO4 + sirka kislota, 50-60 °C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Efedron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Efedron hosil bo‘lishi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 va efedronni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va efedron peshob orqali chiqariladi, shuning uchun asosiy ob’ekt — peshob.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 kaliy karbonatning 10% eritmasi bilan pH=10 gacha ishqoriy muhitga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xloroform bilan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K2CO3 10%, pH=10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Ekstrakt tahlilga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Peshobdan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Dragendorf va Reyneke tuzi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 bilan efedrin ham, efedron ham to‘q qizil ninasimon kristallar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tuzining yangi 1% eritmasi tomiziladi, 5-10 daqiqadan so‘ng mikroskopda ko‘riladi.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tuzi: efedrin — to‘rt qirrali qizg‘ish pushti; efedron — to‘g‘ri qirrali ingichka kristallar.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2103096"/>
                <a:gridCol w="172945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 ninasimon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 ninasimon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Reyneke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to‘rt qirrali, qizg‘ish pushti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to‘g‘ri qirrali ingichka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Mikrokristall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76-78, 77, 77-78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 tuzi va CS2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tomchi eritma sirka kislota bilan nordonlashtiriladi, 5% mis sulfat va ammiak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 tomchi CS2-benzol (1:3) qo‘shib chayqatiladi: efedrinda benzol qatlami sariq yoki qo‘ng‘ir.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Efedronda ditiokarbamin kislota hosilasi hosil bo‘lib, benzol qatlami sariq-qo‘ng‘ir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Eritma + sirka kislota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CuSO4 5% + ammiak (ishqoriy)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CS2 : benzol (1:3), 2 tomchi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Chayqatish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Benzol qatlami sariq/qo‘ng‘ir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Mis-CS2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76,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efedrin va efedron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Sistema: xloroform va aseton 48:2.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Dog‘lar ningidrinning asetondagi eritmasi purkab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uchun Rf=0,28, efedron uchun Rf=0,71.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0,28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natijasi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 va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Efedrinning kislotali eritmasi 251, 257 va 263 nm da maksimum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Efedronning 0,1 M HCl dagi eritmasi 251 nm da, 0,1 M ishqordagi eritmasi 247 nm da maksimal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miqdori UB-spektrofotometriya bilan optik zichlikning konsentratsiyaga grafigi yordamida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Efedron: mis-CS2 kompleksining optik zichligi FEK da yoki HCl dagi eritma optik zichligi orqali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77,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Fenilalkilaminlarni umumiy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Fenilalkilaminlar biologik ob’ektdan nordonlashtirilgan suv yoki spirt usulida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ajratma pH 9-12 ga keltirilib, xloroform bilan uch marta ekstraksiyalanadi; xloroform qavati suvsiz Na2SO4 dan filtrlanadi.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(10 ml) yoki peshob (50 ml) ammiak 25% bilan pH 10-11 ga keltirilib, xloroform va n-butanol (9:1) bilan 3 marta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Amfetamin va metamfetamin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 rangsiz, uchuvchan, moysimon suyuqlik, «baliq» hidli; qaynash harorati 200-203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O‘ngga buruvchi izomeri markaziy asab tizimiga 3-4 marta kuchliroq ta’sir qiladi; kuchli psixik bog‘lanish chaqiradi.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Metamfetamin — d-N-metilamfetamin, oq achchiq mazali hidsiz kukun; 1919 yilda sintez qilingan; «Muz» nomi bilan tarqalgan.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82, 82-83, 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MDA va MDMA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MDA 1910 yilda sintez qilingan; 80 mg dan kam dozada stimullaydi, 150 mg da gallyusinatsiya, 500 mg dan yuqorisi o‘limga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MDA tabletkasida 200-230 mg metilendioksiamfetamin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MDMA 1914 yilda sintez qilingan; bir martalik doza 100 mg, ta’siri 30-60 daqiqada boshlanib, 4-6 soat davom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tahlil: tabletka va kukun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«Ekstazi» tabletkalarida kofein, aspirin, parasetamol, efedrin, xinin, lidokain va boshqalar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5-10 mg tabletka xovonchada maydalanadi, chinni tovoqchaga olinib, 2-3 tomchi Marki reaktivi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bilan rang hosil bo‘lishi dastlabki belgi; keyin YuQX da tasdiqlanadi.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5-10 mg tabletka maydalanadi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Chinni tovoqchaga 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2-3 tomchi Marki reaktivi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Rangni baholash (11-jadval)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Marki bilan dastlabki tahlil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86, 86-87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11-jadval: Marki reaktivi bilan ranglar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MDA, MDMA, MDEA, MBDB va BDB Marki bilan ko‘kimtir-qora (yashil-qora)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DOM/STP — sariq; PMA — och kulrang; TMA — zarg‘aldoq; DOB — zumrad-yashil.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Meskalin zarg‘aldoq, metamfetamin jigarrang rang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MDA, MDMA, MDEA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ko‘kimtir-qora (yashil-qora)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DOM/STP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Meskalin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Fenilalkilamin: Marki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12-jadval: YuQX natijalari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Sistema: xloroform-aseton-etanol-25% ammiak (20:3:1:20); Merck va Sorbfil plastinkalari.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Marki va ningidrin ranglari Rf bilan birga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MDA Rf 0,44, MDMA 0,12: Marki rangi bir xil, ningidrin bilan farqlanadi (sariq va binafsha).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348917"/>
                <a:gridCol w="224741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ko‘kimtir-qora / 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MDMA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ko‘kimtir-qora / 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jigarrang / 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Meskalin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zarg‘aldoq / 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Merck: Rf; ranglar Marki / ningidrin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UB-spektr: fenilalkilaminlar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Amfetamin, metamfetamin, efedrin 0,1 M HCl da 251, 257, 263 nm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Efedron faqat 251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MDA va MDMA — 235 va 286 nm; N-etil-MDA va MBDB — 234 va 286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λmax,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Amfetamin, metamfetamin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251, 257, 263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MDA, MDMA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235, 286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(0,1 M HCl): 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Prekursorlar: tushuncha va ro‘yxat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— ro‘yxatga kiritilgan va O‘zbekistonda nazoratdagi, giyohvand va psixotrop moddalar tayyorlashda ishlatiladigan moddalar.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BMT 1988 yilgi konvensiyasiga asosan 26 ta modda xalqaro nazoratga olingan; 1999 yil 19 avgustda «Giyohvandlik vositalari va psixotrop moddalar to‘g‘risida»gi qonun qabul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Ro‘yxatdagi 29 ta modda ikki guruhga bo‘lingan: sintezga kiruvchilar va yordamchi (asosiy rol o‘ynovchi) moddalar.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prekursor va olinadigan modda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angidridi metakvalon va geroin tayyorlashda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permanganat metkatinon tayyorlashda, efedrin ham metkatinon uchun prekursor.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Aseton, toluol, dietil efiri erituvchi sifatida ko‘pgina giyohvandlik vositalari tayyorlashda ishlatiladi.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425"/>
                <a:gridCol w="232155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Prekursor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kislota angidridi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metakvalon, 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Kaliy permanganat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metkatinon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Psevdoefedrin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pervitin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metkatinon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 → giyohvand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147, 147-148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 angidridi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Harakatchan, rangsiz suyuqlik; o‘ziga xos kuchli bo‘g‘uvchi hid; benzol, xloroform, etil spirtida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Havoda ruxsat etilgan miqdori 3 mg/m3.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va havo namligi ta’sirida sirka kislotaga gidrolizlanadi; hosil bo‘lgan sirka kislotaga sifat reaksiyalar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angidridini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Neytrallangan va bug‘latilgan qoldiq temir (III) xlorid bilan qizil rang beradi, qizdirilsa qo‘ng‘ir rangga o‘tadi; sezgirlik 0,5 mg.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Lantan nitrati, yodning spirtli eritmasi va ammiak qo‘shilsa, to‘q ko‘k rang yoki cho‘kma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va konsentrlangan sulfat kislota bilan qizdirilsa, sirka etil efirining xarakterli hidi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neytrallash usuli bilan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Kaliy permanganat KMnO4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Binafsha kristall; kuchli oksidlovchi; dezinfeksiyalovchi; giyohvand vositalar olishda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Chinligi: sulfat kislota ishtirokida vodorod peroksid ta’sir ettirilsa, eritma rangsizlanadi.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kislotali muhitda KI qo‘shilib, ajralgan yod 0,1 n natriy tiosulfat bilan titrlanadi (kraxmal).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KMnO4 + KI (kislotali muhit)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Ekvivalent yod ajraladi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Na2S2O3 0,1 n bilan titrlash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Indikator — kraxmal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KMnO4 miqdori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Toluol, aseton, kislotalar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Toluol: konsentrlangan sulfat kislota va ammoniy nitrat bilan qizdirilganda nitrobirikma hosil bo‘ladi (achchiq bodom hidi); miqdori GSX, YuSSX 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Aseton: yodoform hosil qilish, natriy nitroprussid (qizil-binafsha), o-nitrobenzaldegid (ko‘k indigo) reaksiyalari; GSX 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 bariy tuzlari bilan oq cho‘kma, xlorid kislota kumush nitrat bilan oq cho‘kma beradi; miqdori neytrallash bilan.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150, 151-152, 154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va efedron peshob orqali ajraladi; tahlil uchun asosiy ashyo — peshob.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Dragendorf bilan ikkalasi bir xil kristall beradi; Reyneke tuzi va YuQX Rf (0,28 va 0,71) ularni farqlaydi.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ro‘yxatdagi moddalar; ularning topilishi giyohvand modda sintezi uchun ishlatiladigan reagent ekanini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76, 76-78, 146-148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Efedron qanday olinadi? Ximizmini ko‘rsating. Efedrin va efedronni qanday farqlash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Efedrinning sifat tahlili qanday olib boriladi? Efedronning tahlil usullarini keltiring.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deb qanday vositalarga aytiladi? Kaliy permanganat qaysi giyohvandlik vositalari olinishida ishlatiladi?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Asetonning qanday kimyoviy tahlil usullarini bilasiz? Sulfat va xlorid kislotalarini qanday tahlil qilasiz?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80, 158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va efedron peshobdan K2CO3 (pH=10) va xloroform bilan ajratiladi; Dragendorf, Reyneke, mis-CS2 reaksiyalari va YuQX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Amfetaminlar Marki reaktivi (11-jadval) va YuQX (12-jadval) bilan, UB-spektr bilan tasdiqlanadi.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angidridi sirka kislotasi orqali, KMnO4 oksidlanish-qaytarilish reaksiyalari orqali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76-77, 86-87, 152-153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Peyot kaktusidan meskalin birinchi marta 1896 yilda ajratib olingan; u LSD dan 4000 marta kuchsiz.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Metamfetamin 1919 yilda sintez qilingan; yirik kristallari sababli «Muz» yoki «Oyna» nomi bilan tarqalgan.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Yevropa Ittifoqining 2001 yil 1 martdagi qaroriga asosan 15 ta davlatda norefedrin ishlab chiqarish va nazorati kuchaytirilgan.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Benzin tarkibida 5% gacha toluol bo‘ladi.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Efedrin/efedron, amfetaminlar va prekursorlarni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166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73-154, 158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