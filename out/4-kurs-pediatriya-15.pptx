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Nega tirik shaxslar ekspertizasi eng ko‘p uchraydi, pediatr uni qayerda uchratishi mumkin? 2) Ekspert xulosasida qaysi 5 masala yoritiladi? Doskada: mashg‘ulot rejasining 3 qismini (tashkiliy tartib, huquqiy tasnif, tibbiy mezonlar) yozing. Tipik xato: talabalar sud-tibbiy ekspertizani faqat murda ko‘rigi deb o‘ylaydi.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Jinsiy holat va jinsiy jinoyat ekspertizasi qanday farqlanadi? 2) Simulyasiya va aggravatsiya nimasi bilan farq qiladi? Doskada: jadvaldagi 4 turni ro‘yxat qilib, har biriga bittadan misol yozdiring. Tipik xato: bokiralikni aniqlashni jinsiy jinoyat ekspertizasi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1) Ekspertiza nega ba’zan davolash muassasasida o‘tkaziladi? 2) Bemor ko‘rigida qaysi shaxslar qatnashadi? Doskada: ekspertiza o‘tkaziladigan joylarning sxemasini (ambulatoriya, bo‘limlar, davolash muassasasi) chizdiring. Tipik xato: ekspertiza faqat shifoxonada o‘tkaziladi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daqiqa. Muhokama: 1) Nima uchun jarohat yetkazilish muddatini aniqlash muhim? 2) Mexanizm va qurol turi bir xil tushunchami? Doskada besh masalali zanjirni talabalar bilan birga chizing. Tipik xato: og‘irlik darajasini tasniflovchi belgisiz, faqat so‘z bilan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Avval javobni yopib, talabalardan og‘zaki so‘rang. Muhokama: nima uchun «og‘ir» deyish yetarli emas, belgi ham keltiriladi? Doskada beshta masalani ro‘yxat qilib yozdiring. Tipik xato: jarohat quroli bilan hosil bo‘lish mexanizmini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daqiqa. Muhokama: 1) Sog‘liq buzilishi 22 kun bo‘lsa, qaysi daraja? 2) Nima uchun klinik og‘irlik va sud-tibbiy daraja farq qilishi mumkin? Doskada jadvalni ko‘chirtiring. Tipik xato: o‘rtacha og‘ir uchun «21 kun va undan ortiq» deb yozish; to‘g‘risi — 21 kundan ortiq.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Nega klinik og‘irlik bilan sud-tibbiy og‘irlik bir xil emas? 2) Hayot uchun xavf belgisi qaysi jarohatlarda uchraydi? Doskada: 104-moddaning 6 ta tasniflovchi belgisini ro‘yxat qilib chizing. Tipik xato: talaba “jarohatni davolab yuborilsa, og‘ir emas” deb o‘ylaydi; aslida tibbiy yordam hisobga olinmaydi.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Davolanish muddati va sog‘liq buzilish davomiyligi nega aynan bir narsa emas? 2) Kech murojaat qilish baholashga ta’sir qiladimi? Doskada: 6 kun, 21 kun, 10% va 33% chegaralarini sonlar o‘qida belgilang. Tipik xato: 21 kunning o‘zi o‘rtacha og‘ir deb o‘ylash; “21 kundan ortiq” talab qilinadi.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1) 6 kun chegarasi nega muhim? 2) Yengil va o‘rtacha og‘ir jarohat farqi nimada? Doskada: jadvalni talabalar bilan birga to‘ldiring. Tipik xato: “yengil” hamma yengil jarohatni anglatadi deb o‘ylash; aslida ikki tur bor.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Nega davolanish muddati va sog‘liq buzilishi davomiyligi aynan bir narsa emas? 2) Murojaat qilmaslik buzilish holatini istisno qiladimi? Doskaga chizish: 6 kun va 21 kun chegaralari bilan sodda vaqt o‘qi. Tipik xato: davolanish kunlarini ongsiz ravishda sog‘liq buzilishi kunlariga tenglashtirish.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Nima uchun mezonlar qonun bilan bog‘lanadi? 2) Talabalar ro‘yxatdan nechta mezonni xotiradan sanab bera oladi? Doskaga chizish: 7 ta mezonni ikki ustunga ajratib yozing (davomiylik/oqibat va a’zo/funksiya). Tipik xato: kasbiy mehnat qobiliyatini ham mezon deb o‘ylash (darslikda faqat umumiy mehnat qobiliyati olinadi).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Shifokor tarixida “og‘ir ahvol” yozilgan bo‘lsa, ekspert uni avtomatik og‘ir tan jarohati deydimi? 2) Nega buni bilish pediatr uchun muhim? Doskaga chizish: ikki ustunli solishtirish jadvalini talabalar o‘zlari to‘ldirsin. Tipik xato: klinik ahvol og‘irligini to‘g‘ridan-to‘g‘ri huquqiy daraja deb qabul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1) Nima uchun yopiq jarohat ham hayot uchun xavfli bo‘lishi mumkin? 2) Qaysi jarohatlar jarrohlik yordamisiz o‘limga olib kelishi mumkin? Doskada: tananing 4 sohasi (bosh, bo‘yin-orqa miya, ko‘krak-qorin, yirik tomirlar) bo‘yicha ro‘yxat chizdiring. Tipik xato: tibbiy yordam xavfni bartaraf etdi deb jarohatni xavfli emas deb baholash. Kitobga ko‘ra, yordam ko‘rsatilishi (279-bet) baholashda inobatga olinmaydi.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daqiqa. Muhokama: 1) Nima uchun chuqur kuyishda chegara past? 2) Kuyish yuzasi qanday aniqlanadi? Doskada: 3 qatorli jadvalni talabalar bilan to‘ldiring. Tipik xato: raqamlarni darajalarga noto‘g‘ri moslash (III-IV — 10%, III — 15%, II — 20%). Jadvalni yodlash uchun darajani yuzaga bog‘lab takrorlang.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daqiqa. Muhokama: 1) Nima uchun shok va koma hayotga tahdid sanaladi? 2) Emboliya turlarini sanang (havo, gaz, yog‘, to‘qima, tromboemboliya). Doskada: jarohat → hayotga tahdid soluvchi holat → og‘ir tan jarohati zanjirini chizing. Tipik xato: tahdid va jarohat o‘rtasida bevosita bog‘liqlik shartini unutish; bu bog‘liq tasodifiy bo‘lmasligi kerak (279-bet).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Nega tibbiy yordam jarohat og‘irligini kamaytirmaydi? 2) Sababiy bog‘liqlik nima uchun muhim? Doskada chizish: jarohat → hayotga tahdid → og‘ir tan jarohati zanjirini chizing. Tipik xato: talaba davolanish natijasida tahdid yo‘qolgan bo‘lsa, jarohatni yengilroq deb baholaydi.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Talabalarga savollarni og‘zaki bering, javobni slaydda keyin oching. Muhokama: yana qaysi jarohatlar hayot uchun xavfli sanaladi? Doskada chizish: 3 ta misolni ustun shaklida yozing. Tipik xato: yirik qon tomirlar va yopiq ichki a’zo jarohatlarini unutish.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1) Pianinochi barmog‘ini jarohatlasa, qaysi qobiliyat baholanadi? 2) Kasbiy qobiliyat qayerda ko‘riladi? Doskada chizish: ikki ustunli solishtirma jadvalni o‘zi chizsin. Tipik xato: kasbiy qobiliyat yo‘qotilishini og‘irlik mezoni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Vaqtincha va turg‘un yo‘qotilish nima bilan o‘lchanadi? 2) Nega kasbiy mehnat qobiliyati og‘irlik darajasiga ta’sir qilmaydi? Doskada: ikki ustunli sodda chizma (vaqtincha – kunlar; turg‘un – foiz). Tipik xato: kasbiy va umumiy mehnat qobiliyatini aralashtirish. Qo‘shimcha: sog‘liq buzilishi 120 kundan ortiq bo‘lsa, u shartli ravishda turg‘un yo‘qotilish hisoblanadi, 4 oydan keyin qobiliyat tiklanishi yoki pasayishi mumkin (G‘iyosov Z.A., 280-bet).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1) Nega ayrim suyak sinishlari ro‘yxatda real oqibatga qaramay og‘ir deb olinadi? 2) Qachon mehnat ekspertizasi mutaxassisi kerak bo‘ladi? Doskada: 10% va 33% chegaralari bilan sonlar o‘qini chizing. Tipik xato: 33% dan kam bo‘lmagan qismni ‘33% dan kam’ deb noto‘g‘ri o‘qish. Ro‘yxatdagi qo‘shimcha jarohatlar: bilak suyaklarining sinishi-chiqishi, ikki va undan ortiq qo‘shni umurtqaning kompression sinishi.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1) Sog‘liq buzilishi davomiyligi bilan davolanish muddati qanday farqlanadi? 2) Shifokorga bormagan jabrlanuvchida buzilish davomiyligi qanday baholanadi? Doskada: 6 va 21 kun chegaralari bilan vaqt o‘qi. Tipik xato: kasalxonada yotgan kunlar sonini to‘g‘ridan-to‘g‘ri sog‘liq buzilishi davomiyligi deb olish. Davolovchi shifokorlar davolanish muddatlarining asoslanganligiga e’tibor berishi lozim.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Nega davolanish muddati va buzilish davomiyligi bir xil emas? 2) Chegara kunlarda (6 va 21) qaysi daraja qo‘yiladi? Doskada: kun o‘qini chizib, 6, 21 va 120 kunlarni belgilang, har oraliqqa darajani yozing. Tipik xato: 21 kunning o‘zini o‘rtacha og‘ir deb olish; manbada 21 kundan ortiq bo‘lsa o‘rtacha og‘ir deyiladi.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1) Qaysi omillar muddatni sun’iy cho‘zadi? 2) Murojaat qilmagan shaxsda sog‘liq buzilishi bo‘lishi mumkinmi? Doskada: ikki ustun chizing: ‘hisobga olinadi’ (jarohatning o‘zi keltirgan buzilish) va ‘olinmaydi’ (kasallik, kech murojaat, davo kamchiligi). Tipik xato: davolanish uzoq bo‘lsa, daraja ham albatta og‘ir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Nega bir ko‘zning yo‘qotilishi og‘ir hisoblanadi? 2) Ko‘rmaydigan ko‘z olib tashlansa, qaysi mezon qo‘llanadi? Doskada: to‘rt qatorli jadvalni talabalar bilan to‘ldiring. Tipik xato: bir ko‘z yo‘qotilishini ikki ko‘z ko‘rligi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6-7 daq. Muhokama: 1) Nega ikkala quloq karligi og‘ir, bir quloq esa o‘rtacha og‘ir? 2) Nasl qoldirish qobiliyati erkak va ayolda nimani qamraydi? Doskada: ‘ikkala quloq’ va ‘bir quloq’ ustunli ikki ustunli taqqoslash chizdiring. Tipik xato: bir quloq karligini ham og‘ir deb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Talabalar javobni daftarga yozib, so‘ng juftlikda tekshiradi. Muhokama: 1) Ko‘rish qobiliyati bo‘lmagan ko‘z yo‘qotilsa, qaysi mezon qo‘llanadi? 2) Ikkala ko‘z holatida nima o‘zgaradi? Doskada: ‘bir ko‘z – og‘ir; bir quloq – o‘rtacha og‘ir’ qisqa jadvalini chizdiring. Tipik xato: ko‘z va quloq mezonlarini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7-8 daq. Muhokama: 1) Ekspertiza jarayonida nimalar isbotlanishi kerak? 2) Nega homilaning oldingi kasalliklari bu mezonni bekor qiladi? Doskada: jarohat → homiladorlik uzilishi sabab-oqibat strelkasini chizdiring. Tipik xato: erta tug‘ruqdan tirik, hayotga layoqatli go‘dak tug‘ilganda ham shu mezonni qo‘llash.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nega komissiyaga psixiatr kiritiladi? Ruhiy buzilish travmadan emasligini istisno qilish uchun kim jalb qilinadi? Doskada chizish: «jarohat → ruhiy buzilish» zanjiri va uning ustiga «sababiy bog‘liqlik» deb yozing. Tipik xato: ruhiy buzilish bor ekan, uni avtomatik ravishda og‘ir jarohat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«badburushlik» va «silliqlanmaydigan badburushlik» farqi nimada? Ekspert va sud vazifalari qanday taqsimlangan? Doskada chizish: ikki ustunli sxema (ekspert: silliqlanish xususiyati; sud: badburushlikni aniqlash). Tipik xato: ekspertning o‘zi badburushlik borligini hal qiladi deb o‘ylash. Bu sudning vakolati.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nega bir vaqtdagi jarohatlar majmui baholanadi, turli muddatdagilari esa alohida? Mezonlar to‘qnashsa, qaysi biri tanlanadi? Doskada chizish: jadvalni talabalar bilan birga to‘ldiring. Tipik xato: har bir jarohatni doim alohida baholash yoki yengil mezonni tanlash.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1) Nega bemorning kasalligi jarohat og‘irligini oshirmaydi? 2) Qachon darajani aniqlab bo‘lmaydi? Doskada chizing: ikki ustunli ro‘yxat — «hisobga olinadi» (yangi jarohat va sababiy oqibat) va «hisobga olinmaydi» (kasallik, kech murojaat, davo nuqsoni). Tipik xato: talabalar klinik og‘irlikni sud-tibbiy og‘irlik bilan aralashtiradi.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Sababiy bog‘liqlik bo‘lmasa nima bo‘ladi? 2) Davolovchi vrach hujjatlarni nega xolis yozishi kerak? Doskada chizing: «jarohat → oqibat» sababiy zanjiri va unga aloqasiz omillar (kasallik, kech murojaat). Tipik xato: bemor ahvoli og‘irlashganini avtomatik «og‘ir jarohat» deb baholash. Vaziyat manbadagi qoidalar asosida tuzilgan o‘quv misoli.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Nega bitta qonun emas, bir nechta kodeks va qonun qo‘llaniladi? 2) Metodika nimaga qarab o‘zgaradi? Doskada chizing: markazda «ekspertiza», atrofida kodekslar, qonunlar va Yo‘riqnoma. Tipik xato: talabalar faqat Jinoyat kodeksini asos deb hisoblaydi, fuqarolik va ma’muriy ishlarni unutadi.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1) Nima uchun hujjatlar ko‘rikdan oldin o‘rganiladi? 2) Qaysi bosqichda mutaxassis maslahati kerak bo‘ladi? Doskada: 6 bosqichni strelkalar bilan chizdiring. Tipik xato: talabalar so‘rovni ko‘rikdan keyin qo‘yadi yoki 5-bosqichni majburiy deb o‘ylaydi (u faqat zarurat hollarida o‘tkaziladi).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Nima uchun nusxa emas, asl nusxa talab qilinadi? 2) Pediatr shifokor kasallik tarixini yuritganda hujjatlarni xolisona to‘ldirishi nimaga muhim? Doskada: shaxsni tasdiqlash hujjatlari ro‘yxatini yozdiring. Tipik xato: ikkita fotosurat talabini barcha ekspertizalarga tatbiq etish; u faqat jinsiy holat va jinoyatlar bo‘yicha ekspertizalarga tegishli.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7 daq. Muhokama: 1) So‘rovda qaysi 6 savol jarohat tafsilotini ochadi? 2) Qaysi holatda ko‘rikda ota-ona yoki pedagog bo‘lishi kerak? Doskada: jarohatni tavsiflash sxemasini (tur, joy, shakl, o‘lcham, rang, atrofi) chizdiring. Tipik xato: jarohatni rasmga olish uchun shaxsning ruxsati shart ekanini unutish.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8 daq. Muhokama: 1) Nega o‘zga jinsli shaxs ko‘rigida tergovchi chiqib turadi? 2) Kasalxonadagi bemorni ko‘rishda kimlar ishtirok etadi? Doskada chizish: ko‘rikda ishtirokchilar jadvali (shaxs toifasi – kim qatnashadi). Tipik xato: kasalxonadagi bemor ko‘rigini uning ruxsatisiz va shifokorsiz o‘tkazish mumkin deb o‘ylash; shuningdek ko‘rik faktini kasallik tarixiga yozishni unutish.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10 daq. Muhokama: 1) Klinik og‘ir ahvol nega har doim ham og‘ir tan jarohati bo‘lmaydi? 2) Ekspertiza algoritmining qaysi bosqichi eng muhim va nega? Doskada chizish: 6 bosqichli algoritm zanjiri va yonida og‘irlik darajalarining muddat bo‘yicha chegaralari. Tipik xato: 6 va 21 kun chegaralarini chalkashtirish; klinik og‘irlikni sud-tibbiy og‘irlik bilan aynan deb hisoblash. Mustahkamlash: 3 ta og‘zaki savol bering.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Amaliy mashgʻulot: Tirik shaxslarning sud-tibbiy ekspertizasi. Tirik shaxslar ekspertizalarining tashkiliy va protsessual xususiyatlari. Tan jarohatlarning og‘irlik darajasining huquqiy tasnifi va sud-tibbiy aniqlash mez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Kirish: mavzu va mashg‘ulot maqsadi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mashgʻulot: Tirik shaxslarning sud-tibbiy ekspertizasi. Tirik shaxslar ekspertizala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Tirik shaxslarning sud-tibbiy ekspertizasi amaliyotda eng ko‘p o‘tkaziladigan ekspertizalardan biri. U jinoiy, fuqarolik va ma’muriy ishlarda tayinlanadi.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Tan jarohatlari ekspertizasi Jinoyat kodeksi va “Tan jarohatlarining og‘irlik darajasini sud-tibbiy aniqlash qoidalari”ga ko‘ra o‘tkaziladi.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Ekspert xulosasida jarohatning turi, joylashuvi, quroli, vujudga kelish mexanizmi, yetkazilish muddati va og‘irlik darajasi qayd etiladi.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Mashg‘ulotda ekspertizaning umumiy algoritmi o‘rganiladi: hodisa bilan tanishish, tibbiy hujjatlar, so‘rov, ko‘rik, qo‘shimcha tekshiruv va xulosa.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275, 275-276, 276, 299-300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Tirik shaxslar ekspertizasi qachon tayinlanadi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mashgʻulot: Tirik shaxslarning sud-tibbiy ekspertizasi. Tirik shaxslar ekspertizala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Ekspertiza jinoiy, fuqarolik va ma’muriy ishlar bo‘yicha tayinlanadi.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Eng ko‘p ekspertiza tan jarohatlari yetkazilishi bilan bog‘liq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jinsiy holat ekspertizasi ≠ jinsiy jinoyat ekspertizasi; bular alohida turlar.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Tirik shaxslar ekspertizasi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Tan jarohatlari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Xarakteri  ·  Og‘irlik darajasi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Jinsiy holatlar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Jins, bokiralik  ·  Homiladorlik, tug‘ruq, abort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Jinsiy jinoyatlar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Zo‘rlash  ·  Besoqolbozlik, fahsh harakatlari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Salomatlik, yosh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Simulyasiya, a’zobuzarlik  ·  Yoshni aniqlash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Ekspertiza turlari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275, 275-276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Ekspertiza o‘tkaziladigan joylar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mashgʻulot: Tirik shaxslarning sud-tibbiy ekspertizasi. Tirik shaxslar ekspertizala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 ekspertizalar sud-tibbiy ekspertiza muassasalarining ambulatoriyasida o‘tkaziladi.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Ular tuman, shahar va tumanlararo bo‘limlarda ham o‘tkaziladi.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Ayrim holatlarda zarur sharoit bo‘lgan davolash muassasalarida va boshqa joylarda ham o‘tkazish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Davolanayotgan bemorni ko‘rish faqat uning sog‘lig‘i imkon bergandagina mumkin. Ko‘rik haqida kasallik tarixiga yoziladi.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Ekspertiza joylari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Sud-tibbiy muassasa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Ambulatoriya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Bo‘limlar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Tuman  ·  Shahar  ·  Tumanlararo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Davolash muassasalari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Zarur sharoit bo‘lsa  ·  Bemor sog‘lig‘i imkon bersa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Joylar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275, 301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Tan jarohatlari ekspertizasida hal etiladigan masalalar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mashgʻulot: Tirik shaxslarning sud-tibbiy ekspertizasi. Tirik shaxslar ekspertizala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Sud-tibbiy muassasalarda eng ko‘p o‘tkaziladigan ekspertiza tan jarohatlari bilan bog‘liq ekspertizadir.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 Jinoyat kodeksi va og‘irlik darajasini sud-tibbiy aniqlash qoidalari asosida o‘tkaziladi.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Barcha masalalar bo‘yicha ma’lumotlar “Ekspert xulosasi”da qayd etilishi lozim.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Turi, joylashuvi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Jarohat turi va tanadagi o‘rni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Qurol yoki vosita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Qurol yoki vosita turi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Mexanizm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Hosil bo‘lish mexanizmi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Muddat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Yetkazilish muddati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Og‘irlik darajasi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Tasniflovchi belgi bilan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Ekspertiza hal etadigan masalalar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276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Tezkor savol: ekspertiza vazifalari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mashgʻulot: Tirik shaxslarning sud-tibbiy ekspertizasi. Tirik shaxslar ekspertizala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1-savol: tan jarohatlari ekspertizasida jarohat turi va joylashuvidan tashqari yana qaysi to‘rt masala hal etiladi?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2-savol: og‘irlik darajasi ekspert xulosasida qanday ko‘rsatilishi kerak?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3-savol: bu masalalar bo‘yicha ma’lumotlar qaysi hujjatda qayd etiladi?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Javob: quroli, mexanizmi, muddati, og‘irlik darajasi; daraja tasniflovchi belgi bilan; hujjat — “Ekspert xulosasi”.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276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Huquqiy tasnif: uch daraja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mashgʻulot: Tirik shaxslarning sud-tibbiy ekspertizasi. Tirik shaxslar ekspertizala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Jinoyat kodeksida og‘ir, o‘rtacha og‘ir va yengil tan jarohatlari farqlanadi.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Yengil jarohat ikki turga bo‘linadi: oddiy va sog‘liqning qisqa muddatga buzilishiga olib kelgan.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sud-tibbiy baho bemorning klinik og‘irligi bilan bir xil emas, natijalar mos kelmasligi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Og‘ir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Hayot uchun xavf va boshqalar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Turg‘un yo‘qotish: 33% dan kam emas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3378" y="1417320"/>
            <a:ext cx="1945538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O‘rtacha og‘ir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23378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Sog‘liq 21 kundan ortiq buzilgan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Turg‘un yo‘qotish: 10–33%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6076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Yengil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6076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Qisqa muddatli: 6–21 kun, 10% gacha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Oddiy: 6 kungacha, yo‘qotish yo‘q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Darajalar va mezonlar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276, 277, 278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Og‘ir tan jarohati (104-modda)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mashgʻulot: Tirik shaxslarning sud-tibbiy ekspertizasi. Tirik shaxslar ekspertizala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104-modda: yetkazilish paytida hayot uchun xavfli bo‘lgan shikastlanish og‘ir tan jarohati hisoblanadi.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Umumiy mehnat qobiliyatining o‘ttiz uch foizidan kam bo‘lmagan qismi turg‘un yo‘qotilsa, jarohat og‘ir deb baholanadi.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Og‘ir jarohatga yana: ko‘rish, so‘zlash, eshitish yoki a’zo funksiyasining to‘liq yo‘qotilishi, homiladorlik uzilishi, ruhiy buzilish, tiklanmas badburushlik.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Diqqat: tibbiy yordam hayotga tahdidni bartaraf etgan bo‘lsa ham, jarohat baribir “hayot uchun xavfli” deb baholanadi.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Og‘ir tan jarohati (104)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722120"/>
            <a:ext cx="0" cy="341376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72212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Hayot uchun xavf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Yetkazilish paytida xavfli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40487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100072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100072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Mehnat qobiliyati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33% dan kam bo‘lmagan turg‘un yo‘qotish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08762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2782824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2782824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Funksiya yo‘qotilishi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1F2937"/>
                </a:solidFill>
                <a:latin typeface="Calibri"/>
              </a:rPr>
              <a:t>Ko‘rish, so‘zlash, eshitish  ·  A’zo funksiyasi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377037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3465576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3465576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Homila uzilishi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Jarohat bilan bevosita bog‘liq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12380" y="445312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72400" y="4148328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4148328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Ruhiy buzilish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Jarohat oqibatida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612380" y="513588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772400" y="4831080"/>
            <a:ext cx="3779215" cy="609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0" y="4831080"/>
            <a:ext cx="3779215" cy="60960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Badburushlik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Tiklanmas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104-modda belgilari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276-277, 276-277, 280, 277-278, 279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O‘rtacha og‘ir tan jarohati (105-modda)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mashgʻulot: Tirik shaxslarning sud-tibbiy ekspertizasi. Tirik shaxslar ekspertizala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105-modda: 104-moddadagi oqibatlarga olib kelmagan, lekin quyidagi belgilardan biri bor jarohat o‘rtacha og‘ir hisoblanadi.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Sog‘liq 21 kundan ortiq muddatga buzilgan bo‘lsa, jarohat o‘rtacha og‘ir deb baholanadi.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Umumiy mehnat qobiliyatining 10 foizdan 33 foizgacha qismi turg‘un yo‘qotilsa ham, jarohat o‘rtacha og‘ir hisoblanadi.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bir quloqda eshitish yo‘qotilishi o‘rtacha og‘ir; ikkala quloqda to‘liq karlik esa og‘ir tan jarohatidir.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277, 277, 281, 277, 280, 282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Yengil tan jarohati (109-modda)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mashgʻulot: Tirik shaxslarning sud-tibbiy ekspertizasi. Tirik shaxslar ekspertizala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109-modda yengil jarohatning ikki turini ajratadi.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Birinchi tur sog‘liqning qisqa muddatga buzilishiga sabab bo‘ladi; ikkinchisida bunday buzilish yo‘q.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6 kungacha — oddiy yengil; 6 kundan ortiq — qisqa muddatga buzilish bilan yengil.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5689"/>
                <a:gridCol w="1678755"/>
                <a:gridCol w="1573530"/>
              </a:tblGrid>
              <a:tr h="76809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Tur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Muddat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Yo‘qotilish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Qisqa muddatli buzilish bilan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6 kundan ortiq, 21 kungacha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10% gacha turg‘un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Oddiy yengil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6 kungacha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Yo‘q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O‘rtacha og‘ir (solishtirish)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21 kundan ortiq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10–33% turg‘un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Yengil jarohat turlari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277, 277, 281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tahlili: jarohat darajasini belgilash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mashgʻulot: Tirik shaxslarning sud-tibbiy ekspertizasi. Tirik shaxslar ekspertizala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Vaziyat: jabrlanuvchida sog‘liqning buzilishi 21 kundan ortiq davom etgan. Hayot uchun xavf va a’zo yo‘qotilishi kabi og‘ir belgilar yo‘q.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Qoida: sog‘liq buzilishi davomiyligi 21 kundan ortiq bo‘lsa, tan jarohati o‘rtacha og‘ir deb baholanadi.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Davolanish muddati shaxsning kasalligi yoki tibbiy yordamga kech murojaat tufayli cho‘zilsa, bu inobatga olinmaydi.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bu jarohat qaysi og‘irlik darajasiga kiradi? Jabrlanuvchi tibbiy yordamga umuman murojaat qilmagan bo‘lsa, baho o‘zgaradimi?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281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Tibbiy mezonlar tushunchasi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mashgʻulot: Tirik shaxslarning sud-tibbiy ekspertizasi. Tirik shaxslar ekspertizala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Tan jarohatlari og‘irligini aniqlashda tasniflovchi belgilarning tibbiy tavsiflari tibbiy mezonlar vazifasini bajaradi.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Mezonlar O‘zbekiston Respublikasi Jinoyat kodeksi talablaridan kelib chiqqan holda qabul qilingan.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Asosiy mezonlar: hayot uchun xavf, sog‘liq buzilishining davomiyligi, umumiy mehnat qobiliyatining turg‘un yo‘qotilishi darajasi.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Yana: a’zo yoki uning funksiyasi yo‘qotilishi, ruhiy buzilish, homiladorlikning uzilishi, tananing tiklanmaydigan badburushligi.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Tibbiy mezonlar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Asosiy mezonlar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Hayot uchun xavf  ·  Sog‘liq buzilishi davomiyligi  ·  Mehnat qobiliyati yo‘qotilishi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Qo‘shimcha mezonlar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A’zo yoki funksiya yo‘qotilishi  ·  Ruhiy buzilish  ·  Homiladorlik uzilishi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Badburushlik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Tananing tiklanmaydigan badburushligi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Jinoyat kodeksidan kelib chiqqan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277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Klinik va sud-tibbiy baholash farqi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mashgʻulot: Tirik shaxslarning sud-tibbiy ekspertizasi. Tirik shaxslar ekspertizala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Sud-tibbiy baholash va bemor ahvolining klinik og‘irligi bir xil tushunchalar emas.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Maqsad va mezonlar turlicha, shu sabab natijalar bir-biriga mos kelmasligi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klinikadagi “og‘ir” ahvol ≠ sud-tibbiyotdagi “og‘ir” tan jarohati.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Klinik baho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Shikastdagi bemor ahvolini baholaydi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Klinik mezonlar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Sud-tibbiy baho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Jarohat og‘irlik darajasini baholaydi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Jinoyat kodeksiga asoslangan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Natijalar mos kelmasligi mumkin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278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Hayot uchun xavfli jarohatlar: a’zolar jarohati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mashgʻulot: Tirik shaxslarning sud-tibbiy ekspertizasi. Tirik shaxslar ekspertizala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Kalla, ko‘krak yoki qorin bo‘shlig‘iga o‘tuvchi yaralar hayot uchun xavfli jarohatlar qatoriga kiradi.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Kalla asosi va gumbazi suyaklarining sinishi, bosh miyaning og‘ir lat eyishi va diffuz aksonal shikastlanishi ham shu guruhga kiradi.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Bo‘yin umurtqalarining sinishi yoki chiqishi, shuningdek funksiyasi buzilgan bo‘yin va ko‘krak qismi orqa miya lat eyishi xavfli sanaladi.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Ko‘krak, qorin va qorinparda orti a’zolarining yopiq jarohatlari; yirik arteriyalar (aorta, uyqu, son, taqim) va hamroh venalar jarohatlari ham kiradi.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Hayot uchun xavfli jarohatlar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Bo‘shliqqa o‘tuvchi yara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Kalla  ·  Ko‘krak  ·  Qorin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Kalla va miya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Kalla asosi, gumbazi sinishi  ·  Miyaning og‘ir lat eyishi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Bo‘yin va orqa miya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Bo‘yin umurtqasi sinishi, chiqishi  ·  Orqa miya lat eyishi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Ichki a’zolar, tomirlar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Yopiq jarohatlar  ·  Yirik arteriyalar va venalar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Misollar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278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Kuyish va sovuq urishi: yuza mezonlari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mashgʻulot: Tirik shaxslarning sud-tibbiy ekspertizasi. Tirik shaxslar ekspertizala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Termik, kimyoviy, elektr va nurdan kuyish hamda sovuq urishi yuzasi va darajasiga qarab baholanadi.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Daraja yuqori bo‘lsa, xavfli deb sanaladigan yuza chegarasi kichikroq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har daraja uchun chegara alohida — 10%, 15% va 20%ni aralashtirmang.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III-IV darajali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&gt; 10</a:t>
            </a:r>
            <a:r>
              <a:rPr sz="1100" b="0">
                <a:solidFill>
                  <a:srgbClr val="6B7280"/>
                </a:solidFill>
                <a:latin typeface="Calibri"/>
              </a:rPr>
              <a:t>  % yuza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32522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32522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42250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III darajali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&gt; 15</a:t>
            </a:r>
            <a:r>
              <a:rPr sz="1100" b="0">
                <a:solidFill>
                  <a:srgbClr val="6B7280"/>
                </a:solidFill>
                <a:latin typeface="Calibri"/>
              </a:rPr>
              <a:t>  % yuza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24364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24364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34092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II darajali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&gt; 20</a:t>
            </a:r>
            <a:r>
              <a:rPr sz="1100" b="0">
                <a:solidFill>
                  <a:srgbClr val="6B7280"/>
                </a:solidFill>
                <a:latin typeface="Calibri"/>
              </a:rPr>
              <a:t>  % yuza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Hayot uchun xavfli kuyish yuzalari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278-279, 279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Hayotga tahdid soluvchi holatlar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mashgʻulot: Tirik shaxslarning sud-tibbiy ekspertizasi. Tirik shaxslar ekspertizala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Organizm o‘zi tiklay olmaydigan va odatda o‘limga olib boradigan hayotiy faoliyat buzilishi hayotga tahdid deb baholanadi.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Misollar: og‘ir darajali (III-IV) shok, II-III darajali koma va o‘tkir, ko‘p miqdorda qon yo‘qotish.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Og‘ir yurak va qon tomir, nafas, o‘tkir jigar, buyrak va buyrak usti bezi yetishmovchiligi hamda miyada qon aylanishining og‘ir buzilishi.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Sepsis, peritonit, flegmona, emboliya hamda infarkt yoki gangrenaga olib keluvchi qon aylanishi buzilishi ham tahdid soladi.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Hayotga tahdid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790395"/>
            <a:ext cx="0" cy="3277209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790395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Shok va koma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III-IV darajali shok  ·  II-III darajali koma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609697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236622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236622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Qon yo‘qotish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O‘tkir, ko‘p miqdorli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055924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055924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A’zo yetishmovchiligi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Yurak-qon tomir, nafas  ·  Jigar, buyrak, buyrak usti bezi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24830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3875227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3875227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Yiringli-septik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Sepsis, peritonit, flegmona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12380" y="50676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772400" y="4694529"/>
            <a:ext cx="3779215" cy="746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4694529"/>
            <a:ext cx="3779215" cy="74615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Qon aylanishi buzilishi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Miyada og‘ir buzilish  ·  Emboliya, infarkt, gangrena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Misollar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279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Sababiy bog‘liqlik va tibbiy yordam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mashgʻulot: Tirik shaxslarning sud-tibbiy ekspertizasi. Tirik shaxslar ekspertizala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Hayotga tahdid soluvchi holat shaxsga yetkazilgan tan jarohati bilan bevosita bog‘liq bo‘lishi lozim.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 bog‘liqlik tasodifiy ko‘rinishga ega bo‘lmasligi kerak.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Yetkazilish vaqtida hayot uchun xavfli bo‘lgan yoki keyin hayotga tahdid soluvchi holatni keltirgan jarohat og‘ir deb baholanadi.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tibbiy yordam bilan tahdid bartaraf etilgan bo‘lsa ham, bu jarohatni xavfli deb baholashda inobatga olinmaydi.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Jarohat yetkazilgan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Hayotga tahdid yuzaga kelgan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Tahdid jarohat bilan bevosita bog‘liq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Yordam tahdidni bartaraf etgan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Baho: hayot uchun xavfli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Sababiy bog‘liqlik zanjiri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279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Tezkor savol: hayot uchun xavf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mashgʻulot: Tirik shaxslarning sud-tibbiy ekspertizasi. Tirik shaxslar ekspertizala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jabrlanuvchiga o‘z vaqtida yordam berildi va hayotiga tahdid bartaraf etildi. Jarohat og‘irligi o‘zgaradimi?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Javob: yo‘q. Tibbiy yordam orqali tahdidning bartaraf etilishi jarohatni baholashda hisobga olinmaydi.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hayot uchun xavfli jarohatlarga qaysi misollarni keltira olasiz?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Javob: kalla, ko‘krak, qorin bo‘shlig‘iga o‘tuvchi yaralar; kalla asosi va gumbazi suyaklarining sinishi; bo‘yin umurtqalarining sinishi yoki chiqishi.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279, 278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Umumiy mehnat qobiliyatining yo‘qotilishi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mashgʻulot: Tirik shaxslarning sud-tibbiy ekspertizasi. Tirik shaxslar ekspertizala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Umumiy mehnat qobiliyati — o‘z-o‘ziga xizmat qilish va malaka talab qilmaydigan ishlarni bajara olish.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Kasbiy mehnat qobiliyati — muayyan kasb sohasidagi faoliyatni olib borish qobiliyati.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umumiy ≠ kasbiy; og‘irlikni faqat umumiy yo‘qotilish belgilaydi.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Umumiy qobiliyat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O‘z-o‘ziga xizmat, oddiy ishlar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Og‘irlik baholashda hisobga olinadi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Tan jarohati og‘irligida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Kasbiy qobiliyat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Muayyan kasbdagi faoliyat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Og‘irlikda hisobga olinmaydi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Fuqarolik ishlarida ziyonni qoplash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Umumiy va kasbiy qobiliyat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279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Vaqtincha va turg‘un yo‘qotilish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mashgʻulot: Tirik shaxslarning sud-tibbiy ekspertizasi. Tirik shaxslar ekspertizala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Umumiy mehnat qobiliyatining yo‘qotilishi vaqtincha, turg‘un yoki doimiy bo‘lishi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Vaqtincha yo‘qotilish sog‘liq buzilgan kunlar bilan, turg‘un va doimiy yo‘qotilish esa foizlar bilan ifodalanadi.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Doimiy yo‘qotilishda qobiliyat va uning darajasi keyinchalik vaqt o‘tishi bilan o‘zgarmaydi.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og‘irlik darajasida faqat umumiy mehnat qobiliyati hisobga olinadi. Kasbiy qobiliyat fuqarolik ishlarida ko‘riladi.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Vaqtincha yo‘qotish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Sog‘liq buzilgan kunlarda ifodalanadi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Turg‘un va doimiy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Foizlarda ifodalanadi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Doimiyda daraja vaqt bilan o‘zgarmaydi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Qobiliyat yo‘qotilishi turlari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279, 279-280, 280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Foizni aniqlash jadvali va 1/3 dan ortiq ro‘yxat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mashgʻulot: Tirik shaxslarning sud-tibbiy ekspertizasi. Tirik shaxslar ekspertizala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Turg‘un yo‘qotilish foizini belgilash uchun maxsus ishlab chiqilgan aniqlash jadvalidan foydalaniladi.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Zarur bo‘lsa, ekspertizaga tegishli klinik soha va vrach-mehnat ekspertizasi mutaxassislari jalb qilinadi.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Yo‘qotilish 33% dan kam bo‘lmasa jarohat og‘ir, 10–33% bo‘lsa o‘rtacha og‘ir, 10% gacha bo‘lsa yengil (qisqa muddatli) deb baholanadi.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Yelka, son, katta boldir, tirsak va tizza bo‘g‘imi suyaklari sinishi, quymich kosasi sinishi siljish bilan – tibbiy yordamdan qat’i nazar og‘ir.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Og‘ir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≥ 33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32522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32522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42250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O‘rtacha og‘ir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10–33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24364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24364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34092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Yengil (qisqa muddatli)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≤ 10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Turg‘un yo‘qotish chegaralari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280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Sog‘liq buzilishi davomiyligi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mashgʻulot: Tirik shaxslarning sud-tibbiy ekspertizasi. Tirik shaxslar ekspertizala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 eng ko‘p qo‘llaniladigan mezon bo‘lib, ob’ektiv ma’lumotlar asosida kunlarda belgilanadi.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6 kungacha – yengil, 6–21 kun – qisqa muddatli yengil, 21 kundan ortiq – o‘rtacha og‘ir.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Davolanish muddati sog‘liq buzilishi davomiyligi bilan aynan bir narsa emas, ular mos kelmasligi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Tibbiy yordamga murojaat qilmaslik yoki davolanmaslik jarohatdan sog‘liq buzilganini istisno qilmaydi.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kasalliklar, kech murojaat yoki yordamdagi kamchiliklar tufayli cho‘zilgan davolanish muddati hisobga olinmaydi.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280-281, 281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Davomiylikni hisoblash: kunlar bo‘yicha daraja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mashgʻulot: Tirik shaxslarning sud-tibbiy ekspertizasi. Tirik shaxslar ekspertizala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Sog‘liq buzilishi davomiyligi ob’ektiv tibbiy ma’lumotlar asosida kunlarda belgilanadi.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buzilish davomiyligi anatomik tuzalish va davolanish muddatiga o‘xshaydi, lekin aynan emas.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Amaliyotda bu eng ko‘p qo‘llaniladigan mezon hisoblanadi.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Yengil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≤ 6</a:t>
            </a:r>
            <a:r>
              <a:rPr sz="1500" b="0">
                <a:solidFill>
                  <a:srgbClr val="6B7280"/>
                </a:solidFill>
                <a:latin typeface="Calibri"/>
              </a:rPr>
              <a:t>  kun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Qisqa muddatli yengil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6–21</a:t>
            </a:r>
            <a:r>
              <a:rPr sz="1500" b="0">
                <a:solidFill>
                  <a:srgbClr val="6B7280"/>
                </a:solidFill>
                <a:latin typeface="Calibri"/>
              </a:rPr>
              <a:t>  kun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O‘rtacha og‘ir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&gt; 21</a:t>
            </a:r>
            <a:r>
              <a:rPr sz="1500" b="0">
                <a:solidFill>
                  <a:srgbClr val="6B7280"/>
                </a:solidFill>
                <a:latin typeface="Calibri"/>
              </a:rPr>
              <a:t>  kun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Shartli turg‘un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&gt; 120</a:t>
            </a:r>
            <a:r>
              <a:rPr sz="1500" b="0">
                <a:solidFill>
                  <a:srgbClr val="6B7280"/>
                </a:solidFill>
                <a:latin typeface="Calibri"/>
              </a:rPr>
              <a:t>  kun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Kunlar va og‘irlik darajasi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280, 281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tahlili: kech murojaat holati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mashgʻulot: Tirik shaxslarning sud-tibbiy ekspertizasi. Tirik shaxslar ekspertizala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Vaziyat: jabrlanuvchida surunkali kasallik bor, shifokorga kech murojaat qilgan va davolanishi cho‘zilib ketgan.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cho‘zilgan davolanish muddati jarohat og‘irligini baholashda to‘liq hisobga olinadimi?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Javob: shaxsning kasalliklari, kech murojaati va tibbiy yordamdagi kamchiliklar tufayli cho‘zilgan muddat inobatga olinmaydi.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tibbiy yordamga murojaat qilmaslik yoki davolanmaslik sog‘liq buzilganligini istisno qilmaydi.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281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Ko‘rish va so‘zlash qobiliyatining yo‘qotilishi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mashgʻulot: Tirik shaxslarning sud-tibbiy ekspertizasi. Tirik shaxslar ekspertizala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Ikkala ko‘zdagi qaytmas ko‘rlik yoki o‘tkirlik 0,04 va past bo‘lsa, jarohat og‘ir hisoblanadi.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So‘zlash qobiliyati — atrofdagilarga tushunarli tarzda fikr yetkazishning qaytmas yo‘qotilishi.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Diqqat: sog‘ ko‘z — mehnat qobiliyati foizi; ko‘rmaydigan ko‘z — buzilish kunlari.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1700"/>
                <a:gridCol w="2266275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Holat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Baho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Ikki ko‘zda ko‘rlik yoki o‘tkirlik ≤0,04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Og‘ir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Sog‘ bir ko‘zning yo‘qotilishi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Og‘ir: 1/3 dan ortiq yo‘qotish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Ko‘rmaydigan ko‘zning yo‘qotilishi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Buzilish davomiyligi bo‘yicha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Tilning to‘liq yoki yarmi yo‘qligi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Og‘ir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Ko‘rish va til: baholash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281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Eshitish va a’zo funksiyasi yo‘qotilishi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mashgʻulot: Tirik shaxslarning sud-tibbiy ekspertizasi. Tirik shaxslar ekspertizala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Ikkala quloqda tiklanmas to‘liq karlik yoki odatdagi nutqni quloq chanog‘idan 3-5 sm masofada eshitmaslik og‘ir tan jarohati hisoblanadi.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Faqat bir quloqda eshitish yo‘qolsa, mehnat qobiliyatining uchdan biridan kami yo‘qoladi. Bunday jarohat o‘rtacha og‘ir deb baholanadi.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Qo‘l yoki oyoqning yo‘qotilishi – tanadan uzilishi yoki faoliyatining turg‘un yo‘qolishi (falajlik). Kaft yoki tovon yo‘qotilishi ularga tenglashtiriladi.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Nasl qoldirish qobiliyati yoki a’zo funksiyasi yo‘qolsa, jarohat og‘ir bo‘ladi. Bitta urug‘don, tuxumdon yoki buyrak yo‘qotilishi ham og‘ir sanaladi.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282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Tezkor savol: ko‘rish va eshitish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mashgʻulot: Tirik shaxslarning sud-tibbiy ekspertizasi. Tirik shaxslar ekspertizala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bir ko‘zda ko‘rish to‘liq yo‘qolsa, jarohat qaysi darajada baholanadi va nima uchun?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Javob: og‘ir. Mehnat qobiliyatining uchdan biridan ortig‘i yo‘qoladi, shuning uchun mezon shu belgi bo‘yicha qo‘llanadi.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Savol: bir quloq eshitmay qolsa-chi? Javob: o‘rtacha og‘ir, chunki yo‘qotish mehnat qobiliyatining uchdan biridan kam.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xato qilish xavfi – bir ko‘z ≠ bir quloq. Bir ko‘z yo‘qolsa og‘ir, bir quloq yo‘qolsa o‘rtacha og‘ir baholanadi.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281, 282, 281-282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Homiladorlikning uzilishi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mashgʻulot: Tirik shaxslarning sud-tibbiy ekspertizasi. Tirik shaxslar ekspertizala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Jarohat tufayli homila tushishi, onasi qornida o‘lishi yoki erta tug‘ruq bilan homiladorlik to‘xtashi shu mezonga kiradi. Muddat ahamiyatsiz.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Mezon faqat o‘lik yoki tirik, ammo hayotga layoqatsiz go‘dak tug‘ilganda qo‘llanadi. Sabab bo‘lgan jarohat og‘ir baholanadi.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Uzilish jarohat bilan bevosita bog‘liq bo‘lishi kerak. U ayol yoki homilaning oldingi kasalliklariga aloqador bo‘lmasligi lozim.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Ekspertiza akusher-ginekologlar ishtirokida o‘tadi. Hayotga layoqatli go‘dak yoki bachadondan tashqari homiladorlikda boshqa mezonlar qo‘llanadi.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282, 282-283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Ruhiy buzilish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mashgʻulot: Tirik shaxslarning sud-tibbiy ekspertizasi. Tirik shaxslar ekspertizala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Ruhiy buzilish ba’zan tan jarohati, birinchi navbatda bosh sohasi shikastlanishi oqibatida paydo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Ekspertlar komissiyasiga sud-psixiatriya eksperti yoki vrach-psixiatrlar kiritiladi. Zarur bo‘lsa, nevrolog va neyroxirurg ham jalb qilinadi.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Aniqlanadi: buzilish bormi, shikastlanishgacha bo‘lmaganmi, hodisaga aloqador jarohat nima va ular o‘rtasida sabab-oqibat bog‘lanish bormi.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jarohat og‘ir deb baholanishi uchun faqat bevosita sababiy bog‘liqlik kerak. Boshqa kasallik tufayli buzilish bunga kirmaydi.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283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Silliqlanmaydigan badburushlik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mashgʻulot: Tirik shaxslarning sud-tibbiy ekspertizasi. Tirik shaxslar ekspertizala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Badburushlik mavjudligini aniqlash sudning vakolatiga kiradi. Ekspert uni hal qilmaydi.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Sud-tibbiy ekspertiza jarohat va uning izlari silliqlanadimi yoki yo‘qmi, shuni aniqlaydi.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Silliqlanmaydigan o‘zgarish vaqt o‘tishi yoki konservativ muolaja bilan yo‘qolmaydi.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Uni bartaraf etish uchun jarrohlik (masalan, plastik operatsiya) kerak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Ekspertiza tegishli klinitsist-mutaxassislar (kosmetolog, plastik jarroh va b.) ishtirokida o‘tkaziladi. Bunday jarohat og‘ir baholanadi.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283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Bir nechta mezon va ko‘p jarohat qoidalari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mashgʻulot: Tirik shaxslarning sud-tibbiy ekspertizasi. Tirik shaxslar ekspertizala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Bitta tibbiy mezon yetarli. Bir nechtasi bo‘lsa, og‘irroq darajadagi mezon tanlanadi.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Bir hodisadagi jarohatlar bir-birining kechishini og‘irlashtirsa, daraja ularning majmui uchun aniqlanadi.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Turli muddatda yetkazilgan jarohatlar har biri uchun alohida baholanadi.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Bitta mezon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Shu mezon yetarli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Bir nechta mezon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Og‘irroq darajali mezon olinadi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O‘zaro og‘irlashtirgan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Majmui uchun umumiy daraja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Turli muddatda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Har biri alohida baholanadi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Mezonlarni qo‘llash tartibi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283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Ilgari mavjud kasallik va daraja aniqlanmaydigan holatlar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mashgʻulot: Tirik shaxslarning sud-tibbiy ekspertizasi. Tirik shaxslar ekspertizala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Ilgari kasalligi bo‘lgan yoki a’zosi faoliyati yo‘qotilgan shaxsda faqat yangi jarohatdan kelib chiqqan va u bilan sababiy bog‘langan oqibat baholanadi.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yosh va kasallik kabi individual xususiyatlar tufayli yomonlashgan salomatlik og‘irlik darajasini aniqlashda hisobga olinmaydi.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Kech murojaat, noto‘g‘ri tashxis yoki davodagi kamchiliklar tufayli yuzaga kelgan yomonlashuv ham jarohat og‘irligiga qo‘shilmaydi.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Materiallar va tekshiruvlar jarohat mohiyatini aniqlashga imkon bermasa yoki oqibat mavhum bo‘lsa, og‘irlik darajasi aniqlanmaydi.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284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Voqea tahlili: ilgari kasal shaxs jarohati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mashgʻulot: Tirik shaxslarning sud-tibbiy ekspertizasi. Tirik shaxslar ekspertizala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Vaziyat: surunkali kasalligi bor shaxsga jarohat yetkazildi. U shifokorga kech murojaat qildi va holati yomonlashdi.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 1: holatning yomonlashuvi jarohat og‘irligini aniqlashda hisobga olinadimi? Qaysi ikki omil bunga to‘sqinlik qiladi?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Savol 2: ekspert aynan nimani baholaydi — mavjud kasallikni yoki yangi jarohat bilan sababiy bog‘langan oqibatni?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Javob yo‘nalishi: individual xususiyat va kech murojaat hisobga olinmaydi; faqat jarohat bilan bog‘liq oqibat baholanadi.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284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Ekspertiza o‘tkazishning huquqiy asoslari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mashgʻulot: Tirik shaxslarning sud-tibbiy ekspertizasi. Tirik shaxslar ekspertizala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Tirik shaxslar ekspertizasi Jinoyat, Jinoyat-protsessual, Fuqarolik, Fuqarolik protsessual va Ma’muriy javobgarlik kodekslariga rioya qilib o‘tkaziladi.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Shuningdek, “Fuqarolar sog‘lig‘ini saqlash to‘g‘risida” va “Sud ekspertizasi to‘g‘risida” qonunlari hamda Yo‘riqnoma va tegishli qoidalar qo‘llaniladi.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Tartib va metodika ekspertiza tayinlanishiga olib kelgan hodisaning xususiyatlari hamda ekspertiza oldiga qo‘yilgan vazifalarga bog‘liq.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Shu sababli har bir tur o‘ziga xos; umumiy algoritm bor: hodisa tafsilotlari va tibbiy hujjatlarni o‘rganishdan boshlanadi.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Huquqiy asoslar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Kodekslar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Jinoyat, Jinoyat-protsessual  ·  Fuqarolik, Fuqarolik protsessual  ·  Ma’muriy javobgarlik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Qonunlar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Fuqarolar sog‘lig‘ini saqlash  ·  Sud ekspertizasi to‘g‘risida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Yo‘riqnoma, qoidalar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Tartib va metodika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G‘iyosov, 299-bet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299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Ekspertiza algoritmi: 6 bosqich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mashgʻulot: Tirik shaxslarning sud-tibbiy ekspertizasi. Tirik shaxslar ekspertizala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Tirik shaxslar ekspertizasi umumiy algoritm bo‘yicha olti bosqichda o‘tkaziladi.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Avval hodisa tafsilotlari va tibbiy hujjatlar o‘rganiladi, so‘ng shaxs so‘raladi va ko‘rikdan o‘tadi.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Zarur bo‘lsa, qo‘shimcha tekshiruv va mutaxassis maslahati olinadi; yakunda ekspert xulosasi tuziladi.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Hodisa tafsiloti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Qaror yoki ajrim ma’lumotlari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Tibbiy hujjatlar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Asl nusxalar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So‘rov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Shaxsning so‘rovi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Ko‘rik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Shaxsni ko‘rikdan o‘tkazish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Qo‘shimcha tekshiruv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Laboratoriya, maslahat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8443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688171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18523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Ekspert xulosasi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Yakuniy hujjat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Olti bosqichli algoritm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299-300, 300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Tibbiy hujjatlar va shaxsni tasdiqlash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mashgʻulot: Tirik shaxslarning sud-tibbiy ekspertizasi. Tirik shaxslar ekspertizala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Tibbiy hujjatlarning asl nusxalari berilishi kerak. Ularning ishonchliligi uchun ekspertizani tayinlagan shaxs javob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Hujjatlarni ko‘rikdan oldin o‘rganish so‘rov va ko‘rikda nimaga e’tibor berishni belgilaydi. Jarohatning ilk holatini aniqlashda ayniqsa muhim.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Shaxs pasport, harbiy bilet yoki tug‘ilganlik guvohnomasi bilan tasdiqlanadi. Istisno holda uni ekspertiza tayinlagan shaxs tasdiqlaydi.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Jinsiy holat va jinoyatlar bo‘yicha ekspertizada shaxsni tasdiqlovchi hujjatdan tashqari ikkita fotosurat ham taqdim etiladi.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300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So‘rov va ko‘rik tartibi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mashgʻulot: Tirik shaxslarning sud-tibbiy ekspertizasi. Tirik shaxslar ekspertizala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Tan jarohatlarida so‘rovda shikast qachon, qayerda, kim tomonidan, nima bilan, tananing qaysi sohasiga va necha marta ta’sir etgani aniqlanadi.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Shikastlanishdan keyingi holat va tibbiy yordamga murojaat so‘raladi. So‘rov ko‘rik vaqtidagi shikoyatlar bilan yakunlanadi.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Ko‘rikda jarohatning turi, joyi, shakli, o‘lchami, rangi va atrofidagi teri holati o‘rganiladi. Rasmga faqat shaxsning ruxsati bilan olinadi.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Zarur bo‘lsa, ko‘rik nevropatolog, akusher-ginekolog, urolog, proktolog yoki androlog bilan birga o‘tkaziladi.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300, 301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Ko‘rikda ishtirok etuvchilar va davolanayotganlar ko‘rigi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mashgʻulot: Tirik shaxslarning sud-tibbiy ekspertizasi. Tirik shaxslar ekspertizala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Ekspertiza tayinlagan shaxs ko‘rikda qatnashishi mumkin. Faqat o‘zga jinsli shaxs yalang‘ochlanganda u ko‘rik xonasidan chiqib turadi.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Balog‘atga yetmaganlar ko‘rigi ota-onasi yoki pedagoglari ishtirokida o‘tadi. Muomalaga layoqatsizlar ko‘rigi esa qonuniy vakili ishtirokida o‘tkaziladi.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Davolanayotgan bemor ko‘rigi faqat sog‘lig‘i ruxsat bersa o‘tkaziladi; unda tayinlagan shaxs yoki vakili va davolovchi vrach qatnashadi.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ko‘rik o‘tkazilgani haqidagi ma’lumot kasallik tarixiga yoziladi. Aniqlangan jarohatlar faqat shaxsning ruxsati bilan suratga olinadi.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301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 va yakuniy muhokama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mashgʻulot: Tirik shaxslarning sud-tibbiy ekspertizasi. Tirik shaxslar ekspertizala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Jinoyat kodeksi (104, 105, 109-moddalar) bo‘yicha tan jarohatlari og‘ir, o‘rtacha og‘ir va yengil darajalarga bo‘linadi. Yengilning ikki turi ajratiladi.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Sog‘liq buzilishi muddati: 6 kungacha – yengil; 6 dan 21 kungacha – qisqa muddatli yengil; 21 kundan ortiq – o‘rtacha og‘ir.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Diqqat: sud-tibbiy baho klinik baho bilan bir xil emas, natijalar mos kelmasligi mumkin. Bir nechta mezon bo‘lsa, og‘irrog‘i olinadi.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Ekspertiza algoritmi: hodisa tafsiloti, tibbiy hujjatlar, so‘rov, ko‘rik, qo‘shimcha tekshiruvlar va maslahatlar, oxirida ekspert xulosasi.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276-277, 281, 278, 283, 299-300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mashgʻulot: Tirik shaxslarning sud-tibbiy ekspertizasi. Tirik shaxslar ekspertizala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Eslab qolish usuli: sog‘liq buzilishi kunlari bo‘yicha “6 va 21” chegaralari. 6 kungacha – yengil; 6 kundan ortiq, 21 kungacha – qisqa muddatli buzilish bilan yengil; 21 kundan ortiq – o‘rtacha og‘ir.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Qiziq farq: bir ko‘zning to‘liq ko‘rmay qolishi umumiy mehnat qobiliyatining uchdan biridan ortig‘ini yo‘qotadi va og‘ir jarohat sanaladi. Bir quloqning eshitishini yo‘qotish esa o‘rtacha og‘ir jarohat hisoblanadi.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Hodisa tahlili: shifokorlar “klinik og‘ir ahvol” va “sud-tibbiy og‘ir jarohat”ni aralashtirmasligi kerak. Maqsad va mezonlar boshqa bo‘lgani uchun ikki baho bir-biriga mos kelmasligi mumkin.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Vaqt omili: qizlik pardasi jarohati chandiqlanishi bilan uch haftadan so‘ng uning muddatini aniqlab bo‘lmaydi. Maniy qinda odatda 3-5 kun saqlanadi, shuning uchun murojaat qancha tez bo‘lsa, natija shuncha ishonchli.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A’zobuzarlik belgilari: bir necha yuzaki yara, barmoqlarning turli sathdagi amputatsiyasi va chap tomondagi jarohat. Baxtsiz hodisada amputatsiya odatda bir sathda bo‘ladi, bu esa farqlashga yordam beradi.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mashgʻulot: Tirik shaxslarning sud-tibbiy ekspertizasi. Tirik shaxslar ekspertizala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G‘iyosov Z.A. Sud tibbiyoti: darslik, Toshkent: Global Books nashriyoti. 2018. Bob 12. Tirik shaxslar sud-tibbiy ekspertizasi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