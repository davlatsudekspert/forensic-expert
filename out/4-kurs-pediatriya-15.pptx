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tirik shaxslar ekspertizasi eng ko‘p uchraydi, pediatr uni qayerda uchratishi mumkin? 2) Ekspert xulosasida qaysi 5 masala yoritiladi? Doskada: mashg‘ulot rejasining 3 qismini (tashkiliy tartib, huquqiy tasnif, tibbiy mezonlar) yozing. Tipik xato: talabalar sud-tibbiy ekspertizani faqat murda ko‘rigi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Jinsiy holat va jinsiy jinoyat ekspertizasi qanday farqlanadi? 2) Simulyasiya va aggravatsiya nimasi bilan farq qiladi? Doskada: jadvaldagi 4 turni ro‘yxat qilib, har biriga bittadan misol yozdiring. Tipik xato: bokiralikni aniqlashni jinsiy jinoyat ekspertizasi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Ekspertiza nega ba’zan davolash muassasasida o‘tkaziladi? 2) Bemor ko‘rigida qaysi shaxslar qatnashadi? Doskada: ekspertiza o‘tkaziladigan joylarning sxemasini (ambulatoriya, bo‘limlar, davolash muassasasi) chizdiring. Tipik xato: ekspertiza faqat shifoxonada o‘tkaziladi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jarohat yetkazilish muddatini aniqlash muhim? 2) Mexanizm va qurol turi bir xil tushunchami? Doskada besh masalali zanjirni talabalar bilan birga chizing. Tipik xato: og‘irlik darajasini tasniflovchi belgisiz, faqat so‘z bilan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Avval javobni yopib, talabalardan og‘zaki so‘rang. Muhokama: nima uchun «og‘ir» deyish yetarli emas, belgi ham keltiriladi? Doskada beshta masalani ro‘yxat qilib yozdiring. Tipik xato: jarohat quroli bilan hosil bo‘lish mexanizmini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Sog‘liq buzilishi 22 kun bo‘lsa, qaysi daraja? 2) Nima uchun klinik og‘irlik va sud-tibbiy daraja farq qilishi mumkin? Doskada jadvalni ko‘chirtiring. Tipik xato: o‘rtacha og‘ir uchun «21 kun va undan ortiq» deb yozish; to‘g‘risi — 21 kundan ortiq.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klinik og‘irlik bilan sud-tibbiy og‘irlik bir xil emas? 2) Hayot uchun xavf belgisi qaysi jarohatlarda uchraydi? Doskada: 104-moddaning 6 ta tasniflovchi belgisini ro‘yxat qilib chizing. Tipik xato: talaba “jarohatni davolab yuborilsa, og‘ir emas” deb o‘ylaydi; aslida tibbiy yordam hisobga olinmaydi.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Davolanish muddati va sog‘liq buzilish davomiyligi nega aynan bir narsa emas? 2) Kech murojaat qilish baholashga ta’sir qiladimi? Doskada: 6 kun, 21 kun, 10% va 33% chegaralarini sonlar o‘qida belgilang. Tipik xato: 21 kunning o‘zi o‘rtacha og‘ir deb o‘ylash; “21 kundan ortiq”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6 kun chegarasi nega muhim? 2) Yengil va o‘rtacha og‘ir jarohat farqi nimada? Doskada: jadvalni talabalar bilan birga to‘ldiring. Tipik xato: “yengil” hamma yengil jarohatni anglatadi deb o‘ylash; aslida ikki tur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davolanish muddati va sog‘liq buzilishi davomiyligi aynan bir narsa emas? 2) Murojaat qilmaslik buzilish holatini istisno qiladimi? Doskaga chizish: 6 kun va 21 kun chegaralari bilan sodda vaqt o‘qi. Tipik xato: davolanish kunlarini ongsiz ravishda sog‘liq buzilishi kunlariga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mezonlar qonun bilan bog‘lanadi? 2) Talabalar ro‘yxatdan nechta mezonni xotiradan sanab bera oladi? Doskaga chizish: 7 ta mezonni ikki ustunga ajratib yozing (davomiylik/oqibat va a’zo/funksiya). Tipik xato: kasbiy mehnat qobiliyatini ham mezon deb o‘ylash (darslikda faqat umumiy mehnat qobiliyati olinadi).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Shifokor tarixida “og‘ir ahvol” yozilgan bo‘lsa, ekspert uni avtomatik og‘ir tan jarohati deydimi? 2) Nega buni bilish pediatr uchun muhim? Doskaga chizish: ikki ustunli solishtirish jadvalini talabalar o‘zlari to‘ldirsin. Tipik xato: klinik ahvol og‘irligini to‘g‘ridan-to‘g‘ri huquqiy daraja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yopiq jarohat ham hayot uchun xavfli bo‘lishi mumkin? 2) Qaysi jarohatlar jarrohlik yordamisiz o‘limga olib kelishi mumkin? Doskada: tananing 4 sohasi (bosh, bo‘yin-orqa miya, ko‘krak-qorin, yirik tomirlar) bo‘yicha ro‘yxat chizdiring. Tipik xato: tibbiy yordam xavfni bartaraf etdi deb jarohatni xavfli emas deb baholash. Kitobga ko‘ra, yordam ko‘rsatilishi (279-bet) baholashda inobatga olinmaydi.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chuqur kuyishda chegara past? 2) Kuyish yuzasi qanday aniqlanadi? Doskada: 3 qatorli jadvalni talabalar bilan to‘ldiring. Tipik xato: raqamlarni darajalarga noto‘g‘ri moslash (III-IV — 10%, III — 15%, II — 20%). Jadvalni yodlash uchun darajani yuzaga bog‘lab takrorlang.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shok va koma hayotga tahdid sanaladi? 2) Emboliya turlarini sanang (havo, gaz, yog‘, to‘qima, tromboemboliya). Doskada: jarohat → hayotga tahdid soluvchi holat → og‘ir tan jarohati zanjirini chizing. Tipik xato: tahdid va jarohat o‘rtasida bevosita bog‘liqlik shartini unutish; bu bog‘liq tasodifiy bo‘lmasligi kerak (279-bet).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tibbiy yordam jarohat og‘irligini kamaytirmaydi? 2) Sababiy bog‘liqlik nima uchun muhim? Doskada chizish: jarohat → hayotga tahdid → og‘ir tan jarohati zanjirini chizing. Tipik xato: talaba davolanish natijasida tahdid yo‘qolgan bo‘lsa, jarohatni yengilroq deb baholaydi.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Talabalarga savollarni og‘zaki bering, javobni slaydda keyin oching. Muhokama: yana qaysi jarohatlar hayot uchun xavfli sanaladi? Doskada chizish: 3 ta misolni ustun shaklida yozing. Tipik xato: yirik qon tomirlar va yopiq ichki a’zo jarohatlarini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Pianinochi barmog‘ini jarohatlasa, qaysi qobiliyat baholanadi? 2) Kasbiy qobiliyat qayerda ko‘riladi? Doskada chizish: ikki ustunli solishtirma jadvalni o‘zi chizsin. Tipik xato: kasbiy qobiliyat yo‘qotilishini og‘irlik mezoni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Vaqtincha va turg‘un yo‘qotilish nima bilan o‘lchanadi? 2) Nega kasbiy mehnat qobiliyati og‘irlik darajasiga ta’sir qilmaydi? Doskada: ikki ustunli sodda chizma (vaqtincha – kunlar; turg‘un – foiz). Tipik xato: kasbiy va umumiy mehnat qobiliyatini aralashtirish. Qo‘shimcha: sog‘liq buzilishi 120 kundan ortiq bo‘lsa, u shartli ravishda turg‘un yo‘qotilish hisoblanadi, 4 oydan keyin qobiliyat tiklanishi yoki pasayishi mumkin (G‘iyosov Z.A., 280-bet).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ayrim suyak sinishlari ro‘yxatda real oqibatga qaramay og‘ir deb olinadi? 2) Qachon mehnat ekspertizasi mutaxassisi kerak bo‘ladi? Doskada: 10% va 33% chegaralari bilan sonlar o‘qini chizing. Tipik xato: 33% dan kam bo‘lmagan qismni ‘33% dan kam’ deb noto‘g‘ri o‘qish. Ro‘yxatdagi qo‘shimcha jarohatlar: bilak suyaklarining sinishi-chiqishi, ikki va undan ortiq qo‘shni umurtqaning kompression sinishi.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Sog‘liq buzilishi davomiyligi bilan davolanish muddati qanday farqlanadi? 2) Shifokorga bormagan jabrlanuvchida buzilish davomiyligi qanday baholanadi? Doskada: 6 va 21 kun chegaralari bilan vaqt o‘qi. Tipik xato: kasalxonada yotgan kunlar sonini to‘g‘ridan-to‘g‘ri sog‘liq buzilishi davomiyligi deb olish. Davolovchi shifokorlar davolanish muddatlarining asoslanganligiga e’tibor berishi lozim.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davolanish muddati va buzilish davomiyligi bir xil emas? 2) Chegara kunlarda (6 va 21) qaysi daraja qo‘yiladi? Doskada: kun o‘qini chizib, 6, 21 va 120 kunlarni belgilang, har oraliqqa darajani yozing. Tipik xato: 21 kunning o‘zini o‘rtacha og‘ir deb olish; manbada 21 kundan ortiq bo‘lsa o‘rtacha og‘ir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omillar muddatni sun’iy cho‘zadi? 2) Murojaat qilmagan shaxsda sog‘liq buzilishi bo‘lishi mumkinmi? Doskada: ikki ustun chizing: ‘hisobga olinadi’ (jarohatning o‘zi keltirgan buzilish) va ‘olinmaydi’ (kasallik, kech murojaat, davo kamchiligi). Tipik xato: davolanish uzoq bo‘lsa, daraja ham albatta og‘ir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ko‘zning yo‘qotilishi og‘ir hisoblanadi? 2) Ko‘rmaydigan ko‘z olib tashlansa, qaysi mezon qo‘llanadi? Doskada: to‘rt qatorli jadvalni talabalar bilan to‘ldiring. Tipik xato: bir ko‘z yo‘qotilishini ikki ko‘z ko‘rligi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ikkala quloq karligi og‘ir, bir quloq esa o‘rtacha og‘ir? 2) Nasl qoldirish qobiliyati erkak va ayolda nimani qamraydi? Doskada: ‘ikkala quloq’ va ‘bir quloq’ ustunli ikki ustunli taqqoslash chizdiring. Tipik xato: bir quloq karligini ham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 javobni daftarga yozib, so‘ng juftlikda tekshiradi. Muhokama: 1) Ko‘rish qobiliyati bo‘lmagan ko‘z yo‘qotilsa, qaysi mezon qo‘llanadi? 2) Ikkala ko‘z holatida nima o‘zgaradi? Doskada: ‘bir ko‘z – og‘ir; bir quloq – o‘rtacha og‘ir’ qisqa jadvalini chizdiring. Tipik xato: ko‘z va quloq mezonlarini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7-8 daq. Muhokama: 1) Ekspertiza jarayonida nimalar isbotlanishi kerak? 2) Nega homilaning oldingi kasalliklari bu mezonni bekor qiladi? Doskada: jarohat → homiladorlik uzilishi sabab-oqibat strelkasini chizdiring. Tipik xato: erta tug‘ruqdan tirik, hayotga layoqatli go‘dak tug‘ilganda ham shu mezonni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komissiyaga psixiatr kiritiladi? Ruhiy buzilish travmadan emasligini istisno qilish uchun kim jalb qilinadi? Doskada chizish: «jarohat → ruhiy buzilish» zanjiri va uning ustiga «sababiy bog‘liqlik» deb yozing. Tipik xato: ruhiy buzilish bor ekan, uni avtomatik ravishda og‘ir jarohat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«badburushlik» va «silliqlanmaydigan badburushlik» farqi nimada? Ekspert va sud vazifalari qanday taqsimlangan? Doskada chizish: ikki ustunli sxema (ekspert: silliqlanish xususiyati; sud: badburushlikni aniqlash). Tipik xato: ekspertning o‘zi badburushlik borligini hal qiladi deb o‘ylash. Bu sudning vakolati.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bir vaqtdagi jarohatlar majmui baholanadi, turli muddatdagilari esa alohida? Mezonlar to‘qnashsa, qaysi biri tanlanadi? Doskada chizish: jadvalni talabalar bilan birga to‘ldiring. Tipik xato: har bir jarohatni doim alohida baholash yoki yengil mezonni tanlash.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bemorning kasalligi jarohat og‘irligini oshirmaydi? 2) Qachon darajani aniqlab bo‘lmaydi? Doskada chizing: ikki ustunli ro‘yxat — «hisobga olinadi» (yangi jarohat va sababiy oqibat) va «hisobga olinmaydi» (kasallik, kech murojaat, davo nuqsoni). Tipik xato: talabalar klinik og‘irlikni sud-tibbiy og‘irlik bilan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Sababiy bog‘liqlik bo‘lmasa nima bo‘ladi? 2) Davolovchi vrach hujjatlarni nega xolis yozishi kerak? Doskada chizing: «jarohat → oqibat» sababiy zanjiri va unga aloqasiz omillar (kasallik, kech murojaat). Tipik xato: bemor ahvoli og‘irlashganini avtomatik «og‘ir jarohat» deb baholash. Vaziyat manbadagi qoidalar asosida tuzilgan o‘quv misoli.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bitta qonun emas, bir nechta kodeks va qonun qo‘llaniladi? 2) Metodika nimaga qarab o‘zgaradi? Doskada chizing: markazda «ekspertiza», atrofida kodekslar, qonunlar va Yo‘riqnoma. Tipik xato: talabalar faqat Jinoyat kodeksini asos deb hisoblaydi, fuqarolik va ma’muriy ishlarni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hujjatlar ko‘rikdan oldin o‘rganiladi? 2) Qaysi bosqichda mutaxassis maslahati kerak bo‘ladi? Doskada: 6 bosqichni strelkalar bilan chizdiring. Tipik xato: talabalar so‘rovni ko‘rikdan keyin qo‘yadi yoki 5-bosqichni majburiy deb o‘ylaydi (u faqat zarurat hollarida o‘tkaziladi).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nusxa emas, asl nusxa talab qilinadi? 2) Pediatr shifokor kasallik tarixini yuritganda hujjatlarni xolisona to‘ldirishi nimaga muhim? Doskada: shaxsni tasdiqlash hujjatlari ro‘yxatini yozdiring. Tipik xato: ikkita fotosurat talabini barcha ekspertizalarga tatbiq etish; u faqat jinsiy holat va jinoyatlar bo‘yicha ekspertizalarga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So‘rovda qaysi 6 savol jarohat tafsilotini ochadi? 2) Qaysi holatda ko‘rikda ota-ona yoki pedagog bo‘lishi kerak? Doskada: jarohatni tavsiflash sxemasini (tur, joy, shakl, o‘lcham, rang, atrofi) chizdiring. Tipik xato: jarohatni rasmga olish uchun shaxsning ruxsati shart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o‘zga jinsli shaxs ko‘rigida tergovchi chiqib turadi? 2) Kasalxonadagi bemorni ko‘rishda kimlar ishtirok etadi? Doskada chizish: ko‘rikda ishtirokchilar jadvali (shaxs toifasi – kim qatnashadi). Tipik xato: kasalxonadagi bemor ko‘rigini uning ruxsatisiz va shifokorsiz o‘tkazish mumkin deb o‘ylash; shuningdek ko‘rik faktini kasallik tarixiga yozishni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Klinik og‘ir ahvol nega har doim ham og‘ir tan jarohati bo‘lmaydi? 2) Ekspertiza algoritmining qaysi bosqichi eng muhim va nega? Doskada chizish: 6 bosqichli algoritm zanjiri va yonida og‘irlik darajalarining muddat bo‘yicha chegaralari. Tipik xato: 6 va 21 kun chegaralarini chalkashtirish; klinik og‘irlikni sud-tibbiy og‘irlik bilan aynan deb hisoblash. Mustahkamlash: 3 ta og‘zaki savol bering.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mashgʻulot: Tirik shaxslarning sud-tibbiy ekspertizasi. Tirik shaxslar ekspertizalarining tashkiliy va protsessual xususiyatlari. Tan jarohatlarning og‘irlik darajasining huquqiy tasnifi va sud-tibbiy aniqlash mez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mashg‘ulot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shaxslarning sud-tibbiy ekspertizasi amaliyotda eng ko‘p o‘tkaziladigan ekspertizalardan biri. U jinoiy, fuqarolik va ma’muriy ishlarda tayinlanadi.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Tan jarohatlari bo‘yicha ekspertiza O‘zbekiston Respublikasi Jinoyat kodeksi va “Tan jarohatlarining og‘irlik darajasini sud-tibbiy aniqlash qoidalari”ga ko‘ra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 xulosasida jarohatning turi, joylashuvi, quroli, vujudga kelish mexanizmi, yetkazilish muddati va og‘irlik darajasi qayd etiladi.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Mashg‘ulotda ekspertizaning umumiy algoritmi o‘rganiladi: hodisa bilan tanishish, tibbiy hujjatlar, so‘rov, ko‘rik, qo‘shimcha tekshiruv va xulosa.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275, 275-276, 276, 299-300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 ekspertizasi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jinoiy, fuqarolik va ma’muriy ishlar bo‘yicha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ekspertiza tan jarohatlari yetkazilishi bilan bog‘liq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jinsiy holat ekspertizasi ≠ jinsiy jinoyat ekspertizasi; bular alohida turlar.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 jarohatlari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Xarakteri va og‘irlik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holatlar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Jins, bokiralik, homiladorlik, tug‘ruq, abort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jinoyatlar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Zo‘rlash, besoqolbozlik, 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Salomatlik,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Simulyasiya, a’zobuzarlik, yoshni aniqlash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275, 275-276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o‘tkaziladigan joylar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ekspertizalar sud-tibbiy ekspertiza muassasalarining ambulatoriyasida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tuman, shahar va tumanlararo bo‘limlarda ham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holatlarda zarur sharoit bo‘lgan davolash muassasalarida va boshqa joylarda ham o‘tkazish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Davolanayotgan bemorni ko‘rish faqat uning sog‘lig‘i imkon bergandagina mumkin. Ko‘rik haqida kasallik tarixiga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275, 301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 ekspertizasida hal etiladigan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muassasalarda eng ko‘p o‘tkaziladigan ekspertiza tan jarohatlari bilan bog‘liq ekspertizadir.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Jinoyat kodeksi va og‘irlik darajasini sud-tibbiy aniqlash qoidalari asosida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masalalar bo‘yicha ma’lumotlar “Ekspert xulosasi”da qayd etilishi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turi va joylashuvi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Qurol yoki vosita turi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Hosil bo‘lish mexanizmi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Yetkazilish muddati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Og‘irlik darajasi + belgi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hal etadigan masalalar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ekspertiza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tan jarohatlari ekspertizasida jarohat turi va joylashuvidan tashqari yana qaysi to‘rt masala hal etiladi?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og‘irlik darajasi ekspert xulosasida qanday ko‘rsatilishi kerak?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bu masalalar bo‘yicha ma’lumotlar qaysi hujjatda qayd etiladi?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quroli, mexanizmi, muddati, og‘irlik darajasi; daraja tasniflovchi belgi bilan; hujjat — “Ekspert xulosasi”.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tasnif: uch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kodeksida og‘ir, o‘rtacha og‘ir va yengil tan jarohatlari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Yengil jarohat ikki turga bo‘linadi: oddiy va sog‘liqning qisqa muddatga buzilishiga olib kelgan.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sud-tibbiy baho bemorning klinik og‘irligi bilan bir xil emas, natijalar mos kelmasligi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117"/>
                <a:gridCol w="2230327"/>
                <a:gridCol w="157353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Yo‘qotilish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belgi: hayot uchun xavf va b.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33% dan kam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21 kundan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10% dan 33%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Yengil (qisqa muddatli)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kundan ortiq, 21 kundan oshmaydi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10%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Yengil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kungacha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Turg‘un yo‘qotish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Darajalar va mezonlar (turg‘un yo‘qotish)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277, 278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 tan jarohati (104-modda)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104-modda: yetkazilish paytida hayot uchun xavfli bo‘lgan shikastlanish og‘ir tan jarohati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mehnat qobiliyatining o‘ttiz uch foizidan kam bo‘lmagan qismi turg‘un yo‘qotilsa, jarohat og‘ir deb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jarohatga yana kiradi: ko‘rish, so‘zlash, eshitish yoki a’zo funksiyasining to‘liq yo‘qotilishi, homiladorlikning uzilishi, ruhiy buzilish, tiklanmas badburushlik.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tibbiy yordam hayotga tahdidni bartaraf etgan bo‘lsa ham, jarohat baribir “hayot uchun xavfli” deb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276-277, 276-277, 280, 277-278, 279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O‘rtacha og‘ir tan jarohati (105-modda)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105-modda: 104-moddadagi oqibatlarga olib kelmagan, lekin quyidagi belgilardan biri bor jarohat o‘rtacha og‘ir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Sog‘liq 21 kundan ortiq muddatga buzilgan bo‘lsa, jarohat o‘rtacha og‘ir deb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mehnat qobiliyatining 10 foizdan 33 foizgacha qismi turg‘un yo‘qotilsa ham, jarohat o‘rtacha og‘ir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bir quloqda eshitish yo‘qotilishi o‘rtacha og‘ir; ikkala quloqda to‘liq karlik esa og‘ir tan jarohatidir.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277, 281, 277, 280, 282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Yengil tan jarohati (109-modda)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109-modda yengil jarohatning ikki turini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tur sog‘liqning qisqa muddatga buzilishiga sabab bo‘ladi; ikkinchisida bunday buzilish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6 kungacha — oddiy yengil; 6 kundan ortiq — qisqa muddatga buzilish bilan yengil.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689"/>
                <a:gridCol w="1678755"/>
                <a:gridCol w="157353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Yo‘qotilish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Qisqa muddatli buzilish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kundan ortiq, 21 kungacha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10% gacha turg‘un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Oddiy yengil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kungacha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O‘rtacha og‘ir (solishtirish)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21 kundan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10–33% turg‘un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Yengil jarohat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277, 281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jarohat darajasini belgilash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jabrlanuvchida sog‘liqning buzilishi 21 kundan ortiq davom etgan. Hayot uchun xavf va a’zo yo‘qotilishi kabi og‘ir belgilar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Qoida: sog‘liq buzilishi davomiyligi 21 kundan ortiq bo‘lsa, tan jarohati o‘rtacha og‘ir deb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Davolanish muddati shaxsning kasalligi yoki tibbiy yordamga kech murojaat tufayli cho‘zilsa, bu inobatga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jarohat qaysi og‘irlik darajasiga kiradi? Jabrlanuvchi tibbiy yordamga umuman murojaat qilmagan bo‘lsa, baho o‘zgaradimi?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mezonlar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 jarohatlari og‘irligini aniqlashda tasniflovchi belgilarning tibbiy tavsiflari tibbiy mezonlar vazifasini bajaradi.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Mezonlar O‘zbekiston Respublikasi Jinoyat kodeksi talablaridan kelib chiqqan holda qabul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mezonlar: hayot uchun xavf, sog‘liq buzilishining davomiyligi, umumiy mehnat qobiliyatining turg‘un yo‘qotilishi darajasi.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Yana: a’zo yoki uning funksiyasi yo‘qotilishi, ruhiy buzilish, homiladorlikning uzilishi, tananing tiklanmaydigan badburushligi.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va sud-tibbiy baholash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baholash va bemor ahvolining klinik og‘irligi bir xil tushunchalar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 va mezonlar turlicha, shu sabab natijalar bir-biriga mos kelmasligi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klinikadagi “og‘ir” ahvol ≠ sud-tibbiyotdagi “og‘ir” tan jarohati.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16273"/>
                <a:gridCol w="203439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Klinik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Sud-tibbiy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Nimani baholaydi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Shikastdagi bemor ahvolini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 og‘irlik darajasini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Mezonlar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Klinik mezonlar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Jinoyat kodeksiga asoslangan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Mos kelmasligi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Mos kelmasligi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xil baholash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xavfli jarohatlar: a’zolar jarohati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Kalla, ko‘krak yoki qorin bo‘shlig‘iga o‘tuvchi yaralar hayot uchun xavfli jarohatlar qatoriga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Kalla asosi va gumbazi suyaklarining sinishi, bosh miyaning og‘ir lat eyishi va diffuz aksonal shikastlanishi ham shu guruhga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 umurtqalarining sinishi yoki chiqishi, shuningdek funksiyasi buzilgan bo‘yin va ko‘krak qismi orqa miya lat eyishi xavfli sanaladi.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Ko‘krak, qorin va qorinparda orti a’zolarining yopiq jarohatlari hamda yirik arteriyalar (aorta, uyqu, son, taqim va b.) va hamroh venalar jarohatlari ham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va sovuq urishi: yuza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Termik, kimyoviy, elektr va nurdan kuyish hamda sovuq urishi yuzasi va darajasiga qarab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Daraja yuqori bo‘lsa, xavfli deb sanaladigan yuza chegarasi kichikroq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har daraja uchun chegara alohida — 10%, 15% va 20%ni aralashtirmang.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Tana yuzasi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III-IV darajali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 darajali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15% 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 darajali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20% 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uchun xavfli kuyish yuzalari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278-279, 279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Hayotga tahdid soluvchi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o‘zi tiklay olmaydigan va odatda o‘limga olib boradigan hayotiy faoliyat buzilishi hayotga tahdid deb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og‘ir darajali (III-IV) shok, II-III darajali koma va o‘tkir, ko‘p miqdorda qon yo‘qotish.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yurak va qon tomir, nafas, o‘tkir jigar, buyrak va buyrak usti bezi yetishmovchiligi hamda miyada qon aylanishining og‘ir buzilishi.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Sepsis, peritonit, flegmona, emboliya hamda infarkt yoki gangrenaga olib keluvchi qon aylanishi buzilishi ham tahdid soladi.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Sababiy bog‘liqlik va tibbiy yordam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Hayotga tahdid soluvchi holat shaxsga yetkazilgan tan jarohati bilan bevosita bog‘liq bo‘lishi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bog‘liqlik tasodifiy ko‘rinishga ega bo‘lmasligi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Yetkazilish vaqtida hayot uchun xavfli bo‘lgan yoki keyin hayotga tahdid soluvchi holatni keltirgan jarohat og‘ir deb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tibbiy yordam bilan tahdid bartaraf etilgan bo‘lsa ham, bu jarohatni xavfli deb baholashda inobatga olinmaydi.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hayot uchun xavf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jabrlanuvchiga o‘z vaqtida yordam berildi va hayotiga tahdid bartaraf etildi. Jarohat og‘irligi o‘zgaradimi?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yo‘q. Tibbiy yordam orqali tahdidning bartaraf etilishi jarohatni baholashda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hayot uchun xavfli jarohatlarga qaysi misollarni keltira olasiz?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kalla, ko‘krak, qorin bo‘shlig‘iga o‘tuvchi yaralar; kalla asosi va gumbazi suyaklarining sinishi; bo‘yin umurtqalarining sinishi yoki chiqishi.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279, 278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mehnat qobiliyatining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mehnat qobiliyati — o‘z-o‘ziga xizmat qilish va malaka talab qilmaydigan ishlarni bajara 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Kasbiy mehnat qobiliyati — muayyan kasb sohasidagi faoliyatni olib borish qobiliyati.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umumiy ≠ kasbiy; og‘irlikni faqat umumiy yo‘qotilish belgilaydi.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47337"/>
                <a:gridCol w="1985217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Kasbiy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O‘z-o‘ziga xizmat, oddiy 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Muayyan kasbdagi faoliyat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Og‘irlikni baholash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Hisobga olinadi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Hisobga olinmaydi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Qayerda ko‘riladi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 jarohati og‘irligida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Fuqarolik ishlarida ziyonni qoplash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Umumiy va kasbiy qobiliyat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Vaqtincha va turg‘un yo‘qotilish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mehnat qobiliyatining yo‘qotilishi vaqtincha, turg‘un yoki doimiy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Vaqtincha yo‘qotilish sog‘liq buzilgan kunlar bilan, turg‘un va doimiy yo‘qotilish esa foizlar bilan ifodalanadi.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Doimiy yo‘qotilishda qobiliyat va uning darajasi keyinchalik vaqt o‘tishi bilan o‘zgarmaydi.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og‘irlik darajasida faqat umumiy mehnat qobiliyati hisobga olinadi. Kasbiy qobiliyat fuqarolik ishlarida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279, 279-280, 280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Foizni aniqlash jadvali va 1/3 dan ortiq ro‘yxat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Turg‘un yo‘qotilish foizini belgilash uchun maxsus ishlab chiqilgan aniqlash jadvalidan foydalaniladi.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bo‘lsa, ekspertizaga tegishli klinik soha va vrach-mehnat ekspertizasi mutaxassislari jalb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Yo‘qotilish 33% dan kam bo‘lmasa jarohat og‘ir, 10–33% bo‘lsa o‘rtacha og‘ir, 10% gacha bo‘lsa yengil (qisqa muddatli) deb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Yelka, son, katta boldir, tirsak va tizza bo‘g‘imi suyaklari sinishi, quymich kosasi sinishi siljish bilan – tibbiy yordamdan qat’i nazar og‘ir.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 buzilishi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eng ko‘p qo‘llaniladigan mezon bo‘lib, ob’ektiv ma’lumotlar asosida kunlarda belgilanadi. 6 kungacha – yengil, 6–21 kun – qisqa muddatli yengil, 21 kundan ortiq – o‘rtacha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Davolanish muddati sog‘liq buzilishi davomiyligi bilan aynan bir narsa emas, ular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yordamga murojaat qilmaslik yoki davolanmaslik jarohatdan sog‘liq buzilganini istisno qilmaydi.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kasalliklar, kech murojaat yoki yordamdagi kamchiliklar tufayli cho‘zilgan davolanish muddati hisobga olinmaydi.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280-281, 281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Davomiylikni hisoblash: kunlar bo‘yicha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 buzilishi davomiyligi ob’ektiv tibbiy ma’lumotlar asosida kunlarda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buzilish davomiyligi anatomik tuzalish va davolanish muddatiga o‘xshaydi, lekin aynan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Amaliyotda bu eng ko‘p qo‘llaniladigan mezon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579"/>
                <a:gridCol w="294739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 kungacha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 kundan ortiq, 21 kungacha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Qisqa muddatli buzilishli yengil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21 kundan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120 kundan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Shartli turg‘un yo‘qotish deyiladi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Kunlar va og‘irlik darajasi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280, 281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kech murojaat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jabrlanuvchida surunkali kasallik bor, shifokorga kech murojaat qilgan va davolanishi cho‘zilib ketgan.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cho‘zilgan davolanish muddati jarohat og‘irligini baholashda to‘liq hisobga olinadimi?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shaxsning kasalliklari, kech murojaati va tibbiy yordamdagi kamchiliklar tufayli cho‘zilgan muddat inobatga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tibbiy yordamga murojaat qilmaslik yoki davolanmaslik sog‘liq buzilganligini istisno qilmaydi.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Ko‘rish va so‘zlash qobiliyatining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ko‘zdagi qaytmas ko‘rlik yoki o‘tkirlik 0,04 va past bo‘lsa, jarohat og‘ir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So‘zlash qobiliyati — atrofdagilarga tushunarli tarzda fikr yetkazishning qaytmas yo‘qotilishi.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sog‘ ko‘z — mehnat qobiliyati foizi; ko‘rmaydigan ko‘z — buzilish kunlari.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1700"/>
                <a:gridCol w="22662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 ko‘zda ko‘rlik yoki o‘tkirlik ≤0,04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 bir ko‘zning yo‘qotilishi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Og‘ir: 1/3 dan ortiq yo‘qotish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Ko‘rmaydigan ko‘zning yo‘qotilishi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Buzilish davomiyligi bo‘yicha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Tilning to‘liq yoki yarmi yo‘qligi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Ko‘rish va til: baholash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Eshitish va a’zo funksiyasi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 quloqda tiklanmas to‘liq karlik yoki odatdagi nutqni quloq chanog‘idan 3-5 sm masofada eshitmaslik og‘ir tan jarohati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Faqat bir quloqda eshitish yo‘qolsa, mehnat qobiliyatining uchdan biridan kami yo‘qoladi. Bunday jarohat o‘rtacha og‘ir deb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yoki oyoqning yo‘qotilishi – tanadan uzilishi yoki faoliyatining turg‘un yo‘qolishi (falajlik). Kaft yoki tovon yo‘qotilishi ularga tenglashtiriladi.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Nasl qoldirish qobiliyati yoki a’zo funksiyasi yo‘qolsa, jarohat og‘ir bo‘ladi. Bitta urug‘don, tuxumdon yoki buyrak yo‘qotilishi ham og‘ir sanaladi.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ko‘rish va eshitish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bir ko‘zda ko‘rish to‘liq yo‘qolsa, jarohat qaysi darajada baholanadi va nima uchun?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og‘ir. Mehnat qobiliyatining uchdan biridan ortig‘i yo‘qoladi, shuning uchun mezon shu belgi bo‘yicha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bir quloq eshitmay qolsa-chi? Javob: o‘rtacha og‘ir, chunki yo‘qotish mehnat qobiliyatining uchdan biridan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– bir ko‘z ≠ bir quloq. Bir ko‘z yo‘qolsa og‘ir, bir quloq yo‘qolsa o‘rtacha og‘ir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282, 281-282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Homiladorlikning 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tufayli homila tushishi, onasi qornida o‘lishi yoki erta tug‘ruq bilan homiladorlik to‘xtashi shu mezonga kiradi. Muddat ahamiyatsiz.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 faqat o‘lik yoki tirik, ammo hayotga layoqatsiz go‘dak tug‘ilganda qo‘llanadi. Sabab bo‘lgan jarohat og‘ir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Uzilish jarohat bilan bevosita bog‘liq bo‘lishi kerak. U ayol yoki homilaning oldingi kasalliklariga aloqador bo‘lmasligi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akusher-ginekologlar ishtirokida o‘tadi. Hayotga layoqatli go‘dak yoki bachadondan tashqari homiladorlikda boshqa mezonlar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282, 282-283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Ruhiy buzilish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Ruhiy buzilish ba’zan tan jarohati, birinchi navbatda bosh sohasi shikastlanishi oqibatida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Ekspertlar komissiyasiga sud-psixiatriya eksperti yoki vrach-psixiatrlar kiritiladi. Zarur bo‘lsa, nevrolog va neyroxirurg ham jalb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Aniqlanadi: buzilish bormi, shikastlanishgacha bo‘lmaganmi, hodisaga aloqador jarohat nima va ular o‘rtasida sabab-oqibat bog‘lanish bormi.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jarohat og‘ir deb baholanishi uchun faqat bevosita sababiy bog‘liqlik kerak. Boshqa kasallik tufayli buzilish bunga kirmaydi.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Silliqlanmaydigan badburushlik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Badburushlik mavjudligini aniqlash sudning vakolatiga kiradi. Ekspert uni hal qilmaydi.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jarohat va uning izlari silliqlanadimi yoki yo‘qmi, shuni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Silliqlanmaydigan o‘zgarish vaqt o‘tishi yoki konservativ muolaja bilan yo‘qolmaydi. Uni bartaraf etish uchun jarrohlik (masalan, plastik operatsiya) kerak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tegishli klinitsist-mutaxassislar (kosmetolog, plastik jarroh va b.) ishtirokida o‘tkaziladi. Bunday jarohat og‘ir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 nechta mezon va ko‘p jarohat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tibbiy mezon yetarli. Bir nechtasi bo‘lsa, og‘irroq darajadagi mezon tanlanadi.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hodisadagi jarohatlar bir-birining kechishini og‘irlashtirsa, daraja ularning majmui uchun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Turli muddatda yetkazilgan jarohatlar har biri uchun alohida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17"/>
                <a:gridCol w="252195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Baholash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Bitta mezon mavjud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Shu mezon yetarli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nechta mezon mavjud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Og‘irroq darajali mezon olinadi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vaqtda, o‘zaro og‘irlashtirgan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Majmui uchun umumiy 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muddatdagi jarohatlar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biri alohida baholanadi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Mezonlarni qo‘llash tartibi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Ilgari mavjud kasallik va daraja aniqlanmaydigan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Ilgari kasalligi bo‘lgan yoki a’zosi faoliyati yo‘qotilgan shaxsda faqat yangi jarohatdan kelib chiqqan va u bilan sababiy bog‘langan oqibat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yosh va kasallik kabi individual xususiyatlar tufayli yomonlashgan salomatlik og‘irlik darajasini aniqlashda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Kech murojaat, noto‘g‘ri tashxis yoki davodagi kamchiliklar tufayli yuzaga kelgan yomonlashuv ham jarohat og‘irligiga qo‘shilmaydi.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Materiallar va tekshiruvlar jarohat mohiyatini aniqlashga imkon bermasa yoki oqibat mavhum bo‘lsa, og‘irlik darajasi aniqlanmaydi.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ilgari kasal shaxs jarohati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surunkali kasalligi bor shaxsga jarohat yetkazildi. U shifokorga kech murojaat qildi va holati yomonlashdi.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holatning yomonlashuvi jarohat og‘irligini aniqlashda hisobga olinadimi? Qaysi ikki omil bunga to‘sqinlik qiladi?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ekspert aynan nimani baholaydi — mavjud kasallikni yoki yangi jarohat bilan sababiy bog‘langan oqibatni?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 yo‘nalishi: individual xususiyat va kech murojaat hisobga olinmaydi; faqat jarohat bilan bog‘liq oqibat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o‘tkazishning huquqiy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shaxslar ekspertizasi Jinoyat, Jinoyat-protsessual, Fuqarolik, Fuqarolik protsessual va Ma’muriy javobgarlik kodekslari talablariga rioya qilib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Shuningdek, “Fuqarolar sog‘lig‘ini saqlash to‘g‘risida” va “Sud ekspertizasi to‘g‘risida” qonunlari hamda Yo‘riqnoma va tegishli qoidalar qo‘llaniladi.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Tartib va metodika ekspertiza tayinlanishiga olib kelgan hodisaning xususiyatlari hamda ekspertiza oldiga qo‘yilgan vazifalarga bog‘liq.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Shu sababli tirik shaxslar ekspertizasining har bir turi o‘ziga xos xususiyatga ega, ammo umumiy algoritm mavjud: hodisa tafsilotlari va tibbiy hujjatlarni o‘rganishdan boshlanadi.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algoritmi: 6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 umumiy algoritm bo‘yicha olti bosqichda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hodisa tafsilotlari va tibbiy hujjatlar o‘rganiladi, so‘ng shaxs so‘raladi va ko‘rikdan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Zarur bo‘lsa, qo‘shimcha tekshiruv va mutaxassis maslahati olinadi; yakunda ekspert xulosasi tuziladi.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1-2. Hodisa va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Shaxsning so‘rovi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Ko‘rik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Qo‘shimcha tekshiruv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6. Ekspert xulosasi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299-300, 300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hujjatlar va shaxsni tasdiqlash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hujjatlarning asl nusxalari berilishi kerak. Ularning ishonchliligi uchun ekspertizani tayinlagan shaxs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Hujjatlarni ko‘rikdan oldin o‘rganish so‘rov va ko‘rikda nimaga e’tibor berishni belgilaydi. Jarohatning ilk holatini aniqlashda ayniqsa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 pasport, harbiy bilet yoki tug‘ilganlik guvohnomasi bilan tasdiqlanadi. Istisno holda uni ekspertiza tayinlagan shaxs tasdiqlaydi.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holat va jinoyatlar bo‘yicha ekspertizada shaxsni tasdiqlovchi hujjatdan tashqari ikkita fotosurat ham taqdim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So‘rov va ko‘rik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 jarohatlarida so‘rovda shikast qachon, qayerda, kim tomonidan, nima bilan, tananing qaysi sohasiga va necha marta ta’sir etgani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Shikastlanishdan keyingi holat va tibbiy yordamga murojaat so‘raladi. So‘rov ko‘rik vaqtidagi shikoyatlar bilan yakunlanadi.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jarohatning turi, joyi, shakli, o‘lchami, rangi va atrofidagi teri holati o‘rganiladi. Rasmga faqat shaxsning ruxsati bilan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bo‘lsa, ko‘rik nevropatolog, akusher-ginekolog, urolog, proktolog yoki androlog bilan birga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Ko‘rikda ishtirok etuvchilar va davolanayotganlar ko‘rigi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Ekspertiza tayinlagan shaxs (tergovchi, surishtiruvchi) ko‘rikda qatnashishi mumkin. Faqat o‘zga jinsli shaxs yalang‘ochlanganda u ko‘rik xonasidan chiqib turishi shart.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Balog‘atga yetmaganlar ko‘rigi ota-onasi yoki pedagoglari ishtirokida o‘tadi. Muomalaga layoqatsizlar ko‘rigi esa qonuniy vakili ishtirokida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Davolanayotgan bemor ko‘rigi faqat sog‘lig‘i ruxsat bersa o‘tkaziladi. Unda ekspertiza tayinlagan shaxs yoki vakili hamda bo‘lim mudiri yoki davolovchi vrach qatnashadi.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ko‘rik o‘tkazilgani haqidagi ma’lumot kasallik tarixiga yoziladi. Aniqlangan jarohatlar faqat shaxsning ruxsati bilan suratga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yakuniy muhokama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kodeksi (104, 105, 109-moddalar) bo‘yicha tan jarohatlari og‘ir, o‘rtacha og‘ir va yengil darajalarga bo‘linadi. Yengilning ikki turi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Sog‘liq buzilishi muddati: 6 kungacha – yengil; 6 dan 21 kungacha – qisqa muddatli yengil; 21 kundan ortiq – o‘rtacha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sud-tibbiy baholash klinik baholash bilan bir xil emas. Maqsad va mezonlari farq qilgani uchun natijalari mos kelmasligi mumkin. Bir nechta mezon bo‘lsa, og‘irrog‘i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algoritmi: hodisa tafsiloti, tibbiy hujjatlar, so‘rov, ko‘rik, qo‘shimcha tekshiruvlar va maslahatlar, oxirida ekspert xulosasi.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276-277, 281, 278, 283, 299-300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sog‘liq buzilishi kunlari bo‘yicha “6 va 21” chegaralari. 6 kungacha – yengil; 6 kundan ortiq, 21 kungacha – qisqa muddatli buzilish bilan yengil; 21 kundan ortiq – o‘rtacha og‘ir.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 farq: bir ko‘zning to‘liq ko‘rmay qolishi umumiy mehnat qobiliyatining uchdan biridan ortig‘ini yo‘qotadi va og‘ir jarohat sanaladi. Bir quloqning eshitishini yo‘qotish esa o‘rtacha og‘ir jarohat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shifokorlar “klinik og‘ir ahvol” va “sud-tibbiy og‘ir jarohat”ni aralashtirmasligi kerak. Maqsad va mezonlar boshqa bo‘lgani uchun ikki baho bir-biriga mos kelmasligi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 omili: qizlik pardasi jarohati chandiqlanishi bilan uch haftadan so‘ng uning muddatini aniqlab bo‘lmaydi. Maniy qinda odatda 3-5 kun saqlanadi, shuning uchun murojaat qancha tez bo‘lsa, natija shuncha ishonchli.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A’zobuzarlik belgilari: bir necha yuzaki yara, barmoqlarning turli sathdagi amputatsiyasi va chap tomondagi jarohat. Baxtsiz hodisada amputatsiya odatda bir sathda bo‘ladi, bu esa farqlashga yordam beradi.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Tirik shaxslarning sud-tibbiy ekspertizasi. Tirik shaxslar ekspertizala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