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bosh miya gipoksiyaga eng sezgir? 2) Ekzogen va endogen gipoksiya farqi? Doskada: gipoksiya turlari daraxti. Tipik xato: gipoksiya va asfiksiyani bir tushuncha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gipoksiya turi sud-tibbiy ekspertiza obyekti ko‘p bo‘ladi va nega? Doskada: to‘rt jadallik darajasi. Tipik xato: surunkali gipoksiyani sud tibbiyotida asosiy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turga bittadan klinik misol keltiring. Doskada: jadval «tur — sabab». Tipik xato: gemik va sitotoksik gipoksiyani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Nima uchun asfiksiyada gipoksiya giperkapniya bilan qo‘shiladi? Doskada: atama etimologiyasi. Tipik xato: asfiksiyani faqat yurak to‘xtashi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Osilish, bo‘g‘ish, cho‘kish va ko‘mish qaysi turga kiradi? Doskada: tasnif daraxti. Tipik xato: cho‘kishni qisilishdan asfiksiyaga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Hodisa joyida qaysi belgilar autoasfiksiofiliyani ko‘rsatadi? Doskada: joyni ko‘rish ro‘yxati. Tipik xato: bunday o‘limni qotillik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Preasfiktik davrda nega belgilar rivojlanmaydi? Doskada: ikki davr sxemasi. Tipik xato: preasfiktik davrni asfiktik davrning bosqichi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Talvasalar paytidagi jarohatlarni begona shaxs jarohatidan qanday ajratamiz? Doskada: besh bosqich. Tipik xato: bosqich davomiyligini aniq qiymat deb olish (manbada shartli).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Asfiktik belgilar bo‘lmasa, asfiksiyani istisno qilamizmi? Doskada: reflektor to‘xtash yo‘llari. Tipik xato: belgilar yo‘qligini asfiksiya yo‘qligi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Postasfiktik holatda tirik shaxs ekspertizasi qanday ahamiyatga ega? Doskada: to‘rt davr. Tipik xato: qutqarilgan shaxsni sog‘lom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Tibbiy hujjatlar tana jarohati og‘irligini baholashda nega muhim? Doskada: o‘lim sabablari muddati bo‘yicha. Tipik xato: o‘pka shishini asfiksiyaning yengil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tashqi belgi eng ishonchsiz va nega? Doskada: belgi — izoh. Tipik xato: sianozni asfiksiyaning yagona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bu belgilar majmua sifatida baholanadi? Doskada: spetsifik emas / patognomik belgilar. Tipik xato: yagona belgiga asoslanib tashxis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yotgan holatda ham osilishdan o‘lim mumkin? Doskada: tipik / notipik osilish. Tipik xato: osilish faqat erkin osilgan tanada bo‘ladi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Sirtmoqni olishda nega tugunni buzmaslik kerak? Doskada: sirtmoq turlari. Tipik xato: sirtmoqni tugundan kesib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omil yosh va sog‘lom odamda muhim? Doskada: to‘rt omil sxemasi. Tipik xato: o‘limni faqat havo yo‘li yopilishidan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Egat xususiyatlari sirtmoqni aniqlashga qanday yordam beradi? Doskada: xususiyatlar ro‘yxati. Tipik xato: egatni sirtmoq bilan taqqoslamasdan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Sochiq bilan osilganda egat yo‘q bo‘lsa, nimaga tayanamiz? Doskada: egat turi — sirtmoq materiali. Tipik xato: tashqi egat yo‘qligidan osilishni rad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belgilar bo‘yinning qisilishi, qaysilari cho‘zilishi bilan bog‘liq? Doskada: belgi — muallif jadvali. Tipik xato: eponim belgilarni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Egat o‘limdan keyin yetkazilgan bo‘lsa qanday farq qiladi? Doskada: uch usul. Tipik xato: faqat makroskopik ko‘rinishga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Qotillikni osilishdan egat yo‘nalishi bo‘yicha qanday farqlaymiz? Doskada: osilish va bo‘g‘ish taqqoslash. Tipik xato: gorizontal egatni osilishga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Barmoq izlari soni va joylashuvi nimani ko‘rsatadi? Doskada: izlar sxemasi. Tipik xato: tashqi iz yo‘qligida bo‘g‘ishni rad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Bo‘yin burmasi egatdan nimasi bilan farq qiladi? Doskada: ikki holat taqqoslash. Tipik xato: bo‘yin burmasini strangulyatsion egat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Qarshiliksiz holatda diagnozni qanday asoslaymiz? Doskada: voqea tafsilotlari + istisno qilish. Tipik xato: faqat murda tekshiruviga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Qusuq moddasi nafas yo‘lida topilsa, bu doim obturatsiyani bildiradimi? Doskada: topilma va xulosa. Tipik xato: qusuq topilishini obturatsion asfiksiya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Chin va asfiktik cho‘kishda nega farq paydo bo‘ladi? Doskada: laringospazm roli. Tipik xato: barcha cho‘kishlarni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Tarde va Rasskazov-Lukomskiy-Paltauf dog‘lari qanday farq qiladi? Doskada: dog‘lar taqqoslash. Tipik xato: Paltauf dog‘larini epikard ostida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Dengiz va chuchuk suvda cho‘kish farqi nimada? Doskada: ikki muhit jadvali. Tipik xato: sho‘r suvda ham gemodilyusiyani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Sunsov sinamasida nega chap qorincha teshiladi? Doskada: chin va asfiktik cho‘kish belgilari. Tipik xato: o‘ng qorinchani teshish.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suv namunasi olinadi? Doskada: diatom yo‘li qon → a’zolar. Tipik xato: o‘pkada diatom topilishini hayotiylik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Suvda yotish davomiyligi nimaga bog‘liq? Doskada: vaqt chizig‘i. Tipik xato: bu belgilarni cho‘kish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Olomon siqilishida o‘lim mexanizmi qanday? Doskada: qisilish yo‘nalishi — xavf. Tipik xato: mexanik jarohatlarni e’tiborsiz qoldirish (raqobatli sabablar).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bolalar CO2 ga sezgirroq? Doskada: CO2 konsentratsiyasi shkalasi. Tipik xato: faqat kislorod yetishmasligini sabab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o‘lchov natijasi o‘zi yetarli emas? Doskada: «aniqlash ≠ sabab». Tipik xato: topilgan moddani avtomatik o‘lim sababi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og‘iz orqali va vena ichiga bir xil doza turlicha ta’sir qiladi? Doskada: biologik mavjudlik. Tipik xato: LD50 ni odam uchun yagona o‘ldiruvchi doza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Tolerantlik o‘limdan keyin o‘lchanadimi? Doskada: tolerantlik / qaramlik / abstinensiya. Tipik xato: katta konsentratsiyani har doim o‘lim sababi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in’ektsiya joyi terisidagi dori miqdorini o‘lchash behuda? Doskada: namuna joyi — natija. Tipik xato: murdadagi qon konsentratsiyasini terapevtik me’yor bilan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Plazma va butun qon farqi sud ishida nimaga ta’sir qiladi? Doskada: material — afzallik. Tipik xato: kasalxona plazma natijasini murdaning butun qoni bilan teng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Sochni nega «olib saqlash» kerak? Doskada: material — savol turi. Tipik xato: oshqozondagi yuqori morfinni og‘izdan qabul qilish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postmortem natija bilan sabab haqida xulosa qilish xavfli? Doskada: qayta taqsimlanish sxemasi. Tipik xato: faqat toksikologik natijaga tayanib sabab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Ma’ruza: Mexanik asfiksiyaning sud-tibbiy ekspertizasi. Sud-tibbiy toksikologiyasi.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gipoksiya va uning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Tinch holatda organizmga daqiqasiga 6–8 l havo kerak; jismoniy zo‘riqishda bu ehtiyoj 10–20 barobargacha ortadi.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asab tizimida to‘qima nafasi to‘xtashi 5–10 daqiqada qaytmas o‘zgarishlarga olib keladi; mushak va biriktiruvchi to‘qimada bu muddat ancha uzoq.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Ekzogen gipoksiya: gipoksik, giperoksik va giperkapnik turlari; endogen gipoksiya: respirator, gemik, sirkulyator, sitotoksik va fiziologik.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103, 103–104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 turlari va rivojlanish jadalligi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Gipoksik turda havodagi kislorod 20,93% dan kam: tog‘ (gipobarik), kislorodi kam aralashma (normobarik), chuqur suv ostida (giperbarik).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Giperkapnik gipoksiya cheklangan muhitda: kislorod kamayadi, karbonat angidrid ko‘payadi.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Rivojlanish jadalligi bo‘yicha yashinsimon (soniyalar), o‘tkir (daqiqalar), biroz o‘tkir (soatlar) va surunkali; sud tibbiyoti uchun yashinsimon va o‘tkir turlari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Endogen gipoksiya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Respirator: bo‘yin a’zolari qisilishi, nafas yo‘llari va teshiklari yopilishi, ko‘krak va qorin qisilishi, o‘pka yoki nafas markazi shikastlanishi.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Sirkulyator — qon aylanishi buzilishida; gemik — gemoglobin kamayganda yoki kislorod bog‘lash buzilganda (zaharlanishlarda).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Sitotoksik (to‘qima) gipoksiya asosan zaharlanishlarda to‘qima nafasi buzilishidan; fiziologik gipoksiya vaqtinchalik (jismoniy zo‘riqish, ko‘p ovqat).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 va mexanik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Asfiksiya grekcha «pulsning yo‘qligi» (a — inkor, sphygmos — puls) ma’nosini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Asfiksiya — tashqi nafas buzilishi tufayli kislorod tanqisligi va karbonat angidrid ko‘payishidan hayotiy tizimlar faoliyatining o‘tkir buzilishi.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omil ta’sirida tashqi nafas buzilishidan vujudga kelgan holat — mexanik asfiksiya; gipoksiya giperkapniya bilan birga rivojlanadi.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104, 104–105,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asfiksiyaning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tasnifga ko‘ra uch tur: qisilishdan, yopilishdan va cheklangan muhitdagi asfiksiya.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Qisilishdan: bo‘yin a’zolari qisilishi (strangulyatsion) va ko‘krak, qorin a’zolari qisilishi (kompression).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Yopilishdan: nafas teshiklari yopilishi, nafas yo‘llari yopilishi va cho‘kish turchalari.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Qisilishdan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Yopilishdan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Cheklangan muhitda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tasnifi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Autoasfiksiofiliya (seksual asfiksiya)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chetlanishlarga moyil, asosan o‘rta yoshdagi yolg‘iz erkaklarda uchraydi; qo‘zg‘alish gipoksiya va giperkapniya sharoitida yuz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Jarayon qo‘l-oyoq va moslamalar bilan boshqariladi; ko‘pincha bo‘yin sirtmoq bilan qisiladi yoki boshga polietilen qopcha kiyiladi.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Ba’zan o‘lim bilan tugaydi va baxtsiz hodisa deb baholanadi; hodisa joyida jinsiy chetlanishni tasdiqlovchi ashyolar topiladi.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105, 105–106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Asfiksiyaning hayotiy kechishi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Preasfiktik davr o‘rtacha 20–30 soniya: nafas qisqa to‘xtaydi, so‘ng sekinlashadi; organizm kompensator imkoniyatlarini ishga soladi.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Kompensatsiya: aylanayotgan qon miqdori ko‘payadi, qon suyuqlashadi, hayotiy a’zolar foydasiga qayta taqsimlanadi.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Asfiktik davr besh bosqichdan iborat; kechishi asfiktik omil turi va jadalligiga, organizm salomatligiga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106–107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davr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Inspirator hansirash (~1 daqiqa): nafas tezlashadi, AB pasayadi, venoz bosim ortadi, 40–60 soniyada hush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Ekspirator hansirash (~1 daqiqa): nafas chiqarish kuchayadi, klonik talvasalar, siydik, maniy va axlat ajralishi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to‘xtash 30–40 soniya; terminal nafas bosqichi 5 daqiqagacha; so‘ng nafas butunlay to‘xtaydi, yurak yana 3–10 daqiqa urishi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Inspirator hansirash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Ekspirator hansirash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Qisqa to‘xtash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Terminal nafas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to‘xtashi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Asfiktik davr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106–107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mexanizmi va yurakning reflektor to‘xtashi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asfiksiyadan o‘limda bosh miya gipoksiyasi bilan birga yurak to‘xtashi ham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Yurakning reflektor to‘xtashi karotid sinuslar, hiqildoq, traxeya, bronxlar retseptorlari ta’sirlanishi, adashgan va yuqori hiqildoq nervlari shikastlanishidan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30 soniyagacha bo‘lgan reflektor to‘xtashda umumasfiktik belgilar rivojlanib ulgurmaydi va murdada aniqlanmasligi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 o‘limsiz tugasa (cho‘kayotgan qutqarilsa, osilgan sirtmoqdan olinsa), organizmda postasfiktik holat deb ataluvchi o‘zgarishlar majmui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To‘rt davr: asfiktik koma, karaxtlik, dezorientatsiya va xotira buzilishi, qoldiq oqibatlar.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Koma davrida mushaklar atoniyasi, qorachiq kengayishi, reflekslar yo‘qligi; keyin detserebratsion rigidlik, tonik va tonik-klonik talvasalar.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Asfiktik koma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Karaxtlik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Dezorientatsiya, xotira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oqibatlar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Postasfiktik holat davrlari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107, 108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holatning oqibatlari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Yengil holatlarda o‘zgarishlar tibbiy yordam bilan 1–2 haftada qoldiqsiz yo‘qoladi; boshqa holatlarda xotira, diqqat buzilishi, bosh og‘rig‘i, parez va paralichlar qolishi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 daqiqa va undan uzoq asfiksiyada turg‘un gipotoniya, ichki a’zolar ishemiyasi, ba’zan miokard infarkti; dastlabki soatlarda o‘pka shishi noxush prognostik belgi.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daqiqa-soatlarda o‘lim asfiktik komadan, birinchi sutkada o‘pka va bosh miya shishidan, keyinroq gipostatik pnevmoniyadan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asfiksiyaning umumiy tashqi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Yuz va bo‘yin sianozi turg‘un emas: murda chalqancha yotganda yo‘qolishi, yuzi bilan pastga yotganda asfiksiyasiz ham paydo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Ko‘lamli ko‘kimtir-binafsha murda dog‘lari o‘limdan so‘ng bir soatgacha tez hosil bo‘ladi (qon suyuq, karbonat angidridga to‘yingan).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Konyunktivada mayda qon quyilishlar (subkonyunktival ekximozlar); qorachiq kengayishi nisbatan noturg‘un; talvasalar paytida siydik, axlat, maniy ajralishi.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asfiksiyaning ichki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va yirik venalarda to‘q qizil suyuq qon; yurak o‘ng kameralarining chapga nisbatan qonga to‘lishi (asfiktik yurak); ichki a’zolar venoz to‘laqonligi.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Visseral plevra va epikard ostida mayda (2–3 mm) to‘q qizil qon quyilishlar — Tarde dog‘lari: o‘pka bo‘laklari oralig‘i, diafragmal plevra, yurak orqa yuzasida.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Kamqon, qisqargan taloq (Sabinskiy belgisi) preasfiktik davrda depodagi qon chiqarilishidan.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251"/>
                <a:gridCol w="333372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Asfiktik yurak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O‘ng kameralar qonga to‘la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Tarde dog‘lari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Plevra, epikard ostida 2–3 mm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Sabinskiy belgisi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Kamqon, qisqargan taloq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Ichki belgilar va tushuntirish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110–111, 111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asfiksiya: osilish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Strangulyatsion asfiksiya mexanik asfiksiyadan o‘lim holatlarining uchdan ikki qismidan ortig‘ini tashkil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Osilish — eng ko‘p uchraydigan tur (asfiksiyadan o‘limlarning 65–70%); aksariyat hollarda o‘z-o‘zini o‘ldirish usuli, baxtsiz hodisa sifatida kazuistika.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Tipik (to‘liq) osilishda tana sirtmoqda erkin osilib turadi; notipik (to‘liqsiz) osilishda tananing bir qismi tayanchga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111–112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va uning tuguni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Tizzalarga tayanib osilishda sirtmoq tana massasining 20% ga, yotgan holda faqat boshning massasiga (4–5 kg) teng kuch bilan tortiladi.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Sirtmoq yumshoq (sochiq, sharf, galstuk), yarim qattiq (arqon, kamar) yoki qattiq (sim, zanjir) materialdan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Tugun kriminalistik ahamiyatli: sirtmoq olishda tugun buzilmaydi — qarama-qarshi tomondan kesiladi; tugun tipik (orqada) yoki atipik (old, yon) joylashadi.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 o‘lim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 qisilishidan havo yo‘li torayadi (til asosi halqum devoriga siljiydi); faqat ayrim holatlarda butunlay yopiladi.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Bo‘yinturuq venalar qisilishi bosh miyadan qon oqimini qiyinlashtiradi; umurtqa arteriyalari orqali qon borishi kalla ichi bosimini oshiradi.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Adashgan nerv, yuqori hiqildoq nervi va sinokarotid tugun qisilishi — yurak kasalligida reflektor to‘xtash; atipik tugunda qusish va aspiratsiya.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Havo yo‘li torayishi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Venalar qisilishi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Reflektor ta’sir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Orqa miya shikasti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Osilishda o‘lim omillari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113, 113–114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egat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Osilishda asosiy sud-tibbiy belgi — bo‘yindagi strangulyatsion egat; mohiyatan shilinma, sirtmoq xususiyatiga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Tugallanmagan asfiksiyada yarim qattiq sirtmoq egati 10–15 kun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Egatning joylashuvi, yo‘nalishi, tutashganligi, kengligi, chuqurligi, zichligi va relefi o‘rganilib, sirtmoq bilan taqqoslanadi.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Tipik osilishda egat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Tipik osilishda egat bo‘yinning yuqori qismida, til osti suyagidan baland, qiyshiq-vertikal yo‘nalishda; atipik osilishda pastroq.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sirtmoq zichroq va chuqurroq egat qoldiradi; tugunga qarama-qarshi tomonda egat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Yumshoq sirtmoqda tashqi egat ko‘rinmasligi mumkin, lekin ichki tekshiruvda yumshoq to‘qimalarda oqimtir yo‘lka — «mis sim belgisi» (Kasper) topiladi.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Material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Egat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Zichroq, chuqurroq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Yarim qattiq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Aniq, 10–15 kun saqlanadi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Yumshoq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 ko‘rinmasligi mumkin; ichki yo‘lka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Sirtmoq materiali va egat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114–115, 115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Osilishdagi ichki shikastlanishlar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Til osti suyagi va qalqonsimon tog‘ay shikasti osilishga xos emas; sirtmoq pastroq joylashganda ko‘rilishi mumkin. Halqum orti qon quyilishi — Brouardel belgisi.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Cho‘zilish belgilari: uyqu arteriyasi intimasi ko‘ndalang yorilishi (Amyuss), tashqi qavatda qon quyilish (Martin), to‘sh-o‘mrov-so‘rg‘ichsimon mushak pastki uchida (Valxer), umurtqalararo disklarga (Simon).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jarohatlar asosan semiz odamlarda tipik siltab osilishda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Egatning hayotiyligini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Egat sohasidan olingan teri laxtagi teri osti yog‘idan tozalanib, ikki oyna orasida o‘tuvchi yorug‘likda ko‘riladi.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Burmacha sohasida to‘laqonlik va qon quyilishlar hayotiylikdan dalolat beradi (Bokarius sinamasi).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Mikroskopiyada qon aylanishi buzilishi (Neyding belgisi) va reaktiv yallig‘lanish (Kasyanov belgisi) egat hayotiy yetkazilganini tasdiqlaydi.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116, 117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bilan bo‘g‘ish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Osilishdan farqli, sirtmoq tana og‘irligi bilan emas, o‘zga kuch bilan qisiladi; aksariyat hollarda qotillik, ba’zan baxtsiz hodisa (sharf mexanizmga ilashishi), kamdan kam o‘z-o‘zini o‘ldirish.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Refleksogen sohalar ko‘proq ta’sirlanadi: o‘lim asfiksiya belgilari to‘liq rivojlanguncha reflektor to‘xtashdan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Egat gorizontal, odatda qalqonsimon tog‘ay sathida va pastroq, ko‘pincha tutashgan; til osti suyagi shikasti xos emas, Amyuss, Valxer, Simon belgilari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303"/>
                <a:gridCol w="2164080"/>
                <a:gridCol w="147959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Osilish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Bo‘g‘ish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Tana og‘irligi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O‘zga kuch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Egat yo‘nalishi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Qiyshiq-vertikal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Gorizontal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Cho‘zilish belgilari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Bo‘lishi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Osilish va sirtmoq bilan bo‘g‘ish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Bo‘yinni qo‘l bilan bo‘g‘ish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qotillik alomati; yurakning reflektor to‘xtashi ko‘proq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Bo‘yinda barmoqlardan dumaloq yoki oval qontalashlar va timoqdan yoysimon shilinmalar; old tomondan ikki qo‘l bilan bo‘g‘ilganda har tomonda old yuzada bittadan, orqada 2–4 tadan.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jarohatlar tashqidan yaqqolroq: til osti suyagi shoxchalari, qalqonsimon va uzuksimon tog‘aylar sinishi, yumshoq to‘qimalarga qon quyilishlar; yumshoq jism ustidan bo‘g‘ishda tashqi izlar bo‘lmasligi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118, 118–119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 va pozitsion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O‘tmas jismlar (tayoq, stul suyanchig‘i) bilan bo‘g‘ishda jarohatlar ta’sir yuzasining proeksiyasida: qontalash, shilinma, qon quyilish, til osti suyagi va qalqonsimon tog‘ay shikasti.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Pozitsion asfiksiya boshning uzoq vaqt bukilgan holatida, asosan hushsiz yoki idrok eta olmaydigan shaxslarda; strangulyatsion egat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Pozitsion asfiksiya diagnostikasi voqea tafsilotlari va o‘limning boshqa sabablarini istisno qilishga asoslanadi.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Obturatsion asfiksiya: nafas teshiklari yopilishi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Obturatsion asfiksiya nafas teshiklari va nafas yo‘llarining yopilishi turlariga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 va burunni qo‘l yoki yumshoq jism bilan yopish qotillikda yosh bolalar yoki holsizlangan kattalarga nisbatan qo‘llanadi; tasodifiy yopilish asosan hushsiz shaxslarda.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Qarshilik bo‘lmasa, umumasfiktik belgilardan tashqari xos belgi bo‘lmaydi; qarshilikda og‘iz-burun atrofida qontalash, shilinma, milk shilliq qavatida qon quyilish.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119, 119–120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yo‘llarining yopilishi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Yopuvchi moddalar: yot jismlar (danak, tugma, suyak, o‘yinchoq bo‘lagi, tish protezi), sochiluvchan (qum, un), suyuq (qon, qusuq); aksariyat hollarda baxtsiz hodisa.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mexanizmi: havo o‘tishi qiyinlashuvi; hiqildoq retseptorlari ta’sirlanishidan tovush boylamlari reflektor spazmi yoki yurak reflektor to‘xtashi.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 va narkotik mastligi, bosh miya jarohatida yutish va yo‘tal reflekslari buziladi, qusuq va qon aspiratsiyasiga moyillik oshadi.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Cho‘kish: turlari va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Cho‘kish — nafas yo‘llarining suyuqlik bilan yopilishi; mexanik asfiksiyadan o‘limlar ichida osilishdan keyin ikkinchi o‘rinda; dunyoda yiliga 300 mingdan ortiq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hollarda baxtsiz hodisa; ayrim hollarda o‘z-o‘zini o‘ldirish; kamdan-kam qotillik.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kirish darajasiga ko‘ra chin (aspiratsion, «ho‘l»), asfiktik (spastik, «quruq») va aralash turlar farqlanadi.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Chin (ho‘l)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Asfiktik (quruq)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Aralash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Cho‘kish turlari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cho‘kishning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Og‘iz-burun atrofida mayda pufakli turg‘un oq ko‘pik (Krushevskiy belgisi); keyin gemoliz tufayli pushti tus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O‘pkalar gipergidriya holatida, xamirsimon, hajmi ortgan, «marmarsimon»; visseral plevra ostida Rasskazov-Lukomskiy-Paltauf dog‘lari (epikardda bo‘lmaydi).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Gemodilyusiya va osmotik gemoliz: murda dog‘lari pushti-qizg‘ish; chap yurak qoni o‘ngdagidan ochroq (Kasper belgisi).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Cho‘kishning qo‘shimcha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Qorin bo‘shlig‘ida taxminan 100 ml suyuqlik (Moro belgisi); oshqozonda 300 ml gacha suv (Fegerlund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Qutqarishga urinishdagi keskin harakatlar bo‘yin, ko‘krak va orqa mushaklariga qon quyilishlarga olib keladi (Paltauf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Sho‘r suvda osmotik bosim yuqori: qonning suyuq qismi alveolaga o‘tadi, gipovolemiya va qon quyuqlashadi; Rasskazov-Lukomskiy-Paltauf dog‘lari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77"/>
                <a:gridCol w="1426913"/>
                <a:gridCol w="251808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Chuchuk suv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Sho‘r suv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Suyulish, gemoliz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Quyuqlashish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Alveola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qonga o‘tadi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 suyuqligi alveolaga o‘tadi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Paltauf dog‘lari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Chuchuk va sho‘r suvda cho‘kish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122–123, 123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cho‘kish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Laringospazm sababli suv nafas yo‘llariga o‘tmaydi; sianoz va subkonyunktival qon quyilishlar yaqqol; ko‘pik oz va noturg‘un.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O‘pkalar keskin emfizemali (giperaeriya); faqat Tarde dog‘lari; o‘pkada suv va yot moddalar, gemodilyusiya, osmotik gemoliz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emboliyasi tekshiruvi — Sunsov sinamasi: chap qorincha teshiladi; limfogemiya ko‘krak limfa yo‘lida; oshqozonda 1 l gacha suv.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123, 123–124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Suvdagi o‘lim va hayotiylikni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Suvga tushish zahoti yurak va nafas reflektor to‘xtashi mumkin — bu «suvdagi to‘satdan o‘lim»; ichki a’zolarda, birinchi navbatda yurakda, patologik o‘zgarishlar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Hayotiylik uchun diatom planktoniga tekshiruv: chin cho‘kishda plankton qonga o‘tib parenximatoz a’zolar va suyak iligida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Plankton havzadagiga mos bo‘lishi kerak (suv namunasi 1 l); o‘pka to‘qimasidagi diatom diagnostik ahamiyatga ega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nafas yo‘liga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Alveola → qon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Katta doira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Parenximatoz a’zolar, iligi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Diatom bilan hayotiylik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124, 125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laboratoriya usullari va suvda yotish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Psevdoplankton (polyarizatsion mikroskopiya), suv bakteriyalari (Pseudomonas putida, fluorescens), krioskopik, refraktometrik va elektr o‘tkazuvchanlik tekshiruvlari.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yotish belgilari: kiyim va tana loy bilan ifloslanishi, tez sovish, «g‘oz terisi»; bir necha soatda barmoqlar bujmayadi, 2–5 kunda kaft, 5–8 kunda tovon.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2–3 haftada teri «o‘lim qo‘lqopi» tarzida ajraladi; 10–15 kunda sochlar oson sug‘uriladi; bu o‘zgarishlar o‘lim sabablariga bog‘liq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126, 126–127, 127–128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Kompression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Ko‘krak va qorin o‘tmas jismlar bilan qisilganda; ko‘pincha tabiiy (zilzila, ko‘chki) va texnogen (bino qulashi) baxtsiz hodisalarda, olomon siqilishida.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Tananing frontal qisilishi yonlamadan xavfliroq; ko‘krak va qorin birga qisilganda o‘lim tezroq; faqat qorin qisilishiga organizm chidamliroq.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Xos belgilar: yuz, bo‘yin, ko‘krak yuqorisi qon quyilishi — «ekximotik niqob» (Olive-Danjer); o‘pkaning «karmin shishishi» (Lakkasan belgisi).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Cheklangan yopiq muhitdagi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Kislorod asta kamayib, karbonat angidrid ortadi; havoda 0,5% da nafas tezlashadi, kattalarda 8–10% da o‘lim, bolalarda 2,0–2,5% hayot uchun xavfli.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baxtsiz hodisa: zilzila, ko‘chki, halokatga uchragan suv osti kemasi, sovutgich kamerasi, germetik sandiq; boshga plastik qopcha kiygizish — qotillik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Qisman yopiq joylarda (chuqur quduq, silos, vino idishlari) bijg‘ish va chirishda hosil bo‘lgan toksik moddalar ham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toksikologiya: 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Sud-tibbiyot amaliyotchisining asosiy vazifasi — modda (dori) tutilgan buzilish yoki o‘limda uning rolini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Aniqlashni murakkablashtiradi: shifokorlar, toksikologlar va qonunchilar sud fanining asosiy masalalarini yetarli tushunmaydi.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 ekzotik zaharlar emas, ko‘p suiiste’mol qilinadigan moddalar (stimulyatorlar, opiatlar, kannabinoidlar, erituvchilar) asoratlarini tanish talab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Toksik, o‘ldiruvchi doza, LD50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«Toksik» atamasi turlicha ishlatiladi; o‘ldiruvchi doza g/mkg/mg per kg da ifodalanadi, lekin sezgirlik odamdan odamga farq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LD50 — qabul qilganlarning 50% o‘ladigan doza; u qabul qilish yo‘liga bog‘liq (biologik mavjudlik): vena ichiga 100% o‘tadi, og‘izdan o‘zgaruvchan.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Hayvon tajribalari natijasini to‘g‘ridan-to‘g‘ri odamga o‘tkazib bo‘lmaydi: ko‘p mamlakatlar sudlari faqat hayvon tadqiqotlarini sababiylik isboti deb hisoblamaydi.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Retseptorlar, tolerantlik va qaramlik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Dorilar retseptorlarga bog‘lanib ta’sir qiladi; oksikodon mu-retseptorga yaxshiroq mos kelgani uchun morfindan ancha kuchli.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Tolerantlik — surunkali ta’sirda doz ortib, ta’sir kamayishi; samarali doza 100–1000 baravar oshishi mumkin, kokainda birinchi dozadan boshlanadi.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Qaramlik — modda bo‘lmasa normal ishlay olmaslik; abstinensiyada benzodiazepinlardan to‘xtash nazorat qilib bo‘lmas talvasalar va o‘limga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182, 182–183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materiallari: umumiy tamoyillar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har qanday to‘qimada aniqlanishi va miqdori o‘lchanishi mumkin; muhimi natijani sharhlash. Aniqlash qabul qilinganini isbotlaydi, toksiklik va niyatni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namunasi olingan joy natijani belgilaydi: o‘limdan so‘ng kuchsiz asosli moddalar (masalan, kokain) chap yurakda o‘ngdagidan, yurakda oyoqdagidan yuqori.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Postmortem konsentratsiya deyarli har doim tirik davrdagidan yuqori; «terapevtik konsentratsiya» tushunchasi murdaga tegishli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Qon, siydik va shishasimon tana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Qon hamon asosiy material: natriy ftorid solingan idishga yig‘iladi; plazmadagi etanol konsentratsiyasi butun qondagidan 10–15% yuqori.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Yurak qoni siydikka nisbatan sezgirroq (GC/MS arzonlashgan), lekin kamroq spetsifik; autopsiyada qovuqda siydik ko‘pincha bo‘lmaydi.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Shishasimon tana tashqi muhitdan himoyalangan: cho‘kkanlarda va uzoq ta’sirdan keyin ishonchli; etanol miqdori postmortem hosil bo‘lishni tirik davrdagi qabuldan ajratishga yordam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Material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Afzalligi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Yurak qoni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Sezgir, GC/MS bilan skrining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Siydik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Bo‘lmasligi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Shishasimon tana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Himoyalangan; etanol, elektrolitlar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Tekshiruv materiallari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Soch, jigar va oshqozon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Sochdagi modda va metabolitlari cheksiz barqaror; olib saqlash oson, keyinchalik savol tug‘ilsa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Jigar: oqsilga kuchli bog‘lanadigan dorilar uchun foydali; oshqozondan jigarning o‘ng bo‘lagiga diffuziya bo‘lgani uchun faqat chap bo‘lak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Oshqozon: hajm yozilsa, namuna bir xil bo‘lsa va umumiy miqdor hisoblansa mazmunli; past konsentratsiyaga ahamiyat berilmaydi (ion tuzoq).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185–186, 186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sharhlash: postmortem qayta taqsimlanish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Postmortem konsentratsiyani alohida sharhlab bo‘lmaydi: tolerantlik tufayli odatiy qaram odamda morfin konsentratsiyasi yuqori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Chuqur depolardagi modda tana parchalanishida chiqadi: fentanil bo‘yicha tadqiqotda 4 holatda dastlab «aniqlanmadi», keyin 52,5 mkg/l gacha ko‘tarildi.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 taqsimlanish sababli konsentratsiya tirik davrdagidan yuqori; yonbosh-son tomirlaridan olingan qon afzal.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186, 186–187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1905 yilda N. Minovichi o‘zida yordamchilari ishtirokida osilish bo‘yicha tajriba o‘tkazgan — asfiksiya kechishiga doir yagona tajriba.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Diatom planktoni vodoprovod, distillangan va yomg‘ir suvida ham bor; faqat quyosh nuri tushmaydigan yer osti suvlarida bo‘lmaydi.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yumshoq sirtmoqda tashqi egat ko‘rinmasa ham, ichki tekshiruvda «mis sim belgisi» (Kasper) egat proyeksiyasini ko‘rsatadi.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Kokainning odamdagi eng yuqori qon konsentratsiyasi (35 000 ng/ml dan ortiq) bo‘yni o‘qdan o‘tgan, boshqa shikoyati bo‘lmagan erkakda o‘lchangan.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Ma’ruza: Mexanik asfiksiyaning sud-tibbiy ekspertizasi. Sud-tibbiy toksikologiyasi.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5. Kislorod tanqisligi (asfiksiya)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4-modul. Kislorod tanqisligi (asfiksiya, cho‘kish), harorat, elektr, bosim, radiatsiya; bet 315-374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VII bo‘lim (16-18-boblar). Mexanik asfiksiya; bet 139-153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XI-bob. Mexanik asfiksiya; bet 202-234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15. Asphyxia, pp. 151–162; Chapter 18. Principles of toxicology, pp. 181–187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