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piretroidlar sud-kimyoda alohida e’tibor talab qiladi? Doskada: mashg‘ulot rejasi. Tipik xato: piretroidlarni FOB bilan bir xil usulda (xolinesteraza testi bilan) tahlil qilish deb o‘ylash — kitob piretroidlar uchun YuQX, GSX, YuSSX, UB ni beradi.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reaksiya sharoiti nimalarni o‘z ichiga oladi? Doskada: jihozlar ro‘yxati. Tipik xato: faqat YuQX uskunasini nazarda tutish — GSX va YuSSX asboblari (269-270) alohida laboratoriyada. Kitobda: 268-betdagi kutilayotgan natijalarda «fozalon, geksaxloran moddalari» (oldingi mashg‘ulotdan ko‘chirilgan, xato) — bu mashg‘ulot piretroidlar (danitol, sipermetrin, detsis) uchun.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qo‘lqop va niqobsiz biologik ob’ekt bilan ishlash qanday xavf tug‘diradi? Doskada: shaxsiy himoya vositalari ro‘yxati. Tipik xato: biologik ob’ektni «toza» deb hisoblash. Kitob bu mashg‘ulotdagi alohida reaktivlarning xavfi (kislota, organik erituvchi) haqida ko‘rsatma bermaydi; ularni o‘qituvchi laboratoriya qoidalari bo‘yicha qo‘shimcha eslatadi. Piretroidlar teri va shilliq qavatlarni qitiqlaydi (detsis uchun kitob 271-betda aytgan): ular bilan ishlaganda qo‘lqop va niqob majburiy; kitob boshqa xavfsizlik ko‘rsatmasini bermaydi. Manba malaka 117 (sanasi va raqami ko‘rsatilmagan qoidalar loyihasi) — lex.uz da amaldagi tahririni tekshiring.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tasdiqlangan uslub yo‘qligi nima uchun xavfli? Doskada: guruh vakillari — danitol, sipermetrin, detsis, karate, sumi-alfa. Tipik xato: piretroidlarni kam zaharli deb hisoblash — kitob LD50 ni 50-400 mg/kg deydi. Eslatma: toks 159 — ma’ruza sahifasi, bu mashg‘ulot sahifalarini to‘ldiradi.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eruvchanlik ajratish uchun erituvchi tanlashga qanday ta’sir qiladi? Doskada: eruvchanlik qatori. Tipik xato: danitolni suvda eruvchi deb yozish. Kitobdagi tuzilish formulasi (270-bet) matn ko‘rinishida noaniq, shu sababli ko‘chirilmadi.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LD50 turlar bo‘yicha bunchalik farq qiladi (o‘rdak 1089 mg/kg)? (Kitob izoh bermaydi.) Doskada: LD50 jadvali. Tipik xato: o‘rdak uchun LD50 ni inson uchun deb o‘ylash. Kitobda xorijda 10% konsentrat emulsiya va suspenziya shaklida chiqarilishi ham aytilgan.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ishqoriy gidroliz ajratish pH ini tanlashga qanday ta’sir qiladi? (Qon uchun pH 8-9 — 268-bet.) Doskada: xossalar. Tipik xato: sis/trans nisbatini teskari yozish (sis 40%, trans 60%). Kitobda nomi «tsipermetrin» va «sipermetrin» ikkala shaklda yozilgan.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asalarilar uchun xavf alohida ta’kidlanadi? Doskada: LD50 va ruxsat etilgan miqdor. Tipik xato: «qushlar uchun zaharli emas» ni «odam uchun zararsiz» deb tushunish.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danitol, sipermetrin va detsisni suyuqlanish harorati bo‘yicha taqqoslang (45-50 °C, moysimon suyuqlik, 98-101 °C). Doskada: taqqoslash qatori. Tipik xato: detsisni moysimon suyuqlik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qitiqlovchi ta’sir ishchilar xavfsizligiga nimani anglatadi? Doskada: raqamlar jadvali. Tipik xato: ruxsat etilgan miqdorlarni (suv 0,006 mg/l, tuproq 0,01 mg/kg) birliklarini aralashtirish. Kitobda detsis uchun havo orqali LK50 (kalamush 60 mg/l) ham berilgan.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15 daqiqa. Kutilayotgan natija: YuQX/YuSSX/UB uchun quruq qoldiq. Muhokama: nega pH 8-9? (Kitob sababini aytmaydi; sipermetrin kuchli ishqorda gidrolizlanishi — 271-bet — shuning uchun kuchsiz ishqoriy muhit tanlangan bo‘lishi mumkin: o‘qituvchi tasdiqlasin.) Doskada: oqim sxemasi. Tipik xato: organik erituvchi hajmini 10 ml dan o‘zgartirish. Kitobda «organik erituvchi» nomi aytilmagan.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15 daqiqa. Kutilayotgan natija: quruq qoldiq. Muhokama: nega ekstraksiya hajmi 30, 20, 20 ml (kamayib boradi)? (Kitob izoh bermaydi.) Doskada: sxema. Tipik xato: chayindini asosiy ekstraktga qo‘shmaslik — kitob chayindini qo‘shishni talab qiladi.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20 daqiqa. Kutilayotgan natija: quruq qoldiq YuQX, UB yoki YuSSX uchun. Muhokama: pH ob’ekt uchun 9,0-9,5, qon va peshob uchun 8-9 — farq nima? (Kitob izoh bermaydi.) Doskada: uch ob’ekt jadvali (qon, peshob, to‘qima). Tipik xato: ekstraksiyani bir marta bajarish.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sorbent zarracha o‘lchami ajratishga qanday ta’sir qiladi? (Kitob izoh bermaydi.) Doskada: jadval. Tipik xato: Silufol va Sorbfilni bir deb o‘ylash. Kitobdagi «LS 5/40µ» belgisi kitobdagi yozuvdan olindi.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Kutilayotgan natija: ochuvchi reagent bilan dog‘ rangi. Muhokama: eng sezgir reagent qaysi? (Xlor-rux-yod: 1,5 mkg.) Doskada: jadval. Tipik xato: bromfenol ko‘kining chegarasini (2,5 mkg) eozinatniki (2 mkg) bilan almashtirish. Kitobdagi bandda «sipermetrin tahlilida bromfenol ko‘ki...» deb noaniq yozilgan; mazmuni sumi-alfa, detsis va karate uchun deb olindi.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Kutilayotgan natija: Rf 0,44 / 0,58 / 0,61 (mos sistemada). Muhokama: nega bir nechta sistema bilan tekshiriladi? (Tasdiq ishonchliligi uchun.) Doskada: jadval. Tipik xato: Rf qiymatini sistemasiz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Kutilayotgan natija: Rf qiymatlari jadvaldagidek. Muhokama: karate va sumi-alfaning Rf qiymatlari yaqin emasmi (0,57 va 0,68)? Doskada: jadval va ikki qo‘shimcha qator. Tipik xato: detsisning Rf=0,6 ni 0,06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dasturlangan harorat nima uchun kerak? (Kitob izoh bermaydi.) Doskada: jadval. Ushlanish vaqtlari jadvali kitobda ’jadvalda keltirilgan’ deyilgan, ammo matnda jadval yo‘q. Tipik xato: detektor va injektor haroratini almashtirish. Kitobda: «1800C», «10C/daq» (daraja belgisi «0» bo‘lib chiqqan) — 180 °C va 1 °C/daq (keyingi 220 va 245 °C qiymatlari bilan izchil).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gradient nasos kerak? (Mobil faza tarkibi vaqt bo‘yicha o‘zgaradi — keyingi slayd.) Doskada: asbob bloklari. Tipik xato: to‘lqin uzunligini (278-280 nm) noto‘g‘ri yozish. Kitobda «S-18» yozilgan; kolonka turi C-18 deb o‘qildi.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Kutilayotgan natija: 24 daqiqada xromatogramma. Muhokama: 24-daqiqada gradient nega boshlang‘ich tarkibga qaytadi? (Kolonkani muvozanatlash — kitob aytmaydi.) Doskada: gradient jadvali. Tipik xato: A va B ni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Kutilayotgan natija: xromatogrammada cho‘qqilar shu tartibda: danitol, sipermetrin (2 cho‘qqi), detsis, sumi-alfa, karate. Muhokama: sipermetrin nega ikki cho‘qqi beradi? (Izomerlar aralashmasi — sis va trans, 271-bet.) Doskada: jadval. Tipik xato: sipermetrinni bitta cho‘qqi deb kutish.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faqat UB natijasi piretroidni individual aniqlashga yetadimi? (260-280 nm da barcha pestitsidlar bittadan maksimum beradi — demak, xususiylik past; xulosa o‘qituvchi tomonidan, kitob aytmaydi.) Doskada: 200-400 nm. Tipik xato: UB spektrni yagona tasdiq deb yozish. Kitobda maksimum to‘lqin uzunliklari alohida moddalar uchun berilmagan.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15 daqiqa. Kutilayotgan natija: talabalar to‘liq tekshiruv rejasini tuzadi. Muhokama: (+) shaklidagi kristallar nimani anglatadi? Kitob javob bermaydi. Tipik xato: kristall shakli asosida zaharni nomlash. Kitobda: «karbamit kislota hidi» (imlo). Masaladagi belgilar (karbamin kislota hidi, sabzavotga ishlov berish) karbamat pestitsidlariga (sevin — toks 150) mos keladi, piretroidlarga emas; masala piretroid va karbamatni farqlash (differensial tahlil) topshirig‘i sifatida ishlatiladi: xolinesteraza testi va karbamatlar reaksiyalari + piretroidlar uchun YuQX/GSX.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bosqichlar ketma-ketligini o‘z so‘zingiz bilan ayting. Doskada: 5 bosqichli sxema (slaydda umumlashtirilgan, bir betdagi emas — 268-270 betlar). Tipik xato: YuQX natijasini yakuniy deb yozib, YuSSX/GSX ni o‘tkazmaslik.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bitta usul natijasi xulosa uchun yetarlimi? Doskada: usul -&gt; sezgirlik. Tipik xato: Rf ni boshqa sistemadagi qiymat bilan solishtirish. Kitob bu mashg‘ulotda miqdoriy tahlil usulini (formula, kalibrlash) bermagan.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har bir guruhdan bittadan savol. Doskada: savollar raqamlari. Tipik xato: javobda pH va erituvchi hajmini keltirmaslik. Kitobda 9 ta nazorat savoli bor (dvssm 277 da ham shu), mazmuniga ko‘ra 4 guruhga jamlandi.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Hisobot: ish daftariga ob’ekt, ajratish sharoiti, plastinka, sistema, reagent, Rf, xulosa yoziladi. Muhokama: qaysi modda eng erta chiqadi YuSSX da? (Danitol, 17,4 daqiqa.) Doskada: 3 xulosa. Tipik xato: Rf va ushlanish vaqtini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Sintetik piretroidlar: sipermetrin, danitol, detsis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Mashg‘ulot maqsadi va rejasi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piretroidlar: sipermetrin, danitol, detsis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Maqsad: talabalarni sintetik piretroidlar hosilalarining toksikologik ahamiyati hamda tahlil usullari bilan tanishtirish.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1) sintetik piretroidlarning toksikologik ahamiyati; 2) sipermetrin, danitol, detsis, ularni ob’ektlardan ajratish va tahlil usullari; 3) vaziyatli masala.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Mashg‘ulot mavzusi: sintetik piretroidlar hosilalari — sipermetrin, danitol, detsis; ob’ektlardan ajratib olish va tahlil usullari.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268; Yuldashev Z.A., Nurmatova M.I., Toksikologik kimyo modulidan o‘quv-uslubiy majmua, betlar: 271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Kutilayotgan natijalar va jihozlar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piretroidlar: sipermetrin, danitol, detsis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Talabalar sifat reaksiyalarini toza eritmalarda va noma’lum tarkibdagi eritmada o‘tkazish sharoitini o‘zlashtiradilar.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Zarur vositalar: probirkalar, ajratgich voronkalar, reaktivlar, ko‘rgazmali materiallar.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Laboratoriya jihozlari: maxsus laboratoriya vositalari bilan jihozlangan xona.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268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Xavfsizlik va tayyorgarlik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piretroidlar: sipermetrin, danitol, detsis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Talaba laboratoriya ishi uchun o‘zi bilan rezina qo‘lqop, salfetka va yuzga tutish uchun niqob keltiradi.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Ekspertiza ventilyatsiya va so‘rish shkafi bor, ish tugagach berkitiladigan va muhrlanadigan xonalarda o‘tkaziladi.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Infeksiyali (sil, gepatit, OITS) shaxslardan ob’ektlar maxsus konteynerda keladi va hujjatlarda belgilanadi.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166; Malaka materiali №117 (O‘zR SSV, loyiha matni)., Sud-kimyo ekspertiza va tekshiruvlarini o‘tkazish qoidalari, betlar: 6-band, 7-band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Sintetik piretroidlarning ahamiyati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piretroidlar: sipermetrin, danitol, detsis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Navoiy elektrokimyo zavodida ishlab chiqariladigan sintetik piretroid pestitsidlari kimyo-toksikologik jihatdan yetarli o‘rganilmagan.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Ular yuqori samaradorligi, kam miqdorda qo‘llanishi va hasharotlarning xilma-xil turlariga keng ta’siri bilan ajralib turadi.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Yuqori zaharlilik (LD50=50-400 mg/kg) va keng qo‘llanilishi odamlar va hayvonlarning zaharlanishiga sabab bo‘lgan.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Tashxis usullari va biologik suyuqlik, ashyolarda tahlil qilishning tasdiqlangan uslublari yo‘qligi o‘limga olib keluvchi sabablardan biri.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159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Danitol: fizik-kimyoviy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piretroidlar: sipermetrin, danitol, detsis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Danitol (fenpropatrin) — 2,2,3,3-tetrametiltsiklopropankarbon kislota va α-tsiano-3-fenoksibenzil spirtining murakkab efiri.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Oq kristall kukun; suyuqlanish harorati 45-50 °C; suvda amalda erimaydi (20 °C da 0,34 mg/l).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Metanol, geksan, aseton, xloroform, dimetilformamidda eriydi; yorug‘lik va qizdirishga chidamli.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270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Danitol: toksikologik ahamiyati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piretroidlar: sipermetrin, danitol, detsis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Danitol kuchli zaharli: og‘iz orqali LD50 kalamushlarga 49-54, sichqonlarga 58-67, o‘rdaklarga 1089 mg/kg.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Suv hayvonlariga o‘ta kuchli zaharli: baliqlar uchun SK50 2,2-9,6 mkg/l (24 soat ichida).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O‘zbekistonda «Uzfen» nomi bilan 20% konsentrat emulsiya shaklida chiqariladi; g‘o‘za tunlamlari, kana va kuyalarga qarshi ishlatiladi.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270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Sipermetrin: fizik-kimyoviy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piretroidlar: sipermetrin, danitol, detsis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Sipermetrin (ripkord, arrivo, simbush): sis (40%) va trans (60%) izomerlar aralashmasi, kuchsiz hidli sarg‘imtir moysimon suyuqlik.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Texnik mahsulot (90% asosiy modda) — qora-qo‘ng‘ir moysimon suyuqlik, uchmaydi; suvda amalda erimaydi (0,03 mg/l).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Kuchli ishqoriy sharoitda gidrolizga uchraydi; suvli muhitda (pH 5-7) barqaror; zichligi 25 °C da 1,23 g/sm3.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Aseton, ksilol, xloroform, siklogeksanda yaxshi eriydi; spirt, keton, xlororganik va aromatik uglevodorodlar bilan aralashadi.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271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Sipermetrin: toksikologik ahamiyati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piretroidlar: sipermetrin, danitol, detsis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Kuchli zaharli: og‘iz orqali LD50 kalamushlar uchun 200-415, sichqonlarga 63 mg/kg.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Qushlar uchun zaharli emas, lekin asalarilarga kuchli ta’sir etadi; baliqlar uchun LD50 0,0012 mg/l (96 soat).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Oziq-ovqat mahsulotlaridagi ruxsat etilgan miqdori 2,0-0,1 mg/kg.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G‘o‘za tunlami, kolorado qo‘ng‘izi, tripslar va boshqalarga qarshi 0,1-1,0 l/Ga hajmda ishlatiladi.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271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Detsis (deltametrin)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piretroidlar: sipermetrin, danitol, detsis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Detsis (deltametrin, butoks, K-otrin): oq kristall modda; suyuqlanish harorati 98-101 °C; suvda amalda erimaydi (20 °C da 0,002 mg/l).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Aseton, benzol, dimetilsulfoksid, siklogeksanon va dioksanda eriydi; kislotali sharoitda barqaror.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2,5% konsentrat emulsiya, dust, granula, 0,5% UMO eritmalari shaklida ishlab chiqariladi.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271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Detsis: toksikologik ahamiyati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piretroidlar: sipermetrin, danitol, detsis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Issiqqonli hayvonlar uchun kuchli zaharli: LD50 kalamushlar uchun 128,5-138,7, itlar uchun 300 mg/kg.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Teri va shilliq qavatlarga qitiqlovchi ta’sir etadi; kam miqdorda organizmda to‘planadi.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Asalari va baliqlar uchun kuchli zaharli; ruxsat etilgan miqdor maishiy suv havzalarida 0,006 mg/l, tuproqda 0,01 mg/kg.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271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Qondan piretroidlarni ajratish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piretroidlar: sipermetrin, danitol, detsis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5 ml qon, pH NaOH bilan 8-9; 2 ml to‘yingan NaCl va 10 ml organik erituvchi qo‘shiladi.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5 daqiqa sentrifugalanadi, organik qatlam ajratiladi; jarayon yana ikki marta takrorlanadi.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Ajratmalar birlashtirilib filtrlanadi, erituvchi uchiriladi; quruq qoldiq YuQX, YuSSX, UB bilan tekshiriladi.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 ml qon, NaOH bilan pH 8-9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+NaCl (to‘yingan), erituvchi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 daqiqa sentrifuga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 marta takrorlash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Filtrlash, bug‘latish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Qondan ajratish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268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Peshobdan piretroidlarni ajratish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piretroidlar: sipermetrin, danitol, detsis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25 ml peshob + 3 g NaCl; pH 0,1 M NaOH bilan 8-9 ga keltiriladi.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Ekstraksiya 3 marta (30, 20, 20 ml); Na2SO4 filtri, filtr 5 ml erituvchi bilan yuviladi.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Erituvchi rotor-vakuumda 0,5 ml qolguncha haydaladi; qoldiq quritilib tekshiriladi.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25 ml peshob + 3 g NaCl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0,1 M NaOH, pH 8-9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Ekstraksiya 30, 20, 20 ml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Na2SO4 filtri, 5 ml yuvish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Rotor-vakuum, quruq qoldiq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Peshobdan ajratish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269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Biologik ob’ektdan piretroidlarni ajratish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piretroidlar: sipermetrin, danitol, detsis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10 g maydalangan ob’ekt 1-3 ml suv bilan aralashtirilib, pH 0,1 M NaOH bilan 9,0-9,5 ga keltiriladi.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15 ml erituvchi va 5 ml to‘yingan NaCl, chayqatgichda 1 soat; ekstraksiya yana 2 marta.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Ajratmalar Na2SO4 filtridan o‘tkaziladi, erituvchi rotor-vakuumda haydalib, qoldiq quritiladi va tekshiriladi.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10 g ob’ekt + 1-3 ml suv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NaOH, pH 9,0-9,5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15 ml erituvchi + 5 ml NaCl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Chayqatgich 1 soat, 3 marta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Na2SO4, rotor-vakuum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Ob’ektdan ajratish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269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Tahlil usullari va plastinkalar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piretroidlar: sipermetrin, danitol, detsis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Tahlil uslublari ishlab chiqilgan: YuQX, GSX, YuSSX, GX-MS, UB-spektrofotometriya.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Sumi-alfa, detsis va karate uchun «Sorbfil» plastinkalari: STX-1VE (zarracha 8-12 mkm), STX-1A (5-17 mkm).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7202"/>
                <a:gridCol w="3120772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Plastinka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Danitol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Silufol (Silpearl sorbenti)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Sipermetrin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Silikagel LS 5/40 mkm (laboratoriya)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Sumi-alfa, detsis, karate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Silufol va Sorbfil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Plastinkalar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269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YuQX: ochuvchi reaktivlar va chegaralar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piretroidlar: sipermetrin, danitol, detsis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Bromfenol ko‘kining 0,5% suvli eritmasi bilan aniqlash chegarasi 2,5 mkg (sumi-alfa, detsis, karate).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Reagentlar: danitol — Marki; sipermetrin — xlor-rux-yod va Mun’e bo‘yicha modifikatsiyalangan Dragendorf.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3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247"/>
                <a:gridCol w="1791088"/>
                <a:gridCol w="1364638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Reagent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Chegara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Danitol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Marki reaktivi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 mkg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Sipermetrin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Dragendorf (Mun’e)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 mkg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Sipermetrin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Xlor-rux-yod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1,5 mkg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Sumi-alfa, detsis, karate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Na eozinat 1% (suvli)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 mkg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Reagent va chegara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269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YuQX sistemalari: sipermetrin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piretroidlar: sipermetrin, danitol, detsis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Sipermetrin uchun uchta sistema tavsiya etilgan; Rf qiymatlari mos ravishda berilgan.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Danitol, sumi-alfa, karate va detsis uchun sistemalar keyingi slaydda.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3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0029"/>
                <a:gridCol w="1658972"/>
                <a:gridCol w="1658972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Sistema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Nisbat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Rf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Geksan - aseton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5:1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0,44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Xloroform - metanol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7:1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0,58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Geksan - etilasetat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3:1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0,61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Sipermetrin YuQX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269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YuQX sistemalari: boshqa piretroidlar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piretroidlar: sipermetrin, danitol, detsis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Sumi-alfa: geksan - xloroform (2:1), Rf 0,68.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Karate: xloroform - geksan (2:1), Rf 0,57.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5823"/>
                <a:gridCol w="1692152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Sistema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Rf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Danitol: geksan - aseton (2:1)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0,55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Danitol: geksan - etilasetat (3:1)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0,47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Detsis: xloroform - geksan (3:2)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0,6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Danitol va detsis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269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GSX sharoitlari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piretroidlar: sipermetrin, danitol, detsis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Kolonka: shisha, 130x0,2 sm; sorbent — xromaton N-AW-DMCS yuzasiga 5% SE-30 shimdirilgan.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Qo‘zg‘aluvchi faza — azot (30 ml/daq); vodorod 30 ml/daq, havo 350 ml/daq.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Termostat 180 dan 220 °C gacha 1 °C/daq tezlikda, so‘ng 245 °C gacha 3 °C/daq; detektor 260, injektor 250 °C.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8458"/>
                <a:gridCol w="2799516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Parametr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Qiymat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Azot oqimi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30 ml/daq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Termostat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180 - 220 - 245 °C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Detektor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260 °C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Injektor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250 °C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GSX parametrlari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269, 269-270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YuSSX: asbob va kolonka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piretroidlar: sipermetrin, danitol, detsis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Asbob: Agilent Technologies «Agilent 1100 series» xromatografi, «Chemstation A.09.03» dasturi bilan boshqariladi.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To‘rt kanalli gradient nasos, gazsizlantiruvchi qurilma, 190-600 nm UV-VIS spektrofotometrik detektor.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Kolonka: Zorbax Eclipse XDB C-18, 150x3 mm, zarracha 3,5 mkm; piretroidlar 278-280 nm da tahlil qilinadi.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270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YuSSX: mobil faza va gradient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piretroidlar: sipermetrin, danitol, detsis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Mobil faza: pH=3,0 fosfat buferi (A) va atsetonitril (B), gradient; oqim 0,5 ml/daq.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Tahlil davomiyligi 24 daqiqa.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2658"/>
                <a:gridCol w="1762658"/>
                <a:gridCol w="1762658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Vaqt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A (bufer)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 (CH3CN)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 daq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80%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20%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7-20 daq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25%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75%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24 daq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80%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20%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Gradient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270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YuSSX: ushlanish vaqtlari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piretroidlar: sipermetrin, danitol, detsis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Karatening ushlanish vaqti 21,9 daqiqa.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Sipermetrin izomerlari 18,7 va 19,7 daqiqada chiqadi.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8549"/>
                <a:gridCol w="2169425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Daqiqa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Danitol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17,4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Sipermetrin (izomerlar)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18,7 va 19,7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Detsis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20,1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Sumi-alfa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20,9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Ushlanish vaqti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270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UB-spektrofotometriya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piretroidlar: sipermetrin, danitol, detsis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UB-spektr 10 mm qatlam qalinligida 200-400 nm to‘lqin uzunligi sohasida o‘lchanadi.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Solishtiruvchi eritma sifatida mos organik erituvchilar ishlatiladi.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Pestitsidlar 260-280 nm sohasida bittadan maksimum nur yutadi.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270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Vaziyatli masala: piretroidmi yoki karbamatmi?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piretroidlar: sipermetrin, danitol, detsis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Sud-kimyo bo‘limiga 1952 y.t. «X.U» murda ichki a’zolari: №1 bankada 200 g oshqozon, №2 bankada 300 g yo‘g‘on va ingichka ichak, o‘pka bo‘lagi taqdim etildi.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Ob’ekt ochilganda o‘tkir karbamin kislota hidi sezildi; voqea: uyda kartoshka, pomidorlarga ishlov berish vaqtida sog‘ligi yomonlashib vafot etgan.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Dastlabki tahlil: xloroformli ajratmadan olingan quruq qoldiq mikroskopda ko‘rilganda (+) shaklidagi kristallar hosil bo‘ladi.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272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Piretroid tahlili sxemasi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piretroidlar: sipermetrin, danitol, detsis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Ob’ektga qarab pH 8-9 (qon, peshob) yoki 9,0-9,5 (to‘qima) da organik erituvchi bilan ekstraksiya.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Quruq qoldiq YuQX, YuSSX, UB bilan tekshiriladi; GSX va GX-MS uslublari ham bor.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YuQX da modda turiga mos plastinka, sistema va ochuvchi reagent tanlanadi; Rf guvoh bilan solishtiriladi.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Ob’ektdan ekstraksiya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Quruq qoldiq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YuQX: sistema va reagent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GSX, YuSSX, UB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Natijani talqin qilish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Tahlil bosqichlari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268-269, 269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Natijani talqin qilish va cheklovlar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piretroidlar: sipermetrin, danitol, detsis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Rf qiymati faqat mos sistema, plastinka va reagent bilan birga ma’noga ega (masalan, danitol: geksan-aseton 2:1, Rf 0,55).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Aniqlash chegaralari 1,5-2,5 mkg: undan kam miqdor YuQX da ko‘rinmasligi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Sipermetrin izomerlar aralashmasi bo‘lgani uchun YuSSX da ikkita cho‘qqi (18,7 va 19,7 daqiqa) kutiladi.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Tasdiqlangan uslublar yo‘qligi piretroid zaharlanishlarini tashxislashni qiyinlashtiradi.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269, 270-271, 159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Nazorat savollari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piretroidlar: sipermetrin, danitol, detsis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Toksikologik kimyoda zaharli ximikatlar qanday usul asosida sinflarga bo‘linadi? Formulalarini yozing.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Sintetik piretroidlar ob’ektdan qanday usullar bilan ajratiladi, qaysi biri afzal? pH, erituvchi tabiati, bo‘ktirish soni ahamiyati?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Sipermetrin, danitol, detsisni ajratish maqsadlari; yot moddalardan tozalash; dastlabki taxminiy tahlil va chinlikni aniqlash reaksiyalari.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Piretroidlarni miqdorini aniqlashda umumiy va xususiy usullar nimaga asoslangan? Piretroid saqlovchi ximikatlar ob’ektdan qanday ajratiladi va tahlil qilinadi?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272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 va hisobot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piretroidlar: sipermetrin, danitol, detsis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Piretroidlar qondan va peshobdan pH 8-9 da, to‘qimadan pH 9,0-9,5 da organik erituvchi bilan ajratiladi.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YuQX: sipermetrin Rf 0,44/0,58/0,61, danitol 0,55/0,47, sumi-alfa 0,68, karate 0,57, detsis 0,6.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YuSSX: 278-280 nm; ushlanish vaqti danitol 17,4, sipermetrin 18,7 va 19,7, detsis 20,1, sumi-alfa 20,9, karate 21,9 daqiqa.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268-269, 269, 270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piretroidlar: sipermetrin, danitol, detsis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Detsis (deltametrin) uchun suvdagi eruvchanlik 20 °C da atigi 0,002 mg/l; kalamushlar uchun LD50 128,5-138,7 mg/kg.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Sipermetrin qushlar uchun zaharli emas, ammo asalarilarga kuchli ta’sir qiladi; baliqlar uchun LD50 0,0012 mg/l (96 soat).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Danitol O‘zbekistonda «Uzfen» nomi bilan 20% konsentrat emulsiya shaklida chiqariladi.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Sipermetrin sis (40%) va trans (60%) izomerlar aralashmasi bo‘lgani uchun YuSSX da ikkita cho‘qqi beradi: 18,7 va 19,7 daqiqa.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Sintetik piretroidlar: sipermetrin, danitol, detsis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Umarova G.Q. Toksikologik kimyo modulidan o‘quv-uslubiy majmua (Farmatsiya). Toshkent farmatsevtika instituti, 2025. b. 159, 166, 268-272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Nurmatova M.I. Toksikologik kimyo modulidan o‘quv-uslubiy majmua (DVSSM). Toshkent farmatsevtika instituti, 2025. b. 271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№117 (O‘zR SSV, loyiha matni). Sud-kimyo ekspertiza va tekshiruvlarini o‘tkazish qoidalari (6-ilova; sanasi va raqami ko‘rsatilmagan loyiha). qo‘shimcha ma’lumot (kitobda bo‘lmagan joylar uchun)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