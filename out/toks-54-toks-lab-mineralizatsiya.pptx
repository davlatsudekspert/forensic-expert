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metall zaharlar uchun biologik ob’ekt parchalanadi? Doskada: mashg‘ulot rejasi (2 band). Tipik xato: mineralizatsiyani faqat organik moddalarni yoqish deb tushunish; kitobda uning maqsadi metall birikmalarini ajratib olish va tahlilga tayyorlash.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natija keyingi (10-lab, Ba va Pb) darsga asos bo‘ladi? Doskada: 4 natija. Tipik xato: xulosani o‘qituvchi tekshiruvidan oldin yozish; kitobda avval tekshiriladi, keyin xulosa yoziladi.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so‘ruvchi shkaf ro‘yxatda? (Kitobda sabab ko‘rsatilmagan; kislotalar bilan qizdirishda gaz/bug‘ ajraladi — 194-bet.) Doskada: asbob ro‘yxati. Tipik xato: kolbani gorelkaga pastroq o‘rnatish; kitobda kolba shtativga yuqoriroq mahkamlanadi.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metall birikmasining shakli shimilishga ta’sir qiladi? Doskada: daraxt. Tipik xato: metallning organizmda o‘zgarmaydi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birikmalarni ion holatiga o‘tkazish kerak? Doskada: daraxt. Tipik xato: metallar organizmda erkin ionlar holida to‘planadi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oddiy ekstraksiya yetmaydi? Doskada: oqim. Tipik xato: mineralizatsiyani faqat hajmni kamaytirish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guruhlar bo‘yicha qanday cho‘ktiriladi? (keyingi darslar.) Doskada: jadval. Kitobda talliy zaryadi noto‘g‘ri berilgan (Tl2+) — jadvalda zaryad yozilmadi. Tipik xato: metallar sonini 13 emas deb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ho‘l usul simob uchun yaramaydi? (simob uchun nitrat-sulfat usuli yo‘qotadi — 52-bet.) Doskada: daraxt. Tipik xato: simob uchun ham ho‘l usulni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usullar nima uchun almashgan? Doskada: vaqt chizig‘i. Tipik xato: Ravnadiks va Meyler yillarini aralashtirish (kitobda 1908 va 1902).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bu usul hozir kamdan-kam qo‘llanadi? Doskada: KClO3 + 6HCl → 3Cl2 + KCl + 3H2O. Tipik xato: xlor usulini mishyak uchun tavsiya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simob uchun qanday usul tanlanadi? (alohida usul — 13-dars.) Doskada: ikki ustun. Tipik xato: bu usulni simobga ham mos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ammoniy tuzi mineralizatga qanday ta’sir qiladi? Doskada: H2SO4 + 2NH4NO3 → 2HNO3 + (NH4)2SO4. Tipik xato: bu usulni sulfat-nitrat usuli bilan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HClO4 xavfli? Doskada: jadval. Tipik xato: perxlorat kislotali aralashmani oddiy sharoitda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75 ml aralashmada kislotalar qanday nisbatda? (Teng miqdorda; 25:25:25 — 197-bet.) Doskada: sxema. Tipik xato: kolbaga suvsiz kislotalarni solish; kitobda aralashmaga suv ham kiradi. 1-rasm (Keldal kolbasi) kitobda berilgan, matnda tasvirlanmagan.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yog‘ga boy ob’ektda bosqich vaqti qanday o‘zgaradi? (Kitobda faqat yog‘ga boy bo‘lmagan ob’ekt uchun 20-30 daqiqa berilgan.) Doskada: vaqt o‘qi. Tipik xato: 20-30 daqiqani butun jarayon vaqti deb hisoblash; bu faqat birinchi bosqich.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qorayish nimaning belgisi? (Oksidlovchi yetishmasligining.) Doskada: qorayish — HNO3 qo‘shish tsikli. Tipik xato: nitrat kislotani ko‘p miqdorda birdan quyish; kitobda tomchilab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ikkala belgi birga bo‘lishi nima uchun muhim? (Qorayishning yo‘qligi — organik moddalar parchalanganini, oq bug‘ — kislota bug‘lanishini bildiradi: o‘qituvchi izohi.) Doskada: tugash belgilari. Tipik xato: faqat oq bug‘ga qarab to‘xtatish; kitobda 30 daqiqa qorayishsiz qizdirish shart.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jadvalni daftarga ko‘chirish va har bosqichga izoh yozish. Doskada: jadval. Tipik xato: tugashni qorayish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oksidlovchilar sulfid cho‘ktirishga xalal beradi? Doskada: ikki ustun. Tipik xato: dexlorlashni nitrat usuliga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mineralizat avval sovitiladi? (Kitobda sabab ko‘rsatilmagan; xavfsizlik — o‘qituvchi izohi.) Doskada: ko‘k rang = musbat. Kitobda reaksiya tenglamasini yozish topshirig‘i berilgan, tenglama matnda yo‘q. Tipik xato: rang paydo bo‘lmasa ham oksidlovchi bor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formaldegid tomchilab solinadi? (Gaz ajralishi tufayli; kitobda sabab yozilmagan.) Doskada: sxema. Formaldegid reaksiyasi: 4HNO3+3CH2O → 4NO+3CO2+5H2O (196-bet testida). Tipik xato: qo‘ng‘ir gazni yozmaslik.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natija denitratsiya tugaganini bildiradi? (Difenilamin bilan rang hosil bo‘lmasligi.) Doskada: tsikl: formaldegid — qaynatish — difenilamin sinovi. Tipik xato: bir marta formaldegid solib, sinovsiz to‘xtatish.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mineralizat suyultiriladi? Doskada: HNO2 + H2SO4 → nitrozil sulfat kislota + H2O; gidroliz: nitrozil sulfat kislota + H2O → H2SO4 + HNO2. Tipik xato: uni oddiy nitrat kislota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amalda kimyoviy usul afzal? Doskada: ikki ustun. Tipik xato: gidroliz usulini tezkor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ortiqcha formaldegid yo‘qotiladi? Doskada: 2 yo‘l. Kitobda xato: ikkinchi usul (1-2 tomchi «N2O2» eritmasi bilan qaynatish) formulasi noto‘g‘ri yozilgan (ehtimol H2O2); shu sabab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suyultirilgan mineralizat qaynatiladi? (Kitobda 15-savol sifatida berilgan, javobi yo‘q.) Doskada: 180 ml, 5 daqiqa. Tipik xato: 180 ml o‘rniga 200 ml olish; 200 ml o‘lchov kolbasi keyingi darsda filtrat uchun ishlatiladi (198-bet).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formaldegid reaksiyasida qaysi gaz ajraladi? (NO — qo‘ng‘ir NO2 ga o‘tadi, kitobda izohlanmagan.) Doskada: jadval. Kitobda xato: mochevina uchun H2N-CO-NH2+2HNO2→CO2+N2+3H2O va natriy sulfit zanjiridagi 2HNO2+SO2→NO2+SO3+H2O tenglamalari tenglashtirilmagan, shu sabab slaydga qo‘yilmadi. 4-usulning nomi kitobda bo‘sh qoldirilgan.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niqoblash va cho‘ktirishning farqi. Doskada: daraxt. Tipik xato: niqoblangan ionni yo‘q bo‘ldi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kasrli usulda kerakli reaktivni qanday tanlaymiz? Doskada: jadval. Tipik xato: sianidni nordon eritmaga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niqoblashdan keyin rodanid reaksiyasi qanday o‘zgaradi? Doskada: Fe3+ + 3NH4CNS → Fe(CNS)3 + 3NH4+; Fe3+ + 6F- → [FeF6]3-. Tipik xato: niqoblash reaktivini Co2+ dan oldin qo‘shmaslik.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mis avval qaytariladi? Doskada: 3 reaksiya. Kitobda oxirgi reaksiyada 2KCN va 3KCN variantlari bor; ilmiy muharrir qarori bo‘yicha 3KCN olindi. Tipik xato: sianid eritmasini kislota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Muhokama: guruhlar o‘zaro savol beradi. Doskada: 3 guruh vazifasi. Kitobda quruq mineralizatsiya tavsifi bu betlarda yo‘q: u 49-57-betlardagi ma’ruza materialida o‘rganiladi.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protsedura bayoniga tayanib javob bering. Kitobda javob berilmagan; protsedura bayonida mineralizatning qorayishi oksidlovchi yetishmasligini bildirishi va HNO3 (1:1) tomchilab qo‘shilishi ko‘rsatilgan (194-bet) — shu asosda talaba mantiqiy xulosa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ikkinchi idishdagi metall kationini aniqlang va ajratish tartibini asoslang. Kitobda javob berilmagan; ditizon va kaliy yodid bilan sinovlar keyingi dars (toks 198-201) materialiga bog‘lanadi.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savollarga protsedura bayoni asosida javob berish. Doskada: 4 savol. Kitobda 15 ta savol berilgan (197-198), javoblari yo‘q; slaydda mashg‘ulot mazmuniga eng yaqin 4 tasi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barcha amallar so‘ruvchi shkafda bajariladi? Doskada: 4 qoida. Kitobning bu mashg‘ulotida alohida xavfsizlik bo‘limi yo‘q: slaydga faqat «ehtiyotlik bilan», «so‘ruvchi shkaf», qo‘ng‘ir gaz va SO3 bug‘lari haqidagi kitob jumlalari kiritildi. Shaxsiy himoya vositalari haqida kitobda bu betlarda ma’lumot yo‘q (qo‘lqop/niqob talabi 166-betda).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mineralizat keyingi darsgacha saqlanadi? Doskada: daftar ro‘yxati. Daftar tarkibi ro‘yxati slaydda kitobdagi kutilayotgan natijalardan jamlandi; kitobda daftar shakli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tenglamalarni daftarga yozish va juft bo‘lib tekshirish. Doskada: 4 topshiriq. Kitobda bu tenglamalar matnda berilmagan (faqat formaldegid reaksiyasi 196-bet testida). Tipik xato: tenglamani tenglashtirmay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ta’rifni o‘z so‘zingiz bilan yozing va qurilmani chizing. Doskada: Keldal kolbasi sxemasi. Kitobda ta’rif javobi berilmagan; talaba mashg‘ulot mazmuniga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Ho‘l mineralizatsiya (H2SO4+HNO3), denitratsiya, tahlilga tayyorlash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bioob’ektlarni sulfat va nitrat kislota aralashmalari bilan mineralizatsiyalash; 2) mineralizatni denitratsiyalash va tahlilga tayyorlash.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og‘ir metall birikmalarini bioob’ektdan sulfat va nitrat kislotalar yordamida mineralizatsiyalab (parchalab) ajratib olish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Shuningdek, mineralizatni denitratsiyalash va tahlilga tayyorlash jarayonlari bilan tanishtiriladi.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193; Yuldashev Z.A., Nurmatova M.I., Toksikologik kimyo modulidan o‘quv-uslubiy majmua, betlar: 195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birikmalari saqlagan ob’ektni olib, uning tashqi ko‘rinishini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tarkibidan oksidlovchilarni aniqlash va ularni kimyoviy usulda, formaldegid yordamida yo‘qotish bilan tanishish.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Denitratsiya qilingan mineralizatni metall kationlarini aniqlashga tayyorlash.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Ishni tugallagan talaba natijalar to‘g‘riligini o‘qituvchidan tekshirtirib, ish daftariga xulosa yozadi.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asbob-uskunalar: Keldal kolbasi, shtativ, gaz gorelkasi, so‘ruvchi shkaf, reaktivlar,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uchun: 500 ml li Keldal kolbasi, 100 ml li stakan, chinni kosacha; reaktivlar — difenilaminning konsentrlangan H2SO4 dagi eritmasi, formaldegid eritmasi.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193; Yuldashev Z.A., Nurmatova M.I., Toksikologik kimyo modulidan o‘quv-uslubiy majmua, betlar: 196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 organizmda o‘zgaradi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PbCO3 yoki BaCO3 oshqozonda kislota ta’sirida xloridlarga o‘tadi, ichakda karbonatlarga aylanadi, yo‘g‘on ichakda sulfidlar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birikmalari asosan ingichka ichakda qonga shimiladi; metall-organik birikmalar anorganiklarga nisbatan yaxshi shimiladi.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O‘zgaruvchan valentli metallar oksidlanadi va qaytariladi: As5+ kuchliroq zaharli As3+ ga, metall simob Hg2+ 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Metall zaharlar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Oshqozonda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Karbonatlar xloridlarga o‘tadi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Ichakda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Karbonatlar, sulfidlar hosil bo‘ladi  ·  Ingichka ichakda qonga shimiladi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Valentlik o‘zgarishi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As5+ → As3+ (kuchliroq zahar)  ·  Hg → Hg2+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Oqsillar bilan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Barqaror albuminatlar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Metallar o‘zgarishi (50-bet)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Metallar oqsillar bilan komplekslar hosil qiladi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Simob, qo‘rg‘oshin, mis, rux, kadmiy, nikel, kobalt oqsillar (peptid yoki aminokislotalar) bilan barqaror koordinatsion birikmalar — albuminatlar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hosil bo‘lishida –COOH, –SH, –NH2 guruhlari, shuningdek nuklein va limon kislotalari, –OH, –PO3H, –SO3H guruhlari qatnashadi.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Erkin ionlar qondan tez chiqib ketadi; katta kompleks va kolloidlar jigar va qorataloqda ushlanadi.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Metall + oqsil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Funksional guruhlar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–COOH, –SH, –NH2  ·  –OH, –PO3H, –SO3H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Misol aminokislotalar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Gistidin  ·  Sistein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Taqdiri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Erkin ionlar tez chiqadi  ·  Kolloidlar jigar, qorataloqda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Albuminatlar (50-bet)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Nima uchun mineralizatsiya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saqlovchi birikmalarni ushlab qolish uchun ularni ion holatga o‘tkazish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maqsadda ob’ekt mineralizatsiyalanadi (kuydiriladi) va metall ion holatiga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1824 yilda rus olimi Nelyubin metall zaharlarni aniqlash uchun mineralizatsiya zarurligini nazariy asoslab bergan.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Metall organizmda kompleks hosil qiladi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Ion holatga o‘tkazish zarur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mineralizatsiyalanadi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Kationlar aniqlanadi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Mineralizatsiya zarurati (50-51-betlar)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Tekshiriladigan 13 ta metall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Sog‘liqni saqlash vazirligi sud-tibbiy ekspertizasi buyruqlariga asosan 13 ta metallga tekshirish o‘tkazish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analitik guruhlar bo‘yicha: 2-guruhdan Ba2+; 3-guruhdan Mn2+, Cr3+, Zn2+, Tl; 4-guruhdan Pb, Cu, Hg, Cd, Ag, Bi; 5-guruhdan As va Sb.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462"/>
                <a:gridCol w="32925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Analitik 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Kationlar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Ba2+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Mn2+, Cr3+, Zn2+, Tl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Pb2+, Cu2+, Hg2+, Cd2+, Ag+, Bi3+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As3+, As5+, Sb3+, Sb5+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13 ta metall (51-bet)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Mineralizatsiya usullari ikki guruhga bo‘linadi: quruq kuydirish va kislotali muhitda turli oksidlovchilar bilan ho‘l usul.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usullar xususiy bo‘lib, uchmaydigan metall kationlarini ajratishda qo‘llanadi (oddiy kuydirish va oksidlovchilar qo‘shib kuydirish).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Ho‘l usullar umumiy bo‘lib, simobdan tashqari barcha metallarni ajratishda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Mineralizatsiya usullari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Quruq kuydirish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Xususiy usul  ·  Uchmaydigan kationlar uchun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Oksidlovchi qo‘shib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H2O2, NH4NO3, HNO3  ·  HNO3 + H2O2; NaNO3 + Na2CO3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Ho‘l usul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usul  ·  Simobdan tashqari barcha metall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 (51-bet)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usullari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1824 yilda Nelyubin ob’ektni «toza» nitrat kislota bilan tiniq eritma hosil bo‘lguncha qizdirishni amaliy qo‘llagan.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1844 yilda Frezenius va Babo ajralib chiqayotgan xlor bilan ishlash usulini taklif etgan; usul sud kimyosida 100 yildan ortiq qo‘llangan.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Keyingi izlanishlar ikki yo‘nalishda: xlor bilan va sulfat kislotasi ishtirokida turli oksidlovchilar bilan mineralizatsiya.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Muallif / 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Dyufeo, Millon: gaz xlor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Nelyubin: nitrat kislota bilan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Frezenius va Babo: xlor usuli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Ravnadiks: sulfat va nitrat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1932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Kaan: H2SO4 + HNO3 + HClO4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Tarix (51-53-betlar)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 bilan mineralizatsiya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KClO3 va HCl dan ajraladigan xlorga asoslangan; xlor bilan ishlash asosan simobni aniqlash uchun qulay.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Kamchiliklari: organik moddalar chala parchalanadi; uzoq vaqt (100 g ob’ekt uchun 18-20 soat) talab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Mishyak va simob tahlilida ko‘p yo‘qotiladi; oxirgi qoladigan katta hajm tahlil sezgirligini kamaytiradi.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KClO3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417320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66416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715512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Cl2 + H2O → HCl + HClO → 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 organik moddani oksidlaydi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Xlor usuli (51-bet)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va nitrat kislota usuli: baho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va nitrat kislotalardan ajraladigan atomar kislorod bilan ob’ekt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Qulayliklari: organik birikmalar to‘liq parchalanadi, nisbatan qisqa vaqt kerak, kam hajmdagi mineralizat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 — simobning deyarli hammasi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Qulayliklari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birikmalar to‘liq parchalanadi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Nisbatan qisqa vaqt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hajmdagi mineralizat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Simobning deyarli hammasi yo‘qoladi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 bahosi (52-bet)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51,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 va ammoniy nitrat (Stepanov-Neymark)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Stepanov va Neymark usulida sulfat kislota ammoniy nitrat bilan nitrat kislota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Atomar kislorod ob’ektni oksidlaydi va nitrolaydi; mineralizatda ko‘p miqdorda (NH4)2SO4 tuzi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Mineralizatsiya xlor usuliga nisbatan to‘liqroq boradi, ammo oxirigacha bormaydi.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2NH4NO3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2HNO3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(NH4)2SO4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Qizdirishda atomar kislorod ajraladi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Oksidlanish va nitrolanish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Stepanov-Neymark (52-bet)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kislota aralashmalari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H2SO4 va H2O2 (perhidrol) amaliy ahamiyatga deyarli ega emas: mineralizatsiya to‘liq bormaydi, perhidrol qimmat.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Qulayligi — reaksiya oxirida ortiqcha azot oksidlovchilari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1932 yilda Kaan H2SO4 + HNO3 + HClO4 ni taklif etgan: mineralizatsiya to‘liq boradi, lekin perxlorat kislota o‘ta xavfli, tez alangalanuvchi mahsulot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045969"/>
                <a:gridCol w="1077926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Aralashma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Afzalligi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Kamchiligi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 + H2O2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Ortiqcha azot oksidi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To‘liq parchalamaydi; qimmat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H2SO4+HNO3+HClO4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Mineralizatsiya to‘liq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O‘ta xavfli, alangalanadi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 + NH4NO3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 usulidan to‘liqroq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Oxirigacha bormaydi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Aralashmalar (52-53-betlar)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52, 52-53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Mineralizatsiyani boshlash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Maydalangan (100 g) ob’ekt 500 ml hajmli Keldal kolbasiga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Teng miqdordagi konsentrlangan H2SO4, HNO3 va suvdan iborat 75 ml aralashma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Kolba gaz alangasida shtativga yuqoriroq qilib mahkamlanib, ehtiyotlik bilan qizdiriladi.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 g ob’ekt maydalanadi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Keldal kolbasiga solinadi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75 ml aralashma (25:25:25)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alangasida qizdiriladi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Qorayganda HNO3 (1:1) qo‘shiladi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Boshlang‘ich ketma-ketlik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Mineralizatsiyaning birinchi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«shaklli» elementlari (biriktiruvchi to‘qimalari) kolba ichidagi suyuqlikda erib ketadi — bu birinchi bosqich.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Yog‘ga boy bo‘lmagan ob’ektlarni parchalaganda bu jarayon 20-30 daqiqa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Shaklli elementlar parchalangandan so‘ng kolba alangaga yaqinroq tushirilib, harorat ko‘tariladi.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193, 194; Yuldashev Z.A., Nurmatova M.I., Toksikologik kimyo modulidan o‘quv-uslubiy majmua, betlar: 196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Mineralizatsiyaning ikkinchi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Shaklli elementlar parchalangach, kolba alangaga yaqinroq tushirilib, harorat ko‘tariladi.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asta qoraya boshlaydi — bu ikkinchi bosqich boshlanganini va oksidlovchi yetishmayotganini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Ehtiyotkorlik bilan nitrat kislotaning 1:1 nisbatdagi suvli eritmasi qoramtir rang yo‘qolguncha tomchilab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jarayon mineralizatsiya tugaguncha davom ettiriladi.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Shaklli elementlar parchalangan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Kolba alangaga yaqinlashtiriladi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 qoraya boshlaydi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 (1:1) tomchilab qo‘shiladi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Ikkinchi bosqich (194-bet)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tugaganini bilish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30 daqiqa davomida oksidlovchi qo‘shmasdan qizdirilganda qorayish sodir bo‘lmasa, jarayon tugagan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paytda oltingugurt (VI) oksidining oq og‘ir bug‘lari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Mineralizatsiyada organik molekulalarning oksidlovchilar bilan parchalanishini kimyoviy reaksiyalar bilan izohlash talab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30 daq oksidlovchisiz qizdiriladi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Qorayish sodir bo‘lmaydi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SO3 ning oq og‘ir bug‘lari chiqadi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Jarayon tugagan hisoblanadi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Tugash belgilari (194-bet)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Mineralizatsiya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bosqich: shaklli elementlar eriydi, 20-30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bosqich: qorayish — oksidlovchi yetishmasligi, HNO3 (1:1) tomchilab qo‘shiladi.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853881"/>
                <a:gridCol w="209678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Amal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1-bosqich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Shaklli elementlar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20-30 daqiqa qizdirish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2-bosqich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Mineralizat qorayadi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HNO3 (1:1) tomchilab qo‘shish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Tugash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og‘ir SO3 bug‘lari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 daqiqa qorayish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Bosqich, belgi, amal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Oksidlovchilardan tozalash: dexlorlash va denitratsiya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Oksidlovchilar mishyak, qo‘rg‘oshin tahliliga va sulfidlar holida cho‘ktirishga xalal beradi, shuning uchun ho‘l mineralizat ulardan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Dexlorlash — xlor bilan mineralizatsiyalanganda: 5-6 barobar suv qo‘shib, HCl ≈ 2% bo‘lguncha 50 °C suv hammomida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Denitratsiya — nitrat kislota yoki uning tuzlari ishtirokida mineralizatsiyalanganda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Dexlorlash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 usulidan keyin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5-6 barobar suv, 50 °C hammom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Yodkraxmal qog‘ozi bilan tekshiriladi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12-13 soat yoki havo bilan 2-3 soat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Denitratsiya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HNO3 yoki nitrat ishtirokidan keyin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HNO3, HNO2, azot oksidlari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Eng qiyin: nitrozil sulfat kislota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Oksidlovchilarni yo‘qotish (53-bet)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Mineralizatda oksidlovchilarni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sovitilgan mineralizat chinni kosachaga solinib, shuncha suv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Aralashmaga difenilaminning konsentrlangan sulfat kislotadagi eritmasidan 1-2 tomchi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 oksidlovchilar bo‘lsa, aralashma ko‘k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tomchi mineralizat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shuncha suv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+ 1-2 tomchi difenilamin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 rang = oksidlovchi 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Oksidlovchilar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Formaldegid bilan denitratsiya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Keldal kolbasidan 10-15 ml suvli 100 ml li stakanga ehtiyotkorlik bilan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Sekin-asta qaynaguncha qizdirilib, tomchilab formaldegid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Ba’zan qo‘ng‘ir rangli gaz ajraladi (modda nomini tenglama bilan izohlash so‘ralgan).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10-15 ml suvli 100 ml stakanga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Qaynaguncha qizdirish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Tomchilab formaldegid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chiqishi tugaydi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daq qaynatish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Denitratsiya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Denitratsiya tugaganini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chiqishi tugagach, suyuqlik 1-2 daqiqa qaynatilib, yana difenilamin eritmasi bilan oksidlovchilarga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ijobiy bo‘lsa, mineralizatga yana 1-2 tomchi formaldegid qo‘shilib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Jarayon difenilamin bilan tekshirilganda rang hosil bo‘lmaguncha davom ettiriladi.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chiqishi tugaydi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daqiqa qaynatiladi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Difenilamin bilan tekshiriladi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 bo‘lsa — yana formaldegid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Tekshirish (194-bet)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Nitrozil sulfat kislotasi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ishtirokidagi mineralizatsiyada oksidlovchilardan eng qiyin yo‘qotiladigani — nitrozil sulfat kislotasi.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holda rangsiz, 70 °C da suyuqlanadigan kristall modda; nam havoda va suvda tez gidrolizlanadi.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sulfat kislota konsentratsiyasi 57,5% dan yuqori bo‘lsa hosil bo‘ladi; yo‘qotish uchun mineralizat suyultiriladi.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HNO2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Nitrozil sulfat kislota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H2SO4 konsentratsiyasi 57,5% dan yuqori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Suvda gidrolizlanib H2SO4 + HNO2 beradi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Nitrozil sulfat kislotasi (53-bet)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Denitratsiya: gidroliz va kimyoviy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 usulida mineralizat 5-10 qism distillangan suv bilan suyultirilib, oq sulfit angidridi hosil bo‘lguncha bug‘latiladi; 9-17 soat vaqt talab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usullar oksidlovchilarni tez uchuvchan gaz moddalarga aylantirib chiqarib yuboradi; 5-10 daqiqa vaqt sarflanadi.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Oksidlovchilardan tozalangan mineralizat 180 ml gacha suyultirilib qaynatiladi.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Gidroliz usuli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5-10 qism suv bilan suyultirish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 SO3 bug‘i chiqquncha bug‘latish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9-17 soat vaqt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Kimyoviy usul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Formaldegid, sulfit, mochevina, ammoniy tuzi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Oksidlovchi gazga aylanadi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5-10 daqiqa vaqt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Denitratsiya usullari (53-54-betlar)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Ortiqcha formaldegidni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Denitratsiya tugagach, ortiqcha formaldegidni yo‘qotish uchun mineralizat 5 daqiqa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Shundan keyin mineralizat 180 ml gacha suyultiriladi va 5 daqiqa qaynatiladi.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usulning kimyoviy tenglamasini yozish topshirig‘i berilgan.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Denitratsiya tugagach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Mineralizat 5 daqiqa qizdiriladi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Suyultirish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180 ml gacha suyultiriladi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Qaynatish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daqiqa qaynatiladi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Ortiqcha formaldegid (194-bet)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Mineralizatni keyingi tahlilga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mineralizat tozalangan suv bilan 180 ml hajmgacha suyultiriladi.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 daqiqa qaynatiladi va keyingi darsga qoldiriladi.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(10-lab.) darsda mineralizatdan cho‘kma ajratilib, unda bariy va qo‘rg‘oshin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194, 198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Denitratsiyaning kimyoviy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topshiriq: denitratsiyalashning kimyoviy usullarini nomlang va reaksiyalarini yozing.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formaldegid, natriy sulfit va mochevina yordamida denitratsiyalash tenglamalari so‘raladi.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38"/>
                <a:gridCol w="338083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4HNO3 + 3CH2O → 4NO + 3CO2 + 5H2O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Natriy sulfit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Na2SO3 + H2SO4 → Na2SO4 + H2SO3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Natriy sulfit (davomi)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H2SO3 → H2O + SO2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4-usul (nomi bo‘sh)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(NH4)2SO4 + 2HNO3 → 2N2O + H2SO4 + 4H2O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Denitratsiya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196, 198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Kasrli usulda niqoblash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Kasrli usulda metallar tahlili ikki bosqichda: avval halal beruvchi ionlar yo‘qotiladi, so‘ng rang yoki cho‘kma beruvchi reaktiv bilan metall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Niqoblash asosida halal beruvchi ionlarni turg‘un kompleksga aylantirish, valentligini o‘zgartirish va pH ni o‘zgartirish yotadi.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Demaskirovka — niqoblangan ionni niqoblovchi reaktivdan ozod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Niqoblash (maskirovka)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Maqsad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Halal beruvchi ionni yo‘qotish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Turg‘un kompleks hosil qilish  ·  Valentlikni o‘zgartirish  ·  pH muhitini o‘zgartirish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Keyin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Aniqlovchi reaktiv qo‘shiladi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Demaskirovka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Ionni reaktivdan ozod qilish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Niqoblash (54-55-betlar)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54,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Niqoblovchi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 Cu, Co, Fe, Ni, Zn, Cd, Hg, Ag ionlari bilan komplekslar hosil qiladi; ftorid va fosfatlar Fe3+ ni niqoblaydi.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Tiosulfatlar Ag, Pb, Cu, Fe ionlarini, tiomochevina Bi, Fe, Sb, Cd, Hg, Ag, Pb ionlarini niqoblaydi.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Limon kislotasi Bi, Cu, Fe, Sb, Cd, Hg, Ag ionlarini, vinotosh kislotasi Cu, Fe, Al, Bi, Cd, Hg, Pb, Zn ionlarini niqoblaydi.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2990"/>
                <a:gridCol w="3304984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Niqoblaydigan ionlar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Cu, Co, Fe, Ni, Zn, Cd, Hg, Ag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Ftorid, fosfat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Fe3+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Tiosulfatlar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Ag, Pb, Cu, Fe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Tiomochevina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Bi, Fe, Sb, Cd, Hg, Ag, Pb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Limon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Bi, Cu, Fe, Sb, Cd, Hg, Ag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Vinotosh kislotasi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Cu, Fe, Al, Bi, Cd, Hg, Pb, Zn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Niqoblash reaktivlari (55-56-betlar)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55-56,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Fe3+ ni ftorid bilan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Co2+ ni ammoniy rodanid bilan aniqlashda Fe3+ halal beradi: qizil qon rangli Fe(CNS)3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Fe3+ ni niqoblash uchun ftorid va fosfatlar ishlatiladi: rangsiz barqaror komplekslar [FeF6]3- va [Fe(PO4)2]3-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Fosfatlar va fosfat kislota nordon sharoitda Fe3+ ionlari bilan rangsiz komplekslar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F- (ftorid)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[FeF6]3- (rangsiz)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Rodanid bilan tekshirishdan oldin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Fe(CNS)3 rangi chiqmaydi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Ftorid bilan niqoblash (55-bet)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55, 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Misni sianid bilan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Misning sianidlar bilan kompleks hosil qilishi ikki bosqichda: avval Cu2+ qaytariladi, so‘ng kompleks ion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 zaharli: ularni nordon eritmaga qo‘shib bo‘lmaydi, chunki kislotada uchuvchan zaharli vodorod sianid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sianidlar bilan tajribalar so‘ruvchi javon ostida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Cu(CN)2 hosil bo‘lishi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CuSO4 + 2KCN → Cu(CN)2 + K2SO4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2Cu(CN)2 → 2CuCN + (CN)2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Kompleks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CuCN + 3KCN → K3[Cu(CN)4]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Ehtiyot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Nordon eritmaga qo‘shilmaydi; so‘ruvchi shkaf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Misni niqoblash (55-56-betlar)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«Bumerang» treningi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kichik guruhlarga bo‘linib, vazifa yozilgan materiallar tarqatiladi; har guruh o‘z fikrini bayon qiladi, guruhlar orasida savol-javob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guruh: «metall» zaharlarni ho‘l mineralizatsiyalash usullari, bajarilishi, afzalliklari va kamchiliklari.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 guruh: mineralizatni denitratsiyalash usullari, bajarilishi, afzalliklari va kamchiliklari.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III guruh: «metall» zaharlarni quruq mineralizatsiyalash usullari, bajarilishi, afzalliklari va kamchiliklari.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vaziyat (8-keys)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8-keys: mineralizatsiya jarayonida qora rangdagi bug‘lar miqdori ko‘paydi.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qanday hodisa yuz berganini, sababi va yechimini izohlash hamda sud-kimyo tahlilini o‘tkazish.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 jadvali ustunlari: muammo turi, kelib chiqish sabablari,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1-guruh vaziyatli masalasi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murda ichki organlari (jigar, buyrak, oshqozon, miya, yog‘ to‘qimalari, o‘pka), qon, peshob va soch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Garajda o‘lik topilgan avtoslesar yonida ikkita yorliqsiz singan shisha idish bor. Birinchi idish suyuqligi kaliy permanganat bilan ijobiy natija bergan.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idish suyuqligi ditizonning xloroformdagi eritmasi bilan pH=7,5-8 muhitida qizil; kaliy yodidning 5% eritmasi bilan sariq cho‘kma hosil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murda ichki a’zolaridan zaharli moddani ajratib olish tartibini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196, 197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Bioob’ektni mineralizatsiyalash (parchalash) sabablari nimada? Uning bosqichlarini ko‘rsating va ularga tavsif bering.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Jarayon tugaganini qanday bilish mumkin? Ho‘l mineralizatsiyaning qulay tomonlari va kamchiliklari?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Mineralizatni difenilaminning konsentrlangan sulfat kislotadagi eritmasi bilan tekshirishdan maqsad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denitrator sifatida natriy sulfit va mochevinalarga qaraganda qanday afzalliklarga ega?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197, 198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Kolba gaz alangasida shtativga mahkamlanib, ehtiyotlik bilan qizdiriladi; zarur uskunalar qatorida so‘ruvchi shkaf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kislotasi ehtiyotkorlik bilan tomchilab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Sovitilgan mineralizat ehtiyotkorlik bilan stakanga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Denitratsiyada ba’zan qo‘ng‘ir rangli gaz ajralib chiqadi; oltingugurt (VI) oksidining oq og‘ir bug‘lari ham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193, 194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rasmiylashtirish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Ishni tugallagan talaba natijalarning to‘g‘riligini o‘qituvchidan tekshirtirib bilgach, ish daftariga xulosa yozadi.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Kutilayotgan natijalardan biri — metall birikmalari saqlagan ob’ektning tashqi ko‘rinishini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Yakunda mineralizat 180 ml gacha suyultiriladi, 5 daqiqa qaynatiladi va keyingi darsga qoldiriladi.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193, 194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Kitobdagi reaksiya topshiriqlari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Mineralizatsiyada organik molekulalarning oksidlovchilar bilan parchalanishini kimyoviy reaksiyalar bilan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Mineralizatdagi oksidlovchilarni difenilaminning sulfat kislotadagi eritmasi bilan aniqlash reaksiyasi tenglamasini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Formaldegid bilan denitratsiyalash va ortiqcha formaldegidni yo‘qotish reaksiyalarining kimyoviy tenglamalarini yozing va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Nitrozil sulfat kislotasini kimyoviy nuqtai nazardan tavsiflang va reaksiyalar asosida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194, 197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Mustaqil ish topshiriqlari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«Tushunchalar tahlili»: «Mineralizatsiya bu –» ta’rifini to‘ldirish.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«Amaliy ko‘nikma»: mineralizatsiya qurilmasini (Keldal kolbasi, shtativ, gorelka) tasvirlash.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«3x4» metodi: talabalar 3-4 kishilik guruhlarga bo‘linadi, o‘qituvchi savollar beradi, talaba erkin fikrlab ta’rif beradi va xulosa chiqaradi.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Mineralizatsiyaning birinchi bosqichi yog‘ga boy bo‘lmagan ob’ektlarda 20-30 daqiqa davom etadi, tugash belgisi esa 30 daqiqa qorayishsiz qizdirish.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 testida ho‘l mineralizatsiya oksidlovchilari sifatida H2SO4 va HNO3 variantlari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tartiblash topshirig‘ida 75 ml aralashmaning kislota va suv nisbati 25:25:25 deb yozilgan.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Ho‘l mineralizatsiya (H2SO4+HNO3), denitratsiya, tahlilga tayyorlash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50-56, 193-198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195-196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