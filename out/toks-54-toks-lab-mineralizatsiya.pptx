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nima uchun metall zaharlar uchun biologik ob’ekt parchalanadi? Doskada: mashg‘ulot rejasi (2 band). Tipik xato: mineralizatsiyani faqat organik moddalarni yoqish deb tushunish; kitobda uning maqsadi metall birikmalarini ajratib olish va tahlilga tayyorlash.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qaysi natija keyingi (10-lab, Ba va Pb) darsga asos bo‘ladi? Doskada: 4 natija. Tipik xato: xulosani o‘qituvchi tekshiruvidan oldin yozish; kitobda avval tekshiriladi, keyin xulosa yoziladi.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nima uchun so‘ruvchi shkaf ro‘yxatda? (Kitobda sabab ko‘rsatilmagan; kislotalar bilan qizdirishda gaz/bug‘ ajraladi — 194-bet.) Doskada: asbob ro‘yxati. Tipik xato: kolbani gorelkaga pastroq o‘rnatish; kitobda kolba shtativga yuqoriroq mahkamlanadi.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75 ml aralashmada kislotalar qanday nisbatda? (Teng miqdorda; 25:25:25 — 197-bet.) Doskada: sxema. Tipik xato: kolbaga suvsiz kislotalarni solish; kitobda aralashmaga suv ham kiradi. 1-rasm (Keldal kolbasi) kitobda berilgan, matnda tasvirlanmagan.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yog‘ga boy ob’ektda bosqich vaqti qanday o‘zgaradi? (Kitobda faqat yog‘ga boy bo‘lmagan ob’ekt uchun 20-30 daqiqa berilgan.) Doskada: vaqt o‘qi. Tipik xato: 20-30 daqiqani butun jarayon vaqti deb hisoblash; bu faqat birinchi bosqich.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qorayish nimaning belgisi? (Oksidlovchi yetishmasligining.) Doskada: qorayish — HNO3 qo‘shish tsikli. Tipik xato: nitrat kislotani ko‘p miqdorda birdan quyish; kitobda tomchilab qo‘shiladi.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ikkala belgi birga bo‘lishi nima uchun muhim? (Qorayishning yo‘qligi — organik moddalar parchalanganini, oq bug‘ — kislota bug‘lanishini bildiradi: o‘qituvchi izohi.) Doskada: tugash belgilari. Tipik xato: faqat oq bug‘ga qarab to‘xtatish; kitobda 30 daqiqa qorayishsiz qizdirish shart.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jadvalni daftarga ko‘chirish va har bosqichga izoh yozish. Doskada: jadval. Tipik xato: tugashni qorayish bilan adashtirish.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nima uchun mineralizat avval sovitiladi? (Kitobda sabab ko‘rsatilmagan; xavfsizlik — o‘qituvchi izohi.) Doskada: ko‘k rang = musbat. Kitobda reaksiya tenglamasini yozish topshirig‘i berilgan, tenglama matnda yo‘q. Tipik xato: rang paydo bo‘lmasa ham oksidlovchi bor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nima uchun formaldegid tomchilab solinadi? (Gaz ajralishi tufayli; kitobda sabab yozilmagan.) Doskada: sxema. Formaldegid reaksiyasi: 4HNO3+3CH2O → 4NO+3CO2+5H2O (196-bet testida). Tipik xato: qo‘ng‘ir gazni yozmaslik.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qaysi natija denitratsiya tugaganini bildiradi? (Difenilamin bilan rang hosil bo‘lmasligi.) Doskada: tsikl: formaldegid — qaynatish — difenilamin sinovi. Tipik xato: bir marta formaldegid solib, sinovsiz to‘xtatish.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nima uchun ortiqcha formaldegid yo‘qotiladi? Doskada: 2 yo‘l. Kitobda xato: ikkinchi usul (1-2 tomchi «N2O2» eritmasi bilan qaynatish) formulasi noto‘g‘ri yozilgan (ehtimol H2O2); shu sabab slaydga kiritilmadi.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nima uchun suyultirilgan mineralizat qaynatiladi? (Kitobda 15-savol sifatida berilgan, javobi yo‘q.) Doskada: 180 ml, 5 daqiqa. Tipik xato: 180 ml o‘rniga 200 ml olish; 200 ml o‘lchov kolbasi keyingi darsda filtrat uchun ishlatiladi (198-bet).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formaldegid reaksiyasida qaysi gaz ajraladi? (NO — qo‘ng‘ir NO2 ga o‘tadi, kitobda izohlanmagan.) Doskada: jadval. Kitobda xato: mochevina uchun H2N-CO-NH2+2HNO2→CO2+N2+3H2O va natriy sulfit zanjiridagi 2HNO2+SO2→NO2+SO3+H2O tenglamalari tenglashtirilmagan, shu sabab slaydga qo‘yilmadi. 4-usulning nomi kitobda bo‘sh qoldirilgan.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15 daqiqa. Muhokama: guruhlar o‘zaro savol beradi. Doskada: 3 guruh vazifasi. Kitobda quruq mineralizatsiya tavsifi bu betlarda yo‘q: u 49-57-betlardagi ma’ruza materialida o‘rganiladi.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daqiqa. Muhokama: protsedura bayoniga tayanib javob bering. Kitobda javob berilmagan; protsedura bayonida mineralizatning qorayishi oksidlovchi yetishmasligini bildirishi va HNO3 (1:1) tomchilab qo‘shilishi ko‘rsatilgan (194-bet) — shu asosda talaba mantiqiy xulosa qiladi.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daqiqa. Muhokama: ikkinchi idishdagi metall kationini aniqlang va ajratish tartibini asoslang. Kitobda javob berilmagan; ditizon va kaliy yodid bilan sinovlar keyingi dars (toks 198-201) materialiga bog‘lanadi.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Muhokama: savollarga protsedura bayoni asosida javob berish. Doskada: 4 savol. Kitobda 15 ta savol berilgan (197-198), javoblari yo‘q; slaydda mashg‘ulot mazmuniga eng yaqin 4 tasi olindi.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nima uchun barcha amallar so‘ruvchi shkafda bajariladi? Doskada: 4 qoida. Kitobning bu mashg‘ulotida alohida xavfsizlik bo‘limi yo‘q: slaydga faqat «ehtiyotlik bilan», «so‘ruvchi shkaf», qo‘ng‘ir gaz va SO3 bug‘lari haqidagi kitob jumlalari kiritildi. Shaxsiy himoya vositalari haqida kitobda bu betlarda ma’lumot yo‘q (qo‘lqop/niqob talabi 166-betda).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nima uchun mineralizat keyingi darsgacha saqlanadi? Doskada: daftar ro‘yxati. Daftar tarkibi ro‘yxati slaydda kitobdagi kutilayotgan natijalardan jamlandi; kitobda daftar shakli berilmagan.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daqiqa. Muhokama: tenglamalarni daftarga yozish va juft bo‘lib tekshirish. Doskada: 4 topshiriq. Kitobda bu tenglamalar matnda berilmagan (faqat formaldegid reaksiyasi 196-bet testida). Tipik xato: tenglamani tenglashtirmay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Muhokama: ta’rifni o‘z so‘zingiz bilan yozing va qurilmani chizing. Doskada: Keldal kolbasi sxemasi. Kitobda ta’rif javobi berilmagan; talaba mashg‘ulot mazmuniga tayanadi.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Ho‘l mineralizatsiya (H2SO4+HNO3), denitratsiya, tahlilga tayyorlash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Mashg‘ulot maqsadi va rejasi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Ho‘l mineralizatsiya (H2SO4+HNO3), denitratsiya, tahlilga tayyorlash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Reja: 1) bioob’ektlarni sulfat va nitrat kislota aralashmalari bilan mineralizatsiyalash; 2) mineralizatni denitratsiyalash va tahlilga tayyorlash.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Maqsad: og‘ir metall birikmalarini bioob’ektdan sulfat va nitrat kislotalar yordamida mineralizatsiyalab (parchalab) ajratib olish bilan tanishtirish.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Shuningdek, mineralizatni denitratsiyalash va tahlilga tayyorlash jarayonlari bilan tanishtiriladi.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193; Yuldashev Z.A., Nurmatova M.I., Toksikologik kimyo modulidan o‘quv-uslubiy majmua, betlar: 195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Kutilayotgan natijalar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Ho‘l mineralizatsiya (H2SO4+HNO3), denitratsiya, tahlilga tayyorlash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Metall birikmalari saqlagan ob’ektni olib, uning tashqi ko‘rinishini o‘rganish.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Mineralizat tarkibidan oksidlovchilarni aniqlash va ularni kimyoviy usulda, formaldegid yordamida yo‘qotish bilan tanishish.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Denitratsiya qilingan mineralizatni metall kationlarini aniqlashga tayyorlash.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Ishni tugallagan talaba natijalar to‘g‘riligini o‘qituvchidan tekshirtirib, ish daftariga xulosa yozadi.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193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Asbob-uskunalar va jihozlar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Ho‘l mineralizatsiya (H2SO4+HNO3), denitratsiya, tahlilga tayyorlash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Zarur asbob-uskunalar: Keldal kolbasi, shtativ, gaz gorelkasi, so‘ruvchi shkaf, reaktivlar, ko‘rgazmali materiallar, skotch, qog‘oz.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Laboratoriya jihozlari: maxsus laboratoriya vositalari bilan jihozlangan xona.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Ish uchun: 500 ml li Keldal kolbasi, 100 ml li stakan, chinni kosacha; reaktivlar — difenilaminning konsentrlangan sulfat kislotadagi eritmasi, formaldegid eritmasi.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193; Yuldashev Z.A., Nurmatova M.I., Toksikologik kimyo modulidan o‘quv-uslubiy majmua, betlar: 196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Mineralizatsiyani boshlash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Ho‘l mineralizatsiya (H2SO4+HNO3), denitratsiya, tahlilga tayyorlash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Maydalangan (100 g) ob’ekt 500 ml hajmli Keldal kolbasiga solinadi.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Teng miqdordagi konsentrlangan H2SO4, HNO3 va suvdan iborat 75 ml aralashma solinadi.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Kolba gaz alangasida shtativga yuqoriroq qilib mahkamlanib, ehtiyotlik bilan qizdiriladi.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100 g ob’ekt maydalanadi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Keldal kolbasiga solinadi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75 ml aralashma (25:25:25)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Gaz alangasida qizdiriladi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Qorayganda HNO3 (1:1) qo‘shiladi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Boshlang‘ich ketma-ketlik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193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Mineralizatsiyaning birinchi bosqichi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Ho‘l mineralizatsiya (H2SO4+HNO3), denitratsiya, tahlilga tayyorlash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Ob’ektning «shaklli» elementlari (biriktiruvchi to‘qimalari) kolba ichidagi suyuqlikda erib ketadi — bu birinchi bosqich.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Yog‘ga boy bo‘lmagan ob’ektlarni parchalaganda bu jarayon 20-30 daqiqa davom etadi.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Shaklli elementlar parchalangandan so‘ng kolba alangaga yaqinroq tushirilib, harorat ko‘tariladi.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193, 194; Yuldashev Z.A., Nurmatova M.I., Toksikologik kimyo modulidan o‘quv-uslubiy majmua, betlar: 196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Mineralizatsiyaning ikkinchi bosqichi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Ho‘l mineralizatsiya (H2SO4+HNO3), denitratsiya, tahlilga tayyorlash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Shaklli elementlar parchalangach, kolba alangaga yaqinroq tushirilib, harorat ko‘tariladi.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Mineralizat asta qoraya boshlaydi — bu ikkinchi bosqich boshlanganini va oksidlovchi yetishmayotganini bildiradi.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Ehtiyotkorlik bilan nitrat kislotaning 1:1 nisbatdagi suvli eritmasi qoramtir rang yo‘qolguncha tomchilab qo‘shiladi.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Bu jarayon mineralizatsiya tugaguncha davom ettiriladi.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194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Mineralizatsiya tugaganini bilish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Ho‘l mineralizatsiya (H2SO4+HNO3), denitratsiya, tahlilga tayyorlash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Mineralizat 30 daqiqa davomida oksidlovchi qo‘shmasdan qizdirilganda qorayish sodir bo‘lmasa, jarayon tugagan hisoblanadi.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Shu paytda oltingugurt (VI) oksidining oq og‘ir bug‘lari chiqadi.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Mineralizatsiyada organik molekulalarning oksidlovchilar bilan parchalanishini kimyoviy reaksiyalar bilan izohlash talab qilinadi.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194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Mineralizatsiya bosqichlari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Ho‘l mineralizatsiya (H2SO4+HNO3), denitratsiya, tahlilga tayyorlash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Birinchi bosqich: shaklli elementlar eriydi, 20-30 daqiqa.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Ikkinchi bosqich: qorayish — oksidlovchi yetishmasligi, HNO3 (1:1) tomchilab qo‘shiladi.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7310"/>
                <a:gridCol w="1853881"/>
                <a:gridCol w="2096783"/>
              </a:tblGrid>
              <a:tr h="768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Bosqich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Amal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1-bosqich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Shaklli elementlar eriydi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20-30 daqiqa qizdirish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2-bosqich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Mineralizat qorayadi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HNO3 (1:1) tomchilab qo‘shish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Tugash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Oq og‘ir SO3 bug‘lari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30 daqiqa qorayish yo‘q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Bosqich, belgi, amal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194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Mineralizatda oksidlovchilarni aniqlash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Ho‘l mineralizatsiya (H2SO4+HNO3), denitratsiya, tahlilga tayyorlash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1-2 tomchi sovitilgan mineralizat chinni kosachaga solinib, shuncha suv tomiziladi.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Aralashmaga difenilaminning konsentrlangan sulfat kislotadagi eritmasidan 1-2 tomchi qo‘shiladi.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Mineralizatda oksidlovchilar bo‘lsa, aralashma ko‘k rangga bo‘yaladi.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1-2 tomchi mineralizat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+ shuncha suv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+ 1-2 tomchi difenilamin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Ko‘k rang = oksidlovchi bor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Oksidlovchilar sinovi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194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Formaldegid bilan denitratsiya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Ho‘l mineralizatsiya (H2SO4+HNO3), denitratsiya, tahlilga tayyorlash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Mineralizat Keldal kolbasidan 10-15 ml suvli 100 ml li stakanga ehtiyotkorlik bilan o‘tkaziladi.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Sekin-asta qaynaguncha qizdirilib, tomchilab formaldegid eritmasi qo‘shiladi.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Ba’zan qo‘ng‘ir rangli gaz ajraladi (modda nomini tenglama bilan izohlash so‘ralgan).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10-15 ml suvli 100 ml stakanga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Qaynaguncha qizdirish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Tomchilab formaldegid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Gaz chiqishi tugaydi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1-2 daq qaynatish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Denitratsiya ketma-ketligi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194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Denitratsiya tugaganini tekshirish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Ho‘l mineralizatsiya (H2SO4+HNO3), denitratsiya, tahlilga tayyorlash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Gaz chiqishi tugagach, suyuqlik 1-2 daqiqa qaynatilib, yana difenilamin eritmasi bilan oksidlovchilarga tekshiriladi.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Reaksiya ijobiy bo‘lsa, mineralizatga yana 1-2 tomchi formaldegid qo‘shilib qizdiriladi.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Jarayon difenilamin bilan tekshirilganda rang hosil bo‘lmaguncha davom ettiriladi.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194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Ortiqcha formaldegidni yo‘qotish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Ho‘l mineralizatsiya (H2SO4+HNO3), denitratsiya, tahlilga tayyorlash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Denitratsiya tugagach, ortiqcha formaldegidni yo‘qotish uchun mineralizat 5 daqiqa qizdiriladi.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Shundan keyin mineralizat 180 ml gacha suyultiriladi va 5 daqiqa qaynatiladi.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Bu usulning kimyoviy tenglamasini yozish topshirig‘i berilgan.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194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Mineralizatni keyingi tahlilga tayyorlash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Ho‘l mineralizatsiya (H2SO4+HNO3), denitratsiya, tahlilga tayyorlash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Olingan mineralizat tozalangan suv bilan 180 ml hajmgacha suyultiriladi.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5 daqiqa qaynatiladi va keyingi darsga qoldiriladi.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Keyingi (10-lab.) darsda mineralizatdan cho‘kma ajratilib, unda bariy va qo‘rg‘oshin tahlil qilinadi.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194, 198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Denitratsiyaning kimyoviy usullari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Ho‘l mineralizatsiya (H2SO4+HNO3), denitratsiya, tahlilga tayyorlash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Kitobdagi topshiriq: denitratsiyalashning kimyoviy usullarini nomlang va reaksiyalarini yozing.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Kitobda formaldegid, natriy sulfit va mochevina yordamida denitratsiyalash tenglamalari so‘raladi.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7138"/>
                <a:gridCol w="3380836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Usul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Reaksiya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Formaldegid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4HNO3 + 3CH2O → 4NO + 3CO2 + 5H2O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Natriy sulfit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Na2SO3 + H2SO4 → Na2SO4 + H2SO3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Natriy sulfit (davomi)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H2SO3 → H2O + SO2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4-usul (nomi bo‘sh)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(NH4)2SO4 + 2HNO3 → 2N2O + H2SO4 + 4H2O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Denitratsiya reaksiyalari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196, 198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«Bumerang» treningi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Ho‘l mineralizatsiya (H2SO4+HNO3), denitratsiya, tahlilga tayyorlash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Talabalar kichik guruhlarga bo‘linib, vazifa yozilgan materiallar tarqatiladi; har guruh o‘z fikrini bayon qiladi, guruhlar orasida savol-javob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 guruh: «metall» zaharlarni ho‘l mineralizatsiyalash usullari, bajarilishi, afzalliklari va kamchiliklari.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II guruh: mineralizatni denitratsiyalash usullari, bajarilishi, afzalliklari va kamchiliklari.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III guruh: «metall» zaharlarni quruq mineralizatsiyalash usullari, bajarilishi, afzalliklari va kamchiliklari.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195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Amaliy vaziyat (8-keys)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Ho‘l mineralizatsiya (H2SO4+HNO3), denitratsiya, tahlilga tayyorlash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8-keys: mineralizatsiya jarayonida qora rangdagi bug‘lar miqdori ko‘paydi.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Topshiriq: qanday hodisa yuz berganini, sababi va yechimini izohlash hamda sud-kimyo tahlilini o‘tkazish.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Javob jadvali ustunlari: muammo turi, kelib chiqish sabablari, hal etish yo‘llari.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195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1-guruh vaziyatli masalasi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Ho‘l mineralizatsiya (H2SO4+HNO3), denitratsiya, tahlilga tayyorlash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Sud-kimyo ekspertizasiga murda ichki organlari (jigar, buyrak, oshqozon, miya, yog‘ to‘qimalari, o‘pka), qon, peshob va soch keltirilgan.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Garajda o‘lik topilgan avtoslesar yonida ikkita yorliqsiz singan shisha idish bor. Birinchi idish suyuqligi kaliy permanganat bilan ijobiy natija bergan.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Ikkinchi idish suyuqligi ditizonning xloroformdagi eritmasi bilan pH=7,5-8 muhitida qizil; kaliy yodidning 5% eritmasi bilan sariq cho‘kma hosil bo‘lgan.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murda ichki a’zolaridan zaharli moddani ajratib olish tartibini ko‘rsating.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196, 197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Nazorat savollari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Ho‘l mineralizatsiya (H2SO4+HNO3), denitratsiya, tahlilga tayyorlash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Bioob’ektni mineralizatsiyalash (parchalash) sabablari nimada? Uning bosqichlarini ko‘rsating va ularga tavsif bering.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Jarayon tugaganini qanday bilish mumkin? Ho‘l mineralizatsiyaning qulay tomonlari va kamchiliklari?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Mineralizatni difenilaminning konsentrlangan sulfat kislotadagi eritmasi bilan tekshirishdan maqsad nima?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Formaldegid denitrator sifatida natriy sulfit va mochevinalarga qaraganda qanday afzalliklarga ega?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197, 198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Xavfsizlik va ish tartibi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Ho‘l mineralizatsiya (H2SO4+HNO3), denitratsiya, tahlilga tayyorlash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Kolba gaz alangasida shtativga mahkamlanib, ehtiyotlik bilan qizdiriladi; zarur uskunalar qatorida so‘ruvchi shkaf ko‘rsatilgan.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Nitrat kislotasi ehtiyotkorlik bilan tomchilab qo‘shiladi.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Sovitilgan mineralizat ehtiyotkorlik bilan stakanga o‘tkaziladi.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Denitratsiyada ba’zan qo‘ng‘ir rangli gaz ajralib chiqadi; oltingugurt (VI) oksidining oq og‘ir bug‘lari ham chiqadi.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193, 194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Natijani rasmiylashtirish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Ho‘l mineralizatsiya (H2SO4+HNO3), denitratsiya, tahlilga tayyorlash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Ishni tugallagan talaba natijalarning to‘g‘riligini o‘qituvchidan tekshirtirib bilgach, ish daftariga xulosa yozadi.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Kutilayotgan natijalardan biri — metall birikmalari saqlagan ob’ektning tashqi ko‘rinishini o‘rganish.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Yakunda mineralizat 180 ml gacha suyultiriladi, 5 daqiqa qaynatiladi va keyingi darsga qoldiriladi.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193, 194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Kitobdagi reaksiya topshiriqlari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Ho‘l mineralizatsiya (H2SO4+HNO3), denitratsiya, tahlilga tayyorlash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Mineralizatsiyada organik molekulalarning oksidlovchilar bilan parchalanishini kimyoviy reaksiyalar bilan izohlang.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Mineralizatdagi oksidlovchilarni difenilaminning sulfat kislotadagi eritmasi bilan aniqlash reaksiyasi tenglamasini yozing.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Formaldegid bilan denitratsiyalash va ortiqcha formaldegidni yo‘qotish reaksiyalarining kimyoviy tenglamalarini yozing va izohlang.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Nitrozil sulfat kislotasini kimyoviy nuqtai nazardan tavsiflang va reaksiyalar asosida tushuntiring.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194, 197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Mustaqil ish topshiriqlari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Ho‘l mineralizatsiya (H2SO4+HNO3), denitratsiya, tahlilga tayyorlash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«Tushunchalar tahlili»: «Mineralizatsiya bu –» ta’rifini to‘ldirish.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«Amaliy ko‘nikma»: mineralizatsiya qurilmasini (Keldal kolbasi, shtativ, gorelka) tasvirlash.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«3x4» metodi: talabalar 3-4 kishilik guruhlarga bo‘linadi, o‘qituvchi savollar beradi, talaba erkin fikrlab ta’rif beradi va xulosa chiqaradi.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196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Ho‘l mineralizatsiya (H2SO4+HNO3), denitratsiya, tahlilga tayyorlash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Mineralizatsiyaning birinchi bosqichi yog‘ga boy bo‘lmagan ob’ektlarda 20-30 daqiqa davom etadi, tugash belgisi esa 30 daqiqa qorayishsiz qizdirish.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Kitob testida ho‘l mineralizatsiya oksidlovchilari sifatida H2SO4 va HNO3 variantlari keltirilgan.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Kitobdagi tartiblash topshirig‘ida 75 ml aralashmaning kislota va suv nisbati 25:25:25 deb yozilgan.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Ho‘l mineralizatsiya (H2SO4+HNO3), denitratsiya, tahlilga tayyorlash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Z.A., Umarova G.Q. Toksikologik kimyo modulidan o‘quv-uslubiy majmua (Farmatsiya). Toshkent farmatsevtika instituti, 2025. b. 193-198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Z.A., Nurmatova M.I. Toksikologik kimyo modulidan o‘quv-uslubiy majmua (DVSSM). Toshkent farmatsevtika instituti, 2025. b. 195-196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