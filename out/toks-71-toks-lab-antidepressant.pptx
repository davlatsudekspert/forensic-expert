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antidepressantlar sud-kimyo tahlilida alohida o‘rin tutadi? Doskada: mashg‘ulot rejasi. Tipik xato: mashg‘ulotni faqat amitriptilin bilan cheklanadi deb o‘ylash — dvssm 258 da dimedrolning ajratilishi va FEK bilan miqdoriy tahlili ham shu mashg‘ulotga kiritilgan.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«toza eritma» va «noma’lum eritma» bilan ishlash farqi nimada? Doskada: ikki ustun — toza eritma / noma’lum eritma. Tipik xato: faqat toza eritmada reaksiyani o‘tkazib, noma’lum ob’ektga o‘tmaslik. Kitobda jihozlar ro‘yxati umumiy berilgan (Silufol plastinka, kamera, mikroskop kabi narsalar usul matnida eslatiladi).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qo‘lqop va niqobsiz biologik ob’ekt bilan ishlash qanday xavf tug‘diradi? Doskada: shaxsiy himoya vositalari ro‘yxati. Tipik xato: biologik ob’ektni «toza» deb hisoblash. Kitob bu mashg‘ulotdagi alohida reaktivlarning xavfi (kislota, organik erituvchi) haqida ko‘rsatma bermaydi; ularni o‘qituvchi laboratoriya qoidalari bo‘yicha qo‘shimcha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uchinchi avlod «kam toksik» deyiladi? Doskada: uch avlod jadvali. Tipik xato: imipramin va amitriptilinni turli avlodga kiritish. Kitobda 3-avlod uchun fluoksetin misol keltirilgan; 2-avlodda amoksapin ham sanalgan.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amitriptilin sedativ, imipramin stimulyator guruhda — bu tahlilga ta’sir qiladimi? (Kitob buni aytmaydi; muhokama uchun savol.) Doskada: uch guruh. Tipik xato: amitriptilin va imipraminni bir guruhga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amitriptilinni boshqa tinchlantiruvchilar bilan birga olish xavfli? Doskada: belgilar ro‘yxati (xolinolitik: quruq og‘iz, siydik tutilishi). Tipik xato: xolinolitik belgilarni (og‘iz qurishi, qorachiq kengayishi) faqat nojo‘ya ta’sir deb hisoblash — ular tahlil ko‘rsatmasi uchun muhim.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belgilar xolinolitik ta’sirni eslatadi? Doskada: daraxt. Tipik xato: faqat ruhiy belgilarni sanash.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terapevtik doza va toksik doza orasidagi chegara nega tahlilda muhim? (Kitob toksik konsentratsiyani bermaydi.) Doskada: formula (toks 134 da chizma bor). Kitobdagi nom matni shakllari biroz farq qiladi (134-bet va 256-bet): bu yerda 256-betdagi yozuv olindi. Tipik xato: 200-300 mg ni zaharli doza deb o‘ylash — kitobda bu davolash dozasi sifatida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amitriptilinning asosiy metaboliti nortriptilin — nega YuQX da ikkala dog‘ kerak? Doskada: metabolizm zanjiri. Tipik xato: faqat o‘zgarmagan moddani izlash. Nortriptilin metaboliti malaka 065 da ham eslatilgan; kitob nazorat savolida (258) «asosiy metabolit qaysi modda» deb so‘raydi.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skriningda peshob olinadi? Doskada: raqamlar. Tipik xato: o‘zgarmagan ulushni 60-70%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4 ta chinni kosachada quruq qoldiq; har bir qism alohida tahlilga. Muhokama: nega ishqoriy muhit (pH=9-10) kerak? (amitriptilin asos xossali — toks 133, ’tabiati: asos xossali’ fluoksetin va venlafaksin uchun yozilgan; amitriptilin uchun kitob buni to‘g‘ridan-to‘g‘ri aytmaydi.) Tipik xato: NaOH ni 50% o‘rniga boshqa konsentratsiyada olish. Malaka 065 da shu bosqich uchun 30% NaOH berilgan — kitob (50%) bilan farq; kitob qiymati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ajralma 4 qismga bo‘linadi? Doskada: raqamlar. Tipik xato: qon va peshob hajmlarini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ishqoriy muhit? Doskada: oqim. Tipik xato: kislotali muhitda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ikki xil sistemada ikki marta yuriladi? Doskada: jadvalni to‘ldirish. Tipik xato: sistemalar nisbatini (80:20 va 60:35:5)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start chizig‘ida bir tekis chiziq va standart dog‘lar. Muhokama: standart eritma nima uchun yoniga tomiziladi? Doskada: plastinka sxemasi. Tipik xato: start chizig‘ini 1-2 sm dan keng yoki notekis chizish.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ikki dog‘ — yuqorida amitriptilin, pastda nortriptilin. Muhokama: Rf oralig‘idagi dog‘ nimadan dalolat beradi? (Keyingi tahlilga yo‘llanma beradi — toks 256.) Tipik xato: dog‘ni sulfat kislotasiz «ochiq»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nortriptilin qanday modda? Doskada: ikki ustun. Tipik xato: Rf oraliqlarini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toza xloroformli ajralma. Muhokama: nega «teng qism» olinadi? Doskada: 4 bosqichli sxema. Tipik xato: dog‘ atrofidagi sorbentni ortiqcha qirib, yot moddalarni ham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uchala kosachada to‘q-sarg‘ish rang. Muhokama: uchta reaksiya bir xil rang bersa, ular nima beradi? (Tasdiqlovchi dalil sifatida to‘planadi; xususiylik haqida kitob gapirmaydi.) Tipik xato: Marki va Frede reaktivlarini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bir nechta reaktiv? Doskada: sxema. Tipik xato: Mandelin rangini Marki rangi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ninasimon (amitriptilin) yoki barg shaklidagi (nortriptilin) kristallar. Muhokama: ikki modda kristall shakli bilan qanday farqlanadi? Doskada: ikki kristall shakli chizmasi. Tipik xato: quruq qoldiq hosil bo‘lmay turib reaktiv tomizish. Malaka 065 da sezgirlik 0,02 mkg va 0,01 mkg deb berilgan — kitob (0,2 mkg) bilan farq, kitob qiymati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Bu slayd faqat malaka 065 (2012 ma’ruza) asosida: kitoblarda imipramin uchun alohida reaksiyalar bayoni yo‘q (toks 131 da faqat metabolizm sxemasi eslatilgan). Muhokama: nitrat kislota reaksiyasida rang o‘zgarishi (ko‘k -&gt; xira yashil -&gt; qo‘ng‘ir) nimani bildiradi? (Oksidlanish mahsulotlari — malaka matni.) Tipik xato: malaka reaksiyalarini kitob usuli deb ko‘rsatish. Imizin — imipraminning sovet davridagi savdo nomi (bir modda).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eruvchanlik ekstraksiyaga qanday ta’sir qiladi? Doskada: raqamlar. Tipik xato: suvda yaxshi eriydi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UB maksimumi nimaga kerak? Doskada: ikki ustun. Tipik xato: molekulyar massalarni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GSX uchun oz miqdorli ajralma va FEK uchun quruq qoldiq. Muhokama: ikki xil bug‘latish darajasi nima uchun kerak? Doskada: oqim sxemasi. Tipik xato: quruq qoldiqni GSX ga yuborish. Kitobda ’GSX’ deb yozilgan (gaz-suyuqlik xromatografiya) — qisqartma dvssm 258 dagi yozuv.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sistema tanlash. Doskada: jadval. Tipik xato: nisbatlarni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GX ning kamchiligi nima? Doskada: ikki ustun. Tipik xato: detektor to‘lqin uzunligini noto‘g‘ri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sentrifuga nima uchun kerak? Doskada: qadamlar. Tipik xato: tyubik nomini noto‘g‘ri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Rf 0,58-0,60 da sariq dog‘. Muhokama: benzgidrol qaysi moddaning metaboliti? Tipik xato: ikkala Rf ni bir sistemaga tegishli deb qabul qilish. Kitobda: dvssm 258 da «Rf=0,07-0,08, zarg‘aldoq» (xato); to‘g‘ri qiymat 0,58-0,60 (dvssm 259, toks 130, 249).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jadvaldagi ranglar. Muhokama: H2SO4+HNO3 mahsulotiga suv qo‘shilsa rang qanday o‘zgaradi? (Qo‘ng‘ir, so‘ng sariq va to‘q sariq — dvssm 258.) Doskada: reaktiv -&gt; rang jadvali. Mandelin reaktivi qoldiqda sariq rang berishi dvssm 259 da alohida aytilgan; reaktiv tarkibi bu yerda yozilmagan. Tipik xato: Marki va Liberman ranglarini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svetofiltrning yutish minimumi eritmaning yutish maksimumiga to‘g‘ri kelishi kerak? (toks 130: eritmaning nur yutish maksimumi svetofiltrning nur yutish minimumiga to‘g‘ri kelishi kerak.) Doskada: Buger-Ber qonuni yozilmaydi — kitobda yo‘q. Tipik xato: standart shkalani boshqa oraliqda tayyorlash.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optik zichlik qiymati; konsentratsiya standart shkaladan topiladi. Muhokama: nega xloroform qatlami o‘lchanadi? Tipik xato: indikator hajmini (6,4 ml) yoki to‘lqin uzunligini (567 nm) o‘zgartirish. Natija hisoblash formulasi kitobda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TDSIS faqat azot saqlovchi birikmalar uchun mos? (Kitob shunday tavsiflaydi.) Doskada: detektor sxemasi (anod-emitter, katod-kollektor). Tipik xato: TDSIS ni xromatografik usul deb aytish — u spektroskopik usul.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7 bosqichni o‘z so‘zingiz bilan qayta sanab bering. Doskada: 1-7 raqamli ro‘yxat. Tipik xato: 5- va 6-bosqichni (saqlash va solishtirish) birlashtirib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parametrlardan birini o‘zgartirsak, spektr qanday o‘zgaradi? (Kitob buni aytmaydi; muhokama uchun savol.) Doskada: parametrlar jadvali. Tipik xato: bug‘latish haroratini emitter harorati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ikki cho‘qqi ~131 va ~190 °C da. Muhokama: noma’lum namunada ikkala cho‘qqi bo‘lsa, bu nimani anglatadi? (Etalon bilan mosligini; yakuniy xulosa qo‘shimcha dalil bilan.) Tipik xato: faqat bitta cho‘qqiga qarab «aniqlandi» deyish.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har guruh o‘z savollariga ajratish -&gt; YuQX -&gt; rangli reaksiya -&gt; Reyneke -&gt; TDSIS ketma-ketligida javob beradi. Muhokama: keysda qaysi ob’ekt (qon yoki peshob) tanlanadi va nima uchun? Tipik xato: keysni faqat nazariy javob bilan yopish — laboratoriya tartibini ko‘rsatish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bitta usul natijasi (masalan, faqat Rf) xulosa uchun yetarlimi? Doskada: usul -&gt; sezgirlik jadvali. Tipik xato: YuQX dog‘ini yakuniy tasdiq deb yozish; kitob buni keyingi tahlilga yo‘llanma deydi. Miqdoriy aniqlash usuli amitriptilin uchun kitobda batafsil berilmagan (nazorat savoli 7 faqat so‘raydi).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savolga bittadan qisqa javob. Doskada: savollar ro‘yxati. Tipik xato: savollarga usul nomini aytib, sharoitni (pH, sistema, Rf) keltirmaslik.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ajratish sharoiti, Rf qiymatlari, ranglar va kristall shakli yoziladi. Muhokama: eng ishonchli dalil qaysi? Doskada: 3 xulosa. Tipik xato: Rf oralig‘ini hisobotga yozmasdan faqat ’topildi’ deyish.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Antidepressantlar (TDSIS, FEK)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amitriptilin, venlafaksin, mirtazapin, fluoksetin kabi antidepressantlarning toksikologik ahamiyati va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antidepressant dori vositalarining toksikologik ahamiyati; 2) ularning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 nomi: ajralma va suyuq ashyolardan antidepressant dori vositalarini aniqlash; TDSIS usulida tahlil (FEK usulida miqdor tahlili).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256, 255; Yuldashev Z.A., Nurmatova M.I., Toksikologik kimyo modulidan o‘quv-uslubiy majmua, betlar: 258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antidepressant dori vositalarining toza eritmalarda hamda noma’lum tarkibdagi eritmada sifat reaksiyalarini o‘tkazish sharoitini o‘zlashtiradilar.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Antidepressantlar: tavsif va avlodlar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Antidepressantlar — depressiyani davolashda ishlatiladigan psixotrop dori vositalari.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kayfiyatni yaxshilaydi, psixik faollikni oshiradi, uyqu va ishtahani me’yorlashtiradi.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Avlod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Tavsif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1-avlod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Tritsiklik: imipramin 1957, amitriptilin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2-avlod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Geterotsiklik: trazodon, mianserin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3-avlod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Selektiv qayta tutish ingibitorlari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 avlodlari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130-131, 131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ta’siriga ko‘ra tasnif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Sedativ antidepressantlar apatiya va depressiv qo‘zg‘alishlarda, stimulyatorlar apatik holatlarda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Balanslovchi antidepressantlar har ikkala holatda qo‘llanadi.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Sedativ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Trimipramin, doksepin, amitriptilin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Stimulyator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Imipramin, dezipramin, nortriptilin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Balanslovchi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Maprotilin, sertralin, venlafaksin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Klinik tasnif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 belgilari: bosh aylanishi, bosh og‘rig‘i, siydik tutilishi, ich qotishi, og‘izning qurishi, ko‘rishning xiralashuvi.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 terida toshmalar, eyforiya, uyqusizlik, gallyusinatsiya va psixik buzilishlar yuzaga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Amitriptilin tibbiyotda qo‘llanilishi hamda toksikomanlar tomonidan gangituvchi modda sifatida iste’mol qilinishi bilan ahamiyatli.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Amitriptilin narkotik, psixotrop va uyqu chaqiruvchi moddalar ta’sirini kuchaytiradi va ta’sir vaqtini uzaytiradi.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131, 134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belgilari: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 aylanishi, bosh og‘rig‘i, eyforiya va uyqusizlik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Siydik tutilishi, ich qotishi, og‘izning qurishi va ko‘rishning xiralashuvi yuzaga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Terida toshmalar, gallyusinatsiya va psixik buzilishlar paydo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Antidepressant zaharlanishi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Markaziy asab tizimi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bosh aylanishi, og‘rig‘i  ·  eyforiya, uyqusizlik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Siydik va ichak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siydik tutilishi  ·  ich qotishi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Og‘iz va ko‘rish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og‘izning qurishi  ·  ko‘rishning xiralashuvi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Teri va ruhiyat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terida toshmalar  ·  gallyusinatsiya  ·  psixik buzilishlar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Belgilar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Amitriptilin: tavsif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Amitriptilin — tritsiklik antidepressant (10-11-digidro-N,N-dimetil-5-N-dibenzo-geptalen-propilamin).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xolinolitik faol modda: organizmda og‘iz qurishi, ko‘z qorachig‘ining kengayishi, peshobning tutilishi kabi ta’sirlarni keltirib chiqarishi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Alkogolizm psixozlarini davolashda 200-300 mg gacha tavsiya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256, 134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Metabolizm va ob’ektni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Jigarda tez metabolitlanadi: N-demetillanish, gidroksillanish, glyukuron kislota bilan konyugatsiya.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60-70% peshob orqali chiqariladi, 5-10% atrofida o‘zgarmagan holda peshob bilan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Skrining uchun peshob; kuchli zaharlanish yoki o‘limda qon tahlil qilinadi (peshobda zahar kam).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Ichga qabul qilinadi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Jigarda metabolitlanadi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N-demetillanish, gidroksillanish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Glyukuron kislota konyugati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 orqali chiqariladi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Metabolizm yo‘li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131, 132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Metabolizm va ajralish: raqamlar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Antidepressantlar jigarda tez metabolitlanib, 60-70% peshob orqali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5-10% atrofida o‘zgarmagan holda peshob orqali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Alkogolizm psixozlarini davolashda amitriptilin 200-300 mg gacha tavsiya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 orqali chiqish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60-70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O‘zgarmagan holda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5-10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Amitriptilin dozasi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200-300</a:t>
            </a:r>
            <a:r>
              <a:rPr sz="11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Antidepressantlar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131, 134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Amitriptilinni qon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qon yoki 50 ml peshobni 50% natriy ishqori bilan pH=9-10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 ml etil efiri bilan ikki marta ekstraksiya; efirli eritma 50 ml kolbada belgisigacha to‘ldiriladi.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 10, 10, 10 va 20 ml li 4 qismga bo‘linib, chinni kosachalarda quruq qoldiqqacha quritiladi.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yoki peshob + 50% NaOH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pH=9-10, efir bilan 2 marta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50 ml kolbada belgigacha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 qismga bo‘lish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Quruq qoldiq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Ajratib olish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Amitriptilinni ajratish: hajm va pH raqamlari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qon yoki 50 ml peshobga ishqor qo‘shib pH=9-10 ga keltirilib, ikki marta 20 ml efir bilan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Efirli ajralmalar 50 ml kolbada belgigacha to‘ldiriladi va 10, 10, 10 va 20 ml qismlarga bo‘linadi.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Ekstraksiya pH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9-10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Efir (ikki marta)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O‘lchov kolbasi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Qismlar</a:t>
            </a:r>
          </a:p>
          <a:p>
            <a:pPr algn="l">
              <a:spcAft>
                <a:spcPts val="1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10; 10; 10; 20</a:t>
            </a:r>
            <a:r>
              <a:rPr sz="11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Amitriptilin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Ajratib olishdan GX va YuSSX gacha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Namuna (qon, peshob) ishqoriy muhitda n-geksan kabi organik erituvchida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kislotali eritmada ekstraksiya qilinib, YuSSX 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Yoki organik erituvchida reekstraksiya qilinib, gaz xromatografiyada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yoki peshob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muhitda n-geksan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Kislotali eritmada → YuSSX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Reekstraksiya → GX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 va sharoitlar (jadval)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Xromatografik tozalash va tahlil «Silufol» plastinkasida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Tasdiqlovchi reaktiv sifatida konsentrlangan sulfat kislota qo‘llanadi.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6750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1-yugurish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Benzol-aseton (80:20), 10 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2-yugurish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Benzol-dioksan-ammiak (60:35:5), 10 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Dog‘ ochish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Eritish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Xloroform, 3 marta 10 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Reaktiv va sistemalar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tozalash va tasdiqlovchi eritma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Quruq qoldiq xloroformda eritilib, Silufol start chizig‘iga chiziq bo‘ylab (kengligi 1-2 sm)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Yoniga amitriptilin va nortriptilin asoslarining (0,5 mg/ml) xloroformli eritmasidan 5-10 tomchi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 avval benzol-aseton (80:20) sistemasida 10 sm ko‘tarilguncha saqlanadi, so‘ng quritiladi.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ajralma xloroformda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Silufol start chizig‘i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Standart: 5-10 tomchi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Benzol-aseton 80:20, 10 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1-bosqich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ikkinchi yugurish va dog‘larni ochish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 benzol-dioksan-ammiak (60:35:5) kamerasida 10 sm gacha ikkinchi marta xromatografiyalanadi.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H2SO4 bilan dog‘lar ochiladi (rang va Rf — jadvalda).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Aniqlanish chegarasi: amitriptilin va nortriptilin asoslari uchun 0,3 mkg.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Dog‘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Amitriptilin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0,74-0,78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Sarg‘ish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Nortriptilin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0,38-0,46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Och sarg‘ish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Rf va 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Amitriptilin va nortriptilin: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Amitriptilin Rf=0,74-0,78 ga teng tiniq novvot rangli dog‘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Nortriptilin Rf=0,38-0,46 ga teng sariq dog‘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Reyneke tuzi bilan amitriptilin ninasimon, nortriptilin shohsimon kristallar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Amitriptilin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Rf=0,74-0,78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tiniq novvot dog‘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ninasimon kristallar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Nortriptilin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Rf=0,38-0,46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sariq dog‘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shohsimon kristallar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Farqlash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Dog‘ni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Dog‘ga teng qism skalpel bilan qirib olinib, og‘zi berkiladigan probirkaga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 marta 10 ml xloroform bilan yaxshilab chayqatiladi va xloroformli ajralma filtrlab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ajralma konsentrlangan kislotalar va Reyneke tuzi bilan reaksiyalar uchun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Dog‘ skalpel bilan qirib olinadi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Probirkada 3x10 ml xloroform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Chayqatib filtrlanadi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Reaksiyalarga ishlatiladi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Dog‘ni elyuatsiya qilish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256, 256-257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Konsentrlangan kislotalar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 ml eritma 3 ml xloroform qolguncha uchiriladi; uchta chinni kosachaga bir necha tomchidan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 uchirilgach, qoldiqqa ikki tomchidan konsentrlangan H2SO4, Frede va Marki reaktivlari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modda bo‘lsa to‘q-sarg‘ish rang; reaksiya sezgirligi 0,1 dan 1,0 mkg gacha.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144"/>
                <a:gridCol w="250483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To‘q-sarg‘ish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Frede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To‘q-sarg‘ish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To‘q-sarg‘ish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Rangli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256, 256-257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Mandelin reaktivi bilan reaksiya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Mandelin reaktivi ta’sirida qo‘ng‘ir, so‘ngra yashil rangli modda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H2SO4, Marki va Frede reaktivlari novvot rang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Amitriptilin qoldig‘i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Mandelin reaktivi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Rangli mahsulot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Qo‘ng‘ir, so‘ngra yashil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Amitriptilin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Reyneke tuzi bilan mikrokristalloskopiya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Oxirgi 10 ml xloroformli ajralma buyum oynachasida quruq qoldiq hosil bo‘lguncha uchiriladi.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Ustiga 1 tomchi 0,1% HCl va 1 tomchi 0,1% Reyneke tuzi eritmasi tomiziladi, mikroskopda ko‘riladi.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Sezgirlik ikkala holatda 0,2 mkg.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Amitriptilin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Ninasimon kristallar yig‘indisi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Nortriptilin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Barg shaklidagi mikrokristallar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Mikrokristallar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Imizin (imipramin) tahlili (malaka)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Imizinning ishqoriy muhitdagi ekstraktidan olingan qoldiqqa konsentrlangan nitrat kislota ta’sir ettirilsa, ko‘k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Qoldiqqa pikrin kislota tomizilsa sariq cho‘kma hosil bo‘ladi; mikroskopda xos mikrokristallar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KSK plastinkasida suv bilan to‘yingan xloroform sistemasi; Dragendorf reaktivi qo‘ng‘ir dog‘ beradi; 0,01 M HCl dagi UB maksimumi 251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№065 (TFI Toksikologik kimyo kafedrasi)., 9-ma’ruza: Efedrin, betlar: 17-bet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Fluoksetin: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Fluoksetin asos xossali antidepressant; molekulyar massasi 345,8.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kristall kukun; metanol (250 mg/ml), xloroform (125 mg/ml) va atsetonda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Suyuqlanish harorati 157,5-158,7 °C; suvda kam eriydi (14 g/l gacha, 25 °C).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Molekulyar massa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345,8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157,5-158,7</a:t>
            </a:r>
            <a:r>
              <a:rPr sz="13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Metanolda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mg/ml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Xloroformda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125</a:t>
            </a:r>
            <a:r>
              <a:rPr sz="1500" b="0">
                <a:solidFill>
                  <a:srgbClr val="6B7280"/>
                </a:solidFill>
                <a:latin typeface="Calibri"/>
              </a:rPr>
              <a:t>  mg/ml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Suvda (maks.)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14</a:t>
            </a:r>
            <a:r>
              <a:rPr sz="1500" b="0">
                <a:solidFill>
                  <a:srgbClr val="6B7280"/>
                </a:solidFill>
                <a:latin typeface="Calibri"/>
              </a:rPr>
              <a:t>  g/l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Fluoksetin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132, 133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Venlafaksin va mirtazapin: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Venlafaksin C17H27NO2, molekulyar massasi 277,4; mirtazapin C17H19N3, molekulyar massasi 265,3.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Mirtazapin 114-116 °C da suyuqlanadi; 96% spirtdagi eritmasi 295 nm da yuqori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Mirtazapin YuQX da Dragendorf bilan qo‘ng‘ir dog‘ (Rf=0,42)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Venlafaksin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C17H27NO2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molekulyar massa 277,4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 xossali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Mirtazapin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C17H19N3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molekulyar massa 265,3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suyuqlanish 114-116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UB 295 nm; Rf=0,42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Antidepressantlar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133-134, 134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Dimedrolni qon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peshob yoki 2 ml qonga ammiak bilan pH=10; xloroform bilan 2 marta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erituvchi GSX uchun oz miqdori qolguncha, miqdoriy tahlil uchun quruq qoldiq qolguncha bug‘latiladi.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peshob yoki 2 ml qon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Ammiak bilan pH=10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bilan 2 marta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Dimedrol ajratmasi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258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sistemalari: to‘rt antidepressant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Paroksetin uchun benzol-dioksan-25% ammiak (60:35:5) sistemasi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Mirtazapin uchun etilatsetat-metanol-suv-ammiak (87:3:1,5:0,5), venlafaksin uchun etilatsetat-etil spirti-ammiak (8,5:1:0,5).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Yorituvchi reagent sifatida UB-nuri, Dragendorf va Mandelin reaktivlari ishlatiladi.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7082789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3817620"/>
                <a:gridCol w="169163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Erituvchilar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Nisbat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Paroksetin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benzol-dioksan-25% ammiak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60:35:5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Depres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 spirti-xloroform-benzol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2:1:2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Mirtazapin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etilatsetat-metanol-suv-ammiak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87:3:1,5:0,5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Venlafaksin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etilatsetat-etil spirti-ammiak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8,5:1:0,5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sistemalari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Gaz xromatografiya va YuSSX: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GX da tritsiklik antidepressantlar miqdori kapillyar kolonkalarda aniqlanadi; kamchiligi — triftorsirka angidridi bilan derivatizatsiya.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YuSSX da C8 va C18 sorbent, UB detektor 254 nm, mobil faza atsetonitril/metanol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YuSSX da trimipramin, doksepin, amitriptilin, imipramin, nortriptilin va boshqalar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Gaz xromatografiya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kapillyar kolonka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miqdoriy tahlil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derivatizatsiya zarur (kamchilik)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YuSSX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C8 va C18 sorbent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UB detektor 254 nm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mobil faza: atsetonitril/metanol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133, 133-134, 134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TOXI-TUBES-A usuli: qadamlar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peshob (yoki 2,5 ml qon + 2,5 ml suv) TOXI-TUBES-A tyubigiga solinib, 5 daqiqa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Emulsiyani ajratish uchun 3000 ayl/daq tezlikda sentrifugalanadi.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uchirilib, quruq qoldiq 1 ml spirtda eritilib, YuQX da tahlil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Namuna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 ml peshob yoki 2,5 ml qon + 2,5 ml suv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Chayqatish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TOXI-TUBES-A tyubigida 5 daqiqa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Sentrifuga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3000 ayl/daq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Quritish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organik qatlam uchirib yuboriladi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Eritish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quruq qoldiq 1 ml spirtda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Tahlil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YuQX usulida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Venlafaksin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YuQX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Silufol plastinkasida xloroform-aseton-ammiak (12:24:1) sistemasi, 10 sm ko‘tarilguncha; ochuvchi — konsentrlangan H2SO4.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Dimedrol sariq dog‘ (Rf 0,58-0,60), metaboliti benzgidrol esa Rf=0,76-0,80 dog‘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UB-spektr: 0,1 M sulfat kislotadagi eritma 252 va 257 nm da maksimum nur yutadi.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258, 259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Dimedrol: rangli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ustiga reaktiv tomiziladi; natija jadvalda.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Sulfat kislota bilan hosil bo‘lgan rangli kompleks bir necha tomchi suv qo‘shilsa parchalanib, rang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qo‘shilgan H2SO4+HNO3 mahsulotiga xloroform qo‘shib chayqatilsa, xloroform qatlami binafsha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28"/>
                <a:gridCol w="269794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Konsentrlangan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Sariq, so‘ng qizil-g‘isht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H2SO4 + HNO3 aralashmasi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limon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Liberman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hosil bo‘lishi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258-259, 258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FEK mohiyati va dimedrolni miqdorlash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Fotokolorimetriya moddaning polixromatik nurlanishda spektrning ko‘rinadigan qismida o‘lchab tahlil qilishga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Miqdoriy tahlil kislotali muhitda turg‘un indikator «kislotali xromaton ko‘ki» bilan hosil bo‘lgan barqaror rangga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Standart shkala: 0,05-0,3 mg oralig‘ida dimedrol saqlagan xloroformli ekstrakt.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130; Yuldashev Z.A., Nurmatova M.I., Toksikologik kimyo modulidan o‘quv-uslubiy majmua, betlar: 259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Dimedrol FEK: bajarish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Quruq qoldiq 1 ml 0,1 M HCl da eritilib, 10 ml xloroform qo‘shilib o‘lchov probirkasiga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6,4 ml kislotali xromaton ko‘ki (2,63 g indikator 1 l suvda), suv bilan 20 ml gacha; 3 daqiqa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qatlamining optik zichligi 567 nm da, 10 mm li kyuvetada o‘lchanadi.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1 ml 0,1 M HCl 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+10 ml xloroform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+6,4 ml indikator, 20 ml gacha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daqiqa chayqatish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567 nm, 10 mm kyuveta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FEK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TDSIS usulining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Termodesorbsion sirt-ionlashuv spektroskopiya azot saqlovchi qiyin uchuvchi faol birikmalarning kam qoldiqlarini aniqlashga imkon beradi.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Mohiyati: modda molekulalari dasturlashtirilgan tarzda bug‘latiladi va sirt ionlashuv detektorida (SID) termodesorbsion spektr shaklida qayd etiladi.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Detektorning anodi — qizdirilgan emitter, katodi — musbat ionlar kollektori.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Aniqlash effektiv desorbsiya haroratlari bo‘yicha; spektr kompyuter ma’lumotlar bankidagi etalon spektr bilan solishtiriladi.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Dasturlashtirilgan haroratda bug‘lanish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Emitter sirtida ionlar desorbsiyasi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Kollektor ionlarni qayd qiladi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Spektr etalon bilan solishtiriladi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TDSIS mohiyati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TDSIS tahlili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1) sirt ionlashuv indikatori PII-N-S «Iskovich-1» ni tahlilga tayyorlash; 2) namuna eritmalarini tayyorlash.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3) namuna eritmasini «Iskovich-1» bug‘latgich lentasiga kiritish; 4) TDSIS tahlilini amalga oshirish.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5) termodesorbsion spektrlarni olish va kompyuter ma’lumotlar bankiga saqlash.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6) olingan spektrlarni etalon spektr bilan solishtirish; 7) natijalarni izohlash va qayd etish.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1-2. Tayyorlash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«Iskovich-1» indikatori va namuna eritmalari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Lentaga kiritish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namuna bug‘latgich lentasiga solinadi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TDSIS tahlili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tahlil amalga oshiriladi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Spektr 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kompyuter ma’lumotlar bankiga saqlanadi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Solishtirish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etalon spektr bilan taqqoslanadi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izohlanadi va qayd etiladi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TDSIS: 7 bosqich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Sertralin: TDSIS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PII-N-S «Iskovich-1» — O‘zR FA U.A. Orifov nomli Elektronika instituti xodimlari tavsiyasi.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Emitter — iridiy kirishmali oksidlangan molibden; kuchlanishi 405 V; harorati 390-420 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Bug‘latish: xona haroratidan 505 °C gacha; havo oqimi 50 l/soat; namuna 1,0 mkl; tahlil 3 daqiqa.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446"/>
                <a:gridCol w="257252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Parametr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Emitter kuchlanishi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405 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Emitter harorati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390-420 °C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Havo oqimi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 l/soat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Namuna / davomiylik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1,0 mkl / 3 daqiqa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TDSIS sharoitlari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Sertralin spektri: standartlar va cho‘qqilar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Sertralinning 50 mkg/ml, 100 mkg/ml, 200 mkg/ml ishchi standart eritmalari tayyorlanadi.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Mikroshprits bilan 1 mkl dan lentadagi silindrik chuqurchaga solinib, spektr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Sertralinga xos chiziqli cho‘qqilar ~131±15 °C va ~190±15 °C da paydo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50, 100, 200 mkg/ml standart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mkl chuqurchaga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Spektr olinadi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Cho‘qqilar: 131 va 190 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Sertralin spektri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23-keys va «Qor bo‘ron» metodi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23-keys: «T» bemor antidepressantni ortiqcha qabul qilib zaharlandi — sud-kimyo tahlilini o‘tkazing.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Talabalar 3 ta kichik guruhga bo‘linadi; to‘g‘ri javob bergan guruh rag‘batlantiriladi.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69"/>
                <a:gridCol w="36916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Savollar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1-guruh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Ajratish; toksikologik ahamiyati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2-guruh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Metabolitlar; TDSIS da amitriptilin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3-guruh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Xromatografik tahlil; chinlik tahlili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Guruh topshiriqlari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 va cheklovlar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Rf=0,74-0,78 va Rf=0,38-0,46 oralig‘ida dog‘ hosil bo‘lishi keyingi tahlilni davom ettirishga yo‘llanma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Aniqlanish chegarasi (YuQX) 0,3 mkg; rangli reaksiya sezgirligi 0,1-1,0 mkg; Reyneke reaksiyasi 0,2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TDSIS da modda haqiqiyligi spektrni etalon spektr bilan taqqoslab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256, 256-257, 258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Antidepressant dori vositalarining toksikologik ahamiyati va tasnifi; amitriptilinning toksikologik va narkologik ahamiyati, formulasi.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Amitriptilin peshobdan qanday ajratiladi, asosiy metaboliti qaysi modda, YuQX da qanday aniqlanadi, miqdori qanday aniqlanadi?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Dimedrolni peshobdan ajratib olish va tahlil usullari; TDSIS usulining mohiyati.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258; Yuldashev Z.A., Nurmatova M.I., Toksikologik kimyo modulidan o‘quv-uslubiy majmua, betlar: 262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Amitriptilin: pH=9-10 da efir bilan ajratish, Silufol YuQX (Rf=0,74-0,78), Frede/Marki ranglari, Reyneke kristallari.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Dimedrol: pH=10 da xloroform bilan ajratish, YuQX (Rf 0,58-0,60), FEK da 567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TDSIS: 7 bosqich, sertralin uchun ~131±15 va ~190±15 °C cho‘qqilari.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256-257, 257-258; Yuldashev Z.A., Nurmatova M.I., Toksikologik kimyo modulidan o‘quv-uslubiy majmua, betlar: 258-259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Amitriptilin Reyneke tuzi bilan ninasimon, nortriptilin esa barg shaklidagi mikrokristallar hosil qiladi — ikki modda kristall shakli bilan farqlanadi.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tritsiklik antidepressant imipramin 1957 yilda sintez qilingan; keyinchalik amitriptilin sintez qilingan.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TDSIS da sertralinga xos chiziqli cho‘qqilar ~131±15 va ~190±15 °C da paydo bo‘ladi — spektr etalon bilan solishtiriladi.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Dimedrolning sulfat va nitrat kislota aralashmasi bilan hosil qilgan rangli mahsulotiga suv qo‘shilsa, rang qo‘ng‘ir, sariq va to‘q sariqqa o‘tadi; xloroform qatlami esa binafsha rangga bo‘yaladi.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Antidepressantlar (TDSIS, FEK)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130-135, 166, 255-258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258-259, 262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№065 (TFI Toksikologik kimyo kafedrasi). 9-ma’ruza: Efedrin (efedron), novokain, dikain, dimedrol, siklodol, amitriptilin, imizin (2009).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