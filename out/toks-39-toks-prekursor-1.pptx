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oddiy kimyoviy modda nazoratga olinishi mumkin? Doskada: ma’ruza rejasi: ta’rif - ro‘yxat - 6 modda tahlili. Tipik xato: prekursorni giyohvandlik vositasining o‘zi deb o‘ylash. Izoh: sillabus sahifalari 146-153; sulfat va xlorid kislotalar tahlili kitobda 154-betda, shu sababli 146-154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prekursor va giyohvand modda farqi nima? Doskada: ta’rif: ro‘yxat + maqsad. Tipik xato: ro‘yxatdagi moddalarni zaharli deb hisoblash: bu aksariyat erituvchi yoki reagent. Izoh: matnda ham 26 ta (BMT), ham 29 ta (ro‘yxat) deyilgan; 18-jadvalda 26 qator; malaka №071 da 23 ta. Bu raqamlar o‘rtasidagi farq izohlanmagan — slaydda faqat 26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qonun nimani tartibga soladi? Doskada: qonun - nazorat - ro‘yxat. Tipik xato: qonun yilini boshqa hujjat yili bilan aralashtirish. Izoh: amaldagi tahrir va VM qarorlari lex.uz da tekshirilsin (malaka_errors E6).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erituvchilar qaysi guruhga kiradi? Doskada: ikki guruh jadvali. Tipik xato: ikkala guruhni bir xil deb hisoblash. Izoh: 2-guruh: ’yashirin ravishda giyohvandlik vositalari tayyorlashda yordamchi, lekin asosiy rol o‘ynovchi moddalar’ (p.146).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kislota va permanganat ham nazoratda? Doskada: 2000 va 2001 yillar misollari. Tipik xato: malaka misollarini kitob ma’lumoti deb ko‘rsatish. Izoh: ikkinchi va uchinchi misol malaka №071 dan (kitobda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qayta tahlil uchun ikki barobar ko‘p olinadi? Doskada: namuna miqdori qoidalari. Tipik xato: kam namunani to‘liq sarflash (ko‘rsatilmagan holda) yoki qayta tahlil uchun qoldirmaslik.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namuna turiga qarab tayyorlash usuli nega farq qiladi? Doskada: kapsula - o‘simlik - tamaki. Tipik xato: tamaki mahsulotini ochmasdan tahlil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sirka angidridi qaysi ikki mahsulotga kerak? Doskada: 3 qator jadval. Tipik xato: N-asetilantranil kislotani antranil kislotadan ajratmaslik.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prekursor MDEA uchun? Doskada: prekursor -&gt; amfetamin hosilasi. Tipik xato: izosafrol va safrolni aralashtirish. Izoh: kitob jadvalida «Metilendiamfetamin» (MDA) deb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metkatinon uchun nechta prekursor bor? Doskada: 4 ta (efedrin, N-metilefedrin, KMnO4, fenilpropanolamin). Tipik xato: yulduzcha (*) belgisi ma’nosini taxmin qilish: kitobda izohlanmagan. Izoh: 36-dars bilan bog‘lanadi: efedrin + KMnO4 -&gt; efedron (metkatinon).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LSD uchun nechta prekursor ko‘rsatilgan? Doskada: 3 prekursor - LSD. Tipik xato: piperidinni LSD prekursori deb hisoblash: u fensiklidin uchun. Izoh: ergotamin va ergometrin 40-darsda batafsil.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erituvchilar ham ro‘yxatda? Doskada: erituvchilar: aseton, MEK, toluol, efir; reaktivlar: H2SO4, HCl. Tipik xato: dietil efiriga alohida tahlil bor deb o‘ylash: kitobda dietil efiri faqat ro‘yxatda. Izoh: dietil efiri va metiletilketon uchun kitobda alohida tahlil usullari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19-jadval ustunlarini qanday o‘qiymiz? Doskada: uch ustun: boshlang‘ich - reagent - erituvchi. Tipik xato: 19-jadvalni 18-jadval bilan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prekursorlar qaysi bosqichda qo‘llanadi? Doskada: 5 bosqichli zanjir. Tipik xato: chizmadagi hajmlarni tahlil me’yori deb o‘ylash. Izoh: kitobdagi chizmalar rasm sifatida (matnsiz); geroin chizmasining raqamlari malaka №071 slaydidan. Kokain chizmasi 34-darsda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toluol nega havo ifloslanishida muhim? Doskada: xossalar ro‘yxati. Tipik xato: toluolni suvda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toluolning ikki xil roli nima? Doskada: sanoat / prekursor. Tipik xato: toluolni faqat giyohvandlik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achchiq bodom hidi nimadan? Doskada: 5 bosqichli sxema. Tipik xato: achchiq bodom hidini faqat sianidlarga xos deb o‘ylash (toks p.21). Izoh: miqdori GSX yoki YuSSX bilan (p.150); kitobda tavsif shu bilan cheklanadi.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aseton nega suv bug‘i bilan haydaladi? Doskada: xossalar: qaynash 56,3 °C; aralashuvchanlik. Tipik xato: to‘yintirilganda qatlamlanishni suv bilan aralashmaydi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aseton nega ham dorixona, ham nazoratda? Doskada: sanoat / farmatsevtika / prekursor. Tipik xato: malaka ma’lumotini kitob deb ko‘rsatish. Izoh: bu ma’lumotlar kitobda yo‘q, malaka №071 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reaksiya xususiy emas? Doskada: aseton -&gt; yodoform. Tipik xato: yodoform natijasini aseton uchun yakuniy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nitroprussid reaksiyasiga qaysi moddalar halal beradi? Doskada: ikki reaksiya: nitroprussid (qizil-binafsha), furfurol (qizil). Tipik xato: ikkala reaksiyani aseton uchun xususiy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kam miqdordagi asetonda rang qanday o‘zgaradi? Doskada: 5 bosqichli rang o‘zgarishi. Tipik xato: sekin boradigan reaksiyani manfiy deb baholash. Izoh: sirka kislota angidridi tahlilida (3-reaksiya) indigo shu reaksiya bilan bog‘lanadi.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rangli reaksiyalardan keyin GSX kerak? Doskada: aseton: 4 rangli reaksiya + GSX. Tipik xato: GSX sharoitlarini kitobdan topishga urinish: kitobda sharoit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 xavfsizligi bo‘yicha qanday qoida kerak? Doskada: 3 mg/m3 va korroziya. Tipik xato: birliklarni aralashtirish: mg/m3. Izoh: malaka №071: angidrid amfetamin, geroin, metamfetamin, metakvalon va boshqalar tahlili/sintezida qo‘llanishi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angidridni to‘g‘ridan-to‘g‘ri emas, kislota sifatida aniqlaymiz? Doskada: angidrid -&gt; sirka kislota -&gt; reaksiyalar. Tipik xato: FeCl3 qizil rangini angidridning o‘ziga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reaksiyadan qaysi biri hid bilan aniqlanadi? Doskada: sirka etil efiri hidi; lantan nitrati: ko‘k. Tipik xato: sirka etil efiri hidini aldehid hidi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KMnO4 ham dori, ham prekursor? Doskada: xossa: oksidlovchi. Tipik xato: rangsizlanishni reaktiv tugaganidan deb tushunish: bu qaytarilish.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yod ekvivalent miqdorda? Doskada: 5 bosqichli titrlash. Tipik xato: titrantni boshqa konsentratsiyada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PbSO4 cho‘kmasini BaSO4 dan qanday farqlaymiz? Doskada: BaCl2 va Pb2+ reaksiyalari. Tipik xato: bariy sulfatni ishqorda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rodizonat reaksiyasining mohiyati nima? Doskada: qizil rodizonat -&gt; rangsiz. Tipik xato: malaka ma’lumotini kitobdan deb ko‘rsatish. Izoh: bu bo‘lim kitobda yo‘q, malaka №071 dan olingan; kitobdagi sulfat tahlili Ba va Pb reaksiyalari bilan cheklanadi.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ko‘karish nima uchun sodir bo‘ladi? Doskada: HCl + KClO3 -&gt; Cl2; Cl2 + KI -&gt; I2 (kraxmal). Tipik xato: AgCl cho‘kmasini nitrat kislotada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to‘rt modda keyingi darsning mavzusi. Doskada: prekursor -&gt; LSD / metakvalon. Tipik xato: bu moddalarni 39-darsda tahlil usullari bilan o‘rganishga urinish: ular 40-darsda. Izoh: ergotamin va ergometrin kitobda 155-betdan batafsil.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olti modda uchun bittadan xarakterli reaksiyani ayting. Doskada: modda -&gt; reaksiya jadvali. Tipik xato: aseton reaksiyalarining xususiy emasligini unutish. Izoh: dietil efiri uchun alohida tahlil usuli kitobda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Prekursorlar (1): toluol, aseton, etil efir, sirka angidridi, kaliy permanganat, sulfat va xlorid kislotalar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prekursorlar — toluol, aseton, sirka angidridi, kaliy permanganat, sulfat va xlorid kislotalar va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prekursor ta’rifi va nazorati, 18- va 19-jadvallar, ob’ektni tahlilga tayyorlash, har bir moddaning xossasi, chinligi va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prekursor, BMT 1988 yilgi konvensiyasi, nazorat ro‘yxati, chinlikni aniqlash, neytrallash usuli.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146, 146-154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 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— prekursorlar ro‘yxatiga kiritilgan va O‘zbekiston Respublikasida nazoratga olinadigan, giyohvandlik vositalari va psixotrop moddalar tayyorlash uchun foydalaniladigan moddalar.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BMT 1988 yilgi yagona konvensiyasi qarorlariga asosan 26 ta modda prekursor sifatida xalqaro nazoratga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bo‘limda toluol, aseton, sirka angidridi, kaliy permanganat, sulfat va xlorid kislotalarning tahlili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1999 yil 19 avgustda O‘zbekiston Respublikasida «Giyohvandlik vositalari va psixotrop moddalar to‘g‘risida»gi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giyohvand, gangituvchi va prekursor moddalar muomalasiga oid ijtimoiy munosabatlarni tartibga soladi.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bu moddalarni ishlab chiqarish va ta’minoti bo‘yicha nazoratni kuchaytirishni talab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Ro‘yxatning ikki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Ro‘yxatdagi moddalar shartli ravishda ikki guruhga bo‘lingan.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1-guruh formulaning katta qismini beradi; 2-guruh yordamchi, ammo asosiy rol o‘ynaydi.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formulaning katta qismini tashkil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yordamchi, lekin asosiy rol o‘ynaydi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choralar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Yevropa Ittifoqining 2001 yil 1 martdagi qaroriga asosan 15 ta davlatda norefedrin ishlab chiqarish va nazorat choralari kuchaytirilgan.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2001 yilda kaliy permanganatning noqonuniy xalqaro savdoda sotilish yo‘llari aniqlandi va ushlab qolindi.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2000 yilda Kolumbiyaning noqonuniy yo‘l bilan kokain ishlab chiqarish uchun 20 tonna xlorid kislotasini olib chiqish urinishlari to‘xtatilgan.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146; Malaka materiali №071 (TFI Toksikologik kimyo kafedrasi)., Prekursorlar, betlar: prekursorlar ma'ruzasi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 tahlilga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Gumon qilinayotgan modda kam miqdorda bo‘lsa, laboratoriya tahlili uchun uning hamma miqdori ko‘rsatilishi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Talqon shaklidagi moddadan bir necha kristall olinadi; qayta tahlil talab etilsa, kristall miqdori ikki barobar ko‘p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Tabletka, qattiq yoki yumshoq giyohvand modda (nasha, opiy) shpatel yoki kesuvchi moslama bilan avval maydalanadi.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Kapsula, o‘simlik va tamaki mahsulotlari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Kapsulali dori moddasi ehtiyotkorlik bilan ochilib, undan oz miqdor olinib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O‘simlik xom ashyolari avval maydalanib, so‘ngra tahlil qilinadi; to‘liq tahlil laboratoriya sharoitida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Tamaki mahsulotlarida bitta tamaki o‘rami ochilib, maydalanadi va keyin tahlil olib 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146, 146-147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sirka angidridi, antranil kislota hosilalari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 angidridi — metakvalon, geroin; antranil kislota — 4-metilaminoreks, metakvalon.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N-asetilantranil kislota — metakvalon.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603"/>
                <a:gridCol w="284737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Sirka kislota angidridi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metakvalon, 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Antranil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4-metilaminoreks, metakvalon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N-asetilantranil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metakvalon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- mahsulot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amfetamin guruhi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1-fenil-2-propanon — amfetamin; 3,4-metilendioksifenil-2-propanon — MDA, MDMA; fenilsirka kislota — MDA va uning hosilalari.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Izosafrol — metilendiamfetamin (MDA); safrol — MDEA; piperonal — amfetamin hosilalari.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 fosfor va psevdoefedrin — pervitin.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metkatinon, katinon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Efedrin, N-metilefedrin va kaliy permanganat — metkatinon.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Norpsevdoefedrin — norkatinon; fenilpropanolamin — katinon va metkatinon.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6186"/>
                <a:gridCol w="251178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N-metilefedrin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Norpsevdoefedrin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Fenilpropanolamin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katinon, 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- mahsulot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LSD va fensiklidin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Lizergin kislota, ergometrin (ergonovin) va ergotamin — LSD.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Piperidin — fensiklidin va tenotsiklidin.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655"/>
                <a:gridCol w="286431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Lizergin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Ergometrin (ergonovin)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Piperidin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fensiklidin, tenotsiklidin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- mahsulot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erituvchilar va reagentlar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Aseton, metiletilketon (2-butanon), toluol va dietil efiri ko‘pgina giyohvandlik vositasi va psixotrop moddalar tayyorlashda erituvchi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va xlorid kislotalar (tuzlaridan tashqari) ko‘pgina giyohvandlik vositasi va psixotrop moddalar tayyorlashda reaktiv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pervitin, LSD, kokain, geroin va boshqalarni tayyorlashda erituvchi sifatida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148, 147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19-jadval: yordamchi moddalar sifatida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Boshlang‘ich moddalar: antranil kislota, N-asetilantranil kislota, izosafrol, lizergin kislota, piperonal, piperidin, safrol, ergotamin, efedrin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Reagentlar: sirka kislota angidridi, qizil fosfor, kaliy permanganat, sulfat va xlorid kislotalar.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Erituvchilar: aseton, metiletilketon (2-butanon), toluol, dietil efiri.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148-149, 148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va geroin gidroxloridini olish chizmalari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kokain va geroin gidroxloridining olinish chizmalari rasm sifatida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Geroin: morfin + sirka angidridi (250 l); aseton/efir 1500-2000 l, HCl 30 l; geroin HCl 100 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Opiy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Morfin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sirka angidridi (250 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Geroin (diatsetilmorfin)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Aseton/efir + HCl: gidroxlorid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Geroin gidroxloridi (malaka №071)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149; Malaka materiali №071 (TFI Toksikologik kimyo kafedrasi)., Prekursorlar, betlar: prekursorlar ma'ruzasi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Toluol: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Toluol (metilbenzol) tiniq, rangsiz, o‘ziga xos hidli suyuqlik.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Solishtirma og‘irligi 0,86; suvda yomon eriydi, organik erituvchilar bilan yaxshi aralashadi.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Benzin tarkibida 5% gacha toluol bor; u atmosfera havosini ifloslantirish va inson a’zolariga zaharli ta’sirda asosiy o‘rinni egallaydi.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Toluolning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Maishiy kimyo sanoati mahsulotlari: bo‘yoq, lok, yopishqoq plyonka, kimyoviy tozalovchi vositalar, yelim sintezida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Trinitrotimol va boshqa kimyoviy moddalar sintezida ham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ro‘yxatida toluol ko‘pgina giyohvandlik vositasi va psixotrop moddalar tayyorlashda erituvchi sifatida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150, 148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Toluolni aniqlash: nitrobirikma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Kons. sulfat kislota va ammoniy nitrat bilan uzoq qizdirilganda nitrobirikma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Aralashmadan achchiq bodom mag‘zi hidi kela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Nitrobirikmalar aseton va NaOH ning spirtli eritmasida ko‘kimtir-binafsha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Toluol + H2SO4 + NH4NO3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Uzoq qizdirish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Achchiq bodom hidi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aseton + NaOH (spirtli)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Ko‘kimtir-binafsha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Toluol: nitrobirikma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(dimetilketon) yog‘och va tosh ko‘mirdan quruq haydab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toza aseton rangsiz, tiniq, o‘ziga xos hidli suyuqlik; 56,3 °C da qaynaydi, suvdan yengil.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va barcha organik erituvchilar (efir, xloroform) bilan har qanday nisbatda aralashadi; osh tuzi, kalsiy xlorid yoki kaliy karbonat bilan to‘yintirilsa ikki qatlam bo‘lib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Aralashmalar tarkibidan suv bug‘i bilan yaxshi haydaladi.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 ishlatilishi (malaka №071)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universal organik erituvchi: bo‘yoqlar, nitrotsellyuloza, tutunsiz porox va sun’iy ipak sanoatida, kimyoviy tozalashda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Dorishunoslikda xloroform, sulfonal, yodoform kabi preparatlarni sintezlashda xomashyo; sun’iy kauchuk olishda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prekursor sifatida narkotik moddalarni noqonuniy ishlab chiqarishda ham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№071 (TFI Toksikologik kimyo kafedrasi)., Prekursorlar, betlar: prekursorlar ma'ruzasi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yodoform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yodning ishqorli eritmasi bilan, etil spirti kabi, oson reaksiyaga kirishib yodoform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juda sezgir, lekin aseton uchun xarakterli emas: etil spirti va sut kislota kabi moddalar ham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I2 + NaOH: NaOI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NaOI + aseton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CI3-CO-CH3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NaOH ta’sirida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Yodoform CHI3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Yodoform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nitroprussid va furfurol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Natriy nitroprussidi Na2[Fe(CN)5NO] bilan ishqor ishtirokida qizil-binafsha rang; aseton uchun xarakterli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Unga sirka aldegidi, metiletilketon, atsetofenon, atsetilaseton, diatsetil halal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Furfurolning spirtdagi eritmasi (vanilin yoki salitsil aldegidi) va ishqor, so‘ng konsentrlangan HCl qo‘shilsa, aseton bo‘lsa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o-nitrobenzaldegid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O-nitrobenzaldegidning 2 n ishqordagi eritmasi qo‘shilsa, aseton bor bo‘lganda ko‘k rang (indigo).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kam bo‘lsa reaksiya sekin boradi: avval sariq, so‘ng sariq-yashil va yashil-ko‘k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Indigo xloroformda yaxshi eriydi, shuning uchun organik qatlam ko‘k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o-nitrobenzaldegid, 2 n ishqor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Sariq-yashil, yashil-ko‘k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 (indigo)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o-Nitrobenzaldegid + aseton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GSX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GSX da alanga-ionizatsion detektorli xromatografda ushlanish parametrlari bo‘yicha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Asetonning miqdori GSX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prekursorlar ro‘yxatiga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152, 151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 angidridi: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 angidridi (Acetic anhydride) — harakatchan, rangsiz suyuqlik; kuchli bo‘g‘uvchi (sirka hidini eslatuvchi) hidga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Benzol, xloroform, etil spirtida yaxshi eriydi; havoda ruxsat etilgan miqdori 3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moddalar sintezida juda keng ishlatiladi; ko‘p giyohvandlik vositalari tahlilida ham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darajali korroziyalovchi; bug‘lari ko‘z, burun va tomoqni achishtiradi.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angidridi: gidroliz va FeCl3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va havodagi namlik ta’sirida sirka kislota angidridi sirka kislotaga gidrolizlanadi.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bo‘lgan sirka kislotaga xos sifat reaksiyalar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Neytrallangan qoldiqqa temir (III) xlorid qo‘shilsa, qizil mahsulot hosil bo‘lib, qizdirilganda qo‘ng‘ir rangga o‘tadi; sezgirligi 0,5 mg.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152, 153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angidridi: boshqa reaksiyalar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Qoldiqqa lantan nitrati, yodning spirtli eritmasi va ammiak qo‘shilsa, to‘q ko‘k rang yoki cho‘kma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Kalsiy tuzlari bilan qizdirilsa aseton hosil bo‘ladi, undan indigo olish mumkin; etil spirti va kons. H2SO4 bilan sirka etil efiri.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 miqdori neytrallash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permanganat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permanganat KMnO4 — binafsha rangli yaltiroq kristall kukun; kuchli oksidlovchi.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dezinfeksiyalovchi vosita sifatida ishlatiladi; giyohvandlik vositalarini olishda ham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Chinligi oksidlanish-qaytarilish reaksiyalari bilan aniqlanadi: sulfat kislota ishtirokida vodorod peroksid eritmani rangsizlantiradi.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permanganat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 miqdor KMnO4 ga kislotali muhitda kaliy yodid qo‘shiladi: ekvivalent miqdorda erkin yod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 0,1 n natriy tiosulfat eritmasi bilan titrlanadi; indikator — kraxmal.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 miqdor KMnO4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muhit + KI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Erkin yod ajraladi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Titr: 0,1 n Na2S2O3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Indikator: kraxmal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KMnO4 yodometrik miqdori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giyohvandlik vositalari va psixotrop moddalar olishda reagent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tuzlari qo‘shilganda oq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tuzlari qo‘shilganda oq cho‘kma — qo‘rg‘oshin sulfat hosil bo‘ladi; u ammoniy asetat va o‘yuvchi ishqorlarda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miqdori neytrallash usuli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kislota: toksikligi va rodizonat (malaka №071)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organizm uchun zaharli; o‘lim dozasi (LD) 5-10 g deb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 rangli bariy rodizonat sulfat kislota ta’sirida rangsizlanadi.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Kons. kislota bilan zaharlanishda qattiq og‘riq, qon qusish, tirishish; keyinchalik qorin bo‘shlig‘i teshilishi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№071 (TFI Toksikologik kimyo kafedrasi)., Prekursorlar, betlar: prekursorlar ma'ruzasi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Xlorid kislota giyohvandlik vositalari va psixotrop moddalar olishda reagent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muhitda kumush nitrat bilan oq cho‘kma (AgCl)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Bertole tuzi qo‘shilganda erkin xlor ajraladi; kaliy yodid va kraxmal qo‘shilsa aralashma ko‘karadi.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Xlorid kislota miqdori neytrallash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Keyingi dars: ergot alkaloidlari, antranil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ro‘yxatiga kiruvchi ergotamin, ergometrin, lizergin kislota va antranil kislota giyohvandlik vositalari olishda asosiy moddalar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Ergotamin, ergometrin va lizergin kislota gallyusinogen LSD ni olishda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Antranil kislota 4-metilaminoreks va metakvalonlarni sintezlashda asosiy modda.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— nazoratdagi, giyohvandlik vositasi va psixotrop moddalar tayyorlash uchun ishlatiladigan moddalar; ro‘yxat 26 qator.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Toluol — nitrobirikma reaksiyasi; aseton — yodoform, nitroprussid, furfurol, o-nitrobenzaldegid, GSX; angidrid — FeCl3, La(NO3)3, etil asetat.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KMnO4 — H2O2 bilan rangsizlanadi, yodometrik titrlash; H2SO4 — Ba va Pb tuzlari; HCl — AgNO3 va Bertole tuzi.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146-148, 150-153, 153-154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aseton 56,3 °C da qaynaydi; toluolning solishtirma og‘irligi 0,86; sirka angidridi havoda ruxsat etilgan miqdori 3 mg/m3.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yodoform reaksiyasi aseton va etil spirtida ham, nitroprussid reaksiyasi esa aldegid va boshqa ketonlar bilan ham musbat bo‘ladi, shuning uchun ular xususiy emas.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KMnO4 miqdori kislotali muhitda KI bilan yodometrik: 0,1 n Na2S2O3, kraxmal indikator.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1999 yil 19 avgustda O‘zbekistonda giyohvandlik vositalari va psixotrop moddalar to‘g‘risidagi qonun qabul qilingan.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(1): toluol, aseton, etil efir, sirka angidridi, kaliy permanganat, sulfat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146-154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№071 (TFI Toksikologik kimyo kafedrasi). Prekursorlar, ularning narkologik ahamiyati va tahlil usullari (2011).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