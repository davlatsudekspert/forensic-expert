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bu moddalar kislotali ajralmada qidiriladi? Doskada: reja (3 band). Tipik xato: butadionni (fenilbutazon) reja bandida bor deb, reaksiyalari ham bor deb o‘ylash; kitob uning reaksiyalarini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toza eritma va noma’lum eritmada ishlashning farqi nima? Doskada: ish daftari yozuvi. Tipik xato: natijani o‘qituvchiga ko‘rsatmay keyingi bosqichga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metgemoglobinemiya sababi nima? (p-aminofenol oksidlanib xinonimin hosil qiladi, u gemoglobinga ta’sir qiladi, toks 97.) Doskada: fenatsetin -&gt; p-aminofenol. Tipik xato: n-fenetidin va p-aminofenolni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avval HCl bilan gidrolizlanadi? Doskada: 4 bosqichli sxema (suyuqlik hajmi yarmiga kamayguncha qizdiriladi). Tipik xato: diazotirlashdan oldin aralashmani sovitmaslik.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ikkala reaksiyada rang nimaga bog‘liq? Doskada: 2% CrO3, 20% HNO3. Tipik xato: kitob topshirig‘i bo‘yicha har ikki reaksiya tenglamasini yozishni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UB maksimum va azobo‘yoq FEK usulining farqi? Doskada: 250 nm. Tipik xato: kitob 97-betda ’250 nm’ yozuvi shaklidan noaniq (’maxq250’), 229-betdagi aniq matnga amal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atsetilsalitsil kislota (aspirin) salitsil kislotadan olinadi: tahlilda ASK uchun nima izlanadi? (Kitob ASK ga alohida reaksiya bermaydi; reja bandida nomi bor.) Doskada: 159 °C. Tipik xato: kitobda atsetilsalitsil kislota uchun alohida reaksiya borligini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peshob asosiy ob’ekt? Doskada: 80% va 20%. Tipik xato: 80% va 20%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oshganda salitsilat soni qanday o‘zgaradi? Doskada: jadval. Tipik xato: pH oraliqlarini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manfiy natijaning ahamiyati musbatidan katta? (Reaksiya xos emas, lekin juda sezgir.) Doskada: 1:40000. Tipik xato: bromli suv reaksiyasini salitsil kislota uchun xos reaksiya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300 va 302 nm farqi nimadan? (Erituvchi muhiti: ishqor va kislota.) Doskada: 300 va 302. Tipik xato: muhit va to‘lqin uzunligini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dastlabki tekshirish natijasi nima uchun tasdiqlovchi reaksiya talab qiladi? Doskada: ’qizil-alvon’. Tipik xato: Trindler reaktivi formulasini ’Fe(NO2)’ deb ko‘chirish: kitobda shunday yozilgan, to‘g‘ri formula uchun o‘qituvchidan so‘rang. Kitobda: «Fe(NO2)» (xato) — temir (III) nitrat Fe(NO3)3.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dori nomi va xalqaro nomni juftlang. Doskada: jadval. Tipik xato: butadionni analgin bilan adashtirish (malaka 050 da butadion UB qiymati analgindan ko‘chirilgan ko‘rinadi; slaydga olinmadi).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30-40% va 5% nimani bildiradi? Doskada: 3 yo‘l (glyukuronid, gidroksillanish, o‘zgarmagan). Tipik xato: 5% ni 50%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peshob qizil rangi qaysi dalolatnomaga yozilishi kerak? Doskada: ’qizil peshob -&gt; rubazon’. Tipik xato: peshob qizil rangini qon bilan bog‘lab, amidopirinni nazardan chetda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aralashmada qaysi rang birinchi chiqadi va nima uchun? Doskada: jadval. Tipik xato: rang ketma-ketligini teskari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reaksiya antipirin va amidopirinni farqlaydi? Doskada: FeCl3 (qizil va binafsha). Tipik xato: reaktivni ortiqcha qo‘shib rangni yo‘qotib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analginni antipirindan farqlovchi reaksiya qaysi? Doskada: 4 reaksiya. Tipik xato: 101-betda analgin FeCl3 bilan ’qizil pushti’, 230-betda ’binafsha’: slaydda 230-bet varianti. Alkaloid cho‘ktiruvchi reaktivlar bilan ham cho‘kma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UB spektr bilan chinlik qanday tasdiqlanadi? (Maksimum 258 nm.) Doskada: 258 nm. Tipik xato: UB qiymatlarini molyar ε deb yozish; malaka materiallarida ε deb berilgan qiymatlar aslida A(1%,1 sm) ekanligi (E2) hisobga olinsin.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kamera nima uchun avval to‘yintiriladi? Doskada: 5 qutili sxema. Tipik xato: plastinkani to‘yinmagan kameraga joylash. Eslatma: toks 101 da tizim ’xloroform-aseton (9:1)’ deb teskari tartibda yozilgan; ratsio bir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qiymati nima uchun bir xil oraliqda? (Kitobda uchala modda uchun bitta oraliq berilgan; talaba o‘z Rf ini hisoblab daftarga yozadi.) Doskada: Rf = a/b. Tipik xato: Rf ni dog‘ chetidan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xromotrop kislota qaysi modda uchun xos? Doskada: 3 usul. Tipik xato: mashg‘ulot nomidagi ’FEK’ ni faqat analginga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1-masala dastlabki tekshirish natijasi (Trindler) qaysi moddani ko‘rsatadi? 2-masalada pushti rang va qizil peshob qaysi pirazol hosilasini taxmin qildiradi? (Antipirin va amidopirin slaydlari bilan bog‘lang.) Doskada: ikki masala. Tipik xato: bitta dastlabki reaksiya asosida xulosa yozish. Kitobda: «Fe(NO2)» (xato) — Fe(NO3)3.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savollarga javoblarni 3-24-slaydlar bilan bog‘lang. Doskada: 4 savol. Tipik xato: oxirgi savolga javob kitobda 100-betdagi oksidlanish sxemasiga (oksiamidopirin) asoslanadi.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reaksiyalar jadvali (modda, reaktiv, rang), YuQX Rf va xulosani yozadi. Muhokama: 3 asosiy xulosa. Doskada: rang jadvali. Tipik xato: rang natijalarini boshqa modda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Fenatsetin, salitsil va atsetilsalitsil kislota, pirazol hosilalari (YuQX-skrining, UB-SF)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kislotali muhitda organik erituvchiga o‘tuvchi neytral va kuchsiz asosli moddalarning toksikologik ahamiyati va tahlil usullarini o‘rgatish.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1: fenazon (antipirin), propifenazon (amidopirin), metamizol natriy (analgin), fenilbutazon (butadion): toksikologik ahamiyati.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2: fenatsetin, salitsil kislotasi, atsetilsalitsil kislotasining toksikologik ahamiyati.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3: ularning tahlil usullari (YuQX-skrining, UB-spektrofotometriya).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fenatsetin va pirazol hosilalarini toza eritmalarda hamda noma’lum tarkibdagi eritmada sifat reaksiyalari bilan aniqlash sharoitini o‘zlashtiradi.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 ish daftariga yoziladi va o‘qituvchidan tasdiqlatiladi.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materiallar; maxsus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oq kristall kukun: suvda qiyin,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 tushiruvchi, og‘riq qoldiruvchi va shamollashga qarshi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dozada metgemoglobinemiya, anemiya va nefrit kasalliklarini chaqirishi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gidrolizlanib p-aminofenol hosil bo‘ladi; to‘liq gidrolizlanmasa kuchli zaharli n-fenetidin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Fenatsetinni azobo‘yoq reaksiyasi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 birlamchi aromatik amin hosil bo‘ladi, shuning uchun azobo‘yoq reaksiyasi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Natija: eritma qizil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kimyoviy tenglamasini yozing.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tomchi, bug‘latiladi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kons. HCl, qizdirish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Sovitib, 1% NaNO2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β-naftol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Azobo‘yoq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xrom angidrid va nitrolash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angidridi: 5-6 tomchi xloroformli eritma quritiladi, 1 ml kons. HCl bilan 5 daqiqa qaynatiladi, sovigach 2% CrO3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p-aminofenol oksidlanishidan to‘q qizil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Nitrofenatsetin: qoldiqqa 20% nitrat kislota qo‘shib qizdirilsa, sariq-qo‘ng‘ir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228, 229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UB-spektr va mikrokristallar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Fenatsetinning etil spirtidagi eritmasi UB nurlarini 250 nm to‘lqin uzunligida maksimum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mis yod kompleksi bilan o‘ziga xos mikrokristallar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azobo‘yoq reaksiyasi asosida fotokolorimetrik (FEK yoki SF) usulda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229, 97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Mayda ninasimon, yengil, hidsiz kristall; nordon-shirin mazali.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yomon, issiq suvda juda yaxshi, spirt va efirda yaxshi eriydi; 159 °C da suyuqlanadi.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haydaladi, shuning uchun biologik ob’ektdan suv bug‘i bilan ham ajratish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Aspirin, salol kabi dorilar olishda ishlatiladi; oziq-ovqatlarni konservalashda ishlatilishi davlat tomonidan bekor qilingan.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bosh og‘rishi, bosh aylanishi, quloqlarda g‘uvullash va eshitish susayishi, ich ketishi, qusish, kollaps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Mide-ichakdan qonga tez so‘riladi; asosan (80%) buyraklar orqali chiqadi, 24 soat ichida batamom chiqib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Qolgan 20% to‘qimalarda metabolizmga uchrab, digidroksibenzoy va trigidroksibenzoy kislotalar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qutbli erituvchilar yordamida kislotali muhitda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temir (III) xlorid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temir (III)-xlorid bilan zangori-binafsha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 tarkibi va rangi pH ga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036"/>
                <a:gridCol w="1927859"/>
                <a:gridCol w="216408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Kompleks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1,8-2,5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monosalitsilat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disalitsilat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8-11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trisalitsilat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Fe(III)-salitsilat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Fe(III) reaksiyasining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fenol gidroksilini bog‘lovchi moddalar (maltol va b.) bo‘lmaganda xarakterlidir.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bo‘lgan rang spirt ta’sirida o‘chmaydi (fenoldan farqi).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Bromli suv salitsil kislota borligida oq cho‘kma (tribromfenol) beradi va CO2 ajraladi, lekin reaksiya salitsil kislotaga xos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Bromli suv reaksiyasining sezgirligi 1:40000; manfiy natija salitsil kislota yo‘qligini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229, 99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kislotani aniqlashning boshqa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 va konsentrlangan sulfat kislota bilan qizdirilsa, metil salitsilat efirining xarakterli hidi seziladi (metil o‘rniga etil spirti ham mumkin).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0,5 n NaOH dagi eritmasi 300 nm, 0,1 n H2SO4 dagi eritmasi 302 nm da maksimal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ishqor bilan titrlash, bromatometrik usul yoki UB-spektrofotometriya.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229, 99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peshobni salitsil kislotaga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Trindler reaktivi [HgCl2 va Fe(NO3)3] peshob yoki qon zardobiga qo‘shilsa, salitsil kislota borligida qizil-alvon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 nitratning nitrat kislotadagi eritmasi peshob yoki qon zardobiga tomizilsa, qizil-alvon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reaksiya ham dastlabki tekshirish uchun tavsiya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Pirazol hosilalari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Fenazon (antipirin), propifenazon (amidopirin), metamizol natriy (analgin), fenilbutazon (butadion).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Mashg‘ulotda antipirin, amidopirin, analgin toza va noma’lum eritmada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7360"/>
                <a:gridCol w="28706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Nomi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Kimyoviy nomi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Antipirin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Amidopirin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propifenazon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Analgin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metamizol natriy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Butadion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fenilbutazon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228; Yuldashev Z.A., Nurmatova M.I., Toksikologik kimyo modulidan o‘quv-uslubiy majmua, betlar: 237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haroratini pasaytiruvchi, og‘riq qoldiruvchi; rangsiz kristall, suv, spirt va xloroformda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Hazm a’zolaridan tez so‘rilib, 1-2 soat ichida qonda maksimal konsentratsiyaga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30-40% glyukuron kislotasi bilan birikib glyukuronid holida ajraladi; bir qismi 4-gidroksiantipirin; 5% o‘zgarmagan holda peshob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 va analgin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Amidopirinning toksikologik ahamiyati antipirinnikiga o‘xshash.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4-aminoantipirin, metilaminoantipirin, qizil rubazon va metilrubazon kislotalariga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katta doza qabul qilgan kishining peshobi qizil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Analginning qo‘llanilishi va toksikologik ahamiyati antipiringa o‘xshash.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100, 101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 va amidopirin: nitrit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eritmaga bir necha tomchi 10% sulfat kislota va 2-3 tomchi to‘yingan NaNO2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Aralashmada amidopirin binafsha rangi ortiqcha nitritda o‘chib, ko‘k-yashil rang chiqadi.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Antipirin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Amidopirin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Antipirin + β-naftilamin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pirazolon bo‘yog‘i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NaNO2 + H2SO4 bilan 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 va amidopirin: FeCl3 va AgNO3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eritmaga 0,5 ml 5% temir (III)-xlorid: antipirin - qizil (ferripirin), amidopirin - binafsha.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reaktivning ortiqcha miqdori ta’sirida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eritma + 3-5 tomchi 1% AgNO3, suv hammomida 3-5 daqiqa qizdirilsa, binafsha rang amidopirinni bildiradi.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229, 230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Benzoxinonning sirka kislotadagi eritmasi bilan qizil olcha rangli mahsulot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(III)-xlorid ta’sirida tez o‘chib ketuvchi binafsha rangli mahsulot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Nessler reaktivi bilan qizil-sariq cho‘kma; xloramin B va suyultirilgan HCl bilan sariq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KIO3 va HCl bilan qizil rang, ortiqcha reaktivda to‘q qizil va qo‘ng‘ir cho‘kma.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Analginning 0,1 n xlorid kislotadagi eritmasi 258 nm to‘lqin uzunligida maksimal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ham xuddi shu qiymat: 0,1 n HCl da 258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benzoxinon bilan hosil qilgan rangi asosida FEK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230, 101; Yuldashev Z.A., Nurmatova M.I., Toksikologik kimyo modulidan o‘quv-uslubiy majmua, betlar: 238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usuli: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Start chizig‘iga antipirin, amidopirin, analgin spirtli eritmalari 1 sm oraliqda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Kamera atseton-xloroform (1:9) bilan to‘yintiriladi, plastinka kameraga joylanadi.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 10 sm ko‘tarilgach, plastinka olinib, xona haroratida quritiladi va FeCl3 eritmasi purkaladi.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KSK plastinka, start chizig‘i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Tomizish (1 sm oraliq)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Aseton-xloroform 1:9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sm ko‘tarilish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FeCl3 purkash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va 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 = 0,15-0,17 oralig‘ida xos rangli dog‘lar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- qizil, amidopirin - binafsha, analgin - ko‘k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bilan purkalganda analgin qo‘ng‘ir dog‘ beradi; standart modda dog‘i bilan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 = a / b: a - start chizig‘idan dog‘ markazigacha, b - start chizig‘idan finish chizig‘igacha masofa.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Pirazol hosilalari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pikrin kislota bilan cho‘kma hosil qiladi; ortiqcha pikrin kislota titrlanadi. Boshqa usul - UB-spektrofotometriya.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 bromfenol ko‘ki bilan kompleksi asosida ekstraksion 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 sulfat va xromotrop kislota bilan pushti rang beradi (konsentrlangan H2SO4 da formaldegid hosil bo‘lishi tufayli).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100, 101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2009-yilda tug‘ilgan N. peshobiga HgCl2 va Fe(NO3)3 aralashmasi qo‘shilganda qizil-alvon rang hosil bo‘ldi: qaysi modda bilan zaharlangan va to‘liq kimyoviy tahlilini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16-keys: bemor sovuq kunda ko‘p achchiq ta’mli dori ichgan, 4-5 soatdan so‘ng peshob qizil-qo‘ng‘ir; xloroformli ajralmaga kons. H2SO4 va xromotrop kislota qo‘shilsa, pushti rang hosil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16-keys topshirig‘i: ob’ektdan moddani ajratib olish va kimyo-toksikologik tahlil tartibini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232, 231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nima uchun kislotali muhitda organik erituvchi qatlamiga o‘tadi? Uning toksikologik ahamiyati?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Fenatsetinni azobo‘yoq, xrom angidridi va nitrozofenatsetin hosil qilish reaksiyalari tenglamalarini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(III)-xlorid bilan antipirin, amidopirin va analgin qanday mahsulot hosil qiladi, ularni farqlash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 muddatidan ortiq saqlansa, qanday struktur o‘zgarishga uchrashi mumkin? Formulasi bilan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232, 233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gidroliz mahsulotlari (azobo‘yoq, CrO3 bilan to‘q qizil, nitrolash) va UB 250 nm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Fe(III) bilan pH ga bog‘liq rang beradi; UB: 300 va 302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Antipirin, amidopirin, analgin nitrit, FeCl3, AgNO3, benzoxinon va YuQX (Rf = 0,15-0,17) bilan farqlanadi.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228-229, 229, 229-230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organizmda qisman metabolit holida, qisman glyukuronid va sulfat bilan konyugat holida peshob orqali ajraladi.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bilan metil spirti o‘rniga etil spirti ham ishlatilishi mumkin; efir hidi xarakterli.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Antipirin va amidopirin birga bo‘lsa, nitrit ortiqcha bo‘lganda avval amidopirinning binafsha rangi chiqib, keyin ko‘k-yashil rang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va uning metil efiri spirtli ichimlik o‘rniga ichilganda ham baxtsiz hodisalar kelib chiqqan.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Fenatsetin, salitsil va atsetilsalitsil kislota, pirazol hosilalari (YuQX-skrining, UB-SF)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97-101, 228-233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237-238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