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bu moddalar kislotali ajralmada qidiriladi? Doskada: reja (3 band). Tipik xato: butadionni (fenilbutazon) reja bandida bor deb, reaksiyalari ham bor deb o‘ylash; kitob uning reaksiyalarini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toza eritma va noma’lum eritmada ishlashning farqi nima? Doskada: ish daftari yozuvi. Tipik xato: natijani o‘qituvchiga ko‘rsatmay keyingi bosqichga o‘tish.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modda qaysi reaksiya bilan aniqlanadi? Doskada: daraxt sxemasi. Tipik xato: fenatsetinni asos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mashg‘ulot qanday bog‘langan? Doskada: taqqoslash. Tipik xato: DVSSM va Farmatsiya majmualari betlarini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metgemoglobinemiya sababi nima? (p-aminofenol oksidlanib xinonimin hosil qiladi, u gemoglobinga ta’sir qiladi, toks 97.) Doskada: fenatsetin -&gt; p-aminofenol. Tipik xato: n-fenetidin va p-aminofenolni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avval HCl bilan gidrolizlanadi? Doskada: 4 bosqichli sxema (suyuqlik hajmi yarmiga kamayguncha qizdiriladi). Tipik xato: diazotirlashdan oldin aralashmani sovitmaslik.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ikkala reaksiyada rang nimaga bog‘liq? Doskada: 2% CrO3, 20% HNO3. Tipik xato: kitob topshirig‘i bo‘yicha har ikki reaksiya tenglamasini yozishni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UB maksimum va azobo‘yoq FEK usulining farqi? Doskada: 250 nm. Tipik xato: kitob 97-betda ’250 nm’ yozuvi shaklidan noaniq (’maxq250’), 229-betdagi aniq matnga amal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modda qaysi muhitda? Doskada: qiymatlar. Tipik xato: muhit va to‘lqin uzunligini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 qaysi moddaga xos? Doskada: taqqoslash. Tipik xato: kislotali muhitda ikkalasi bir xil reaksiya beradi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atsetilsalitsil kislota (aspirin) salitsil kislotadan olinadi: tahlilda ASK uchun nima izlanadi? (Kitob ASK ga alohida reaksiya bermaydi; reja bandida nomi bor.) Doskada: 159 °C. Tipik xato: kitobda atsetilsalitsil kislota uchun alohida reaksiya borligini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peshob asosiy ob’ekt? Doskada: 80% va 20%. Tipik xato: 80% va 20% 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konservalashda taqiqlangan? Doskada: daraxt sxemasi. Tipik xato: aspirinni alohida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pH oshganda salitsilat soni qanday o‘zgaradi? Doskada: jadval. Tipik xato: pH oraliqlarini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manfiy natijaning ahamiyati musbatidan katta? (Reaksiya xos emas, lekin juda sezgir.) Doskada: 1:40000. Tipik xato: bromli suv reaksiyasini salitsil kislota uchun xos reaksiya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300 va 302 nm farqi nimadan? (Erituvchi muhiti: ishqor va kislota.) Doskada: 300 va 302. Tipik xato: muhit va to‘lqin uzunligini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eng xos? Doskada: daraxt sxemasi. Tipik xato: bromli suvni xos reaksiya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dastlabki tekshirish natijasi nima uchun tasdiqlovchi reaksiya talab qiladi? Doskada: ’qizil-alvon’. Tipik xato: Trindler reaktivi formulasini ’Fe(NO2)’ deb ko‘chirish: kitobda shunday yozilgan, to‘g‘ri formula uchun o‘qituvchidan so‘rang. Kitobda: «Fe(NO2)» (xato) — temir (III) nitrat Fe(NO3)3.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dori nomi va xalqaro nomni juftlang. Doskada: jadval. Tipik xato: butadionni analgin bilan adashtirish (malaka 050 da butadion UB qiymati analgindan ko‘chirilgan ko‘rinadi; slaydga olinmadi).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30-40% va 5% nimani bildiradi? Doskada: 3 yo‘l (glyukuronid, gidroksillanish, o‘zgarmagan). Tipik xato: 5% ni 50%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peshob qizil rangi qaysi dalolatnomaga yozilishi kerak? Doskada: ’qizil peshob -&gt; rubazon’. Tipik xato: peshob qizil rangini qon bilan bog‘lab, amidopirinni nazardan chetda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aralashmada qaysi rang birinchi chiqadi va nima uchun? Doskada: jadval. Tipik xato: rang ketma-ketligini teskari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yashil cho‘kma qachon tushadi? Doskada: sxema. Tipik xato: antipirin va amidopirin ranglarini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formaldegid qayerdan paydo bo‘ladi? Doskada: sxema. Tipik xato: xromotrop kislotani nitrit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reaksiya ikkalasini farqlaydi? Doskada: taqqoslash. Tipik xato: bir xil rangni bir xil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ahamiyati o‘xshash? Doskada: taqqoslash. Tipik xato: analginni boshqa guruh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reaksiya antipirin va amidopirinni farqlaydi? Doskada: FeCl3 (qizil va binafsha). Tipik xato: reaktivni ortiqcha qo‘shib rangni yo‘qotib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analginni antipirindan farqlovchi reaksiya qaysi? Doskada: 4 reaksiya. Tipik xato: 101-betda analgin FeCl3 bilan ’qizil pushti’, 230-betda ’binafsha’: slaydda 230-bet varianti. Alkaloid cho‘ktiruvchi reaktivlar bilan ham cho‘kma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UB spektr bilan chinlik qanday tasdiqlanadi? (Maksimum 258 nm.) Doskada: 258 nm. Tipik xato: UB qiymatlarini molyar ε deb yozish; malaka materiallarida ε deb berilgan qiymatlar aslida A(1%,1 sm) ekanligi (E2) hisobga olinsin.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kamera nima uchun avval to‘yintiriladi? Doskada: 5 qutili sxema. Tipik xato: plastinkani to‘yinmagan kameraga joylash. Eslatma: toks 101 da tizim ’xloroform-aseton (9:1)’ deb teskari tartibda yozilgan; ratsio bir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tartibni to‘g‘ri tuzing. Doskada: 6 qadam. Tipik xato: purkashni ko‘tarilishdan oldin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 qiymati nima uchun bir xil oraliqda? (Kitobda uchala modda uchun bitta oraliq berilgan; talaba o‘z Rf ini hisoblab daftarga yozadi.) Doskada: Rf = a/b. Tipik xato: Rf ni dog‘ chetidan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xromotrop kislota qaysi modda uchun xos? Doskada: 3 usul. Tipik xato: mashg‘ulot nomidagi ’FEK’ ni faqat analginga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1-masala dastlabki tekshirish natijasi (Trindler) qaysi moddani ko‘rsatadi? 2-masalada pushti rang va qizil peshob qaysi pirazol hosilasini taxmin qildiradi? (Antipirin va amidopirin slaydlari bilan bog‘lang.) Doskada: ikki masala. Tipik xato: bitta dastlabki reaksiya asosida xulosa yozish. Kitobda: «Fe(NO2)» (xato) — Fe(NO3)3.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metgemoglobinemiya va qizil peshob qaysi moddani taxmin qildiradi? Doskada: muammo-sabab-yechim jadvali. Tipik xato: javobni kitobdan izlash: javob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savollarga javoblarni 3-24-slaydlar bilan bog‘lang. Doskada: 4 savol. Tipik xato: oxirgi savolga javob kitobda 100-betdagi oksidlanish sxemasiga (oksiamidopirin) asoslanadi.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savollarga slaydlar bilan javob bering. Doskada: 5 savol. Tipik xato: javoblarni kitobdan izlash.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reaksiyalar jadvali (modda, reaktiv, rang), YuQX Rf va xulosani yozadi. Muhokama: 3 asosiy xulosa. Doskada: rang jadvali. Tipik xato: rang natijalarini boshqa modda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Fenatsetin, salitsil va atsetilsalitsil kislota, pirazol hosilalari (YuQX-skrining, UB-SF)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kislotali muhitda organik erituvchiga o‘tuvchi neytral va kuchsiz asosli moddalarning toksikologik ahamiyati va tahlil usullarini o‘rgatish.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1: fenazon (antipirin), propifenazon (amidopirin), metamizol natriy (analgin), fenilbutazon (butadion): toksikologik ahamiyati.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2: fenatsetin, salitsil kislotasi, atsetilsalitsil kislotasining toksikologik ahamiyati.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3: ularning tahlil usullari (YuQX-skrining, UB-spektrofotometriya).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fenatsetin va pirazol hosilalarini toza eritmalarda hamda noma’lum tarkibdagi eritmada sifat reaksiyalari bilan aniqlash sharoitini o‘zlashtiradi.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 ish daftariga yoziladi va o‘qituvchidan tasdiqlatiladi.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materiallar; maxsus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Dars xaritasi: fenatsetin, salitsil kislota, pirazol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fenatsetin, salitsil kislota, atsetilsalitsil kislota va pirazol hosilalarining toksikologik ahamiyati va tahlil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gidroliz mahsulotlari bo‘yicha, salitsil kislota temir(III) xlorid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Antipirin, amidopirin va analgin nitrit, FeCl3, AgNO3, benzoxinon va YuQX bilan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antipirin, amidopirin va analgin Rf = 0,15-0,17 oralig‘ida xos rangli dog‘lar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Neytral va kuchsiz asoslar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Fenatsetin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Azobo‘yoq, CrO3, nitrolash  ·  UB 250 nm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Salitsil kislota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Fe(III) xlorid, pH ga bog‘liq  ·  Bromli suv, metilsalitsilat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Pirazol hosilalari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Antipirin, amidopirin  ·  Analgin, butadion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Fizik-kimyoviy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YuQX, Rf = 0,15-0,17  ·  UB-spektrofotometriya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Dars xaritasi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228, 229, 230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DVSSM: 3- va 4-laboratoriya mashg‘ulotlari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3-mashg‘ulot: fenatsetin, salitsil va atsetilsalitsil kislotalarni ekstraktda tahlil qilish (FEK usulida miqdor tahlili).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4-mashg‘ulot: ekstraktda pirazol hosilalari moddalarini tahlil qilish (YuQX-skrining va UB-spektrofotometriya).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3-mashg‘ulotda natijalar ish daftariga yoziladi va o‘qituvchidan tasdiqlatiladi.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3-mashg‘ulot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Fenatsetin, salitsil, atsetilsalitsil k-ta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Miqdor: FEK usuli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4-mashg‘ulot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Antipirin, amidopirin, analgin, butadion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YuQX-skrining va UB-SF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DVSSM mashg‘ulotlari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234, 237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oq kristall kukun: suvda qiyin, organik erituvchilarda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tushiruvchi, og‘riq qoldiruvchi va shamollashga qarshi ta’sir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 dozada metgemoglobinemiya, anemiya va nefrit kasalliklarini chaqirishi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gidrolizlanib p-aminofenol hosil bo‘ladi; to‘liq gidrolizlanmasa kuchli zaharli n-fenetidin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Fenatsetin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Gidroliz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p-aminofenol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Oksidlanish: xinonimin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Metgemoglobinemiya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 metabolizmi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Fenatsetinni azobo‘yoq reaksiyasi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Gidrolizda birlamchi aromatik amin hosil bo‘ladi, shuning uchun azobo‘yoq reaksiyasi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Natija: eritma qizil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kimyoviy tenglamasini yozing.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tomchi, bug‘latiladi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kons. HCl, qizdirish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Sovitib, 1% NaNO2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β-naftol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Azobo‘yoq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xrom angidrid va nitrolash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angidridi: 5-6 tomchi xloroformli eritma quritiladi, 1 ml kons. HCl bilan 5 daqiqa qaynatiladi, sovigach 2% CrO3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Natija: p-aminofenol oksidlanishidan to‘q qizil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Nitrofenatsetin: qoldiqqa 20% nitrat kislota qo‘shib qizdirilsa, sariq-qo‘ng‘ir rang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554"/>
                <a:gridCol w="1805561"/>
                <a:gridCol w="192785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Azobo‘yoq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NaNO2 1%, β-naftol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Xrom angidridi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CrO3 2%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Nitrolash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HNO3 20%, qizdirish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228, 229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UB-spektr va mikrokristallar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Fenatsetinning etil spirtidagi eritmasi UB nurlarini 250 nm to‘lqin uzunligida maksimum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mis yod kompleksi bilan o‘ziga xos mikrokristallar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azobo‘yoq reaksiyasi asosida fotokolorimetrik (FEK yoki SF)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97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 maksimumlari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Fenatsetinning etil spirtidagi eritmasi UB nurlarini 250 nm da maksimum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kislotaning 0,5 n NaOH dagi eritmasi 300 nm, 0,1 n H2SO4 dagi eritmasi 302 nm da maksimal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Analginning 0,1 n HCl dagi eritmasi 258 nm da maksimal yutadi.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Fenatsetin (etanol)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Salitsil (0,5n NaOH)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Salitsil (0,1n 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302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Analgin (0,1n HCl)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258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UB-spektr maksimumlari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230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 va salitsil kislota: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oq kristall kukun, suvda qiyin, organik erituvchilarda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sovuq suvda yomon, issiq suvda juda yaxshi eriydi; 159 °C da suyuqlanadi.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gidroliz mahsulotlari bo‘yicha, salitsil kislota temir ioni bilan komplekslar orqali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 maksimumlari: fenatsetin 250 nm; salitsil kislota 300 nm (0,5 n NaOH) va 302 nm (0,1 n H2SO4).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Fenatsetin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Neytral, oq kristall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Gidroliz → p-aminofenol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Azobo‘yoq, CrO3, nitrolash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UB 250 nm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Salitsil kislota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xossa; 159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Fe(III) xlorid: zangori-binafsha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Bromli suv; metil salitsilat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UB 300 / 302 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Fenatsetin va salitsil kislota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97, 98, 228, 229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Mayda ninasimon, yengil, hidsiz kristall; nordon-shirin mazali.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Sovuq suvda yomon, issiq suvda juda yaxshi, spirt va efirda yaxshi eriydi; 159 °C da suyuqlanadi.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bilan haydaladi, shuning uchun biologik ob’ektdan suv bug‘i bilan ham ajratish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Aspirin, salol kabi dorilar olishda ishlatiladi; oziq-ovqatlarni konservalashda ishlatilishi davlat tomonidan bekor qilingan.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kislota: zaharlanish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Zaharlanishda bosh og‘rishi, bosh aylanishi, quloqlarda g‘uvullash va eshitish susayishi, ich ketishi, qusish, kollaps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Mide-ichakdan qonga tez so‘riladi; asosan (80%) buyraklar orqali chiqadi, 24 soat ichida batamom chiqib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Qolgan 20% to‘qimalarda metabolizmga uchrab, digidroksibenzoy va trigidroksibenzoy kislotalar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Ob’ektdan qutbli erituvchilar yordamida kislotali muhitda ajratib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Buyrak orqali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Metabolizm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To‘liq chiqish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Salitsil kislota: chiqarilish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kislota: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asosan tibbiyotda va farmatsevtika sanoatida aspirin, salol kabi dorilar olishda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Oziq-ovqatlarni konservalash uchun ishlatilgan, ammo zaharli ta’siri sababli bu davlat tomonidan bekor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Uni aniqlash uchun oziq-ovqat mahsulotlari ham sud-kimyo laboratoriyasiga ashyoviy dalil sifatida yuborilishi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Salitsil kislota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Tibbiyot, sanoat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Aspirin  ·  Salol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Oziq-ovqat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Konservalash bekor qilingan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Ashyoviy dalil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Oziq-ovqat mahsulotlari ham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Salitsil kislota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kislota: temir (III) xlorid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temir (III)-xlorid bilan zangori-binafsha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 tarkibi va rangi pH ga bog‘liq.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036"/>
                <a:gridCol w="1927859"/>
                <a:gridCol w="216408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Kompleks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1,8-2,5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monosalitsilat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4-8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disalitsilat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8-11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trisalitsilat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Fe(III)-salitsilat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Fe(III) reaksiyasining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fenol gidroksilini bog‘lovchi moddalar (maltol va b.) bo‘lmaganda xarakterlidir.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rang spirt ta’sirida o‘chmaydi (fenoldan farqi).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Bromli suv salitsil kislota borligida oq cho‘kma (tribromfenol) beradi va CO2 ajraladi, lekin reaksiya salitsil kislotaga xos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Bromli suv reaksiyasining sezgirligi 1:40000; manfiy natija salitsil kislota yo‘qligini ko‘rsatadi.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Fe(III) xlorid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Fenol OH bog‘lovchi (maltol) bo‘lmasa xarakterli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Rang spirt ta’sirida o‘chmaydi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Fenoldan farqi shu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Bromli suv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 cho‘kma tribromfenol + CO2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Salitsil kislotaga xos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Sezgirlik 1:40000; manfiy ahamiyat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Fe(III) va bromli suv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99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kislotani aniqlashning boshqa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 va konsentrlangan sulfat kislota bilan qizdirilsa, metil salitsilat efirining xarakterli hidi seziladi (metil o‘rniga etil spirti ham mumkin).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0,5 n NaOH dagi eritmasi 300 nm, 0,1 n H2SO4 dagi eritmasi 302 nm da maksimal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ishqor bilan titrlash, bromatometrik usul yoki UB-spektrofotometriya.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955"/>
                <a:gridCol w="260201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 + H2SO4 (qizdirish)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salitsilat efiri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UB: 0,5 n NaOH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 300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UB: 0,1 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 302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Miqdori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Titrlash, bromatometriya, UB-SF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Salitsil kislota: boshqa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99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Temir(III) xlorid bilan pH ga bog‘liq rang; bromli suv bilan tribromfenol cho‘kmasi.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salitsilat efiri hidi va UB-spektr maksimumlari (300 va 302 nm).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va peshobda dastlabki tekshirish uchun Trindler reaktivi va Fe(NO3)3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Bromli suv reaksiyasining sezgirligi salitsil kislotaga nisbatan 1:40000 ga teng.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Salitsil kislota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Fe(III) xlorid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pH 1,8-2,5; 4-8; 8-11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Bromli suv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Tribromfenol, 1:40000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Efir hosil qilish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Metil spirti + H2SO4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UB-spektr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300 nm; 302 nm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va peshob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Trindler, Fe(NO3)3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Salitsil kislotani aniqlash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99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peshobni salitsil kislotaga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Trindler reaktivi [HgCl2 va Fe(NO3)3] peshob yoki qon zardobiga qo‘shilsa, salitsil kislota borligida qizil-alvon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 nitratning nitrat kislotadagi eritmasi peshob yoki qon zardobiga tomizilsa, qizil-alvon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reaksiya ham dastlabki tekshirish uchun tavsiya etilgan.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004"/>
                <a:gridCol w="1547440"/>
                <a:gridCol w="1573530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Trindler (HgCl2 + Fe(NO3)3)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Peshob, qon zardobi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Qizil-alvon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Fe(NO3)3 (HNO3 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Peshob, qon zardobi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Qizil-alvon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Dastlabki tekshirish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Pirazol hosilalari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Fenazon (antipirin), propifenazon (amidopirin), metamizol natriy (analgin), fenilbutazon (butadion).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Mashg‘ulotda antipirin, amidopirin, analgin toza va noma’lum eritmada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360"/>
                <a:gridCol w="28706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Nomi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Kimyoviy nomi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Antipirin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fenazon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Amidopirin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propifenazon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Analgin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metamizol natriy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Butadion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fenilbutazon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228; Yuldashev Z.A., Nurmatova M.I., Toksikologik kimyo modulidan o‘quv-uslubiy majmua, betlar: 237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ahamiyati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 haroratini pasaytiruvchi, og‘riq qoldiruvchi; rangsiz kristall, suv, spirt va xloroformda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Hazm a’zolaridan tez so‘rilib, 1-2 soat ichida qonda maksimal konsentratsiyaga yetadi.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30-40% glyukuron kislotasi bilan birikib glyukuronid holida ajraladi; bir qismi 4-gidroksiantipirin; 5% o‘zgarmagan holda peshob bilan.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Antipirin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Qonda maksimum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1-2 soat ichida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Glyukuronid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30-40% glyukuron kislotasi bilan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Gidroksillanish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4-gidroksiantipirin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O‘zgarmagan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5% peshob bilan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Antipirin metabolizmi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 va analgin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Amidopirinning toksikologik ahamiyati antipirinnikiga o‘xshash.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4-aminoantipirin, metilaminoantipirin, qizil rubazon va metilrubazon kislotalariga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 uchun katta doza qabul qilgan kishining peshobi qizil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Analginning qo‘llanilishi va toksikologik ahamiyati antipiringa o‘xshash.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Amidopirin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4-aminoantipirin, metilaminoantipirin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rubazon, metilrubazon k-talari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qizil rangga bo‘yaladi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Amidopirin metabolizmi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100,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 va amidopirin: nitrit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eritmaga bir necha tomchi 10% sulfat kislota va 2-3 tomchi to‘yingan NaNO2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Aralashmada amidopirin binafsha rangi ortiqcha nitritda o‘chib, ko‘k-yashil rang chiqadi.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Antipirin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Amidopirin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Antipirin + β-naftilamin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pirazolon bo‘yog‘i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NaNO2 + H2SO4 bilan 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nitrozo- hosila va pirazolon bo‘yog‘i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nitrit bilan kislotali muhitda antipirin yashil rangli nitrozoantipirin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ko‘p bo‘lsa, yashil cho‘kma tushishi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Nitrozoantipiringa β-naftilamin ta’sir ettirilsa, qizil rangli pirazolon bo‘yog‘i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Antipirin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NaNO2 + HCl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Nitrozoantipirin (yashil)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Kislotali muhit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+ β-naftilamin: qizil pirazolon bo‘yog‘i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Antipirin + nitrit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oksidlanish va xromotrop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 oksidlanib, qizg‘ish rangli oksiamidopiringa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 amidopirinni parchalab formaldegid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 xromotrop kislota bilan pushti rang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Amidopirin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Konts. H2SO4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Xromotrop kislota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Pushti rang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Amidopirin → formaldegid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peshob: amidopirin oksidlanish mahsulotlari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Amidopirin + xromotrop kislota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100, 101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 va amidopirin: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Nitrit (H2SO4 muhitida): antipirin — ko‘k-yashil, amidopirin — binafsha.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FeCl3: antipirin — qizil (ferripirin), amidopirin — binafsha; rang reaktiv ortiqchasida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 kumush nitratni qaytaradi (pushti rang va qora cho‘kma); sulfat va xromotrop kislota bilan pushti rang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Antipirin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NaNO2: ko‘k-yashil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FeCl3: qizil (ferripirin)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β-naftilamin: qizil bo‘yoq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Amidopirin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NaNO2: binafsha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FeCl3: binafsha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AgNO3 qaytariladi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Xromotrop k-ta: pushti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Antipirin va amidopirin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101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Pirazol hosilalari: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tana haroratini pasaytiruvchi, og‘riq qoldiruvchi; mahalliy qo‘llanganda qonni to‘xtatish xususiyati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Amidopirinning toksikologik ahamiyati antipirinnikiga o‘xshash.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Analginning qo‘llanilishi va toksikologik ahamiyati antipiringa o‘xshash.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Antipirin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Harorat tushiruvchi, og‘riq qoldiruvchi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Qonni to‘xtatadi (mahalliy)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Amidopirin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Antipirinnikiga o‘xshash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peshob (rubazon)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Analgin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Antipiringa o‘xshash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Benzoxinon bilan FEK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Pirazol hosilalari: ahamiyat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99, 100, 101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 va amidopirin: FeCl3 va AgNO3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eritmaga 0,5 ml 5% temir (III)-xlorid: antipirin - qizil (ferripirin), amidopirin - binafsha.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reaktivning ortiqcha miqdori ta’sirida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eritma + 3-5 tomchi 1% AgNO3, suv hammomida 3-5 daqiqa qizdirilsa, binafsha rang amidopirinni bildiradi.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984"/>
                <a:gridCol w="198299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Sinov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Antipirin + FeCl3 (5%)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(ferripirin)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Amidopirin + FeCl3 (5%)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Amidopirin + AgNO3 (qizdirish)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FeCl3 va AgNO3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229, 230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Benzoxinonning sirka kislotadagi eritmasi bilan qizil olcha rangli mahsulot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(III)-xlorid ta’sirida tez o‘chib ketuvchi binafsha rangli mahsulot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Nessler reaktivi bilan qizil-sariq cho‘kma; xloramin B va suyultirilgan HCl bilan sariq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KIO3 va HCl bilan qizil rang, ortiqcha reaktivda to‘q qizil va qo‘ng‘ir cho‘kma.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781"/>
                <a:gridCol w="2993193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Benzoxinon (sirka k-ta)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olcha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 o‘chuvchi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Nessler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Qizil-sariq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KIO3 +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Qizil; ortiqchasida 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Xloramin B +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Analgin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Analginning 0,1 n xlorid kislotadagi eritmasi 258 nm to‘lqin uzunligida maksimal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ham xuddi shu qiymat: 0,1 n HCl da 258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benzoxinon bilan hosil qilgan rangi asosida FEK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230, 101; Yuldashev Z.A., Nurmatova M.I., Toksikologik kimyo modulidan o‘quv-uslubiy majmua, betlar: 238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usuli: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Start chizig‘iga antipirin, amidopirin, analgin spirtli eritmalari 1 sm oraliqda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Kamera atseton-xloroform (1:9) bilan to‘yintiriladi, plastinka kameraga joylanadi.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 10 sm ko‘tarilgach, plastinka olinib, xona haroratida quritiladi va FeCl3 eritmasi purkaladi.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KSK plastinka, start chizig‘i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Tomizish (1 sm oraliq)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Aseton-xloroform 1:9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sm ko‘tarilish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FeCl3 purkash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bosqichlar ketma-ketligi (blits)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Blits usuli: YuQX da analginni aniqlash bosqichlarini to‘g‘ri ketma-ketlikda joylashtirish topshirig‘i (12 bosqich).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Tayyorgarlik: plastinka tanlash, start chizig‘i, erituvchilar sistemasi, kamerani to‘yintirish, ajratmani tomizish.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Keyin: plastinkani kameraga joylash, 10 sm ko‘tarilish, front chizig‘i, purkash va Rf ni aniqlash.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Tayyorgarlik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Plastinka, start chizig‘i, aseton-xloroform sistemasi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Kamerani to‘yintirish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Sistema bilan bir necha 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Tomizish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Ajratma start chizig‘iga 1 sm oraliqda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Ko‘tarilish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Sistema plastinka bo‘ylab 10 sm ko‘tariladi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Quritish, purkash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Xona haroratida quritib, FeCl3 purkash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Rf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Rf = a / b; dog‘ rangi va Rf daftarga yoziladi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YuQX bosqichlari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230-231, 230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 va 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= 0,15-0,17 oralig‘ida xos rangli dog‘lar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- qizil, amidopirin - binafsha, analgin - ko‘k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purkalganda analgin qo‘ng‘ir dog‘ beradi; standart modda dog‘i bilan solishtiriladi.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= a / b: a - start chizig‘idan dog‘ markazigacha, b - start chizig‘idan finish chizig‘igacha masofa.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2266275"/>
                <a:gridCol w="151085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 rangi (FeCl3)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Antipirin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0,15-0,17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Amidopirin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0,15-0,17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Analgin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0,15-0,17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natijalari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Pirazol hosilalari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Antipirin pikrin kislota bilan cho‘kma hosil qiladi; ortiqcha pikrin kislota titrlanadi. Boshqa usul - UB-spektrofotometriya.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Amidopirin bromfenol ko‘ki bilan kompleksi asosida ekstraksion fotometrik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Amidopirin sulfat va xromotrop kislota bilan pushti rang beradi (konsentrlangan H2SO4 da formaldegid hosil bo‘lishi tufayli).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100, 101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2009-yilda tug‘ilgan N. peshobiga HgCl2 va Fe(NO3)3 qo‘shilganda qizil-alvon rang hosil bo‘ldi: qaysi modda bilan zaharlangan? To‘liq tahlilini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Vaziyatli masala: sovuq kunda bemor ko‘p achchiq dori ichgan; peshobi qizil-qo‘ng‘ir; ajralmaga H2SO4 va xromotrop kislota qo‘shilsa, pushti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16-keys topshirig‘i: ob’ektdan moddani ajratib olish va kimyo-toksikologik tahlil tartibini ko‘rsating.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232, 231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17-keys: qizil peshob va metgemoglobinemiya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17-keys: sud-kimyo ekspertizasiga 10 ml peshob namunasi keltirilgan, peshob rangi qizil.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Buyraklarda nefrit alomatlari, qon tahlili metgemoglobinemiyani ko‘rsatgan.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qaysi moddalarga tahlil olib borish zarurligini bayon etish va sud-kimyo tahlilini o‘tkazish.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nima uchun kislotali muhitda organik erituvchi qatlamiga o‘tadi? Uning toksikologik ahamiyati?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Fenatsetinni azobo‘yoq, xrom angidridi va nitrozofenatsetin hosil qilish reaksiyalari tenglamalarini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Temir (III)-xlorid bilan antipirin, amidopirin va analgin qanday mahsulot hosil qiladi, ularni farqlash mumkinmi?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Amidopirin muddatidan ortiq saqlansa, qanday struktur o‘zgarishga uchrashi mumkin? Formulasi bilan tushuntiring.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232, 233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Fenatsetinni YuQX usulida aniqlash mumkinmi?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Pirazol hosilasiga qaysi moddalar kiradi va ularning toksikologik hamda narkologik ahamiyati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Nitrit kislotasi bilan pirazol hosilalari qanday mahsulot hosil qiladi, ularni farqlash mumkinmi?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Pirazol hosilalarini YuQX usulida aniqlashda qaysi reaktivlarni qo‘llash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Pirazol hosilalarini aniqlashda yana qanday reaksiyalar qo‘llanadi?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232, 233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gidroliz mahsulotlari (azobo‘yoq, CrO3 bilan to‘q qizil, nitrolash) va UB 250 nm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Fe(III) bilan pH ga bog‘liq rang beradi; UB: 300 va 302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Antipirin, amidopirin, analgin nitrit, FeCl3, AgNO3, benzoxinon va YuQX (Rf = 0,15-0,17) bilan farqlanadi.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228-229, 229, 229-230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organizmda qisman metabolit holida, qisman glyukuronid va sulfat bilan konyugat holida peshob orqali ajraladi.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bilan metil spirti o‘rniga etil spirti ham ishlatilishi mumkin; efir hidi xarakterli.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va amidopirin birga bo‘lsa, nitrit ortiqcha bo‘lganda avval amidopirinning binafsha rangi chiqib, keyin ko‘k-yashil rang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va uning metil efiri spirtli ichimlik o‘rniga ichilganda ham baxtsiz hodisalar kelib chiqqan.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Fenatsetin, salitsil va atsetilsalitsil kislota, pirazol hosilalari (YuQX-skrining, UB-SF)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97-101, 228-233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234-238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