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Bosqichlar kitob (toks 191, 269) va Shimadzu/SCION sahifalaridan yig‘ilgan umumiy tartib. Aniq qurilma (Shimadzu GCMS) menyusi uchun foydalanuvchi qo‘llanmasi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48-betda «elektron tashuvchi» deb yozilgan; «ushlovchi» (189-bet) deb olindi.</a:t>
            </a:r>
          </a:p>
          <a:p/>
          <a:p>
            <a:r>
              <a:t>Tekshirish kerak (manbada noaniq):</a:t>
            </a:r>
          </a:p>
          <a:p>
            <a:r>
              <a:t>- Tuzilishi bo‘yicha katarometr, alangali ionlanish, elektron ushlovchi va termoion detektorlar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Qiymatlar SCION texnik eslatmasidagi misol; boshqa asbobda sozlamalar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 ionlarni intensivlik tartibida ro‘yxatlaydi; «farqlanadi» xulosasi o‘qituvchining sharhi, uncertain.</a:t>
            </a:r>
          </a:p>
          <a:p/>
          <a:p>
            <a:r>
              <a:t>Tekshirish kerak (manbada noaniq):</a:t>
            </a:r>
          </a:p>
          <a:p>
            <a:r>
              <a:t>- Ikkalasida 58 m/z asosiy; qolgan ionlar tartibi va to‘plami farqlanadi.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Cho‘qqilar kitobdagi tartibda berilgan; kitobda intensivlik tartibi ekanligi aytilmagan.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Tekshirish kerak (manbada noaniq):</a:t>
            </a:r>
          </a:p>
          <a:p>
            <a:r>
              <a:t>- Morfin miqdori GX-MS yoki YuSSX-MS bilan aniqlanadi; kitobda sezgirlik «10-11» deb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 bu usulni sintetik piretroidlar bo‘limida beradi; boshqa moddalar uchun sharoit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Derivatizatsiya kitobda antidepressantlar misolida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 «10C/daq» va «30C/daq» yozilgan: daraja belgisi «0» bo‘lib qolgan (kitob_ziddiyatlari): 1 va 3 °C/daq. 3 °C/daq — o‘xshashlik asosida, uncertain.</a:t>
            </a:r>
          </a:p>
          <a:p/>
          <a:p>
            <a:r>
              <a:t>Tekshirish kerak (manbada noaniq):</a:t>
            </a:r>
          </a:p>
          <a:p>
            <a:r>
              <a:t>- Termostat 180 °C dan 220 °C gacha 1 °C/daq tezlikda dasturlanadi, so‘ng 245 °C gacha 3 °C/daq.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Asbob xavfsizligi (gaz, vakuum, tuning) bo‘yicha manba topilmadi.</a:t>
            </a:r>
          </a:p>
          <a:p/>
          <a:p>
            <a:r>
              <a:t>Tekshirish kerak (manbada noaniq):</a:t>
            </a:r>
          </a:p>
          <a:p>
            <a:r>
              <a:t>- GX-MS asbobining xavfsizlik va tuning qoidalari bu deckda berilmagan — ishlab chiqaruvchi qo‘llanmasi talab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Egasidan: qaysi GX-MS modeli (Shimadzu GCMS-QP?) va ish kompyuteri ekran suratlari kerak.</a:t>
            </a:r>
          </a:p>
          <a:p/>
          <a:p>
            <a:r>
              <a:t>Tekshirish kerak (manbada noaniq):</a:t>
            </a:r>
          </a:p>
          <a:p>
            <a:r>
              <a:t>- Shimadzu GX-MS menyu va sozlamalari (tuning, harorat, ionlar) bu deckda berilmadi.</a:t>
            </a:r>
          </a:p>
          <a:p>
            <a:r>
              <a:t>- Ochiq texnik sahifalar umumiy printsiplarni beradi; aniq model qo‘llanmasi alohida yuklab olinadi.</a:t>
            </a:r>
          </a:p>
          <a:p>
            <a:r>
              <a:t>- Ilovaga o‘z asbobingiz fotosuratlari va ekran suratlari keyin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Kokaetilenning kelib chiqishi kitobda tushuntirilmagan; muhokama uchun ochiq savol.</a:t>
            </a:r>
          </a:p>
          <a:p/>
          <a:p>
            <a:r>
              <a:t>Tekshirish kerak (manbada noaniq):</a:t>
            </a:r>
          </a:p>
          <a:p>
            <a:r>
              <a:t>- Topshiriq: tahlilning interpretatsiyasini o‘tkazish; kitobda tayyor izoh berilmagan — ustoz bilan muhokama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Savollar kitob nazorat savollari (toks 192) va SCION eslatmasi asosida.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GX-MS da ishlash usullari: asoslar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Reja va tayanch so‘zlar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usullar: YuQX, GSX, GelX, YuSSX, GX-MS, YuSSX-MS.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GX-MS — gaz-xromato-mass-spektrometriya; YuSSX-MS — yuqori samarali suyuqlik xromatografiya-mass spektrometriya.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Tayanch so‘zlar: EI, m/z, TIC, scan, SIM, ushlanish vaqti, kutubxona qidiruvi.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Ob’ektdan ajratib olish (ekstraksiya)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Kalibrlash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Ichki standart, o‘lchov jadvali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Dozatorga yuborish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O‘lchash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Scan yoki SIM rejimi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Hisoblash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Cho‘qqi, kutubxona qidiruvi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 daftari va jadvalga yozish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GX-MS ishlash tartibi (umumlashtirilgan)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10, 4; Shimadzu Corporation., GC/MS Basics, betlar: How does GC/MS work?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GX-MS — gaz-xromato-mass-spektrometriya.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MS — GX detektorlaridan biri; boshqalardan farqi: sifat va miqdor tahlilini birga bajaradi.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Kolonkadan chiqqan modda ionlanadi, ionlar vakuumda massa/zaryad (m/z) bo‘yicha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GX (FID, katarometr)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Sifat — ushlanish vaqti bo‘yicha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Cho‘qqi — modda belgisi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Tuzilma haqida ma’lumot yo‘q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GX-MS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Ushlanish vaqti + mass-spektr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 cho‘qqining spektri bor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Kutubxona bilan solishtirish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 taqqosi (toks 189; Shimadzu)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4; Shimadzu Corporation., GC/MS Basics, betlar: How does GC/MS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blok-sxemasi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 qismi moddalarni ajratadi: dozator, kolonka, termostat (toks 188).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MS qismi ionlaydi, m/z bo‘yicha ajratadi va ion intensivligini o‘lchaydi.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Yakuniy natija — mass-xromatogramma va har bir cho‘qqining mass-spektri.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 (termostat)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Ion manbai (EI)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Massa-analizator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Detektor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Xromatogramma, spektr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yo‘li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188; Shimadzu Corporation., GC/MS Basics, betlar: How does GC/MS work?; Shimadzu Corporation., Overview of GC/MS, betlar: Mass chromatogram, 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qismi: tashuvchi gaz va 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Tashuvchi gaz sifatida inert gazlar: azot, geliy, argon.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U, spiral yoki halqa shaklida; uzunligi 2–20 m; shisha, mis, latun yoki po‘latdan.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kolonka zichligi, sorbent tabiati, gaz tezligi va harorat doimiyligiga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manbai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Reduktor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Termostat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 qismlari (toks 188)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189, 188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detektorlari va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Tuzilishi bo‘yicha katarometr, alangali ionlanish, elektron ushlovchi va termoion detektorlar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Katarometr toza qo‘zg‘aluvchi gaz bilan modda aralashmasi orasidagi issiqlik o‘tkazish farqini aniqlaydi.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Detektordagi o‘zgarish elektr impulsga aylanadi; yozuvchi lentadagi egri chiziq (xromatogramma) modda sifati va miqdorini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MS — GX detektorlaridan biri; boshqalardan farqi: sifat va miqdor tahlilini birga bajaradi.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GX detektorlari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Katarometr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Issiqlik o‘tkazuvchanlik farqi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Alangali ionlanish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Elektron ushlovchi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Termoion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Mass-spektrometr (MS)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Sifat va miqdorni birga beradi  ·  Ionlarni m/z bo‘yicha ajratadi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Detektorlar (toks 48; Shimadzu)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48; Shimadzu Corporation., GC/MS Basics, betlar: How does GC/MS work?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Namunani kiritish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Dozator tiqinchalarining zichligi sovun eritmasi bilan tekshiriladi: pufakcha chiqmasligi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Mikroshpritsni tekshirish: 0,5 mkl aseton filtr qog‘oziga tomiziladi; tomchi bo‘lmasa qayta kalibrlanadi.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havo-gaz qismidan shprits bilan olinib, dozator blokiga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Tiqin tekshiruvi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Sovun eritmasi, pufakcha yo‘q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Mikroshprits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0,5 mkl aseton sinovi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Shpritsga olinadi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Yuborish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Dozator blokiga tez yuboriladi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Kiritish (toks 190–191; GX asoslari)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190, 191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Ajralish va taqsimlanish koeffitsiyenti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Moddalarning ajralish samaradorligi ularning taqsimlanish koeffitsiyentiga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Taqsimlanish koeffitsiyenti K = C(suyuq) / C(gaz); K katta bo‘lsa, modda suyuq fazada uzoqroq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Qaynash harorati past moddalar odatda erta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Kichik 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 fazada kam ushlanadi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Kolonkadan erta chiqadi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Odatda past qaynash harorati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Katta 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 fazada uzoq qoladi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Kolonkadan kech chiqadi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Ushlanish va K (Shimadzu)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188; Shimadzu Corporation., Retention Time and Retention Index, betlar: Qualitative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Ushlanish vaqti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vaqti — namuna yuborilgandan modda cho‘qqisigacha bo‘lgan vaqt.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xil sharoitda ushlanish vaqti modda sifatini aniqlovchi parametr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Dasturlangan haroratda n-alkanlar yordamida chiziqli ushlanish indeksi (LRI) hisoblanadi.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yuborishdan cho‘qqigacha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Tuzatilgan vaqt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ushlanmagan modda cho‘qqisidan farq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Nisbiy ushlanish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taqqoslash cho‘qqisiga nisbat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n-alkanlar orqali indeks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parametrlari (Shimadzu)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Retention Time and Retention Index, betlar: Qualitative methods; Yuldashev Z.O., Umarova G.Q., Toksikologik kimyo, betlar: 189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Ion manbai: 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EI — GX-MS da eng ko‘p ishlatiladigan ionlanish rejimi; deyarli barcha asboblarda standart.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Elektron energiyasi odatda 70 eV; ion manbai odatda taxminan 200 °C da ishlaydi.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Ion manbaida bosim asosan tashuvchi gaz bilan belgilanadi, taxminan 10⁻² Pa dan past.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Elektron energiyasi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70</a:t>
            </a:r>
            <a:r>
              <a:rPr sz="1500" b="0">
                <a:solidFill>
                  <a:srgbClr val="6B7280"/>
                </a:solidFill>
                <a:latin typeface="Calibri"/>
              </a:rPr>
              <a:t>  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Manba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Manba bosimi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&lt; ~10⁻²</a:t>
            </a:r>
            <a:r>
              <a:rPr sz="1100" b="0">
                <a:solidFill>
                  <a:srgbClr val="6B7280"/>
                </a:solidFill>
                <a:latin typeface="Calibri"/>
              </a:rPr>
              <a:t>  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EI ion manbai (Shimadzu)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Ionization Modes: EI, betlar: Features of EI; Shimadzu Corporation., Ion Source, betlar: Structure of the ion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EI qanday ishlaydi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Qizdirilgan filamentdan chiqqan elektronlar neytral molekulalarni ionlaydi.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ionlar repeller elektrodidagi musbat kuchlanish bilan ion manbaidan itarib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Manbadagi magnitlar elektronlarni yo‘naltirib, ionlanish samaradorligini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Filament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Qizdiriladi, elektron chiqaradi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Elektron molekulaga uriladi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Ion hosil bo‘lishi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Molekulyar ion yoki fragmentlar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Repeller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Musbat kuchlanish ionlarni chiqaradi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EI bosqichlari (Shimadzu)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Ion Source, betlar: Structure of the ion 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70 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70 eV ishlatilishining asosiy sababi: ko‘p kutubxona spektrlari shu energiyada yozilgan.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Ion signali 70 eV atrofida eng kuchli; energiya pasaytirilsa, fragmentatsiya kamayadi va signal ancha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Taxminan 10 eV dan past energiyada ion hosil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70 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Kutubxonalar shu energiyada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Signal eng kuchli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Takrorlanuvchi spektr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Past energiya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Fragmentatsiya kam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Signal ancha past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~10 eV dan past ion yo‘q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Elektron energiyasi (Shimadzu)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Ionization Modes: EI, betlar: Features of EI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Molekulyar va fragment ionlar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Elektron urib chiqarilsa, molekula parchalanmay molekulyar ion (M⁺) hosil qilishi mumkin — u molekulyar massani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70 eV elektronlar molekulani parchalaydi: ortiqcha energiyadan fragment ionlar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Bog‘lar odatda zaif joyda uziladi, shu sababli fragmentlar tuzilma haqida ma’lumot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Molekulyar ion M⁺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Molekula elektron yo‘qotadi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Molekulyar massani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Fragment ionlar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Ortiqcha energiyadan hosil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Zaif bog‘lar 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Tuzilma haqida ma’lumot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Misol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CH4 → CH4⁺, CH3⁺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Uzun zanjirli uglevodorod: M⁺ kam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EI spektri (Shimadzu)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Ionization Modes: EI, betlar: Features of EI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Massa-analizator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Magnit sektorda ionlar halqa bo‘ylab uchadi; orbita radiusi massaga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Kvadrupolda to‘rt sterjenga RF va DC kuchlanish beriladi; ionlar massaga qarab turlicha tebranadi.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Uchish vaqti (TOF) analizatorida belgilangan masofani uchish vaqti massaga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Magnit sektor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Ionlar halqa orbitada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Radius massaga bog‘liq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Kvadrupol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4 sterjen, RF + DC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Tebranish orbitasi massaga bog‘liq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Uchish vaqti o‘lchanadi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Yengil ion oldin yetadi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Massa-analizatorlar (Shimadzu FAQ)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FAQ: measurement principles of MS, betlar: Mass analyzers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Kvadrupolning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Magnit sektorli asbob bajara oladigan, kvadrupol bajara olmaydigan yagona ish — millimass (aniq massa) tahlili.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barcha ishlarni kvadrupolli GX-MS bajara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Kvadrupolli asbobni chuqur MS bilimisiz ham ishlatish oson — eng katta afzalligi.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Magnit sektor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Millimass, yuqori aniqlik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Dioksin tahlili kabi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Kvadrupol (QPMS)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ishlarning hammasi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Ishlatish oson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Keng tarqalmoqda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Kvadrupol afzalligi (Shimadzu FAQ)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FAQ: QPMS advantages, betlar: Quadrupole vs magnetic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Scan va SIM rejimlari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Full scan tanlangan massa oralig‘idagi barcha ionlarni yozadi va TIC beradi; noma’lum modda uchun qulay.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 faqat belgilangan ionlarni belgilangan ushlanish vaqtida o‘lchaydi: sezgirligi yuqori, shovqin past.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 ma’lum moddalarni miqdoriy tahlil qilishga 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Hamma ionlar, massa oralig‘i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TIC va to‘liq spektr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Noma’lumni aniqlash, sifat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tanlangan ionlar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Sezgirlik yuqori, shovqin past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Ma’lum modda, miqdor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Scan va SIM (SCION texnik eslatmasi)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SCION Instruments., Technical Note: Full Scan and SIM in a Single MSWS Method, betlar: 1–2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SIM: ionlarni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 da kvantifikator va kvalifikator ionlar tanlanadi — yolg‘on musbat natijani kamaytiradi.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Kvantifikator odatda spektrdagi eng ko‘p ion; kvalifikator — 2- va 3- eng ko‘p ionlar.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 va dwell vaqti ma’lumot nuqtalari yetarli bo‘lishi uchun optimallanadi.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Spektrni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Ma’lum modda spektri va ushlanish vaqti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Kvantifikator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Eng ko‘p 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Kvalifikatorlar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2- va 3- eng ko‘p ionlar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Vaqt oynasi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Moddaning ushlanish vaqti atrofida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Dwell va sikl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Nuqtalar yetarli bo‘lsin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 sozlash (SCION texnik eslatmasi)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SCION Instruments., Technical Note: Full Scan and SIM in a Single MSWS Method, betlar: 1–2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Full Scan va SIM bitta usulda: sozlama misoli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MSWS usulida Full Scan va SIM bir yurishda birga ishlatiladi: Full Scan 5–30 daqiqada 50–500 massalarni skanerlaydi.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 oynalari alohida birikmalar uchun beriladi: masalan, naftalin 8,53 daq (±0,50) da 50 ms davomida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 cho‘qqisini yozmaslik uchun yig‘ish kechikishi 5 daqiqaga o‘rnatilgan.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1-nuqtada skan 250 ms; 2-nuqtada (8,20 daq dan, 0,5 daq oyna) Full Scan 250 ms + SIM 50 ms = 300 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Full Scan vaqti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5–30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Massa oralig‘i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50–500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Naftalin SIM oynasi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8,53 ± 0,50</a:t>
            </a:r>
            <a:r>
              <a:rPr sz="12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Yig‘ish kechikishi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1-nuqta skani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2-nuqta (250 + 50)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SCION MSWS misoli (1–2-bet)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SCION Instruments., Technical Note: Full Scan and SIM in a Single MSWS Method, betlar: 1–2,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Bitta usulda ikki rejim: afzallik va kamchilik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Afzalligi: tahlil bir marta bajariladi, umumiy vaqt kamayadi va namuna kamroq sarflanadi.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ikki rejimda skanerlash sezgirlikning ma’lum darajada yo‘qolishiga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ma’lumot to‘plami hosil bo‘ladi; ishlov berish tajribali foydalanuvchiga ko‘proq mos.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 va dwell vaqti ma’lumot nuqtalari yetarli bo‘lishi uchun optimallanadi.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Afzalliklari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Tahlil bir marta bajariladi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Umumiy vaqt kamayadi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Namuna kamroq sarflanadi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Kamchiliklari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Sezgirlik qisman yo‘qoladi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Ikki ma’lumot to‘plami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Ishlov berish murakkabroq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Scan + SIM (SCION, 2-bet)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SCION Instruments., Technical Note: Full Scan and SIM in a Single MSWS Method, betlar: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 turlari: TIC, 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GX-MS ning yakuniy natijasi — mass-xromatogramma.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TIC — bir skandagi barcha mass-spektr cho‘qqilari intensivliklarini qo‘shish orqali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Mass-spektr nisbiy ion intensivligini m/z ga bog‘lab ko‘rsatadi.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Nimani ko‘rsatadi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Mass-xromatogramma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vaqt bo‘yicha ion intensivligi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skandagi barcha ionlar yig‘indisi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Mass-spektr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nisbiy intensivlik va m/z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modda qachon chiqdi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Natija turlari (Shimadzu)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Overview of GC/MS, betlar: Mass chromatogram, 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Kutubxona bilan qidiruv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Noma’lum spektr kutubxonadagi etalon spektrlar bilan solishtiriladi.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Qidiruv foydalanuvchi belgilagan mezondan yuqori o‘xshash moddalar ro‘yxatini beradi; qarorni mutaxassis qabul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indeksini birga ishlatish identifikatsiyani oson va ishonchli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Noma’lum cho‘qqi spektri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Etalon spektrlar bilan solishtirish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Mezondan yuqori moslar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Mutaxassis qarori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Ushlanish indeksi bilan tasdiq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Kutubxona qidiruvi (Shimadzu)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Library Search, betlar: Qualitative methods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Kutubxona qidiruvi: noma’lum cho‘qqi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Full Scan TIC beradi; TIC cho‘qqisini tanlab, uning mass-spektrini ko‘rish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 kutubxonadagi ma’lum birikmalar bilan (masalan, NIST) solishtirilib, noma’lum modda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MSWS noma’lum cho‘qqilarni hisobotga chiqarib, tanlangan kutubxonadan avtomatik qidirishi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Natijani tahlilchi ko‘rib chiqib, moslik to‘g‘ri bo‘lish ehtimolini baholaydi (misol: 20,81 daq cho‘qqisi — Cashmeran).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Full Scan umumiy ion xromatogrammasini beradi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Cho‘qqi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Cho‘qqi tanlanib, mass-spektr ko‘riladi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Kutubxona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Spektr kutubxona (NIST) bilan solishtiriladi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Avtomatik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Noma’lum cho‘qqilar kutubxonadan qidiriladi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Baholash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Tahlilchi moslik ehtimolini baholaydi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Library search (SCION, 1–2-bet)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SCION Instruments., Technical Note: Full Scan and SIM in a Single MSWS Method, betlar: 1,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Identifikatsiya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Izomerlar o‘xshash spektrga, ammo turlicha ushlanish vaqtiga ega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Kutubxona ma’lumotlari odatda 70 eV EI da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bilan bir xil sharoitda ushlanish vaqtlarini solishtirish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911"/>
                <a:gridCol w="349006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 bilan bir xil sharoitda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Mass-spektr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etalon spektrga o‘xshashlik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indeksi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kutubxona qidiruvini kuchaytiradi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Mutaxassis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yakuniy qarorni qabul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Identifikatsiya (Shimadzu)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Library Search, betlar: Qualitative methods; Shimadzu Corporation., Retention Time and Retention Index, betlar: Qualitative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Misol: asosiy m/z ionlar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mass-spektrida 245, 146, 42, 189, 44, 105, 29, 43 m/z cho‘qqilar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Efedrin: 58, 146, 56, 105, 77, 42, 106, 40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Fensiklidin: 243, 214, 200, 186, 166, 158, 84, 77 m/z.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559655"/>
                <a:gridCol w="1154789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m/z ionlar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Fentanil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245, 146, 42, 189, 44, 105, 29, 43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58, 146, 56, 105, 77, 42, 106, 40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Fensiklidin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243, 214, 200, 186, 166, 158, 84, 77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180, 209, 182, 152, 181, 30, 211, 138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44, 72, 207, 221, 280, 323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Psilotsin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58, 204, 59, 42, 30, 146, 77, 44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Kitobdagi m/z ro‘yxatlari (gmt)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48, 77, 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Misol: efedrin va efedron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mass-spektri: 58, 146, 56, 105, 77, 42, 106, 40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mass-spektri: 58, 77, 51, 56, 42, 105, 50, 43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Ikkalasida 58 m/z asosiy; qolgan ionlar tartibi va to‘plami farqlanadi.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Efedrin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58, 146, 56, 105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77, 42, 106, 40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Efedron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58, 77, 51, 56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42, 105, 50, 43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m/z ro‘yxati (gmt 77–78)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77,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 misollari: benzodiazepinlar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Xlordiazepoksid: 282, 299, 284, 283, 241, 56, 301, 253 m/z; diazepam: 256, 283, 284, 285, 257, 255, 258, 286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mass-spektri kitobda 256, 283, 284, 285, 257, 255, 258, 286 m/z cho‘qqilar bilan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Nitrazepam: 280, 253, 281, 206, 234, 252, 254, 264 m/z cho‘qqilar.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Oksazepam: 257, 77, 268, 239, 205, 267, 233, 259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Fenazepam: 321, 349, 177, 75 m/z.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Mass-spektr cho‘qqilari (m/z)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282, 299, 284, 283, 241, 56, 301, 253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256, 283, 284, 285, 257, 255, 258, 286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280, 253, 281, 206, 234, 252, 254, 264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257, 77, 268, 239, 205, 267, 233, 259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321, 349, 177, 75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Benzodiazepinlar (gmt 139–144)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139–140, 140, 142, 143, 144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 misollari: LSD, psilotsin, ketamin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LSD GX-MS da 44, 72, 207, 221, 280, 323 m/z xarakterli spektrlar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Psilotsin: 58, 204, 59, 42, 30, 146, 77, 44 m/z; psilotsibin: 58, 42, 30, 51, 204, 146, 77, 44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Ketamin: 180, 209, 182, 152, 181, 30, 211, 138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Siklodol: 98, 105, 55, 41, 99, 77, 218, 84 m/z.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Mass-spektr cho‘qqilari (m/z)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44, 72, 207, 221, 280, 323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Psilotsin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58, 204, 59, 42, 30, 146, 77, 44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Psilotsibin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58, 42, 30, 51, 204, 146, 77, 44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180, 209, 182, 152, 181, 30, 211, 138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Siklodol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98, 105, 55, 41, 99, 77, 218, 84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m/z misollari (gmt 50, 93, 97, 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97, 100, 93,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qo‘llanadigan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miqdori GX-MS yoki YuSSX-MS bilan aniqlanadi; kitobda sezgirlik «10-11» deb yozilgan.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 va narkotin ham GX-MS yoki YuSSX-MS usullarida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Geksaxloran izomerlari va sintetik piretroidlar GSX, YuSSX yoki GX-MS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GX-MS qo‘llanishi (kitob)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Opiatlar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  ·  kodein  ·  narkotin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Geroin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Psixotrop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fensiklidin  ·  ketamin  ·  LSD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Pestitsidlar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geksaxloran  ·  sintetik piretroidlar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Kitobdagi misollar (gmt 26–37; toks 159)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26, 29; Yuldashev Z.O., Umarova G.Q., Toksikologik kimyo, betlar: 159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qo‘llanish misollari: usullar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Geroinni GSX, gaz-xromato-mass-spektrometriya va immunobiologik usullar bilan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yoki uning metabolitlari 6-monoasetilmorfin va morfin GX-MS va YuSSX-MS usullarida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Psilotsin va psilotsibin miqdori UB-spektrofotometriya va gaz-xromato-mass-spektrometriya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Geksaxloran izomerlari va metabolitlari GSX, GX-MS va YuSSX usullarida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03681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622"/>
                <a:gridCol w="321919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GSX, GX-MS, immunobiologik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6-monoasetilmorfin, 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GX-MS, YuSSX-MS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Kodein, narkotin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GX-MS yoki YuSSX-MS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Psilotsin, psilotsibin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UB-spektrofotometriya, GX-MS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Geksaxloran izomerlari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GSX, GX-MS, YuSSX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qo‘llanishi (gmt 29–38, 100; toks 159)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37, 38, 100; Yuldashev Z.O., Umarova G.Q., Toksikologik kimyo, betlar: 159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 misoli: peshob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25 ml peshobga 3 g NaCl qo‘shilib, pH 0,1 M NaOH bilan 8–9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 bilan uch marta (30, 20, 20 ml) ekstraksiya qilinadi; ekstrakt Na2SO4 li filtrdan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 rotor-vakuum asbobida 0,5 ml qolguncha haydaladi; quruq qoldiq YuQX, YuSSX yoki UB bilan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Peshob + NaCl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25 ml peshob, 3 g NaCl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pH 8–9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0,1 M NaOH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Erituvchi 3 marta: 30, 20, 20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Na2SO4 li filtr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Haydash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Rotor-vakuum, ~0,5 ml gacha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Quruq qoldiq tekshiriladi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Piretroidlar uchun misol (toks 269)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tanlash: peshob va qon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skrining tahlillarda peshob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zaharlanish yoki o‘lim holatida peshobdan zaharli modda kam aniqlanishi mumkin; shu sababli qondan tahlil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Ajratishda suyuqlik-suyuqlik va qattiq fazali ekstraksiya usullaridan foydalaniladi.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Peshob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Skrining uchun odatiy namuna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Kuchli zaharlanishda modda kam bo‘lishi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 va kuchli zaharlanishda muhim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Tahlil qondan olib boriladi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Namuna tanlash (toks 132)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tayyorlash: ekstraksiya va derivatizatsiya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(qon, peshob) ishqoriy muhitda organik erituvchi (masalan, n-geksan) bilan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kislotali eritmada ekstraksiya qilinib, YuSSX uchun yoki organik erituvchida reekstraksiyalanib GSX uchun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Tritsiklik antidepressantlar GSX da kapillyar kolonkalarda tahlil qilinadi; ular triftorsirka angidridi bilan derivatizatsiya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yoki peshob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muhitda ekstraksiya (n-geksan)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Kislotada, so‘ng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Derivatizatsiya (triftorsirka angidridi)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Kapillyar kolonkada GSX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Namuna tayyorlash (toks 132–133)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132, 133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harorat dasturi: piretroidlar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Kolonka: 5 % SE-30 shimdirilgan xromaton N-AW-DMCS, shisha, 130 × 0,2 sm; tashuvchi gaz azot 30 ml/daq.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Termostat 180 °C dan 220 °C gacha 1 °C/daq tezlikda dasturlanadi, so‘ng 245 °C gacha 3 °C/daq.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harorati 260 °C, injektor harorati 250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Boshlang‘ich 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1-bosqich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180→220</a:t>
            </a:r>
            <a:r>
              <a:rPr sz="1100" b="0">
                <a:solidFill>
                  <a:srgbClr val="6B7280"/>
                </a:solidFill>
                <a:latin typeface="Calibri"/>
              </a:rPr>
              <a:t>  1 °C/daq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2-bosqich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220→245</a:t>
            </a:r>
            <a:r>
              <a:rPr sz="1100" b="0">
                <a:solidFill>
                  <a:srgbClr val="6B7280"/>
                </a:solidFill>
                <a:latin typeface="Calibri"/>
              </a:rPr>
              <a:t>  3 °C/daq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Detektor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Injektor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Azot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ml/daq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Dasturlangan harorat (toks 269–270)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269, 270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Sifat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FID ham, MS ham cho‘qqi intensivligi yoki yuzasi bo‘yicha miqdorni aniqlay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Kitobda: tanlab olingan ichki standartlar bilan aniq o‘lchov jadvali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Cho‘qqi balandligi spirt ko‘p-ozligiga bog‘liq (GX misolida).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 + spektr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yuzasi yoki balandligi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Kalibrlash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standart, o‘lchov jadvali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Tasdiq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kutubxona va indeks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Sifat va miqdor (Shimadzu; toks 191)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Overview of GC/MS, betlar: Mass chromatogram, TIC; Yuldashev Z.O., Umarova G.Q., Toksikologik kimyo, betlar: 191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 talqini va sud-kimyoviy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Sifat tahlili ushlanish parametrlari va standart bilan solishtirishga tayanadi; fizik usullar (mass-spektr ham) bilan birga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Kutubxona natijasi moslik ehtimoli sifatida beriladi; uni tahlilchi ko‘rib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Shubhali natijada tekshiruv o‘qituvchi (mutaxassis) bilan birga takrorlanadi.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 xulosasida aniqlangan va aniqlanmagan zaharli moddalar nomma-nom yoziladi; ekspert imzosi va vaqt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Ushlanish vaqti solishtiriladi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Mass-spektr (m/z) tekshiriladi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Kutubxona moslik ehtimoli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Mutaxassis qarori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Dalolatnoma xulosasi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Talqin yo‘li (toks 48, 190, 221; SCION)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48, 190, 221; SCION Instruments., Technical Note: Full Scan and SIM in a Single MSWS Method, betlar: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 uchuvchan va termik barqaror bo‘lishi talab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O‘xshash izomerlar (masalan, naftalin va azulen) yaxshi ajralmasligi mumkin; 2D-GX yoki maxsus kolonka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Spektrlar asbob, parametr va namuna holatiga ko‘ra biroz farq qiladi; xulosani mutaxassis chiqaradi.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Cheklovlar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Uchuvchanlik, termik barqarorlik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Izomerlarni ajratish qiyin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Yechimlar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2D-GX yoki maxsus kolonka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Ushlanish indeksi + spektr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Cheklov va yechim (Shimadzu)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Overview of GC/MS, betlar: Mass chromatogram, TIC; Shimadzu Corporation., Library Search, betlar: Qualitative methods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sifat nazorati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Dozator tiqinchalarining zichligi sovun eritmasi bilan tekshiriladi; pufakcha chiqsa, tiqin o‘qituvchi ishtirokida almashtiriladi.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Mikroshprits 0,5 mkl aseton tomchisi bilan tekshiriladi; mikrotomchi bo‘lmasa qayta kalibrlanadi.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SIM da kvantifikator va kvalifikator ionlar yolg‘on musbat natijani kamaytiradi; erituvchi cho‘qqisi uchun yig‘ish kechikishi qo‘yiladi.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GX-MS asbobining xavfsizlik va tuning qoidalari bu deckda berilmagan — ishlab chiqaruvchi qo‘llanmasi talab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2327687"/>
                <a:gridCol w="1268648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Nazorat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Dozator tiqini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sovun eritmasi, pufakcha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toks 190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Mikroshprits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 mkl aseton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toks 190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Erituvchi cho‘qqisi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yig‘ish kechikishi 5 daq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SCION 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Yolg‘on 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kvantifikator + kvalifikator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SCION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tahlilchi ko‘rib chiqadi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SCION 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Nazorat nuqtalari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190; SCION Instruments., Technical Note: Full Scan and SIM in a Single MSWS Method, betlar: 1–2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Qurilma sozlamalari haqida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Shimadzu GX-MS menyu va sozlamalari (tuning, harorat, ionlar) bu deckda berilmadi.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texnik sahifalar umumiy printsiplarni beradi; aniq model qo‘llanmasi alohida yuklab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Ilovaga o‘z asbobingiz fotosuratlari va ekran suratlari keyin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GC/MS Basics, betlar: How does GC/MS work?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peshobda kokaetilen topildi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ekspertizasiga biologik ob’ekt sifatida peshob keltirilgan.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Peshobdan olingan ajratma GX-MS usulida tahlil qilinganda kokaetilen topilgan.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Topshiriq: tahlilning interpretatsiyasini o‘tkazish; kitobda tayyor izoh berilmagan — ustoz bilan muhokama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ob’ekt sifatida keltirildi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Ajratma tayyorlandi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GX-MS tahlili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Kokaetilen topildi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Interpretatsiya (ustoz bilan)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Keys (gmt 61)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GX-MS: GX ajratadi, MS ionlaydi (EI, 70 eV), m/z bo‘yicha ajratadi va ion intensivligini o‘lchaydi.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Scan — noma’lumni aniqlash uchun, SIM — ma’lum moddani sezgir miqdoriy tahlil uchun.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Identifikatsiya: ushlanish vaqti + mass-spektr + kutubxona; qarorni mutaxassis qabul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Ekstraksiya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Kalibrlash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Ichki standart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Dozator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O‘lchash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Scan / SIM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Hisoblash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Kutubxona, yuza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Jadvalga yozish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Takrorlash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GC/MS Basics, betlar: How does GC/MS work?; SCION Instruments., Technical Note: Full Scan and SIM in a Single MSWS Method, betlar: 1–2; Shimadzu Corporation., Library Search, betlar: Qualitative methods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Takrorlash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Xromatografning bo‘limlari qaysilar va detektorning ahamiyati nima? Detektor turlarini ayting.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Moddaning kolonkada ushlanish davri nima va xromatogramma qanday parametrlar bilan xarakterlanadi?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Full Scan va SIM rejimlari qanday farqlanadi? Qaysi biri noma’lum, qaysi biri ma’lum modda uchun qulay?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Kvantifikator va kvalifikator ionlar nima uchun tanlanadi va qanday tanlanadi?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Kutubxona qidiruvi natijasini nima uchun tahlilchi ko‘rib chiqishi kerak?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192; SCION Instruments., Technical Note: Full Scan and SIM in a Single MSWS Method, betlar: 1,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Yuldashev Z.O. va boshq. Giyohvand moddalar tahlili, 2024; Yuldashev Z.O., Umarova G.Q. Toksikologik kimyo, 2025.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Shimadzu Corporation. GC/MS Basics; Features of EI; Ion Source; Library Search; Retention Time (ochiq texnik sahifalar).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SCION Instruments. Technical Note: Full Scan and SIM in a Single MSWS Method,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 va boshq., Giyohvand moddalar tahlili, betlar: 4, 26–100, 139–144 (gmt); 48, 132–133, 159, 188–191, 221 (toks); Shimadzu Corporation., GC/MS Basics, betlar: How does GC/MS work?; SCION Instruments., Technical Note: Full Scan and SIM in a Single MSWS Method, betlar: 1–2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GX-MS da ishlash usullari: asoslar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Z.O., Umarova G.Q. Toksikologik kimyo (o‘quv-uslubiy majmua), 2025.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Z.O. va boshq. Giyohvand moddalar tahlili, 2024.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Shimadzu Corporation. GC/MS Basics (Shimadzu texnik yordam).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SCION Instruments. Technical Note: Full Scan and SIM in a Single MSWS Method, April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