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Bosqichlar kitob (toks 191, 269) va Shimadzu/SCION sahifalaridan yig‘ilgan umumiy tartib. Aniq qurilma (Shimadzu GCMS) menyusi uchun foydalanuvchi qo‘llanmasi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ionlarni intensivlik tartibida ro‘yxatlaydi; «farqlanadi» xulosasi o‘qituvchining sharhi, uncertain.</a:t>
            </a:r>
          </a:p>
          <a:p/>
          <a:p>
            <a:r>
              <a:t>Tekshirish kerak (manbada noaniq):</a:t>
            </a:r>
          </a:p>
          <a:p>
            <a:r>
              <a:t>- Ikkalasida 58 m/z asosiy; qolgan ionlar tartibi va to‘plami farqlanadi.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Morfin miqdori GX-MS yoki YuSSX-MS bilan aniqlanadi; kitobda sezgirlik «10-11» deb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bu usulni sintetik piretroidlar bo‘limida beradi; boshqa moddalar uchun sharoit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«10C/daq» va «30C/daq» yozilgan: daraja belgisi «0» bo‘lib qolgan (kitob_ziddiyatlari): 1 va 3 °C/daq. 3 °C/daq — o‘xshashlik asosida, uncertain.</a:t>
            </a:r>
          </a:p>
          <a:p/>
          <a:p>
            <a:r>
              <a:t>Tekshirish kerak (manbada noaniq):</a:t>
            </a:r>
          </a:p>
          <a:p>
            <a:r>
              <a:t>- Termostat 180 °C dan 220 °C gacha 1 °C/daq tezlikda dasturlanadi, so‘ng 245 °C gacha 3 °C/daq.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qaysi GX-MS modeli (Shimadzu GCMS-QP?) va ish kompyuteri ekran suratlari kerak.</a:t>
            </a:r>
          </a:p>
          <a:p/>
          <a:p>
            <a:r>
              <a:t>Tekshirish kerak (manbada noaniq):</a:t>
            </a:r>
          </a:p>
          <a:p>
            <a:r>
              <a:t>- Shimadzu GX-MS menyu va sozlamalari (tuning, harorat, ionlar) bu deckda berilmadi.</a:t>
            </a:r>
          </a:p>
          <a:p>
            <a:r>
              <a:t>- Ochiq texnik sahifalar umumiy printsiplarni beradi; aniq model qo‘llanmasi alohida yuklab olinadi.</a:t>
            </a:r>
          </a:p>
          <a:p>
            <a:r>
              <a:t>- Ilovaga o‘z asbobingiz fotosuratlari va ekran suratlari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GX-MS da ishlash usullari: asoslar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usullar: YuQX, GSX, GelX, YuSSX, GX-MS, YuSSX-MS.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— gaz-xromato-mass-spektrometriya; YuSSX-MS — yuqori samarali suyuqlik xromatografiya-mass 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EI, m/z, TIC, scan, SIM, ushlanish vaqti, kutubxona qidiruvi.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Ob’ektdan ajratib olish (ekstraksiya)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Dozatorga yuborish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yoki SIM rejimi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Cho‘qqi, kutubxona qidiruvi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daftari va 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GX-MS ishlash tartibi (umumlashtirilgan)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10, 4; Shimadzu Corporation., GC/MS Basics, betlar: How does GC/MS work?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— gaz-xromato-mass-spektrometriya.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— GX detektorlaridan biri; boshqalardan farqi: sifat va miqdor tahlilini birga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Kolonkadan chiqqan modda ionlanadi, ionlar vakuumda massa/zaryad (m/z) bo‘yicha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GX (FID, katarometr)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Sifat — ushlanish vaqti bo‘yicha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— modda belgisi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GX-MS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vaqti + mass-spektr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cho‘qqining spektri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 bilan solishtirish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 taqqosi (toks 189; 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4; Shimadzu Corporation., GC/MS Basics, betlar: How does GC/MS 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blok-sxemasi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 qismi moddalarni ajratadi: dozator, kolonka, termostat (toks 188).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qismi ionlaydi,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natija — mass-xromatogramma va har bir cho‘qqining mass-spektri.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Ion manbai (EI)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Massa-analizator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Xromatogramma, spektr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yo‘li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GC/MS Basics, betlar: How does GC/MS work?;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qismi: tashuvchi gaz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sifatida inert gazlar: azot, geliy, argon.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U, spiral yoki halqa shaklida; uzunligi 2–20 m; shisha, mis, latun yoki po‘latdan.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kolonka zichligi, sorbent tabiati, gaz tezligi va harorat doimiyligiga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Termostat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qismlari (toks 188)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kiritish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tiqinchalarining zichligi sovun eritmasi bilan tekshiriladi: pufakcha chiqmasligi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Mikroshpritsni tekshirish: 0,5 mkl aseton filtr qog‘oziga tomiziladi; tomchi bo‘lmasa qayta kalibrlanadi.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havo-gaz qismidan shprits bilan olinib, dozator blokiga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Tiqin tekshiruvi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Sovun eritmasi, pufakcha yo‘q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Mikroshprits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mkl aseton sinovi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olinadi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blokiga tez yuboriladi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Kiritish (toks 190–191; GX asoslari)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191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va taqsimlanish koeffitsiyenti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Moddalarning ajralish samaradorligi ularning taqsimlanish koeffitsiyentiga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koeffitsiyenti K = C(suyuq) / C(gaz); K katta bo‘lsa, modda suyuq fazada uzoqroq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harorati past moddalar odatda erta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Kichik 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kam ushlanadi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erta chiqadi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Odatda past qaynash harorati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Katta 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uzoq 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kech chiqadi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Ushlanish va K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Ushlanish vaqti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namuna yuborilgandan modda cho‘qqisigacha bo‘lgan vaqt.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sharoitda ushlanish vaqti modda sifatini aniqlovchi parametr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Dasturlangan haroratda n-alkanlar yordamida chiziqli ushlanish indeksi (LRI)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yuborishdan cho‘qqigacha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Tuzatilgan vaqt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ushlanmagan modda cho‘qqisidan farq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ushlanish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taqqoslash cho‘qqisiga nisbat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n-alkanlar orqali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parametrlari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Retention Time and Retention Index, betlar: Qualitative methods; Yuldashev Z.O., Umarova G.Q., Toksikologik kimyo, betlar: 189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Ion manbai: 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EI — GX-MS da eng ko‘p ishlatiladigan ionlanish rejimi; deyarli barcha asboblarda standart.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energiyasi odatda 70 eV; ion manbai odatda taxminan 200 °C da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manbaida bosim asosan tashuvchi gaz bilan belgilanadi, taxminan 10⁻² Pa dan past.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Elektron energiyasi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bosimi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&lt; ~10⁻²</a:t>
            </a:r>
            <a:r>
              <a:rPr sz="1100" b="0">
                <a:solidFill>
                  <a:srgbClr val="6B7280"/>
                </a:solidFill>
                <a:latin typeface="Calibri"/>
              </a:rPr>
              <a:t> 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ion manbai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EI;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EI qanday ishlaydi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filamentdan chiqqan elektronlar neytral molekulalarni ionlaydi.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ionlar repeller elektrodidagi musbat kuchlanish bilan ion manbaidan itarib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Manbadagi magnitlar elektronlarni yo‘naltirib, ionlanish samaradorligini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Filament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Qizdiriladi, elektron chiqaradi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Elektron molekulaga uriladi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Ion hosil bo‘lishi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Molekulyar ion yoki fragmentlar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Repeller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Musbat kuchlanish ionlarni chiqaradi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bosqichlari (Shimadzu)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70 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ishlatilishining asosiy sababi: ko‘p kutubxona spektrlari shu energiyada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signali 70 eV atrofida eng kuchli; energiya pasaytirilsa, fragmentatsiya kamayadi va signal ancha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10 eV dan past energiyada ion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70 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Kutubxonalar shu energiyada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eng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Takrorlanuvchi spektr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energiya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Fragmentatsiya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ancha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~10 eV dan past ion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Elektron energiyasi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Molekulyar va fragment ionlar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urib chiqarilsa, molekula parchalanmay molekulyar ion (M⁺) hosil qilishi mumkin — u molekulyar massani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elektronlar molekulani parchalaydi: ortiqcha energiyadan fragment ionlar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Bog‘lar odatda zaif joyda uziladi, shu sababli fragmentlar tuzilma haqida ma’lumot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Molekulyar ion M⁺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Molekula elektron yo‘qotadi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Molekulyar massani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Fragment ionlar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Ortiqcha energiyadan hosil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Zaif bog‘lar uziladi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Misol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CH4 → CH4⁺, CH3⁺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Uzun zanjirli uglevodorod: M⁺ kam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spektri (Shimadzu)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Massa-analizator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sektorda ionlar halqa bo‘ylab uchadi; orbita radiusi massaga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Kvadrupolda to‘rt sterjenga RF va DC kuchlanish beriladi; ionlar massaga qarab turlicha tebranadi.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Uchish vaqti (TOF) analizatorida belgilangan masofani uchish vaqti massaga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Ionlar halqa orbitada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Radius massaga bog‘liq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 sterjen, RF + DC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Tebranish orbitasi massaga bog‘liq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Uchish vaqti o‘lchanadi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Yengil ion oldin yetadi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Massa-analizatorlar (Shimadzu FAQ)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measurement principles of MS, betlar: Mass analyzers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Kvadrupolning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sektorli asbob bajara oladigan, kvadrupol bajara olmaydigan yagona ish — millimass (aniq massa) tahlili.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barcha ishlarni kvadrupolli GX-MS bajara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Kvadrupolli asbobni chuqur MS bilimisiz ham ishlatish oson — eng katta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Millimass, yuqori aniqlik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Dioksin tahlili kabi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 (QPMS)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ishlarning hammasi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Ishlatish oson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Keng tarqalmoqda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Kvadrupol afzalligi (Shimadzu FAQ)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QPMS advantages, betlar: Quadrupole vs magnetic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Scan va SIM rejimlari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Full scan tanlangan massa oralig‘idagi barcha ionlarni yozadi va TIC beradi; noma’lum modda uchun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faqat belgilangan ionlarni belgilangan ushlanish vaqtida o‘lchaydi: sezgirligi yuqori, shovqin past.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ma’lum moddalarni miqdoriy tahlil qilishga 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Hamma ionlar, massa oralig‘i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TIC va to‘liq 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Noma’lumni aniqlash, sifat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tanlangan ionlar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 yuqori, shovqin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 modda, miqdor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Scan va SIM (SCION texnik eslatmasi)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SIM: ionlarni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da kvantifikator va kvalifikator ionlar tanlanadi — yolg‘on musbat natijani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Kvantifikator odatda spektrdagi eng ko‘p ion; kvalifikator — 2- va 3- eng ko‘p ionlar.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 va dwell vaqti ma’lumot nuqtalari yetarli bo‘lishi uchun optimallanadi.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Spektrni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Ma’lum modda spektri va ushlanish vaqti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Kvantifikator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Eng ko‘p 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Kvalifikatorlar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 va 3- eng ko‘p ionlar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Vaqt oynasi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Moddaning ushlanish vaqti atrofida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Dwell va sikl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Nuqtalar yetarli bo‘lsin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 sozlash (SCION texnik eslatmasi)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turlari: TIC, 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ning yakuniy natijasi — mass-xromatogramma.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TIC — bir skandagi barcha mass-spektr cho‘qqilari intensivliklarini qo‘shish orqali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Mass-spektr nisbiy ion intensivligini m/z ga bog‘lab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Nimani ko‘rsatadi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Mass-xromatogramma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 bo‘yicha ion intensivligi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skandagi barcha ionlar yig‘indisi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intensivlik va m/z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 qachon chiqdi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Natija turlari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Kutubxona bilan qidiruv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Noma’lum spektr kutubxonadagi etalon spektrlar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Qidiruv foydalanuvchi belgilagan mezondan yuqori o‘xshash moddalar ro‘yxatini beradi; qarorni mutaxassis qabul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indeksini birga ishlatish identifikatsiyani oson va ishonchli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Noma’lum cho‘qqi spektri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Etalon spektrlar bilan solishtirish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Mezondan yuqori moslar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qarori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Ushlanish indeksi bilan tasdiq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Kutubxona qidiruvi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Identifikatsiya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Izomerlar o‘xshash spektrga, ammo turlicha ushlanish vaqtiga ega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Kutubxona ma’lumotlari odatda 70 eV EI da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bilan bir xil sharoitda ushlanish vaqtlarini solishtirish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911"/>
                <a:gridCol w="34900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 bilan bir xil sharoitda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etalon spektrga o‘xshashlik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indeksi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qidiruvini kuchaytiradi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Mutaxassis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yakuniy qarorni qabul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Identifikatsiya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asosiy m/z ionlar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 mass-spektrida 245, 146, 42, 189, 44, 105, 29, 43 m/z cho‘qqilar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243, 214, 200, 186, 166, 158, 84, 77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559655"/>
                <a:gridCol w="1154789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m/z ionlar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Fentanil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245, 146, 42, 189, 44, 105, 29, 43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58, 146, 56, 105, 77, 42, 106, 40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243, 214, 200, 186, 166, 158, 84, 77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Kitobdagi m/z ro‘yxatlari (gmt)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48, 77, 92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mass-spektri: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mass-spektri: 58, 77, 51, 56, 42, 105, 50, 43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Ikkalasida 58 m/z asosiy; qolgan ionlar tartibi va to‘plami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58, 146, 56, 105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77, 42, 106, 40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58, 77, 51, 56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42, 105, 50, 43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m/z ro‘yxati (gmt 77–78)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77,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qo‘llanadigan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miqdori GX-MS yoki YuSSX-MS bilan aniqlanadi; kitobda sezgirlik «10-11» deb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va narkotin ham GX-MS yoki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izomerlari va sintetik piretroidlar GSX, YuSSX yoki GX-MS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GX-MS qo‘llanishi (kitob)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  ·  kodein  ·  narkotin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Geroin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Psixotrop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fensiklidin  ·  ketamin  ·  LSD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Pestitsidlar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geksaxloran  ·  sintetik piretroidlar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Kitobdagi misollar (gmt 26–37; toks 159)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26, 29; Yuldashev Z.O., Umarova G.Q., Toksikologik kimyo, betlar: 159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misoli: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peshobga 3 g NaCl qo‘shilib, pH 0,1 M NaOH bilan 8–9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bilan uch marta (30, 20, 20 ml) ekstraksiya qilinadi; ekstrakt Na2SO4 li filtrdan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rotor-vakuum asbobida 0,5 ml qolguncha haydaladi; quruq qoldiq YuQX, YuSSX yoki UB bilan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Peshob + NaCl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25 ml peshob, 3 g NaCl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 8–9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NaOH bilan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Erituvchi 3 marta: 30, 20, 20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Na2SO4 li filtr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Rotor-vakuum, ~0,5 ml gacha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qoldiq tekshiriladi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Piretroidlar uchun misol (toks 269)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harorat dasturi: piretroidlar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5 % SE-30 shimdirilgan xromaton N-AW-DMCS, shisha, 130 × 0,2 sm; tashuvchi gaz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180 °C dan 220 °C gacha 1 °C/daq tezlikda dasturlanadi, so‘ng 245 °C gacha 3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harorati 260 °C, injektor harorati 250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Boshlang‘ich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180→220</a:t>
            </a:r>
            <a:r>
              <a:rPr sz="1100" b="0">
                <a:solidFill>
                  <a:srgbClr val="6B7280"/>
                </a:solidFill>
                <a:latin typeface="Calibri"/>
              </a:rPr>
              <a:t>  1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220→245</a:t>
            </a:r>
            <a:r>
              <a:rPr sz="1100" b="0">
                <a:solidFill>
                  <a:srgbClr val="6B7280"/>
                </a:solidFill>
                <a:latin typeface="Calibri"/>
              </a:rPr>
              <a:t>  3 °C/daq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Dasturlangan harorat (toks 269–270)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269, 270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FID ham, MS ham cho‘qqi intensivligi yoki yuzasi bo‘yicha miqdorni aniqlay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Kitobda: tanlab olingan ichki standartlar bilan aniq o‘lchov jadvali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Cho‘qqi balandligi spirt ko‘p-ozligiga bog‘liq (GX misolida).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+ 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yuzasi yoki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Kalibrlash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standart, o‘lchov jadvali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va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Sifat va miqdor (Shimadzu; toks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Yuldashev Z.O., Umarova G.Q., Toksikologik kimyo, betlar: 191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uchuvchan va termik barqaror bo‘lishi talab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O‘xshash izomerlar (masalan, naftalin va azulen) yaxshi ajralmasligi mumkin; 2D-GX yoki maxsus kolonka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Spektrlar asbob, parametr va namuna holatiga ko‘ra biroz farq qiladi; xulosani mutaxassis chiqaradi.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Uchuvchanlik, termik barqarorlik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Izomerlarni ajratish qiyin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Yechimlar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2D-GX yoki maxsus kolonka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indeksi + spektr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Cheklov va yechim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Shimadzu Corporation., Library Search, betlar: Qualitative methods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sozlamalari haqida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GX-MS menyu va sozlamalari (tuning, harorat, ionlar) bu deckda berilmadi.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texnik sahifalar umumiy printsiplarni beradi; aniq model qo‘llanmasi alohida yuklab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o‘z asbobingiz fotosuratlari va ekran suratlari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GX-MS: GX ajratadi, MS ionlaydi (EI, 70 eV),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Scan — noma’lumni aniqlash uchun, SIM — ma’lum moddani sezgir miqdoriy tahlil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Identifikatsiya: ushlanish vaqti + mass-spektr + kutubxona; qarorni mutaxassis qabul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/ SIM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Kutubxona, yuza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Takrorlash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work?; SCION Instruments., Technical Note: Full Scan and SIM in a Single MSWS Method, betlar: 1–2; Shimadzu Corporation., Library Search, betlar: Qualitative methods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 va boshq. Giyohvand moddalar tahlili, 2024; Yuldashev Z.O., Umarova G.Q. Toksikologik kimyo, 2025.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Corporation. GC/MS Basics; Features of EI; Ion Source; Library Search; Retention Time (ochiq texnik sahifalar).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4, 26–100; Shimadzu Corporation., GC/MS Basics, betlar: How does GC/MS work?;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 va boshq. Giyohvand moddalar tahlili, 2024.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Shimadzu Corporation. GC/MS Basics (Shimadzu texnik yordam).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April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