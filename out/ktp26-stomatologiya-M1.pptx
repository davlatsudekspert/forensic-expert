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sud tibbiyotini klinik fanlardan nima ajratadi? Doskada: «tergov — ekspert — xulosa» zanjiri. Tipik xato: sud tibbiyotini davolash fani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tartib qat’iy belgilanishi kerak? Doskada: a, b, v, g xususiyatlari. Tipik xato: ekspertizani oddiy konsultatsiya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predmet nega ekspertiza ob’ektlari bilan bog‘liq? Doskada: Avdeev — 1948. Tipik xato: predmetni faqat murda tekshiruvi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bo‘limlar ichida qaysi biri bugungi mavzuga yaqin? Doskada: 8 bo‘lim ro‘yxati. Tipik xato: bo‘limlarni mustaqil fanlar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kasb huquqbuzarliklari alohida fanga ajratilgan? Doskada: 2002 yil. Tipik xato: huquqiy asoslarni sud tibbiyotining bir bo‘limi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stomatolog ekspertizada qaysi klinik bilimidan foydalanishi mumkin? (Manbada stomatologiya alohida tilga olinmagan; talabalar bilan muhokama.) Doskada: uch klinik misol. Tipik xato: ekspert barcha ixtisos bo‘yicha mukammal bilimga ega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shifokor va ekspertning maqsadi qanday farq qiladi? Doskada: ikki ustunli taqqoslash. Tipik xato: ekspertni davolovchi vrach o‘rnida ko‘rish.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tekshiruv muddati muhim? Doskada: 10–15 kun. Tipik xato: shilinmani istalgan vaqtda bir xil tekshirish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maxsus usullarga yana qanday misol keltira olasiz? Doskada: 3 guruh. Tipik xato: faqat laboratoriya usullarini ekspertizaga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Antistius xulosasining ahamiyati nimada? Doskada: sana va nomlar. Tipik xato: Sezar jarohatlarining hammasini o‘limga sabab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«Karolina» nimani talab qilgan? Doskada: 1247, 1532. Tipik xato: Si Yuan Lu ni Yevropa asari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fan nomi qaysi asarda taklif etilgan? Doskada: Bon, «Medicina forensis specimen». Tipik xato: yilni aniq nomlash (manbada Bon asari yili OCR xatosi tufayli aniq o‘qilmaydi).</a:t>
            </a:r>
          </a:p>
          <a:p/>
          <a:p>
            <a:r>
              <a:t>Tekshirish kerak (manbada noaniq):</a:t>
            </a:r>
          </a:p>
          <a:p>
            <a:r>
              <a:t>- 1681 yilda I. Shreer yangi tug‘ilgan chaqaloq murdasida o‘pka sinamasini qo‘llagan; I. Bon asarida fanni «sud tibbiyoti» deb atash taklif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Pirogov hissasi nimada? Doskada: 1846 atlas. Tipik xato: Pirogovni faqat jarroh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bu ma’lumotlar sud tibbiyoti emas, tibbiy yordam maqsadida yozilgan? Doskada: Ibn Sino «Tib qonunlari». Tipik xato: bu asarlarni ekspertiza qo‘llanmasi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oliy tibbiy ta’lim tizimida sud tibbiyotining ahamiyati nimada? Javob: o‘quv jarayoni ilmiy va amaliy faoliyat bilan birga olib boriladi. Doskada: 1920, 1935, 1959, 1972, 1993. Tipik xato: sanalarni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xizmat sog‘liqni saqlashga kiradi? Doskada: 4 davr. Tipik xato: xizmatni faqat huquq tizimiga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uch instansiya qanday ishlagan? Doskada: instansiyalar zinasi. Tipik xato: Turkistonda doimiy muassasa bo‘lgan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mustaqillik yillarida nima o‘zgardi? Doskada: 1950 va 1991. Tipik xato: III va IV davrni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tan jarohati va kasallikni nima ajratadi? Doskada: «tashqi ta’sir — tan jarohati». Tipik xato: tan jarohatini faqat jinoyat huquqi atamasi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mexanik ta’sirga qanday misollar bor? Javob: o‘tmas jism, o‘tkir jism, o‘q otar qurol, portlovchi moddalar. Doskada: jadval. Tipik xato: ruhiy ta’sirni sud-tibbiy ekspertiza predmeti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qobirg‘a sinishi va qo‘l termik kuyishi qaysi toifaga kiradi? Javob: murakkab qo‘sh ko‘p shikastlanish. Doskada: 3 mezon. Tipik xato: mezonlarni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funksional shikastlanish nima bilan ajraladi? Doskada: ikki guruh. Tipik xato: shokni anatomik shikastlanish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maktab travmatizmining oldini olishda nima qilish mumkin? Doskada: 7 tur. Tipik xato: transport travmatizmini faqat avtomobil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o‘limdan keyingi jarohat hayotiyga o‘xshashi mumkin? Doskada: umumiy va mahalliy belgilar. Tipik xato: bitta belgiga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shifokor yozuvi ekspertizada qanday rol o‘ynaydi? Doskada: usullar ro‘yxati. Tipik xato: faqat diagnozni yozib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tosh va pichoq qaysi toifaga kiradi? Doskada: qurol — anjom — jism. Tipik xato: baltani qurol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jarohatlar transport travmasida uchraydi? Doskada: birlamchi sabablar raqamlari. Tipik xato: o‘limni doim yagona sababga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tez va sekin qon yo‘qotishning murdadagi farqi? Doskada: 500 ml va 2,5 l. Tipik xato: Minakov dog‘larini har qanday qon yo‘qotishda doim bor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epidural va subdural gematomaning farqi? Doskada: qisilish turlari. Tipik xato: shokni jarohat o‘lchamiga to‘g‘ri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tekshiruv ko‘krak qafasidan boshlanadi? Doskada: Sunsov sinamasi bosqichlari. Tipik xato: avval qorin bo‘shlig‘ini ochish.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yuz-jag‘ jarohatlarida nega aspiratsiya xavfi bor? Javob: burun suyaklari va kalla asosi sinsa qon nafas yo‘llariga tushadi. Doskada: Sudan III/IV ranglari. Tipik xato: yog‘ emboliyasida darhol o‘lim kutish.</a:t>
            </a:r>
          </a:p>
          <a:p/>
          <a:p>
            <a:r>
              <a:t>Tekshirish kerak (manbada noaniq):</a:t>
            </a:r>
          </a:p>
          <a:p>
            <a:r>
              <a:t>- Halqum va nafas yo‘llari shikasti, kalla asosi va burun suyaklari sinishida qon aspiratsiyasidan asfiksiya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bir jism ham cheklangan, ham cheklanmagan yuzali bo‘lishi mumkinmi? Javob: ha, soha maydoniga qarab. Doskada: 80 %. Tipik xato: yuza turini mutlaq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aks zarb nima? Doskada: ikki ustun. Tipik xato: impression va inersiyani jism turi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tishlama yaralar qaysi mexanizm bilan hosil bo‘ladi? Javob: cho‘zilish mexanizmi ishtirok etadi. Doskada: kuch yo‘nalishlari. Tipik xato: siqilishda tashqi jarohatni og‘ir deb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spiral sinish qaysi mexanizmni ko‘rsatadi? Doskada: mexanizm — jarohat juftliklari. Tipik xato: bitta mexanizm bilan cheklanish (aksariyat jarohat ikki va undan ortiq mexanizmdan).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bosqichlar muddati nega shartli? Javob: yosh, salomatlik, soha va chuqurlikka bog‘liq. Doskada: 12 soat, 2–3, 7–9, 10–15. Tipik xato: muddatlarni qat’iy deb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pergament dog‘ nima? Doskada: farqlovchi belgilar. Tipik xato: pergament dog‘ini hayotiy shilinma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bilvosita qontalash nima? Doskada: qontalash — gematoma farqi. Tipik xato: qontalash shaklini doim jism shakliga o‘xshash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qontalash rangi muddatni bildirishga yetarli emas? Doskada: 3–4 va 6–8 sutka. Tipik xato: yuz-jag‘ sohasidagi qon quyilishdan ham rang bo‘yicha muddat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ko‘prikchalar o‘tkir jism yarasidan nima bilan farqlanadi? Doskada: yara turlari. Tipik xato: o‘tmas jism yarasini kesilgan yara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Kirish. Sud tibbiyotining predmeti va tarkibi. Sud tibbiyotining boshqa fanlar bilan aloqasi. Oliy tibbiy ta’lim tizimida sud tibbiyotining ahamiyati. O‘zbekistonda sud tibbiyoti rivojlanishining qisqacha tarixi. Mexanik jarohatlar haqida ma’lumot.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tibbiyoti va sud-tibbiy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— sud, tergov va surishtiruv idoralari faoliyatida vujudga keladigan tibbiy-biologik masalalarni o‘rganuvchi alohida tibbiyot fani.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huquqni muhofaza idoralari uchun dalil manbai bo‘lib xizmat qiladigan tibbiy faktlarni aniqlash, tekshirish va baholashga oid ilmiy bilimlar majmuasidir.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xulosasi tuzish bilan yakunlanadigan tadqiqot sud-tibbiy ekspertiza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Ekspertizaning to‘rt xususiyati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 fan, texnika yoki san’at sohasidagi bilim va ko‘nikmalardan foydalangan mutaxassis tomonidan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 konkret vazifa bo‘yicha, odatda baholash maqsadida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O‘tkazish tartibi qat’iy belgilangan, jarayon va natijalar hujjat bilan rasmiylashtiriladi.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a. Ijrochi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Tadqiqotni mutaxassis o‘tkazadi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b. Vazifa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Konkret vazifa, baholash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v. Tartib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Qat’iy tartib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g. Hujjat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Hujjat bilan rasmiylashtirish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Ekspertizaning to‘rt xususiyati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tibbiyotining predmeti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Predmeti — sud-tibbiy ekspertizaning nazariyasi va amaliyoti.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Predmet tizimini ilk bor 1948 yilda M. I. Avdeev ilmiy asoslab taklif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V. L. Popov (1999) fan tarkibida o‘lim va undan keyingi o‘zgarishlar, jarohatlar va shaxs identifikatsiyasi haqidagi ta’limotlarni farqlaydi.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Predmet tizimi: sakkiz bo‘lim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Rivojlanish tarixi; ekspertizaning tashkiliy va protsessual masalalari; tashqi omillar ta’sirida sog‘liq buzilishi va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ko‘zdan kechirish va ekspertizasi; tirik shaxslar; ashyoviy dalillar.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va sud materiallari bo‘yicha ekspertiza; tibbiy xodimlarning kasb huquqbuzarliklari.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Predmet tizimi (8 bo‘lim)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1–3-bo‘lim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Rivojlanish tarixi  ·  Tashkiliy va protsessual masalalar  ·  Tashqi omillar va o‘lim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4–6-bo‘lim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ko‘zdan kechirish  ·  Tirik shaxslar  ·  Ashyoviy dalillar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7–8-bo‘lim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Tergov va sud materiallari  ·  Kasb huquqbuzarliklari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Avdeev tizimi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hozirgi tarkibiy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Tarix; tashkiliy va protsessual asoslar; sud-tibbiy tanatologiya; travmatologiya; akusherlik va ginekologiya; toksikologiya; biologiya.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Shuningdek, turli tashqi omillar ta’siri va shaxs hamda shikast qurolining identifikatsiyasi.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2002 yilda «Tibbiy xodimlarning kasb huquqbuzarliklari» alohida fan — «Vrach faoliyatining huquqiy asoslari» sifatida ajralib chiqdi.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Fanning tarkibiy qismlari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 qismlari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Tarix  ·  Tashkiliy va protsessual asoslar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va jarohat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Tanatologiya  ·  Travmatologiya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qismlar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Akusherlik va ginekologiya  ·  Toksikologiya  ·  Biologiya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qismlar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Tashqi omillar ta’siri  ·  Identifikatsiya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Hozirgi tarkibi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fanlar bilan aloqasi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fundamental emas, amaliy qo‘llanma fan; tibbiy, yuridik, tabiiy va falsafa fanlari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Fundamental tibbiy fanlarni egallamay turib biron-bir sud-tibbiy ekspertizani o‘tkazib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jarohatlarda travmatologiya, jinoiy abortda akusherlik-ginekologiya, ko‘z shikastlanishida oftalmologiya bilimi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ixtisos va ekspert yondashuvi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mutaxassisi tibbiyotning barcha ixtisoslari bo‘yicha to‘liq bilimga ega bo‘lishi mumkin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mutaxassis tibbiy xizmat (diagnostika, davolash, profilaktika) nuqtai nazaridan qaraydi, ekspert esa holatlarga huquqiy baholash maqsadida yondashadi.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kimyo bilan, tashqi omillar (harorat, elektr toki, atmosfera bosimi) fizika bilan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Klinik ixtisos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xizmat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Diagnostika, davolash, profilaktika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Sud-tibbiy ekspert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Holatni huquqiy baholash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yondashuv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Ekspertizaning prinsiplari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Qonunda qonuniylik, inson huquq va erkinliklariga rioya, ekspert mustaqilligi, xolislik, har tomonlamalik va to‘liqlik prinsiplari e’tirof etilgan.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faqat o‘z vakolati doirasida ishlaydi, tekshiruv va xulosa uchun shaxsiy mas’uliyat zimmasida.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Ob’ektlarning identifikatsiya davri e’tiborga olinadi: shilinma va qontalashlar dastlabki 10–15 kungacha tekshirilgani maqsadga muvofiq.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Ekspertiza prinsiplari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Qonuniylik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Inson huquq va erkinliklariga rioya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Mustaqillik, xolislik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Ekspert mustaqilligi  ·  Xolislik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To‘liqlik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 tomonlamalik va to‘liqlik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Vakolat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o‘z vakolati doirasida  ·  Shaxsiy mas’uliyat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Identifikatsiya davri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Shilinma, qontalash: 10–15 kun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Prinsiplar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ob’ektlari va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Ob’ektlar: murda, tirik shaxslar, ashyoviy dalillar va jinoyat hamda fuqarolik ishlari materiallari.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uch guruh: umumilmiy (kuzatuv, tavsif, taqqoslash, o‘lchash), xususiy (morfologik, rentgenologik, xromatografik) va maxsus.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Maxsus usullar shaxs va shikastlovchi qurol aynanligini aniqlashda qo‘llanadi (masalan, fototaqqoslash).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Usullar guruhi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Umumilmiy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Kuzatuv, tavsif, taqqoslash, o‘lchash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Xususiy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Morfologik, rentgenologik, xromatografik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Fototaqqoslash, qurolni aniqlash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 guruhi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Qadimgi davr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Spartada e.a. IX–VIII asrlarda «Likurg qonunlari»da ayrim holatlarda tibbiy tekshiruv zarurati qayd etilgan; Gippokrat (460–370 e.a.) ham qatnashgan.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Yuliy Sezar o‘ldirilgach (e.a. 44 y.) murdasini vrach Antistius ko‘zdan kechirgan: 23 jarohatdan faqat bittasi o‘limga olib kelgan.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Yustinian kodeksida (VI asr) vrach va doyalarni jalb qilish ko‘rsatilgan, ularning xulosasi guvohlar ko‘rsatmasidan ahamiyatliroq deyilgan.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Likurg qonunlari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e.a. IX–VIII asr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Gippokrat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460–370 e.a.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Sezar murdasi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e.a. 44-yil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Antistius: jarohatlar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23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sabab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Yustinian kodeksi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VI 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Qadimgi davr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O‘rta asrlar va Uyg‘onish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1247 yilda Xitoyda Sun-si «Si Yuan Lu» asarini nashr etgan: murdani tekshirish tartibi, qurollar, bo‘g‘ish, cho‘kish,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XIII asrda Bolone shahrida Xugo Lukka tribunalda xulosalar bergan; murdaning rasmiy sud-tibbiy tekshiruvi XIV asrda Monpele o‘tkazilgan.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1532 yilda Germaniyada «Karolina» qonunlar majmui qotillik, zaharlanish kabi ishlarda vrachlar ishtiroki zarurligini qayd etgan.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1247: «Si Yuan Lu» (Xitoy)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XIII asr: Xugo Lukka (Bolone)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XIV asr: Monpele, rasmiy tekshiruv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1532: «Karolina» (Germaniya)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O‘rta asrlar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shakllanishi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Fransuz xirurgi Ambruaz Pare asarining alohida qismi sud-tibbiy masalalarga bag‘ishlangan: jarohatlar, asfiksiya, is gazi, yashin.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XVI asr oxiri — XVII asr boshida sud tibbiyoti alohida fan sifatida shakllana boshlaydi (F. Fidelis, P. Zakxeya).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1681 yilda I. Shreer yangi tug‘ilgan chaqaloq murdasida o‘pka sinamasini qo‘llagan; I. Bon asarida fanni «sud tibbiyoti» deb atash taklif etilgan.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Pare: sud-tibbiy qism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XVI–XVII asr: alohida fan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1681: Shreer, o‘pka sinamasi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Bon: «sud tibbiyoti» nomi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Fanning shakllanishi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XIX–XX asr olimlari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XIX asrda R. Virxov, K. Rokitanskiy, E. fon Gofman, P. Bruardel, S. A. Gromov, P. A. Minakov, I. I. Neyding va boshqalar salmoqli ish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N. I. Pirogov 1846 yildagi atlasida murda tekshiruvini yoritgan; o‘q otar jarohatlar bo‘yicha asarlarida tekshiruv uchun muhim ma’lumotlar bergan.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asrda, ayniqsa Ikkinchi jahon urushidan so‘ng ilmiy izlanishlar jadallashgan, ko‘plab darslik va qo‘llanmalar yaratilgan.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Germaniya, Avstriya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Virxov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Rokitanskiy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fon Gofman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Fransiya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Bruardel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Rossiya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Gromov, Minakov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Neyding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Pirogov (atlas, 1846)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XIX–XX asr olimlari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10–11,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Markaziy Osiyo va O‘zbekistondagi dastlabki bilimlar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 boshlarigacha bu hududda odil sudlov shariat qoidalariga asosan olib borilgan, tibbiyot vakillarini jalb qilish ko‘zda tutilmagan.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Beruniy, Ibn Sino, Ismoil Jurjoniy asarlarida sud tibbiyotiga aloqador ma’lumotlar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«Tib qonunlari»da o‘limdan keyingi o‘zgarishlar, zo‘raki o‘lim turlari, zaharlar va jarohatlar haqida yozgan; maqsad — to‘g‘ri tibbiy yordam.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Markaziy Osiyo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Shariat davri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Odil sudlov shariat qoidalari bilan  ·  Tibbiyot vakillari jalb etilmagan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Allomalar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Beruniy  ·  Ibn Sino  ·  Ismoil Jurjoniy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«Tib qonunlari»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o‘zgarishlari, zaharlar  ·  Zo‘raki o‘lim turlari, jarohatlar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Dastlabki bilimlar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sud tibbiyoti kafedralari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 izlanishlar XX asrning 20-yillaridan oliy tibbiy o‘quv yurtlari kafedralari faoliyati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kafedra Turkiston universiteti tibbiyot fakultetida 1920 yilda ochilgan; keyin 1935 Samarqand, 1959 Andijon, 1972 Toshkent pediatriya institutida.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1993 yilda Toshkent vrachlar malakasini oshirish instituti qoshida kurs ochilgan; hozir oliy tibbiy ta’limda 9 ta sud tibbiyoti kafedrasida kurslar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Turkiston universiteti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Samarqand tibbiyot inst.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Andijon tibbiyot inst.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1959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Toshkent pediatriya 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1972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TVMOI qoshida kurs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Kafedralar ochilgan yil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11, 11–12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xizmati: o‘rni va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sog‘liqni saqlash tizimining ixtisoslashgan tarmog‘i; vazifasi jinoyat va fuqarolik ishlarida tibbiy-biologik masalalarni hal etish.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Muassasalar tibbiy yordam sifatini yaxshilash, travmatizm, zaharlanish va to‘satdan o‘lim oldini olish choralarini ham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Xizmat shakllanishida shartli ravishda 4 davr farqlanadi.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va II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davr (XX asr 20-yillarigacha): 1842 yilgi ustav; gospital vrachlari birinchi instansiya, murakkab hollarda ikkinchi, o‘ta murakkabda tibbiyot kengashi.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Turkistonda 1920-yillargacha ekspert-kriminalistika muassasasi bo‘lmagan, ekspertizalar epizodik o‘tkazilgan.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 davr (1950-yillargacha): ekspertizalar asosan kafedralarda; 1945 yilda Toshkentda «Respublika sud-tibbiy ekspertiza kabineti» ochilgan.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XX asr 20-yillarigacha: 1842 yilgi ustav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Instansiyalar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Gospital vrachlari → ikkinchi → tibbiyot kengashi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Turkiston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1920-yillargacha epizodik ekspertizalar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1950-yillargacha: kafedralar, 1945 kabinet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 va II davr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12–13, 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 va IV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 davr (1950–1991): 1950 yilda Sog‘liqni saqlash vazirligining sud-tibbiy ekspertiza Bosh byurosi tashkil qilindi; hududlarda byurolar ochildi.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Byurolar tarkibida murda, tirik shaxslar va laboratoriya ekspertizalari uchun tuzilmalar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davr (1991 yildan): mustaqil xizmat; ilk bor «Sud ekspertizasi to‘g‘risida»gi Qonun qabul qilindi, kadrlar tayyorlash va attestatsiya tizimi yaratildi.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XX asr 20-yillarigacha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1950-yillargacha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1950–1991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1991 yildan hozirgacha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Xizmat davrlari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13, 13–14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jarohatlar: tan jarohati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travmatologiya shikastlanish mexanizmi va vaqti, jarohat etkazgan jismni aniqlash va jarohatni sud-tibbiy baholash bilan shug‘ullanadi.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Sog‘liqning buzilishi yoki o‘limga olib kelgan tashqi ta’sir natijasida a’zo va to‘qimalar butunligi yoki funksiyasining buzilishi tan jarohati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ta’sir tufayli vujudga kelsa, bu kasallik deb tushuniladi.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ta’sirning to‘rt turi: fizik, kimyoviy, biologik va ruhiy.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ta’sir natijalarini o‘rganish sud psixiatriyasi predmeti.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 ta’sir turchalari: mexanik, termik, elektr, barometrik, nur.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Fizik omillar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O‘tmas, o‘tkir jism, o‘q otar qurol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Yuqori va past harorat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Barometrik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Yuqori va past bosim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Texnik va atmosfera toki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Nur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Rentgen, izotoplar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Fizik omillar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25–26,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Bitta omil ta’sirida — oddiy; ikki va undan ortiq tur ta’sirida — murakkab jarohat.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anatomik sohada — cheklangan, ikki va undan ortiq sohada — qo‘sh jarohat; soniga qarab yakka va ko‘p jarohat.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ko‘krak qafasida sanchma yara — oddiy cheklangan yakka shikastlanish.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jarohatlar murda va tirik shaxslar ekspertizasida etakchi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So‘nggi yillarda o‘lim sabablari tarkibida yurak-qon tomir va onkologik kasalliklardan keyin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Anatomik shikastlanishlar: shilinma, qontalash, yara, sinish, chiqish; funksional: shok, miya chayqalishi, aspiratsion asfiksiya.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mehnat va turmush sharoitidagi shaxslar guruhida kuzatiladigan turdosh jarohatlar majmui travmatizm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ishlab chiqarish, transport, harbiy, ko‘cha, sport, maktab, maishiy.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shikastlanishlar qoida talablariga rioya qilmaslik, shu jumladan spirtli ichimlik va narkotik iste’moli bilan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Travmatizm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Mehnat va transport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Ishlab chiqarish  ·  Transport  ·  Harbiy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Kundalik hayot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Ko‘cha  ·  Maishiy  ·  Maktab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Turdosh jarohatlar majmui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Jarohatlarning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Hayotiylikni aniqlash muhim: o‘limdan so‘ng qasddan yoki tasodifan (reanimatsiya, transportirovka, hayvonlar) jarohat yetkazilishi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belgilar: tashqi va ichki qon ketish, aspiratsiya, mioglobin, emboliya, eritrofagiya.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Mahalliy: qon quyilishi, tromb, reaktiv shish, yallig‘lanish, mushak qisqarishi, nekroz.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 belgilar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ketish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Aspiratsiya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Emboliya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Mahalliy belgilar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quyilishi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Tromb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Shish, nekroz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Hayotiylik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tekshirish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avvalo makroskopik tekshiriladi: turi, joyi, shakli, rangi, yara uchlari, chetlari, tubi; o‘lchov tekshiruvi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Klinitsistlar jarohatni to‘liq tavsiflashi shart: to‘liq tavsif ekspertiza vazifalarini bajarishda jiddiy qiyinchilik tug‘diradi.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Qo‘shimcha: rentgenografiya, rangli bosmalar, spektral analiz, stereomikroskopiya, trasologiya; hayotiylik va muddat — gistologiya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 va vositalar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shart — harakat; jarohatning yaqqolligi harakatdagi omil massasi va tezligiga to‘g‘ri proporsional.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Vositalar: qurol (pistolet, hanjar), anjom (bolta, arra, qaychi) va jism (tosh, tayoq).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jarohatlar o‘tmas, o‘tkir jismlar va o‘q otar qurollardan yetkazilganlarga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Jarohat vositalari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Pistolet, miltiq, hanjar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Anjom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Bolta, arra, qaychi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Jism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Tosh, tayoq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 vositalari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29–30,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jarohatdan o‘limning birlamchi sabablari (1–3)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sabab shikastlanish yoki undan qisqa vaqt ichida o‘limga olib keladi; ikkilamchi — biroz muddatdan so‘ng.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Hayot bilan nomutanosib jarohatlar (boshning ajralishi, tananing ikkiga bo‘linishi); 2) hayot uchun muhim a’zolar jarohati (miya, yurak lat yeyishi).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3) Qon yo‘qotish: nafaqat hajm, balki sur’at ham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Birlamchi sabablar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Nomutanosib jarohat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Boshning ajralishi  ·  Tananing ikkiga bo‘linishi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Muhim a’zolar jarohati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Miya lat yeyishi  ·  Yurak lat yeyishi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yo‘qotish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Hajm va sur’at ahamiyatli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Mexanik jarohatdan o‘lim (1–3)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arteriyalar jarohatida 500 ml gacha qon yo‘qotilganda ham o‘lim dastlabki minutlarda qorinchalar fibrillyasiyasidan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qon yo‘qotishda chap qorincha endokardi ostida tasmasimon qon quyilishlar (Minakov dog‘lari)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qon yo‘qotish (50 % dan ortiq, 2,5 l va undan ko‘p) sekinroq, bir necha soatda yuz beradi; murda dog‘lari kech va kam.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 (≤500 ml)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Fibrillyasiya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Minakov dog‘lari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Ko‘p (≥2,5 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kamqonlik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Dog‘lar kech paydo bo‘ladi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yo‘qotish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30–31,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Travmatik shok va a’zolarning qisilishi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Travmatik shok — markaziy nerv, yurak-qon tomir va endokrin tizimlari faoliyatining jiddiy buzilishi ko‘rinishidagi javob reaksiyasi.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og‘ir, III–IV darajali shok o‘limga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Miya, yurak, o‘pkaning qon va havo bilan qisilishi: gematomalar, gemoperikard, pnevmo- va gemotoraks.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Shok va qisilish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Travmatik shok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MNT, yurak-tomir, endokrin buzilishi  ·  III–IV daraja — o‘lim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Gematoma (miya)  ·  Gemoperikard  ·  Pnevmo-, gemotoraks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Travmatik shok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Havo emboliyasi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 yirik venalar shikastlanishida va jinoiy abortda rivojlanishi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miqdordagi havo (5–7 sm³) xavfli oqibatga olib kelmasligi mumkin; 10 sm³ va undan ortig‘i tez kirsa, fibrillyasiya va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ko‘krak qafasidan boshlanadi; perikard suvida o‘ng qorincha teshilganda pufaklar chiqsa — musbat (Sunsov sinamasi).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Ochish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Tekshiruv ko‘krak qafasidan boshlanadi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Perikard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Yurak sathini yopadigan suv quyiladi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Teshish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O‘ng qorincha devori teshiladi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Suvdan pufaklar chiqsa — musbat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Sunsov sinamasi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31–32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Yog‘ emboliyasi, aspiratsiya va ikkilamchi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 uzun naysimon suyaklar sinishida; o‘lim 2–3 kundan so‘ng; Sudan III, Sudan IV bilan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Halqum va nafas yo‘llari shikasti, kalla asosi va burun suyaklari sinishida qon aspiratsiyasidan asfiksiya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sabablar: infeksion asoratlar (sepsis, peritonit, meningit, osteomielit, qoqshol), intoksikatsiya, ikkilamchi qon yo‘qotish.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Boshqa sabablar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Yog‘ emboliyasi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Uzun naysimon suyak sinishi  ·  O‘lim 2–3 kundan so‘ng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aspiratsiyasi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Halqum, nafas yo‘llari shikasti  ·  Kalla asosi, burun suyaklari sinishi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Ikkilamchi sabablar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Sepsis, peritonit, meningit  ·  Qoqshol; intoksikatsiya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Aspiratsiya va ikkilamchi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32,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 va ta’sir yuzasi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O‘tmas jismdan jarohatlar tirik shaxslar ekspertizasining 80 % dan ziyodini, zo‘raki o‘limning yarmiga yaqinini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Jismlar qattiq (tosh, tayoq), yumshoq (sharf), elastik (rezina to‘pi); jarohat bevosita yoki bilvosita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yuzasi cheklangan yoki cheklanmagan: nisbiy — shikastlanuvchi soha yuzasi bilan taqqoslanadi.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O‘tmas jismlar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Qattiq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Tosh, tayoq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Yumshoq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Sharf, sochiq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Elastik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Rezina to‘pi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 yuzasi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Cheklangan yoki cheklanmagan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Ulushi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Tirik shaxslarda 80% dan ziyod  ·  Zo‘raki o‘limda ≈ yarmi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Jismlar va yuza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33, 33–34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Impression va inersion 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Jism massasi shikastlanayotgan soha massasidan kichik bo‘lsa — impression travma; shikast faqat ta’sir sohasi bilan cheklanadi.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kuchi soha yoki tana massasidan ancha katta bo‘lsa — inersion (tezlanish) travmasi.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Inersion travmada bilvosita jarohatlar, umumiy chayqalish, kalla-miya jarohatlarida aks zarb shikastlari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Impression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Jism massasi kichik; mahalliy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3493008"/>
            <a:ext cx="6110935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493008"/>
            <a:ext cx="5397703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Inersion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Kuch katta; bilvosita, aks zarb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Travma turi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mexanizmlari: zarb, siqilish, cho‘zilish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Zarb — bir tomonga yo‘nalgan qisqa muddatli ta’sir.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Siqilishda ikki kuch bir-biriga qarab uzoq ta’sir etadi; ichki a’zo va suyak shikasti tashqi jarohatdan jiddiyroq.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Cho‘zilishda kuchlar markazdan qochadi: yirtma yaralar, yorilishlar, tana qismlarining ajralishi; tishlama yaralarda ham ishtirok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Zarb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tomonga yo‘nalgan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Qisqa muddatli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Siqilish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kuch bir-biriga qarab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shikast jiddiyroq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Cho‘zilish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Kuchlar markazdan qochadi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Yirtma yara, yorilish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Ta’sir mexanizmlari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Ishqalanish, buralish va chayqalish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Ishqalanishda faqat bevosita jarohatlar, asosan shilinma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Buralishda asosan bilvosita jarohatlar: suyaklarning spiralsimon sinishi.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Chayqalishda kuchsiz ta’sirda miya chayqalishi; kuchli ta’sirda ichki a’zolar va boylamlar jarohati; «bolalarning silkinish sindromi» asosida yotadi.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Ishqalanish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Shilinma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Buralish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Spiralsimon sinish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chayqalishi, silkinish sindromi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Mexanizm va jarohat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35, 35–36,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— epidermis va dermaning so‘rg‘ichsimon qavati butunligining buzilishi; yuzaki (faqat epidermis) va chuqur turlari.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Chiziqsimon shilinmalar timalma deb ataladi; o‘tkir burchakda ishqalanishning o‘rni ortib, yoysimon shakl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Taykov (1951) bo‘yicha 4 bosqich: yangi (12 soatgacha), qoplama (2–3 sutka), epitelizatsiya (7–9 sutka), iz (10–15 sutka).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Yangi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 soatgacha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Qoplama hosil bo‘lishi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2–3 sutka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Epitelizatsiya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7–9 sutka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10–15 sutka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Shilinma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36, 36–37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mexanik ta’sirni tasdiqlaydi, mexanizm va muddatni aniqlashga imkon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Joyi, shakli va soniga qarab hodisa tafsilotini taxmin qilish mumkin (masalan, bo‘yindagi yoysimon shilinma qo‘l bilan bo‘g‘ishda).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shilinmani o‘limdan keyingi qurish belgisi — pergament dog‘laridan farqlash kerak: ular sariq-jigarrang, qoplama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Shilinma ahamiyati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Mexanizm va muddatni aniqlash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Hodisa tafsiloti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Joyi, shakli, soni bo‘yicha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Farqlash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Pergament dog‘i: sariq-jigarrang  ·  Qoplama hosil bo‘lmaydi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Shilinma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Qontalash — qon tomirlar yorilishi natijasida teri, teri osti yog‘ va yumshoq to‘qimalarga qon quyilishi; shish, harorat ko‘tarilishi va og‘riq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To‘qima oralig‘i yoki bo‘shliqda qon to‘planishi gematoma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Cheklanmagan yuzali jism ta’sirida qontalash dumaloq yoki oval; cheklangan yuzali jismda yuza shakliga o‘xshaydi.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Qontalash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Mohiyati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tomir yorilishi  ·  Teri, yog‘, yumshoq to‘qimaga qon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Belgilar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Shish  ·  Mahalliy harorat ko‘tarilishi  ·  Og‘riq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Gematoma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To‘qima oralig‘ida qon to‘planishi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Shakli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Cheklanmagan yuza: dumaloq, oval  ·  Cheklangan yuza: yuza shakliga o‘xshash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Qontalash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 rangi va murda dog‘laridan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kunlarda qizg‘ish-ko‘kimtir; 3–4 sutkada yashil, 6–8 sutkada sariq tus paydo bo‘la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o‘zgarishi chekka qismlardan boshlanadi; muddatlar taxminiy.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Ko‘z, lab shilliq qavati, bo‘yindagi qon quyilishlar rangini o‘zgartirmaydi, faqat oqarib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kunlar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Qizg‘ish-ko‘kimtir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3–4 sutka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Yashil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6–8 sutka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Qontalash rangi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jismdan yaralar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— terining barcha qavatlari va chuqur yumshoq to‘qimalar ajralishi; yuzaki va chuqur yaralar.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Zarb va siqilishdan lat yara, kuchli ta’sirda majaqlangan, zarb va cho‘zilishdan yirtma, o‘tkir burchakdagi zarbdan laxtaksimon yara.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Chetlari notekis, shilinma va qon quyilishli; devorlar orasida to‘qima «ko‘prikchalari»; tashqi qon ketish kuchli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O‘tmas jismdan yaralar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Lat yara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Zarb va siqilishdan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Majaqlangan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ta’sirda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Yirtma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Zarb va cho‘zilishdan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Laxtaksimon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O‘tkir burchakdagi zarbdan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Umumiy belgilar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Chetlari notekis, shilinma  ·  To‘qima «ko‘prikchalari»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Yara turlari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Yuliy Sezar murdasini ko‘zdan kechirgan vrach Antistius 23 jarohatdan faqat bittasi o‘limga olib kelgan deb baholagan.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1247 yilda Xitoyda nashr etilgan «Si Yuan Lu» asari to‘rt qismdan iborat bo‘lib, murdani tibbiy tekshirish tartibi, qurollar, bo‘g‘ish, cho‘kish va zaharlarni yoritgan.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Tezlashgan (inersion) travmada kalla-miya jarohatlarida aks zarb shikastlanishlari aniqlanadi.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emboliyasida 5–7 sm³ havo sekin qonda erib ketishi mumkin, 10 sm³ va undan ortiq tez kirsa fibrillyasiya va o‘lim bo‘lishi mumkin.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tarkibi. Sud tibbiyotining boshqa fanlar bilan aloqa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1. Fan, tarix; Bob 2. Sud-tibbiy travmatologiya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