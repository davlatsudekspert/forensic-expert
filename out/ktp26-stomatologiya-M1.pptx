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sud tibbiyotini klinik fanlardan nima ajratadi? Doskada: «tergov — ekspert — xulosa» zanjiri. Tipik xato: sud tibbiyotini davolash fani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tartib qat’iy belgilanishi kerak? Doskada: a, b, v, g xususiyatlari. Tipik xato: ekspertizani oddiy konsultatsiya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predmet nega ekspertiza ob’ektlari bilan bog‘liq? Doskada: Avdeev — 1948. Tipik xato: predmetni faqat murda tekshiruvi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bo‘limlar ichida qaysi biri bugungi mavzuga yaqin? Doskada: 8 bo‘lim ro‘yxati. Tipik xato: bo‘limlarni mustaqil fanlar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kasb huquqbuzarliklari alohida fanga ajratilgan? Doskada: 2002 yil. Tipik xato: huquqiy asoslarni sud tibbiyotining bir bo‘limi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stomatolog ekspertizada qaysi klinik bilimidan foydalanishi mumkin? (Manbada stomatologiya alohida tilga olinmagan; talabalar bilan muhokama.) Doskada: uch klinik misol. Tipik xato: ekspert barcha ixtisos bo‘yicha mukammal bilimga ega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shifokor va ekspertning maqsadi qanday farq qiladi? Doskada: ikki ustunli taqqoslash. Tipik xato: ekspertni davolovchi vrach o‘rnida ko‘rish.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tekshiruv muddati muhim? Doskada: 10–15 kun. Tipik xato: shilinmani istalgan vaqtda bir xil tekshirish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maxsus usullarga yana qanday misol keltira olasiz? Doskada: 3 guruh. Tipik xato: faqat laboratoriya usullarini ekspertizaga xos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Antistius xulosasining ahamiyati nimada? Doskada: sana va nomlar. Tipik xato: Sezar jarohatlarining hammasini o‘limga sabab deb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«Karolina» nimani talab qilgan? Doskada: 1247, 1532. Tipik xato: Si Yuan Lu ni Yevropa asari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fan nomi qaysi asarda taklif etilgan? Doskada: Bon, «Medicina forensis specimen». Tipik xato: yilni aniq nomlash (manbada Bon asari yili OCR xatosi tufayli aniq o‘qilmaydi).</a:t>
            </a:r>
          </a:p>
          <a:p/>
          <a:p>
            <a:r>
              <a:t>Tekshirish kerak (manbada noaniq):</a:t>
            </a:r>
          </a:p>
          <a:p>
            <a:r>
              <a:t>- 1681 yilda I. Shreer yangi tug‘ilgan chaqaloq murdasida o‘pka sinamasini qo‘llagan; I. Bon asarida fanni «sud tibbiyoti» deb atash taklif etilgan.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Pirogov hissasi nimada? Doskada: 1846 atlas. Tipik xato: Pirogovni faqat jarroh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bu ma’lumotlar sud tibbiyoti emas, tibbiy yordam maqsadida yozilgan? Doskada: Ibn Sino «Tib qonunlari». Tipik xato: bu asarlarni ekspertiza qo‘llanmasi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oliy tibbiy ta’lim tizimida sud tibbiyotining ahamiyati nimada? Javob: o‘quv jarayoni ilmiy va amaliy faoliyat bilan birga olib boriladi. Doskada: 1920, 1935, 1959, 1972, 1993. Tipik xato: sanalarni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xizmat sog‘liqni saqlashga kiradi? Doskada: 4 davr. Tipik xato: xizmatni faqat huquq tizimiga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uch instansiya qanday ishlagan? Doskada: instansiyalar zinasi. Tipik xato: Turkistonda doimiy muassasa bo‘lgan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mustaqillik yillarida nima o‘zgardi? Doskada: 1950 va 1991. Tipik xato: III va IV davrni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tan jarohati va kasallikni nima ajratadi? Doskada: «tashqi ta’sir — tan jarohati». Tipik xato: tan jarohatini faqat jinoyat huquqi atamasi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mexanik ta’sirga qanday misollar bor? Javob: o‘tmas jism, o‘tkir jism, o‘q otar qurol, portlovchi moddalar. Doskada: jadval. Tipik xato: ruhiy ta’sirni sud-tibbiy ekspertiza predmeti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qobirg‘a sinishi va qo‘l termik kuyishi qaysi toifaga kiradi? Javob: murakkab qo‘sh ko‘p shikastlanish. Doskada: 3 mezon. Tipik xato: mezonlarni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funksional shikastlanish nima bilan ajraladi? Doskada: ikki guruh. Tipik xato: shokni anatomik shikastlanish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maktab travmatizmining oldini olishda nima qilish mumkin? Doskada: 7 tur. Tipik xato: transport travmatizmini faqat avtomobil bilan cheklash.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o‘limdan keyingi jarohat hayotiyga o‘xshashi mumkin? Doskada: umumiy va mahalliy belgilar. Tipik xato: bitta belgiga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shifokor yozuvi ekspertizada qanday rol o‘ynaydi? Doskada: usullar ro‘yxati. Tipik xato: faqat diagnozni yozib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tosh va pichoq qaysi toifaga kiradi? Doskada: qurol — anjom — jism. Tipik xato: baltani qurol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jarohatlar transport travmasida uchraydi? Doskada: birlamchi sabablar raqamlari. Tipik xato: o‘limni doim yagona sababga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tez va sekin qon yo‘qotishning murdadagi farqi? Doskada: 500 ml va 2,5 l. Tipik xato: Minakov dog‘larini har qanday qon yo‘qotishda doim bor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epidural va subdural gematomaning farqi? Doskada: qisilish turlari. Tipik xato: shokni jarohat o‘lchamiga to‘g‘ri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tekshiruv ko‘krak qafasidan boshlanadi? Doskada: Sunsov sinamasi bosqichlari. Tipik xato: avval qorin bo‘shlig‘ini ochish.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yuz-jag‘ jarohatlarida nega aspiratsiya xavfi bor? Javob: burun suyaklari va kalla asosi sinsa qon nafas yo‘llariga tushadi. Doskada: Sudan III/IV ranglari. Tipik xato: yog‘ emboliyasida darhol o‘lim kutish.</a:t>
            </a:r>
          </a:p>
          <a:p/>
          <a:p>
            <a:r>
              <a:t>Tekshirish kerak (manbada noaniq):</a:t>
            </a:r>
          </a:p>
          <a:p>
            <a:r>
              <a:t>- Halqum va nafas yo‘llari shikasti, kalla asosi va burun suyaklari sinishida qon aspiratsiyasidan asfiksiya bo‘lishi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bir jism ham cheklangan, ham cheklanmagan yuzali bo‘lishi mumkinmi? Javob: ha, soha maydoniga qarab. Doskada: 80 %. Tipik xato: yuza turini mutlaq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aks zarb nima? Doskada: ikki ustun. Tipik xato: impression va inersiyani jism turi bilan chalkashtirish.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tishlama yaralar qaysi mexanizm bilan hosil bo‘ladi? Javob: cho‘zilish mexanizmi ishtirok etadi. Doskada: kuch yo‘nalishlari. Tipik xato: siqilishda tashqi jarohatni og‘ir deb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spiral sinish qaysi mexanizmni ko‘rsatadi? Doskada: mexanizm — jarohat juftliklari. Tipik xato: bitta mexanizm bilan cheklanish (aksariyat jarohat ikki va undan ortiq mexanizmdan).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bosqichlar muddati nega shartli? Javob: yosh, salomatlik, soha va chuqurlikka bog‘liq. Doskada: 12 soat, 2–3, 7–9, 10–15. Tipik xato: muddatlarni qat’iy deb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pergament dog‘ nima? Doskada: farqlovchi belgilar. Tipik xato: pergament dog‘ini hayotiy shilinma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bilvosita qontalash nima? Doskada: qontalash — gematoma farqi. Tipik xato: qontalash shaklini doim jism shakliga o‘xshash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qontalash rangi muddatni bildirishga yetarli emas? Doskada: 3–4 va 6–8 sutka. Tipik xato: yuz-jag‘ sohasidagi qon quyilishdan ham rang bo‘yicha muddat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ko‘prikchalar o‘tkir jism yarasidan nima bilan farqlanadi? Doskada: yara turlari. Tipik xato: o‘tmas jism yarasini kesilgan yara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Kirish. Sud tibbiyotining predmeti va tarkibi. Sud tibbiyotining boshqa fanlar bilan aloqasi. Oliy tibbiy ta’lim tizimida sud tibbiyotining ahamiyati. O‘zbekistonda sud tibbiyoti rivojlanishining qisqacha tarixi. Mexanik jarohatlar haqida ma’lumot.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tibbiyoti va sud-tibbiy ekspertiza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 — sud, tergov va surishtiruv idoralari faoliyatida vujudga keladigan tibbiy-biologik masalalarni o‘rganuvchi alohida tibbiyot fani.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huquqni muhofaza etuvchi idoralar uchun dalil manbai bo‘lib xizmat qiladigan tibbiy faktlarni aniqlash, tekshirish va baholashga oid ilmiy bilimlar majmuasidir.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xulosasi tuzish bilan yakunlanadigan tadqiqot sud-tibbiy ekspertiza deb ataladi.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5–6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Ekspertizaning to‘rt xususiyati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Tadqiqot fan, texnika yoki san’at sohasidagi bilim va ko‘nikmalardan foydalangan mutaxassis tomonidan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Tadqiqot konkret vazifa bo‘yicha, odatda baholash maqsadida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O‘tkazish tartibi qat’iy belgilangan, jarayon va natijalar hujjat bilan rasmiylashtiriladi.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168"/>
                <a:gridCol w="340780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Mutaxassis tomonidan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Konkret vazifa, baholash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Qat’iy tartib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Hujjat bilan rasmiylashtirish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To‘rt xususiyat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5–6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tibbiyotining predmeti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Predmeti — sud-tibbiy ekspertizaning nazariyasi va amaliyoti.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Predmet tizimini ilk bor 1948 yilda M. I. Avdeev ilmiy asoslab taklif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V. L. Popov (1999) fan tarkibida o‘lim va undan keyingi o‘zgarishlar, jarohatlar va shaxs identifikatsiyasi haqidagi ta’limotlarni farqlaydi.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5–6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Predmet tizimi: sakkiz bo‘lim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Rivojlanish tarixi; ekspertizaning tashkiliy va protsessual masalalari; tashqi omillar ta’sirida sog‘liq buzilishi va o‘lim.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ko‘zdan kechirish va ekspertizasi; tirik shaxslar; ashyoviy dalillar.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Tergov va sud materiallari bo‘yicha ekspertiza; tibbiy xodimlarning kasb huquqbuzarliklari.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5–6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Fanning hozirgi tarkibiy qismlari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Tarix; tashkiliy va protsessual asoslar; sud-tibbiy tanatologiya; travmatologiya; akusherlik va ginekologiya; toksikologiya; biologiya.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Shuningdek, turli tashqi omillar ta’siri va shaxs hamda shikast qurolining identifikatsiyasi.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2002 yilda «Tibbiy xodimlarning kasb huquqbuzarliklari» alohida fan — «Vrach faoliyatining huquqiy asoslari» sifatida ajralib chiqdi.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5–6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fanlar bilan aloqasi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 fundamental emas, amaliy qo‘llanma fan; tibbiy, yuridik, tabiiy va falsafa fanlari bilan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Fundamental tibbiy fanlarni egallamay turib biron-bir sud-tibbiy ekspertizani o‘tkazib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jarohatlarda travmatologiya, jinoiy abortda akusherlik-ginekologiya, ko‘z shikastlanishida oftalmologiya bilimi zarur.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6–10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ixtisos va ekspert yondashuvi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 mutaxassisi tibbiyotning barcha ixtisoslari bo‘yicha to‘liq bilimga ega bo‘lishi mumkin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 mutaxassis tibbiy xizmat (diagnostika, davolash, profilaktika) nuqtai nazaridan qaraydi, ekspert esa holatlarga huquqiy baholash maqsadida yondashadi.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Toksikologiya kimyo bilan, tashqi omillar (harorat, elektr toki, atmosfera bosimi) fizika bilan bog‘liq.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095"/>
                <a:gridCol w="364687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Mutaxassis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Maqsad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Klinik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Tibbiy xizmat: diagnostika, davolash, profilaktika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Sud-tibbiy ekspert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Holatni huquqiy baholash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Shifokor va ekspert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6–10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Ekspertizaning prinsiplari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«Sud ekspertizasi to‘g‘risida»gi Qonunda qonuniylik, inson huquq va erkinliklariga rioya, ekspert mustaqilligi, xolislik, har tomonlamalik va to‘liqlik prinsiplari e’tirof etilgan.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faqat o‘z vakolati doirasida ishlaydi, tekshiruv va xulosa uchun shaxsiy mas’uliyat zimmasida.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Ob’ektlarning identifikatsiya davri e’tiborga olinadi: shilinma va qontalashlar dastlabki 10–15 kungacha tekshirilgani maqsadga muvofiq.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6–10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ob’ektlari va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Ob’ektlar: murda, tirik shaxslar, ashyoviy dalillar va jinoyat hamda fuqarolik ishlari materiallari.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Usullar uch guruh: umumilmiy (kuzatuv, tavsif, taqqoslash, o‘lchash), xususiy (morfologik, rentgenologik, xromatografik) va maxsus.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Maxsus usullar shaxs va shikastlovchi qurol aynanligini aniqlashda qo‘llanadi (masalan, fototaqqoslash).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Umumilmiy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Kuzatuv, tavsif, taqqoslash, o‘lchash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Xususiy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Morfologik, rentgenologik, xromatografik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Maxsus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Fototaqqoslash, qurolni aniqlash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Usullar guruhi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6–10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Qadimgi davr tarixi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Qadimiy Spartada eramizdan oldingi IX–VIII asrlarda «Likurg qonunlari»da ayrim holatlarda tibbiy tekshiruv zarurati qayd etilgan; Gippokrat (460–370 e.a.) ham qatnashgan.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Yuliy Sezar o‘ldirilgach (e.a. 44 y.) murdasini vrach Antistius ko‘zdan kechirgan: 23 jarohatdan faqat bittasi o‘limga olib kelgan.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Yustinian kodeksida (VI asr) vrach va doyalarni jalb qilish ko‘rsatilgan, ularning xulosasi guvohlar ko‘rsatmasidan ahamiyatliroq deyilgan.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6–10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O‘rta asrlar va Uyg‘onish davri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1247 yilda Xitoyda Sun-si «Si Yuan Lu» asarini nashr etgan: murdani tekshirish tartibi, qurollar, bo‘g‘ish, cho‘kish, zaharlar.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XIII asrda Bolone shahrida Xugo Lukka tribunalda xulosalar bergan; murdaning rasmiy sud-tibbiy tekshiruvi XIV asrda Monpele o‘tkazilgan.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1532 yilda Germaniyada «Karolina» qonunlar majmui qotillik, zaharlanish kabi ishlarda vrachlar ishtiroki zarurligini qayd etgan.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6–10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Fanning shakllanishi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Fransuz xirurgi Ambruaz Pare asarining alohida qismi sud-tibbiy masalalarga bag‘ishlangan: jarohatlar, asfiksiya, is gazi, yashin.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XVI asr oxiri — XVII asr boshida sud tibbiyoti alohida fan sifatida shakllana boshlaydi (F. Fidelis, P. Zakxeya).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1681 yilda I. Shreer yangi tug‘ilgan chaqaloq murdasida o‘pka sinamasini qo‘llagan; I. Bon asarida fanni «sud tibbiyoti» deb atash taklif etilgan.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6–10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XIX–XX asr olimlari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XIX asrda R. Virxov, K. Rokitanskiy, E. fon Gofman, P. Bruardel, S. A. Gromov, P. A. Minakov, I. I. Neyding va boshqalar salmoqli ish qilgan.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N. I. Pirogov 1846 yildagi atlasida murda tekshiruvini yoritgan; o‘q otar jarohatlar bo‘yicha asarlarida tekshiruv uchun muhim ma’lumotlar bergan.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XX asrda, ayniqsa Ikkinchi jahon urushidan so‘ng ilmiy izlanishlar jadallashgan, ko‘plab darslik va qo‘llanmalar yaratilgan.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10–11, 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Markaziy Osiyo va O‘zbekistondagi dastlabki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XX asr boshlarigacha bu hududda odil sudlov shariat qoidalariga asosan olib borilgan, tibbiyot vakillarini jalb qilish ko‘zda tutilmagan.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Beruniy, Ibn Sino, Ismoil Jurjoniy asarlarida sud tibbiyotiga aloqador ma’lumotlar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Ibn Sino «Tib qonunlari»da o‘limdan keyingi o‘zgarishlar, zo‘raki o‘lim turlari, zaharlar va jarohatlar haqida yozgan; maqsad — to‘g‘ri tibbiy yordam.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O‘zbekistonda sud tibbiyoti kafedralari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Ilmiy izlanishlar XX asrning 20-yillaridan oliy tibbiy o‘quv yurtlari kafedralari faoliyati bilan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kafedra Turkiston universiteti tibbiyot fakultetida 1920 yilda tashkil etilgan; keyin 1935 yil Samarqand, 1959 yil Andijon, 1972 yil Toshkent pediatriya institutida.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1993 yilda Toshkent vrachlar malakasini oshirish instituti qoshida kurs ochilgan; hozir oliy tibbiy ta’limda 9 ta sud tibbiyoti kafedrasida kurslar bor.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168"/>
                <a:gridCol w="3407806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Joyi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1920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Turkiston universiteti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1935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Samarqand tibbiyot instituti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1959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Andijon tibbiyot instituti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Toshkent pediatriya instituti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1993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TVMOI qoshida kurs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Kafedralar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11, 11–12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xizmati: o‘rni va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ekspertiza sog‘liqni saqlash tizimining ixtisoslashgan tarmog‘i; asosiy vazifasi jinoyat va fuqarolik ishlarida tibbiy-biologik masalalarni hal etish.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Muassasalar tibbiy yordam sifatini yaxshilash, travmatizm, zaharlanish va to‘satdan o‘lim oldini olish choralarini ham o‘tkazadi.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Xizmat shakllanishida shartli ravishda 4 davr farqlanadi.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 va II davr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 davr (XX asr 20-yillarigacha): 1842 yilgi ustav; gospital vrachlari birinchi instansiya, murakkab hollarda ikkinchi, o‘ta murakkabda tibbiyot kengashi.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Turkistonda 1920-yillargacha ekspert-kriminalistika muassasasi bo‘lmagan, ekspertizalar epizodik o‘tkazilgan.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II davr (1950-yillargacha): ekspertizalar asosan kafedralarda; 1945 yilda Toshkentda «Respublika sud-tibbiy ekspertiza kabineti» ochilgan.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12–13, 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III va IV davr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III davr (1950–1991): 1950 yilda Sog‘liqni saqlash vazirligining sud-tibbiy ekspertiza Bosh byurosi tashkil qilindi; hududlarda byurolar ochildi.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Byurolar tarkibida murda, tirik shaxslar va laboratoriya ekspertizalari uchun tuzilmalar bo‘lgan.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IV davr (1991 yildan): mustaqil xizmat; ilk bor «Sud ekspertizasi to‘g‘risida»gi Qonun qabul qilindi, kadrlar tayyorlash va attestatsiya tizimi yaratildi.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Davr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XX asr 20-yillarigacha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1950-yillargacha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1950–1991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1991 yildan hozirgacha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Xizmat davrlari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13, 13–14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jarohatlar: tan jarohati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travmatologiya shikastlanish mexanizmi va vaqti, jarohat etkazgan jismni aniqlash va jarohatni sud-tibbiy baholash bilan shug‘ullanadi.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Sog‘liqning buzilishi yoki o‘limga olib kelgan tashqi ta’sir natijasida a’zo va to‘qimalar butunligi yoki funksiyasining buzilishi tan jarohati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Ichki ta’sir tufayli vujudga kelsa, bu kasallik deb tushuniladi.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Shikastlovchi omillar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Tashqi ta’sirning to‘rt turi: fizik, kimyoviy, biologik va ruhiy.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Ruhiy ta’sir natijalarini o‘rganish sud psixiatriyasi predmeti.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Fizik ta’sir turchalari: mexanik, termik, elektr, barometrik, nur.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3629002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Mexanik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O‘tmas, o‘tkir jism, o‘q otar qurol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Termik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Yuqori va past harorat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Barometrik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Yuqori va past bosim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Elektr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Texnik va atmosfera toki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Nur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Rentgen, izotoplar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Fizik omillar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25–26,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Bitta omil ta’sirida — oddiy; ikki va undan ortiq tur ta’sirida — murakkab jarohat.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anatomik sohada — cheklangan, ikki va undan ortiq sohada — qo‘sh jarohat; soniga qarab yakka va ko‘p jarohat.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ko‘krak qafasida sanchma yara — oddiy cheklangan yakka shikastlanish.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jarohatlarning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jarohatlar murda va tirik shaxslar ekspertizasida etakchi o‘rinni egallaydi.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So‘nggi yillarda o‘lim sabablari tarkibida yurak-qon tomir va onkologik kasalliklardan keyin turadi.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Anatomik shikastlanishlar: shilinma, qontalash, yara, sinish, chiqish; funksional: shok, miya chayqalishi, aspiratsion asfiksiya.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Travmatizm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xil mehnat va turmush sharoitidagi shaxslar guruhida kuzatiladigan turdosh jarohatlar majmui travmatizm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Turlari: ishlab chiqarish, transport, harbiy, ko‘cha, sport, maktab, maishiy.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Aksariyat shikastlanishlar qoida talablariga rioya qilmaslik, shu jumladan spirtli ichimlik va narkotik iste’moli bilan bog‘liq.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Jarohatlarning hayotiyligi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Hayotiylikni aniqlash muhim: o‘limdan so‘ng qasddan yoki tasodifan (reanimatsiya, transportirovka, hayvonlar) jarohat yetkazilishi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belgilar: tashqi va ichki qon ketish, aspiratsiya, mioglobin, emboliya, eritrofagiya.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Mahalliy: qon quyilishi, tromb, reaktiv shish, yallig‘lanish, mushak qisqarishi, nekroz.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3629002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Umumiy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ketish, aspiratsiya, emboliya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Mahalliy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quyilishi, tromb, shish, nekroz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Hayotiylik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Jarohatlarni tekshirish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 avvalo makroskopik tekshiriladi: turi, joyi, shakli, rangi, yara uchlari, chetlari, tubi; o‘lchov tekshiruvi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Klinitsistlar jarohatni to‘liq tavsiflashi shart: to‘liq tavsif ekspertiza vazifalarini bajarishda jiddiy qiyinchilik tug‘diradi.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Qo‘shimcha: rentgenografiya, rangli bosmalar, spektral analiz, stereomikroskopiya, trasologiya; hayotiylik va muddat — gistologiya bilan.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jarohat va vositalar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shart — harakat; jarohatning yaqqolligi harakatdagi omil massasi va tezligiga to‘g‘ri proporsional.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Vositalar: qurol (pistolet, hanjar), anjom (bolta, arra, qaychi) va jism (tosh, tayoq).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jarohatlar o‘tmas, o‘tkir jismlar va o‘q otar qurollardan yetkazilganlarga bo‘linadi.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Vosita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Qurol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Pistolet, miltiq, hanjar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Anjom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Bolta, arra, qaychi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Tosh, tayoq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Jarohat vositalari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29–30,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jarohatdan o‘limning birlamchi sabablari (1–3)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Birlamchi sabab shikastlanish yoki undan qisqa vaqt ichida o‘limga olib keladi; ikkilamchi — biroz muddatdan so‘ng.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1) Hayot bilan nomutanosib jarohatlar (boshning ajralishi, tananing ikkiga bo‘linishi); 2) hayot uchun muhim a’zolar jarohati (miya, yurak lat yeyishi).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3) Qon yo‘qotish: nafaqat hajm, balki sur’at ham ahamiyatli.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yo‘qotish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Yirik arteriyalar jarohatida 500 ml gacha qon yo‘qotilganda ham o‘lim dastlabki minutlarda qorinchalar fibrillyasiyasidan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qon yo‘qotishda chap qorincha endokardi ostida tasmasimon qon quyilishlar (Minakov dog‘lari) xos.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 qon yo‘qotish (50 % dan ortiq, 2,5 l va undan ko‘p) sekinroq, bir necha soatda yuz beradi; murda dog‘lari kech va kam.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61"/>
                <a:gridCol w="3487813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Tez (≤500 ml)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Fibrillyasiya, Minakov dog‘lari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Ko‘p (≥2,5 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Umumiy kamqonlik, dog‘lar kech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 yo‘qotish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30–31,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Travmatik shok va a’zolarning qisilishi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Travmatik shok — markaziy nerv, yurak-qon tomir va endokrin tizimlari faoliyatining jiddiy buzilishi ko‘rinishidagi javob reaksiyasi.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Odatda og‘ir, III–IV darajali shok o‘limga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Miya, yurak, o‘pkaning qon va havo bilan qisilishi: gematomalar, gemoperikard, pnevmo- va gemotoraks.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Havo emboliyasi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 emboliyasi yirik venalar shikastlanishida va jinoiy abortda rivojlanishi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 miqdordagi havo (5–7 sm³) xavfli oqibatga olib kelmasligi mumkin; 10 sm³ va undan ortig‘i tez kirsa, fibrillyasiya va o‘lim.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 ko‘krak qafasidan boshlanadi; perikard suvida o‘ng qorincha teshilganda pufaklar chiqsa — musbat (Sunsov sinamasi).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31, 31–32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Yog‘ emboliyasi, aspiratsiya va ikkilamchi sabablar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Yog‘ emboliyasi uzun naysimon suyaklar sinishida; o‘lim 2–3 kundan so‘ng; Sudan III, Sudan IV bilan bo‘yaladi.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Halqum va nafas yo‘llari shikasti, kalla asosi va burun suyaklari sinishida qon aspiratsiyasidan asfiksiya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Ikkilamchi sabablar: infeksion asoratlar (sepsis, peritonit, meningit, osteomielit, qoqshol), intoksikatsiya, ikkilamchi qon yo‘qotish.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32,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jismlar va ta’sir yuzasi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O‘tmas jismdan jarohatlar tirik shaxslar ekspertizasining 80 % dan ziyodini, zo‘raki o‘limning yarmiga yaqinini tashkil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Jismlar qattiq (tosh, tayoq), yumshoq (sharf), elastik (rezina to‘pi); jarohat bevosita yoki bilvosita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Ta’sir yuzasi cheklangan yoki cheklanmagan: nisbiy — shikastlanuvchi soha yuzasi bilan taqqoslanadi.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33, 33–34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Impression va inersion travma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Jism massasi shikastlanayotgan soha massasidan kichik bo‘lsa — impression travma; shikast faqat ta’sir sohasi bilan cheklanadi.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Ta’sir kuchi soha yoki tana massasidan ancha katta bo‘lsa — inersion (tezlanish) travmasi.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Inersion travmada bilvosita jarohatlar, umumiy chayqalish, kalla-miya jarohatlarida aks zarb shikastlari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61"/>
                <a:gridCol w="3487813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Impression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Jism massasi kichik; mahalliy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Inersion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 katta; bilvosita, aks zarb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 turi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Ta’sir mexanizmlari: zarb, siqilish, cho‘zilish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Zarb — bir tomonga yo‘nalgan qisqa muddatli ta’sir.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Siqilishda ikki kuch bir-biriga qarab uzoq ta’sir etadi; ichki a’zo va suyak shikasti tashqi jarohatdan jiddiyroq.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Cho‘zilishda kuchlar markazdan qochadi: yirtma yaralar, yorilishlar, tana qismlarining ajralishi; tishlama yaralarda ham ishtirok etadi.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Ishqalanish, buralish va chayqalish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Ishqalanishda faqat bevosita jarohatlar, asosan shilinma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Buralishda asosan bilvosita jarohatlar: suyaklarning spiralsimon sinishi.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Chayqalishda kuchsiz ta’sirda miya chayqalishi; kuchli ta’sirda ichki a’zolar va boylamlar jarohati; «bolalarning silkinish sindromi» asosida yotadi.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Mexanizm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Jarohat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Ishqalanish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Shilinma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Buralish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Spiralsimon sinish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Chayqalish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Miya chayqalishi, silkinish sindromi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Mexanizm va jarohat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35, 35–36,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Shilinma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Shilinma — epidermis va dermaning so‘rg‘ichsimon qavati butunligining buzilishi; yuzaki (faqat epidermis) va chuqur turlari.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Chiziqsimon shilinmalar timalma deb ataladi; o‘tkir burchakda ishqalanishning o‘rni ortib, yoysimon shakl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Taykov (1951) bo‘yicha 4 bosqich: yangi (12 soatgacha), qoplama (2–3 sutka), epitelizatsiya (7–9 sutka), iz (10–15 sutka).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459"/>
                <a:gridCol w="222651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Yangi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12 soatgacha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Qoplama hosil bo‘lishi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2–3 sutka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Epitelizatsiya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7–9 sutka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10–15 sutka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Shilinma bosqichlari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36, 36–37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Shilinmaning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Shilinma mexanik ta’sirni tasdiqlaydi, mexanizm va muddatni aniqlashga imkon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Joyi, shakli va soniga qarab hodisa tafsilotini taxmin qilish mumkin (masalan, bo‘yindagi yoysimon shilinma qo‘l bilan bo‘g‘ishda).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shilinmani o‘limdan keyingi qurish belgisi — pergament dog‘laridan farqlash kerak: ular sariq-jigarrang, qoplama hosil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Qontalashlar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Qontalash — qon tomirlar yorilishi natijasida teri, teri osti yog‘ va yumshoq to‘qimalarga qon quyilishi; shish, mahalliy harorat ko‘tarilishi va og‘riq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To‘qima oralig‘i yoki bo‘shliqda qon to‘planishi gematoma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Cheklanmagan yuzali jism ta’sirida qontalash dumaloq yoki oval; cheklangan yuzali jismda yuza shakliga o‘xshaydi.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Qontalash rangi va murda dog‘laridan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kunlarda qizg‘ish-ko‘kimtir; 3–4 sutkada yashil, 6–8 sutkada sariq tus paydo bo‘la boshlaydi.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 o‘zgarishi chekka qismlardan boshlanadi; muddatlar taxminiy.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Ko‘z, lab shilliq qavati, bo‘yindagi qon quyilishlar rangini o‘zgartirmaydi, faqat oqarib yo‘qoladi.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Dastlabki kunlar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Qizg‘ish-ko‘kimtir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3–4 sutka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Yashil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6–8 sutka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Qontalash rangi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jismdan yaralar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Yara — terining barcha qavatlari va chuqur yumshoq to‘qimalar ajralishi; yuzaki va chuqur yaralar.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Zarb va siqilishdan lat yara, kuchli ta’sirda majaqlangan, zarb va cho‘zilishdan yirtma, o‘tkir burchakdagi zarbdan laxtaksimon yara.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Chetlari notekis, shilinma va qon quyilishli; devorlar orasida to‘qima «ko‘prikchalari»; tashqi qon ketish kuchli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Yuliy Sezar murdasini ko‘zdan kechirgan vrach Antistius 23 jarohatdan faqat bittasi o‘limga olib kelgan deb baholagan.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1247 yilda Xitoyda nashr etilgan «Si Yuan Lu» asari to‘rt qismdan iborat bo‘lib, murdani tibbiy tekshirish tartibi, qurollar, bo‘g‘ish, cho‘kish va zaharlarni yoritgan.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Tezlashgan (inersion) travmada kalla-miya jarohatlarida aks zarb shikastlanishlari aniqlanadi.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 emboliyasida 5–7 sm³ havo sekin qonda erib ketishi mumkin, 10 sm³ va undan ortiq tez kirsa fibrillyasiya va o‘lim bo‘lishi mumkin.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tarkibi. Sud tibbiyotining boshqa fanlar bilan aloqa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1. Fan, tarix; Bob 2. Sud-tibbiy travmatologiya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