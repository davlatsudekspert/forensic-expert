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OIV bioetikaning ‘sinov maydoni’ deyiladi? 2) Shifokorning shaxsiy xavfsizligi va bemorga yordam burchi to‘qnashsa, nima qilish kerak? Doskaga chizish: markazda ‘OIV/OITS’, atrofida 4 ta tarmoq (tamoyillar, huquqlar, davolash, kasbiy xavf). Tipik xato: OIV muammosini faqat tibbiy muammo deb qarash, huquqiy va ijtimoiy jihatlarni unutish.</a:t>
            </a:r>
          </a:p>
          <a:p/>
          <a:p>
            <a:r>
              <a:t>Tekshirish kerak (manbada noaniq):</a:t>
            </a:r>
          </a:p>
          <a:p>
            <a:r>
              <a:t>- Dars rejasi: xalqaro javob, tushunchalar, tamoyillar sinovi, OIV bilan yashovchilar huquqlari, eksperimental davolash va tibbiyot xodimlarining xavfi.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deklaratsiya ta’limni ‘tushunarli tilda’ olib borishni talab qiladi? 2) Mahalliy axloqiy va madaniy qadriyatlar profilaktikada qanday hisobga olinadi? Doskaga chizish: UNAIDS yo‘nalishlari zanjirini daftarga ko‘chiring. Tipik xato: deklaratsiya sanasini va UNAIDS ning to‘liq nomini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‘OIV bilan yashovchi’ va ‘OITS bemori’ bir xil ma’noga ega emas? 2) Atamalarni noto‘g‘ri qo‘llash stigmaga qanday ta’sir qiladi? Doskaga chizish: OIV → OIV infeksiyasi → OITS bosqichi strelkasini chizing. Tipik xato: OITSni virusning nomi deb atash yoki ikkala atamani sinonim sifatida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aynan OIV infeksiyasi bioetik tamoyillarni ‘sinovdan o‘tkazadi’? 2) OIV va OITS farqi nimada? Doskada: ‘OIV → OITS’ strelkasini chizib, OITS OIV infeksiyasining bosqichi ekanini ko‘rsating. Tipik xato: OIV va OITS so‘zlarini sinonim sifatida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Yordam bermaslik qachon zarar bo‘ladi? 2) Shaxsiy xavfsizlik rad etishni oqlaydimi? Doskada: rad etish zanjirini 5 bosqichda chizdiring. Tipik xato: ‘zarar’ ni faqat jarrohlik yoki dori asoratlari deb tushunish.</a:t>
            </a:r>
          </a:p>
          <a:p/>
          <a:p>
            <a:r>
              <a:t>Tekshirish kerak (manbada noaniq):</a:t>
            </a:r>
          </a:p>
          <a:p>
            <a:r>
              <a:t>- Ba’zi mamlakatlarda shifokorlar OIV bilan kasallanganlarga yordam berishdan ommaviy bosh tortgan.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Bemor manfaati va atrofdagilar xavfsizligi to‘qnashsa, shifokor nima qilishi kerak? 2) Ichki ziddiyat nimadan kelib chiqadi? Doskada: markazda bemor, atrofida yaqinlari doirasini chizing. Tipik xato: ‘yaxshilik qil’ ni faqat bemorni davolash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daqiqa. Muhokama: 1) “Qonun oldida tenglik” va “amaldagi tenglik” nima bilan farq qiladi? 2) Tabaqalashtirilgan yondashuv bemor ishonchiga qanday ta’sir qiladi? Doskada chizish: ikki ustunli “huquqiy – axloqiy” jadvalni talabalar mustaqil to‘ldirsin. Tipik xato: huquqiy tenglik bor bo‘lsa, amalda ham muammo yo‘q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“Jazo” qarashi shifokor-bemor munosabatiga qanday ta’sir qiladi? 2) Xavf guruhini bilish nima uchun kerak, lekin nima uchun davolashda farq qilish asos emas? Doskada chizish: “guruh → qarash → tabaqalashtirish → nizo” zanjirini chizing. Tipik xato: xavf guruhiga mansublikni bemorni baholash mezoni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 (3 daqiqa kichik guruhda, 5 daqiqa umumiy muhokama). Muhokama: 1) Yordamni rad etish qaysi tamoyillarni buzadi? 2) Shifokorning o‘z xavfsizligi va bemor huquqi o‘rtasida muvozanat qanday topiladi? Doskada chizish: “shifokor xavfsizligi – bemor huquqi” tarozisini chizib, dalillarni ikki pallaga yozing. Tipik xato: rad etishni faqat shaxsiy tanlov deb qarash, bemorga yetadigan zararni inobatga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so‘rang, 2-3 talabadan javob oling. Muhokama: shifokorning shaxsiy xavfsizligi va yordam ko‘rsatish burchi qanday uyg‘unlashadi? Doskada chizish: “OIV → OITS” strelkasini chizing va OITS OIV infeksiyasi bosqichlaridan biri ekanini yozing. Tipik xato: OIV va OITSni bir xil tushuncha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stigmatizatsiya ko‘pincha tibbiyot xodimlarining maxfiylikni buzishidan kelib chiqadi? Sherikka xabar berish qachon oqlanadi? Doskada chizish: oltita masalaning (xabardor rozilik, jamoat salomatligi, siyosiylashuv, stigmatizatsiya, shifokor-bemor munosabati, maxfiylik) markazda “OIV/OITS” bo‘lgan xaritasini chizdiring. Tipik xato: maxfiylikni mutlaq deb o‘ylash; manbada sherikka xavf bo‘lganda istisno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rozilik “xabardor” bo‘lishi nimani anglatadi? OIV bilan yashovchini epidemiyaga qarshi kurash sherigi sifatida ko‘rish amaliyotga qanday ta’sir qiladi? Doskada chizish: rozilik zanjirini yozib, har bosqichda bemor “yo‘q” deyishi mumkinligini ko‘rsating. Tipik xato: qon olishga rozilikni davolashga ham avtomatik rozilik deb hisoblash. Manbadagi Yevropa Kengashi hujjati matni OCRda xira, nomini tekshirib oling.</a:t>
            </a:r>
          </a:p>
          <a:p/>
          <a:p>
            <a:r>
              <a:t>Tekshirish kerak (manbada noaniq):</a:t>
            </a:r>
          </a:p>
          <a:p>
            <a:r>
              <a:t>- Bu tamoyil inson huquqlari va biotibbiyot bo‘yicha Yevropa Kengashi hujjatida ifodalangan.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Nega profilaktika faqat tibbiyot xodimlarining ishi emas? 2) Qashshoqlik va ayollar huquqsizligi kasallik tarqalishiga qanday ta’sir qiladi? Doskaga chizish: «targ‘ibot kanallari» (OAV, ta’lim, ish joyi, reklama) sxemasini chizdiring. Tipik xato: OIV/OITSni faqat tibbiy muammo deb qarash, ijtimoiy tengsizlik bilan bog‘liqligini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1) Bemor ma’lumoti oshkor bo‘lsa, uning hayotida nima o‘zgaradi? 2) Tibbiyot xodimi stigmaning oldini olishda qanday rol o‘ynaydi? Doskaga chizish: «maxfiylik buzilishi → stigma» sababiyat zanjirini chizdiring. Tipik xato: stigmatizatsiya va kamsitishni bir xil tushuncha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Shifokorning stereotiplari bemor bilan muloqotga qanday ta’sir qiladi? 2) “Murabbiy” va “sirdosh” rollari amalda nimani anglatadi? Doskaga chizish: markazda «bemor», atrofida «ittifoqchi», «murabbiy», «sirdosh» so‘zlarini yozdiring. Tipik xato: shifokor bemor uchun qarorni o‘zi qabul qiladi deb o‘ylash. Manbaga ko‘ra, qaror qabul qilish huquqi bemorda 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sir saqlash ishonch uchun muhim? 2) Qaysi holatda istisno o‘rinli? Doskada: sxemani 5 qadamda chizdiring va har qadamga bittadan dalil yozdiring. Tipik xato: talabalar sirni buzishni bemorning roziligisiz har doim mumkin deb o‘ylaydi; manbada bu faqat haqiqiy xavf va rad etish holati.</a:t>
            </a:r>
          </a:p>
          <a:p/>
          <a:p>
            <a:r>
              <a:t>Tekshirish kerak (manbada noaniq):</a:t>
            </a:r>
          </a:p>
          <a:p>
            <a:r>
              <a:t>- Yuqish xavfi haqiqiy bo‘lsa va bemor sherigiga aytishdan bosh tortsa, shifokor sirni buzishi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Bemorning shaxsiy huquqi qayerda boshqalarning huquqi bilan to‘qnashadi? 2) Davlat tuzilmalari bu muvozanatda qanday rol o‘ynaydi? Doskada: ikki pallali tarozi chizing (chapda shaxs huquqi, o‘ngda jamiyat xavfsizligi). Tipik xato: bir tomonni mutlaq ustun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Bemorning o‘zi sherigiga aytishi nega afzal? 2) Oshkor qilishda bemorning yaqinlariga nisbatan “yomon munosabat” shakllanishi xavfi nimani anglatadi? Doskada: ‘terapevtik hamkorlik’ so‘zidan boshlab qadamlar zanjirini chizing. Tipik xato: shifokorning birinchi harakati sirni buzish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Maxfiylikni buzish qachon oqlanadi? 2) Shifokor sherikni xabardor qilishdan oldin nima qilishi kerak? Doskada: "rozilik – maxfiylik – istisno" zanjirini chizdiring. Tipik xato: talabalar maxfiylikni mutlaq qoida deb, istisnoni esa oddiy hol deb o‘ylaydi. Istisno faqat real xavf va bemor rad etganda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xalqaro hujjatlar milliy qonunga ta’sir qiladi? 2) Qonun qaysi sohalarga tayanadi (sog‘liqni saqlash, ijtimoiy himoya, narkotiklarga qarshi kurash)? Doskada: uch hujjatni vaqt chizig‘i shaklida joylashtiring. Tipik xato: BMT — Birlashgan Millatlar Tashkiloti ekanini va deklaratsiya yillarini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Majburiy va g‘ayriixtiyoriy tekshiruv nimasi bilan farq qiladi? 2) Nega maslahatlashuv tekshiruvdan oldin ham, keyin ham kerak? Doskada: uch ustunli jadvalni talabalar bilan to‘ldiring. Tipik xato: majburiy tekshiruvni "roziliksiz" deb tushunish. Majburiy toifalar qonunda sanab o‘tilgan. Eslatma: OCR matnida g‘ayriixtiyoriy tekshiruvni buyuruvchi mansabdorlardan biri aniq o‘qilmadi; jadvalda faqat tergov qarori va sud ajrimi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tekshiruvdan oldin ham, keyin ham maslahat kerak? 2) Yozma ogohlantirish shaxsga qanday ta’sir qiladi? Doskada: 5 bosqichli zanjirni chizdirib, har bosqichga mas’ul shaxsni yozdiring. Tipik xato: sertifikatni majburiy va bepul deb o‘ylash — u iltimosga ko‘ra, pullik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tibbiyot xodimlari ro‘yxatda? 2) Majburiylik shaxs huquqlariga qanday zid kelishi mumkin? Doskada: 7 toifani ro‘yxat qilib yozdiring, ularni ’tibbiy xavf’ va ’ijtimoiy xavf’ ustunlariga ajrating. Tipik xato: ’majburiy’ va ’g‘ayriixtiyoriy’ tekshiruvni bir narsa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Natijani bolaning o‘ziga bermaslik axloqan qanday baholanadi? 2) Qonuniy vakil rozilik bermasa nima bo‘ladi? Doskada: rozilik, natija va xabardor qilish yo‘nalishlarini ko‘rsatuvchi strelkali sxema chizdiring. Tipik xato: natijani voyaga yetmagan shaxsning o‘ziga beriladi deb o‘ylash.</a:t>
            </a:r>
          </a:p>
          <a:p/>
          <a:p>
            <a:r>
              <a:t>Tekshirish kerak (manbada noaniq):</a:t>
            </a:r>
          </a:p>
          <a:p>
            <a:r>
              <a:t>- OIV aniqlansa, tibbiy muassasa xodimlari qonuniy vakillarni va shaxs turgan muassasani xabardor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tekshiruvning anonim bo‘lishi muhim? 2) Bemor huquqi bilan javobgarlik haqida ogohlantirish qanday bog‘lanadi? Doskada jadvalni chizdiring va talabalar har guruhga misol keltirsin. Tipik xato: huquqlar ro‘yxatini «faqat bepul davolanish» deb qisqartirish.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ota-onaga bola bilan statsionarda bo‘lish huquqi berilgan? 2) Bolaning ma’lumoti kimga beriladi va nima uchun? Doskada «bola – nafaqa – ota-ona» sxemasini chizdiring. Tipik xato: nafaqani faqat OITS bosqichidagi bolalarga tegishli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tibbiy yordamni rad etish eng og‘ir axloqiy buzilish hisoblanadi? 2) Istisno kasblar ro‘yxati nima uchun kerak? Doskada «taqiq – istisno» jadvalini chizdiring. Tipik xato: barcha kasblarga OIV bilan ishlashga ruxsat bor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donorlik taqiqi saqlanib qolgan? 2) Tibbiy ishlar ro‘yxatdan chiqarilishi nimani anglatadi? Doskada chizing: ikki ustunli jadval ‘taqiqlangan / taqiqlanmagan’ va unga misollarni joylang. Tipik xato: talabalar ‘OIV bilan yashovchi hech qayerda ishlay olmaydi’ deb o‘ylaydi. Aslida taqiq faqat ro‘yxatdagi 9 tur uchun amal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Bo‘shatish qachon qonunga zid bo‘ladi? 2) Ro‘yxatdagi kasbda ishlayotgan xodim bilan nima qilish kerak? Kutiladigan javob: ro‘yxatda yo‘q ishda bo‘shatish qonunga zid. Ro‘yxatdagi ishda cheklov qo‘llanadi va ruxsat bergan rahbar javobgar. Doskada chizing: ikki shoxli sxema ‘ish ro‘yxatda bor / yo‘q’. Tipik xato: talabalar cheklovni barcha OIV bilan yashovchilarga tatbiq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Tibbiy sir buzilsa, bemor qanday huquqlarga tayanadi? 2) OIV bilan yashovchining bemor sifatidagi huquqlari boshqa fuqarolarnikidan farq qiladimi? Doskada chizing: markazda ‘bemor’, atrofida to‘rt huquq (axborot, yordam, sir, zararni qoplash). Tipik xato: talabalar OIV bilan yashovchilarni alohida ‘kam huquqli’ guruh deb hisoblaydi. Qonun ularga umumiy bemor huquqlarini ham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Dori samaradorligini plasebosiz sinashga ruxsat berilishi qanday axloqiy savollar tug‘diradi? 2) Agonal holatdagi bemorga yordam ko‘rsatishda qadr-qimmat qanday saqlanadi? Doskada chizish: to‘rt tugunli zanjirni talabalar bilan birga chizing. Tipik xato: OIV va OITSni bir xil tushunish; manbaga ko‘ra OITS — OIV infeksiyasi bosqichlaridan biri. Manbada plasebosiz sinov qaysi mamlakatlarda ruxsat etilgani aytilmagan, shuning uchun aniq mamlakat nomlamang.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tadqiqotlar soni natijalardan ko‘p bo‘lishi xavfni oshiradi? 2) Jismoniy va ruhiy yaxlitlik nimani anglatadi? Doskada chizish: zanjirni chizib, har bosqichga bittadan misol so‘rang. Tipik xato: yangi texnologiya o‘z-o‘zidan foydali deb o‘ylash; manbada klinik qo‘llash xavfni oshirishi mumkinligi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 (3 daqiqa guruhda, 4 daqiqa umumiy muhokama). Muhokama: 1) Bemor rad etsa, shifokor qanday yo‘l tutishi kerak? 2) Rozilik va yaxlitlik tamoyili qanday bog‘lanadi? Doskada chizish: ‘Taklif — tushuntirish — rozilik — davolash’ ketma-ketligini chizing. Tipik xato: rozilikni faqat qon tekshiruvi uchun kerak deb hisoblash; manbada davolash ham bemor roziligi bilan amalga oshirilishi aytilgan. Vaziyat o‘quv maqsadida manbadagi ma’lumotlardan tuzilgan.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Shaxsiy xavfsizlik yordamni rad etishga axloqiy asos bo‘la oladimi? 2) Nega xodimlarning o‘zi ham majburiy tekshiruvdan o‘tadi? Doskada: ’Shaxsiy xavf – rad etish – zarar yetkazma tamoyili’ zanjirini chizdiring. Tipik xato: rad etishni ’zarar emas’ deb hisoblash; manbaga ko‘ra yordam bermaslik ham zarar shakli. Diqqat: xavf sezish ≠ yordamdan bosh tortishga huquq.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Tenglik huquqiy jihatdan bor, amalda-chi? 2) Maxfiylikni buzish qachon oqlanadi? Doskada: mavzuning 4 tayanchini (tenglik, maxfiylik, rozilik, kafolat) chizing. Tipik xato: majburiy tekshiruvni barcha uchun deb o‘ylash; u faqat qonunda sanalgan guruhlarga tegishli. Tezkor savol javobi: manbaga ko‘ra yordam bermaslik ham zarar shakli.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OITSning axloqiy va huquqiy masalalari: OIV bilan yashovchilar huquqlari, eksperimental davolash, tibbiyot xodimlarining kasbiy xavflari (M9; A9)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uning dolzarbligi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OIV (odamning immunitet tanqisligi virusi) va OITS (orttirilgan immunitet tanqisligi sindromi) muammosi zamonaviy tibbiyotning deyarli barcha axloqiy muammolariga daxldor.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Ba’zi axloqiy muammolar faqat OIV infeksiyasiga xos. Biotibbiyotning ko‘plab an’anaviy tamoyillari aynan shu infeksiya misolida sinovdan o‘tadi.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«Zarar yetkazma!» tamoyili sinovda: ko‘p mamlakatlarda shifokorlar OIV bilan kasallanganlarga yordamdan ommaviy bosh tortadi, sababi – shaxsiy xavfsizlik.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Dars rejasi: xalqaro javob, tushunchalar, tamoyillar sinovi, OIV bilan yashovchilar huquqlari, eksperimental davolash va tibbiyot xodimlarining xavfi.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201, 201-210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javob: BMT deklaratsiyasi va UNAIDS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BMT (Birlashgan Millatlar Tashkiloti) Bosh Assambleyasi 2006 yil 2 iyunda OIV bo‘yicha siyosiy deklaratsiyani qabul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Profilaktika kurash asosi: tushunarli tilda ta’lim, xavfli xulqni kamaytirish, dori ta’minoti.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UNAIDS – BMTning OIV/OITS bo‘yicha Qo‘shma dasturi; huquqlar va gender tengligini himoya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Profilaktika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Davolash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Parvarish qilish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Qo‘llab-quvvatlash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Huquq va gender tengligi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UNAIDS strategiyasi yo‘nalishlari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OIV va OITS: tushunchalarni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retroviruslar guruhiga kiradi: uning genetik materiali DNK emas, RNK.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OITS mustaqil nozologik birlik sifatida ajratiladi, aslida esa OIV infeksiyasi bosqichlaridan biri.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xato qilish xavfi! OIV ≠ OITS – virusni kasallik bosqichi bilan aralashtirmang.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030689"/>
                <a:gridCol w="16837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OITS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 nomi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Odamning immunitet tanqisligi virusi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Orttirilgan immunitet tanqisligi sindromi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Virus (retrovirus guruhi)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Sindrom, mustaqil nozologik birlik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Genetik material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RNK (DNK emas)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Virusning o‘zi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Bog‘liqligi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Infeksiya qo‘zg‘atuvchisi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OIV infeksiyasi bosqichlaridan biri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OIV va OITS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Bioetika tamoyillari OIV sinovida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Bioetikaning ko‘plab an’anaviy tamoyillari va me’yorlari aynan OIV infeksiyasi misolida sinovdan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OIV/OITS muammolari zamonaviy tibbiyotning barcha axloqiy masalalariga tegadi, ayrimlari esa faqat OIV infeksiyasiga xos.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OIV ≠ OITS. OIV – odamning immunitet tanqisligi virusi; OITS – orttirilgan immunitet tanqisligi sindromi, OIV infeksiyasi bosqichlaridan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slaydlar rejasi: “Zarar yetkazma!”, “Yaxshilik qil!”, so‘ng adolat va inson qadr-qimmati tamoyillari.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201, 203, 201-203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“Zarar yetkazma!” tamoyili va yordamni rad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 faqat jismoniy bo‘lmaydi: bemorga yordam bermaslik ham zarar shakli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Ba’zi mamlakatlarda shifokorlar OIV bilan kasallanganlarga yordam berishdan ommaviy bosh tortgan.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Rad etishning sababi – tibbiyot xodimlarining o‘z shaxsiy xavfsizligi.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OIV bilan kasallangan bemor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Shifokor uchun yuqish xavfi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Shaxsiy xavfsizlik qo‘rquvi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Yordamni ommaviy rad etish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Zarar: yordam berilmaydi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Rad etish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“Yaxshilik qil!” tamoyilidagi ichki ziddiyat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Shifokorning “yaxshilik” faoliyati faqat OIV bilan kasallangan bemorning o‘ziga qaratilmaydi.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bemorning yaqinlari orasida OIV infeksiyasining oldini olish masalalarini ham qamrab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Buni anglagan xodimda ichki ziddiyat va kasbiy tafakkurda bo‘linish yuzaga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374965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Odatdagi holat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bemorning salomatligini saqlash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OIV holatida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Atrofdagilarni ham infeksiyadan saqlash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Shifokor ichida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Kasbiy tafakkurda bo‘linish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“Yaxshilik” doirasi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Adolat tamoyili: huquqiy va axloqiy jihat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(odamning immunitet tanqisligi virusi) bilan kasallanganlar xalqaro huquq va milliy qonunga ko‘ra teng huquqli.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OITS (orttirilgan immunitet tanqisligi sindromi) bemorlariga tenglikni amalda ta’minlash muammoli.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 jamoasida bunday bemorga tabaqalashtirilgan yondashuv mavjud.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Huquqiy (rasmiy)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 fuqarolar bilan teng huquq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Axloqiy (substantiv)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Tenglikni so‘zsiz amalga oshirish muammoli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Tibbiyot jamoasida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Bemorga tabaqalashtirilgan yondashuv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Tenglik: qog‘ozda va amalda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 guruhlari va tabaqalashtirilgan munosabat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Manbada OIV xavfi yuqori guruhlar sanaladi: gomoseksual va biseksual shaxslar, tomir ichiga giyohvand yuboruvchilar, fohishalik bilan shug‘ullanuvchilar, donorlar.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Kasallanganlar orasida noto‘g‘ri turmush tarzi ustun bo‘lgani uchun tibbiyot xodimlari ko‘pincha OITSni “noto‘g‘ri xatti-harakat uchun jazo” deydi.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qarashdagi mutaxassislar turli xavf guruhidagi bemorlarni tabaqalashtirib davolay boshlaydi, bu ko‘pincha nizo keltirib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Xavf guruhi ≠ “jazoga loyiq bemor”. Bunday farqlash adolat tamoyiliga zid.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202, 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yordamni rad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shifokor OIV bilan kasallangan bemorga yordam berishdan shaxsiy xavfsizligi sababli bosh tortmoqchi.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ko‘ra, yordam bermaslik ham zarar shakli. Ko‘p mamlakatlarda shifokorlar shaxsiy xavfsizlik sababli ommaviy rad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“Yaxshilik qil” tamoyilida shifokor faoliyati boshqalar hayoti va sog‘lig‘ini saqlashga ham qaratilishi kerak. Bu ichki ziddiyat tug‘diradi.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shaxsiy xavfsizlik sababi “Zarar yetkazma!” va adolat tamoyillari bilan qanday uyg‘unlashadi? Rad etish qachon asosli?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201, 202, 201-203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 1: Nega ko‘p mamlakatlarda shifokorlar OIV bilan yashovchiga yordamdan bosh tortadi va bu qaysi tamoyilga zid? Javob: shaxsiy xavfsizlik sababli; “Zarar yetkazma” tamoyiliga zid.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 2: “Yaxshilik qil” tamoyili faqat OIV bilan kasallangan bemorga qaratilganmi? Javob: yo‘q, bemor atrofidagi odamlarni yuqtirishdan saqlashni ham qamraydi.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 3: Adolat tamoyili nimani talab qiladi? Javob: huquqan OIV bemorlari boshqalar bilan teng huquqli, amalda esa tibbiyot jamoasida tabaqalashtirilgan munosabat uchraydi.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OIV ≠ OITS. OIV — RNKli retrovirus; OITS — orttirilgan immun tanqisligi sindromi, OIV infeksiyasi bosqichlaridan biri.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201, 202, 202-203, 203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Axloqiy masalalar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Jamoat salomatligi: profilaktika butun davlat miqyosida, OAV va ta’lim orqali tizimli olib 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Shifokor — murabbiy va sirdosh; u bemorning qaror qabul qilish huquqini hurmat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Sherikka yuqish xavfi haqiqiy bo‘lib, bemor aytmasa, maxfiylikni buzish mumkin; bu o‘ta chora.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Masala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Xabardor rozilik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olish va davolash — bemor roziligi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Siyosiylashuv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Ijtimoiy tengsizlik, qashshoqlik bilan bog‘liq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Stigmatizatsiya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Ko‘pincha maxfiylik buzilishidan kelib chiqadi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Maxfiylik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Hamma bemorlarga xos, istisno — xavf ostidagi sherik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axloqiy masalalar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204, 204-205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Xabardor rozilik va inson huquqlari yondashuvi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olish va davolash faqat ixtiyoriy, xabardor rozilik bilan amalga oshiriladi.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tamoyil inson huquqlari va biotibbiyot bo‘yicha Yevropa Kengashi hujjatida ifodalangan.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bilan yashovchilar — strategiya ishlab chiqishda ishtirok etadigan to‘laqonli fuqarolar.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Bemorga ma’lumot beriladi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Ixtiyoriy rozilik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uchun qon olinadi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Davolash ham rozilik bilan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203-204, 204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Jamoat salomatligi va kasallikning siyosiylashuvi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 profilaktikasi butun davlat miqyosini qamrab olishi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Ommaviy axborot vositalari, ta’lim muassasalari, ish joyi va reklama orqali tizimli va har tomonlama targ‘ibot olib borish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OIV/OITS muammosi ijtimoiy tartib masalalari, masalan, ijtimoiy tengsizlik bilan chambarchas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Sharqiy Afrikada (Keniya) kasallik jamiyatning barcha qatlamlari va oilalariga kirib borgan. Sabablari: qashshoqlik, ayollar huquqining yo‘qligi.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Stigmatizatsiya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OITS bilan kasallangan odam boshqalar nazarida “moxov” kabi qaraladi. Bu stigmatizatsiya, ya’ni bemorga ijtimoiy “tamg‘a” bosish.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Stigmatizatsiya ko‘pincha sog‘liqni saqlash xodimlari tomonidan maxfiylik qoidalarining buzilishi natijasida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stigmani faqat jamiyat keltirib chiqaradi deb o‘ylash. Manbada uning sabablaridan biri xodimlar tomonidan maxfiylikning buzilishi deb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va bemor: murabbiy va sirdosh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Ko‘plab shifokorlar jamiyatda keng tarqalgan asossiz stereotiplar ta’siri ostida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OITSning yangi holatlariga duch kelgan xodimlar bemorlarga nisbatan maxfiylik tuyg‘usini rivojlantirishi va xavf guruhlarining ishonchi uchun kurashishi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bemori xavfli kasallikka qarshi kurashda bo‘lajak ittifoqchisi ekanini bilishi va bemorning qaror qabul qilish huquqini hurmat qilishi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bu vaziyatda shifokor murabbiy va sirdosh rolini bajaradi va bemorga kasallik bilan kurashishda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Maxfiylik va uning istisnosi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OITS bemori ham boshqa bemorlar kabi sir saqlash huquqiga ega; bunda uning jinsiy sherigi xavf ostida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Yuqish xavfi haqiqiy bo‘lsa va bemor sherigiga aytishdan bosh tortsa, shifokor sirni buzishi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sirni oshkor qilish istisno va o‘ta keskin chora, odatiy qoida 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 saqlash — asosiy qoida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Sherikka yuqish xavfi aniq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Avval bemor o‘zi xabar bersin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xabar berishni rad etadi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Shifokor sirni buzishi mumkin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Maxfiylik va istisno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204, 204-205, 205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Shaxs huquqlari va jamiyat xavfsizligi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OIV/OITS epidemiyasi insonning shaxsiy huquqlari bilan jamiyat xavfsizligi manfaatlari nisbati muammosini dolzarb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 sog‘lig‘iga mas’uliyatsizlik va xavfli vaziyatlarda xulq-atvor me’yorlarini ataylab buzish boshqalarning xavfsizlik va sog‘liq huquqini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huquqlari va erkinliklarini himoya qiluvchi barcha davlat tuzilmalari OIV/OITS masalalariga alohida e’tibor qaratishi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shaxsiy huquq ≠ jamiyat xavfsizligi manfaati; ularning nisbati alohida muammo sifatida qaraladi.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sherikni xabardor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OIV bilan yashovchi bemorning jinsiy sherigida yuqish xavfi haqiqiy, ammo bemor sherigiga xabar berishdan bosh tortadi.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sherikni zarardan himoya qilishga intiladi, lekin axborotni oshkor qilish juda katta o‘lchov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“Terapevtik hamkorlik” — shifokor bilan hamkorlikda bemorning o‘zi sherigini xabardor qilishi.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oshkor qilishdan oldin shifokor nimaga intilishi kerak? Oshkor qilishning qanday salbiy oqibati bo‘lishi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204-205, 205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OIV (odamning immunitet tanqisligi virusi) tekshiruvi uchun qon qanday olinadi? Javob: faqat ixtiyoriy, xabardor rozilik bilan. Davolash ham bemor roziligi bilan olib boriladi.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stigmatizatsiya nega paydo bo‘ladi? Javob: OITS (orttirilgan immunitet tanqisligi sindromi) kasaliga "mohov" kabi qaraladi. Ko‘pincha sababi tibbiyot xodimlari maxfiylikni buzishidir.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maxfiylik qachon buzilishi mumkin? Javob: infeksiya yuqish xavfi real bo‘lsa va bemor sherigiga xabar berishdan bosh tortsa, shifokor sherikni ogohlantiradi.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maxfiylikni ochish juda og‘ir chora. Avval bemorning o‘zi sherigini xabardor qilishiga erishish, ya’ni terapevtik hamkorlik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203-204, 204, 204-205, 205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 qonunchiligi: asosiy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Bazaviy hujjat — OIV (odamning immunitet tanqisligi virusi) infeksiyasi tarqalishiga qarshi kurashish to‘g‘risidagi qonun.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Qonunga OIV yuqtirganlar va boshqa zaif guruhlar huquqlarini himoya qilishning asosiy xalqaro standartlari joriy etilgan.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Kurash chora-tadbirlari Mingyillik va Dublin deklaratsiyalaridagi majburiyatlarga amal qilgan holda olib boriladi.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5330"/>
                <a:gridCol w="275264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Qayd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BMT Mingyillik deklaratsiyasi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2000 yil 8 sentyabr, 55/2-rezolyutsiya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Dublin deklaratsiyasi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2004 yil, Yevropa va Markaziy Osiyo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OIV infeksiyasi to‘g‘risidagi qonun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2013 yil 23 sentyabr, bazaviy hujjat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hujjatlar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206, 205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OIVga tibbiy tekshiruv: uch tartib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— shaxs sog‘lig‘ini o‘rganish va baholash. Bunda OIV bor yoki yo‘qligi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Tekshiruvdan oldin va keyin maslahatlashuv o‘tkaziladi; voyaga yetmaganlarda qonuniy vakil roziligi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majburiy ≠ g‘ayriixtiyoriy. Ikkinchisi roziliksiz, qaror yoki sud ajrimi bilan o‘tadi.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760518"/>
                <a:gridCol w="1481487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Tartib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 / asos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Ixtiyoriy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Xohish bilan, maxfiy; anonim bo‘lishi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Shaxsning o‘z iltimosi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Majburiy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Qonunda sanalgan toifalar uchun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Donorlar, homilador ayollar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G‘ayriixtiyoriy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Roziliksiz, rasmiy qaror asosida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Tergov qarori yoki sud ajrimi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tartibni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206, 207-208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Tekshiruv jarayoni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(odamning immunitet tanqisligi virusi) tekshiruvida shaxs bilan dastlabki va keyingi maslahatlashuv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aniqlangan shaxs boshqalarga yuqtirganlik uchun jinoiy javobgarlik haqida yozma ogohlantiriladi.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Iltimosga ko‘ra OIV yo‘qligi sertifikati — OITS (orttirilgan immun tanqislik sindromi) markazida, pullik.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Dastlabki maslahatlashuv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Natijani berish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Aniqlansa: yozma ogohlantirish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Sertifikat (iltimosga ko‘ra)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Tekshiruv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206, 206-207, 207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Majburiy tekshiruv o‘tkaziladigan toifalar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Majburiy tekshiruvdan qon va biologik suyuqliklar donorlari, ellik yoshgacha nikohlanuvchilar va homilador ayollar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 in’ektsiya yo‘li bilan giyohvand modda iste’mol qilishda gumon qilinganlar va OIV yuqtirgan onalardan tug‘ilgan bolalar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Qon, organ va to‘qimalar bilan ishlovchi tibbiyot xodimlari hamda jinsiy sherigida OIV aniqlanganlar ham majburiy tekshiriladi. Ayrim kasblar uchun 15-modda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majburiy ≠ g‘ayriixtiyoriy. G‘ayriixtiyoriy tekshiruv shaxs yoki qonuniy vakil roziligisiz, faqat surishtiruvchi, tergovchi qarori yoki sud ajrimi bilan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207, 207-208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Voyaga yetmaganlar va muomalaga layoqatsizlar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Voyaga yetmagan, muomalaga layoqatsiz yoki layoqati cheklangan shaxslar qonuniy vakillarining roziligi bilan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Davlat laboratoriyasi natijasi bunday shaxsning o‘ziga emas, uning qonuniy vakillariga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OIV aniqlansa, tibbiy muassasa xodimlari qonuniy vakillarni va shaxs turgan muassasani xabardor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G‘ayriixtiyoriy tekshiruv shaxsning yoki qonuniy vakilning roziligisiz, surishtiruvchi, tergovchi qarori yoki sud ajrimi asosida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206, 207, 207-208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OIV bilan yashovchilarning qonuniy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OIV yuqtirgan va yuqish xavfi ostidagi shaxslarning huquqlarini mustahkamlab qo‘ygan.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Shaxs boshqalarga OIV yuqtirgani uchun javobgarlik haqida ham xabardor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munosabati bilan bepul tibbiy yordam olish va davolanish huquqi ham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450"/>
                <a:gridCol w="346752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 va maslahat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OIVga tekshiruvdan o‘tish, maslahat olish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 haqida yozma javob (sertifikat)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Maxfiylik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 sir saqlanadi, anonim bo‘lishi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 va axborot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Bepul yordam; huquq va davo usullari haqida xabar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Huquqlar guruhi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Bolalarni ijtimoiy qo‘llab-quvvatlash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 yoshga to‘lmagan OIV yuqtirganlar kasallik bosqichidan qat’i nazar oylik ijtimoiy nafaqa va nogiron bolalar imtiyozlarini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Ota-onasi yoki vasiylari ishdan vaqtincha ozod bo‘ladi va nafaqa olgan holda bola bilan statsionarda birga bo‘lish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Voyaga yetmaganda OIV aniqlansa, tibbiyot xodimlari uning qonuniy vakillarini xabardor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nafaqa huquqi uchun kasallik bosqichi (OIV yoki OITS, ya’ni orttirilgan immunitet tanqisligi sindromi) ahamiyatsiz.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208, 207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Kamsitishga yo‘l qo‘yilmaydigan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OIV bilan yashovchilarga nisbatan to‘rt turdagi kamsitishga yo‘l qo‘ymaydi.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Turar joy huquqi OIV yuqtirgan shaxsning o‘zi va oila a’zolari uchun ham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taqiq mutlaq emas, ayrim kasblar va ta’lim turlari istisno.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1226"/>
                <a:gridCol w="260674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Taqiq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Istisno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Ishdan bo‘shatish, ishga olmaslik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Vazirlik ro‘yxatidagi ayrim kasblar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Ta’lim muassasasiga qabul qilmaslik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Qonunda belgilangan ayrim turlar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muassasaga qabul qilmaslik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Istisno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Turar joy va boshqa huquqni cheklash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Istisno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Taqiq va istisno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Cheklovlar: donorlik va kasblar ro‘yxati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 immunitet tanqisligi virusi (OIV) yuqtirganlar qon va biologik suyuqliklar donori bo‘la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Adliya vazirligining 2014 yil 7 maydagi ro‘yxati OIV yuqtirganlarga 9 turdagi kasbiy faoliyatni taqiqlaydi.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Ro‘yxatdagi ishlarga ruxsat bergan tashkilot rahbari javobgar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0836"/>
                <a:gridCol w="190713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Faoliyat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yordam ko‘rsatish ishlari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Ro‘yxatdan chiqarilgan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Vaksina, farmatsevtika ishlab chiqarish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Ro‘yxatdan chiqarilgan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Massaj muolajalari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Ro‘yxatdan chiqarilgan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Sportning kontakt turlari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Ro‘yxatdan chiqarilgan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ro‘yxatdan chiqarilgan ishlar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ishga qabul va kasb cheklovi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OIV bilan yashovchi xodim avvalgi tashkilotida ishlayapti. Uning ishi taqiqlangan kasblar ro‘yxatiga kirmaydi, lekin rahbar uni bo‘shatmoqchi.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 OIV bilan yashovchilarning mehnat shartnomasini bekor qilishni va ishga qabul qilishni rad etishni taqiqlaydi. Ayrim kasblar bundan mustasno.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‘OIV bor’ ≠ ‘har qanday ishda ishlay olmaydi’. Taqiq faqat ro‘yxatdagi faoliyat turlariga tegishli.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rahbarning qarori qonunga mosmi? Xodim ro‘yxatdagi kasbda ishlasa, ruxsat bergan rahbar qanday mas’uliyat oladi?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“Fuqarolar sog‘lig‘ini saqlash to‘g‘risida”gi qonun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Fuqarolar sog‘liqqa ta’sir etuvchi omillar, yashash hududining sanitariya holati, ovqatlanish me’yorlari va xizmatlar xavfsizligi haqida o‘z vaqtida, aniq axborot 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Kasallik yoki mehnat layoqati yo‘qolganda tibbiy-ijtimoiy yordam huquqi bor: davolash, tiklash, sanatoriy, protez yordami va vaqtinchalik mehnatga layoqatsizlik nafaqasi.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Murojaat qilgani, sog‘liq holati, tashxis va tekshiruv-davolash chog‘ida olingan ma’lumotlar sir saqlanadi. Bu tibbiy sir huquqi qonunda mustahkamlangan.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Tibbiy yordam paytida sog‘liqqa zarar yetkazilsa, zarar qonunda belgilangan tartibda qoplanadi. OIV bilan yashovchi ham bemor sifatida shu huquqlarga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Eksperimental davolash: plasebosiz sinov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mamlakatlarda odamning immunitet tanqisligi virusi (OIV) dorilari plasebosiz sinalishi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Agonal holatdagi OITS (orttirilgan immunitet tanqisligi sindromi) bemoriga yordam — axloqiy muammo.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holatlarda inson qadr-qimmati tamoyilini amalga oshirish masalasi keskinlashadi.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Kasallikning og‘ir bosqichi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 jismoniy, ruhiy holat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Qadr-qimmat masalasi keskin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Agonal holatda yordam muammosi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Qadr-qimmat masalasi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Yaxlitlik tamoyili va yangi tibbiy texnologiyalar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OIV/OITS tibbiyotning hozircha kam o‘rganilgan sohasi bo‘lib qolmoqda.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Tadqiqotlar soni erishilgan ijobiy amaliy natijalar sonidan sezilarli ko‘p.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Yangi texnologiya klinikada shaxsning jismoniy va ruhiy yaxlitligiga tahdidni oshirishi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Kam o‘rganilgan soha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Ko‘p tadqiqot, kam natija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Yangi texnologiya yaratiladi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Klinikada qo‘llash: xavf ortadi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Yaxlitlikka xavf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eksperimental davolash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OIV bilan yashovchi bemorga kam o‘rganilgan sohada yaratilgan yangi dori bilan davolanish taklif etildi.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ko‘ra, davolash ham bemorning ixtiyoriy, xabardor roziligi bilan olib borilishi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Yangi texnologiya shaxsning jismoniy va ruhiy yaxlitligiga tahdidni oshirishi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shifokor rozilik olayotganda bemorga qanday xavflarni tushuntirishi kerak va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203, 204, 203-204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xodimlarining kasbiy xavflari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 mamlakatlarda shifokorlar OIV bilan kasallanganlarga yordam berishdan ommaviy bosh tortadi.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Qon, biologik suyuqlik, organ va to‘qima bilan ishlovchi xodimlar OIVga majburiy tekshiriladi (15-modda).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Kasbiy majburiyatni bajarmagan yoki yomon bajargan xodim yetkazilgan zararni qoplashi shart.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0452"/>
                <a:gridCol w="345752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Masala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Rad etish sababi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Xodimning shaxsiy xavfsizligi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Majburiy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va to‘qima bilan ishlovchilar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Zararni qoplash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Majburiyatni buzgan xodim to‘laydi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Axloqiy baho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Yordam bermaslik ham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Kasbiy xavf: asosiy jihatlar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201, 207, 209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xulosalar va tezkor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2013-yilgi qonun OIV (odam immunitet tanqisligi virusi) bilan yashovchilarga bepul yordam, sertifikat va ish huquqini kafolatlaydi (istisnolar bilan).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Maxfiylik va rozilik: tekshiruv ixtiyoriy, maslahat bilan va maxfiy. Sherikka xabar berish faqat haqiqiy xavfda va bemor rad etganda.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Eksperimental davolash va kasbiy xavf: yangi texnologiya shaxs yaxlitligiga xavf solishi mumkin; xodimlar esa shaxsiy xavf tufayli rad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nega yordamdan bosh tortish ham “Zarar yetkazma!” tamoyilini buzishi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206-209, 204-208, 201-203, 201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OIV — virus, OITS — sindrom. OIV ribonuklein kislotali (RNK) retrovirus. OITS esa OIV infeksiyasi bosqichlaridan biri, lekin alohida nozologik birlik sifatida ajratiladi.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ko‘p mamlakatlarda shifokorlar OIV bilan kasallanganlarga yordam berishni ommaviy rad etgan. Sababi shaxsiy xavfsizlikdan qo‘rqish. Yordam bermaslik ham «Zarar yetkazma!» tamoyilini buzadi.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Maxfiylik chegarasi: jinsiy sherikka infeksiya yuqishi xavfi haqiqiy bo‘lib, bemor xabar berishdan bosh tortsa, shifokor maxfiylikni buzishi mumkin. Lekin bu juda katta chora, avval bemorning o‘zi xabar berishi kutiladi.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2013-yil 23-sentyabrdagi qonunga ko‘ra majburiy tekshiruvdan donorlar, homilador ayollar, ellik yoshgacha nikohlanuvchilar va qon bilan ishlovchi tibbiyot xodimlari o‘tadi. Ro‘yxatda boshqa guruhlar ham bor.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Taqiqlangan kasblar ro‘yxati (Adliya vazirligi, 2014-yil 7-may) 9 turdagi faoliyatni qamragan. Oldingi ro‘yxatdan farqli, undan tibbiy yordam ko‘rsatish, massaj va kontakt sport olib tashlangan.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OITSning axloqiy va huquqiy masalalari: OIV bilan yashovchilar huquqlari, eksperimental 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Z.A., Indiaminov S.I. Bioetika (o‘quv qo‘llanma), Samarqand. 2022. XVII bob (OIV/OITS), kitob betlari 201-211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