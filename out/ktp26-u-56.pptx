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 savollari: 1) Nega yong‘in o‘chog‘idagi murdada o‘lim sababini darhol aytib bo‘lmaydi? 2) Yuqori haroratning umumiy va mahalliy ta’siri nimasi bilan farq qiladi? Doskada chizish: mavzu rejasini 4 bo‘limli sxema ko‘rinishida chizdiring. Tipik xato: talabalar issiq urishi va quyosh urishini bir xil holat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 savollari: 1) Nega nam va shamolsiz muhitda issiqlik ajralishi qiyinlashadi? 2) Qaysi yo‘l issiqlik ajratishda eng katta ulushga ega? Doskada chizish: odam siluetini chizib, to‘rt ajralish yo‘lini o‘q bilan ko‘rsating. Tipik xato: ter orqali ajralish eng katta ulush deb o‘ylash (aslida nurlanish — 55%).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 savollari: 1) Qanday sharoitlar issiq urishiga moyillik tug‘diradi? 2) Qaysi omillar mahalliy ta’sirni keltirib chiqaradi? Doskada chizish: umumiy va mahalliy ta’sirni ikki shoxli daraxt shaklida chizdiring. Tipik xato: quyosh urishini mahalliy ta’sir deb hisoblash; u umumiy ta’sirga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issiq urish faqat ob-havoga bog‘liq emas? Nega go‘daklar xavf guruhida? Doskada chizing: ikki pallali tarozi, bir pallada «issiqlik ishlab chiqarilishi», ikkinchisida «issiqlik ajratilishi». Tipik xato: talabalar issiq urishni faqat yozgi quyoshda bo‘ladi deb o‘ylaydi, issiq sex va og‘ir mehnatni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qon quyuqlashishi nega gipertermiyani kuchaytiradi? Stress reaksiyasi qanday moddalar ajratadi? Doskada chizing: 5 tugunli zanjirni strelkalar bilan, talabalar tartibni xotiradan tiklasin. Tipik xato: gipertermiya va gipoksiyani aralashtirish (gipertermiya – ortiqcha harorat, gipoksiya – kislorod yetishmasligi).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nega o‘rganmagan organizmda o‘tkir shakl xavfliroq? Uzaytirilgan shaklda uch davrni sanab bering. Doskada chizing: solishtirma jadvalni talabalar daftarga ko‘chirsin. Tipik xato: o‘tkir shaklga ham uch davrni yozish. Manbada uch davr uzaytirilgan shakl uchun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birinchi davr "latent" deyiladi? Qo‘zg‘alish davrida qaysi tizimlar buziladi? Doskada: uch davr va o‘lim zanjirini strelkalar bilan chizdiring. Tipik xato: holsizlik davrini boshlang‘ich davr deb o‘ylash; aslida u predagonal davr.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Savollarni talabalarga juft-juft bo‘lib bering, javobni 30 soniyada yozdiring. Muhokama: o‘tkir va uzaytirilgan shakl farqi nimada? Doskada: ikki shaklni yonma-yon ustun qilib yozing. Tipik xato: o‘tkir shaklda ham uch davr bor deb o‘ylash; davrlar uzaytirilgan shaklga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quyosh urishi bilan issiq urishining kelib chiqish sharti qanday farq qiladi? Nega bosh kiyim muhim? Doskada: ikki ustunli solishtirish (issiq urishi va quyosh urishi: sabab, harorat, asosiy belgi) chizdiring. Tipik xato: quyosh urishida ham harorat albatta keskin ko‘tariladi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MNT — markaziy nerv tizimi (birinchi uchrashganda ochib bering). Muhokama: nega ochiq joyda bosh kiyimsiz yurish quyosh urishiga olib keladi? Nima uchun issiq sexda ishlovchi va quyoshda qolgan odam holatlari farqlanadi? Doskada chizish: ikki ustunli solishtirish jadvalini daftarga ko‘chirtiring. Tipik xato: talabalar quyosh urishida ham tana harorati keskin ko‘tariladi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qon quyuqlashishi ichki a’zolar to‘laqonligi bilan bog‘liq bo‘lishi mumkin? Bu topilmalar nega issiq urishini quyosh urishidan ajratmaydi? Doskada chizish: a’zo — o‘zgarish jadvalini yozdiring. Tipik xato: shu belgilarni faqat issiq urishiga xos spetsifik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anamnez (voqea tafsilotlari) bu holatda diagnozning asosiy tayanchi bo‘ladi? Xato klinik diagnoz sud-tibbiy ekspertizaga qanday ta’sir qilishi mumkin? Doskada chizish: ikki ustun — «tez/kuchli» va «kech/oz» — murda qotishi va dog‘larni joylashtiring. Tipik xato: murda qotishi ham dog‘lar kabi kech va sust rivojlanadi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Qaysi omillar issiqlik ishlab chiqarishni oshirib, ajratishni kamaytirgan? 2) Nega voqea tafsilotini (anamnez) o‘rganish zarur? Doskada: issiq urishining turtki omillari va murdadagi belgilar ikki ustunli ro‘yxatini chizdiring. Tipik xato: murdadagi morfologik o‘zgarishlarni issiq urishiga xos spetsifik belgi deb hisoblash; shuningdek murda dog‘larining kech paydo bo‘lishini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bir xil ta’sirda teri yupqa joyda kuyish chuqurroq bo‘ladi? 2) Kuyish chuqurligini qaysi omillar belgilaydi? Doskada: manba turlarini sxema shaklida chizdiring. Tipik xato: termik kuyishni faqat alangadan bo‘ladi deb o‘ylash; manbalar ichida qaynoq suv, bug‘ va qizdirilgan jism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I darajali kuyish murdada ko‘pincha aniqlanmaydi? 2) Pufak tubidan qon chiqmasligi nimani anglatadi? Doskada: I va II daraja uchun teri qavatlarini chizib, shikastlanish chuqurligini ko‘rsating. Tipik xato: I va II daraja tuzalish muddatlarini (3-4 kun va 10-20 kun)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III-A va III-B ni nekroz chuqurligi bo‘yicha qanday farqlaysiz? 2) IV darajada nega chuqur to‘qimalar ham zararlanadi? Doskada: terining qatlamlarini (epidermis, derma, mushak, suyak) chizib, III-A, III-B va IV chegaralarini rangli bo‘r bilan belgilang. Tipik xato: III-B ni IV daraja bilan aralashtirish; III-B da mushak zararlanmaydi, faqat teri to‘liq nekrozga uchraydi.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Nega bitta jarohatda bir necha daraja uchraydi? 2) Ekspertiza xulosasida IV daraja topilsa, manba haqida nima deyish mumkin? Doskada: ikki ustunli ro‘yxat chizing: chap tomonda yuzaki (I-II), o‘ng tomonda chuqur (III-IV). Tipik xato: IV darajani qaynoq suyuqlik yoki bug‘ ta’siriga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Javoblar: 1) I daraja (eritema); 2) II daraja (seroz pufaklar); 3) alanga (soch va kiyim shikastlanadi, qurum bor; issiq suyuqlikda soch va kiyim shikastlanmaydi); 4) IV daraja, faqat alanga. Muhokama: talabalar javobini belgilari bilan asoslasin. Doskada: har savol uchun javobni bir so‘z bilan yozdiring. Tipik xato: pufakli kuyishni III daraja deb belgilash; pufakda tiniq seroz suyuqlik bo‘lsa, bu II daraja.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Soch va kiyim shikastlanmagan, yaralar oqma shaklida bo‘lsa, qaysi manba taxmin qilinadi? 2) Qurum izi nimani ko‘rsatadi? Doskada: uchta manba bo‘yicha jadvalni talabalar bilan birga chizing. Tipik xato: issiq suyuqlik kuyishini chuqur deb o‘ylash; aslida u yuzaki bo‘ladi, chuqur kuyish alanga va qizdirilgan jism uchun xos. Diqqat: issiq suyuqlik ≠ alanga (soch-kiyim holati farq qiladi).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Oqmalar pastga, alanga tillari yuqoriga yo‘nalishi jabrlanganning holati haqida nima deydi? 2) Nafas yo‘llari kuyishi qaysi omillar uchun xos? Doskada: tik turgan odam sxemasini chizib, oqma va alanga tili yo‘nalishini o‘qlar bilan ko‘rsating. Tipik xato: nafas yo‘llari kuyishini har qanday alanga ta’siriga xos deb hisoblash; manbada u faqat bug‘ va issiq gazlar uchun xos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5-6 daq. Muhokama: 1) Nega darajadan tashqari maydon ham hisobga olinadi? 2) Kaft qoidasi qachon qulay? Doskada: tana sxemasini chizib, qismlarga foizlarni yozdiring. Tipik xato: ulushlarni eslab qolishda adashish; manbada bosh-bo‘yin, qo‘l, son, boldir-tovon uchun 9%, old va orqa yuza uchun 18%, oraliq soha uchun 1% berilgan. Manbadagi rasm 7.2 ga qarab ulushlarni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kuyish darajasi ham, maydoni ham diagnozda ko‘rsatilishi kerak? 2) “30% (10%) / II-III” yozuvini talabalar o‘z so‘zi bilan izohlasin. Doskada: kasr chizib, suratga maydon, maxrajga daraja yozdiring va bitta misol tuzdiring. Tipik xato: surat va maxrajni almashtirib yozish yoki qavs ichidagi foizni umumiy maydon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chuqurroq kuyishda foiz chegarasi pastroq? 2) Nafas yo‘llari kuyishi qachon xavfli hisoblanadi? Doskada: jadvalni daftarga ko‘chirib, har qatorga bittadan misol yozdiring. Tipik xato: II va III darajaning foiz chegaralarini (20% va 15%) chalkashtirish. Tezkor savol: tananing 12% yuzasida III-IV daraja kuyish xavfli bo‘ladimi?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bolalar va keksalarda kuyish kasalligi og‘irroq kechadi? 2) Kuyish maydoni va chuqurligi kasallik oqibatiga qanday ta’sir qiladi? Doskada: to‘rt davrni ketma-ket strelkalar bilan chizdiring. Tipik xato: kuyish kasalligini faqat kuyishning o‘zi deb qarash; aslida bu ichki a’zolardagi patologik o‘zgarishlardir.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shok davrida nafas yo‘llari kuyishi xavfni oshiradi? 2) Septikotoksemiyada qanday asoratlar kuzatiladi? Doskada 4 davrni vaqt chizig‘ida chizdiring va muddatlarini yozdiring. Tipik xato: toksemiya va septikotoksemiyani aralashtirish yoki shok davrini 1 sutka bilan cheklab qo‘yish (ba’zan 2-3 sutka).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Oqma yo‘nalishi nimani ko‘rsatadi? 2) Qurum izi qaysi manbaga xos? Doskada ikki jarohatning sxemasini (oqmalar pastga, alanga tillari yuqoriga) chizdiring. Tipik xato: kiyim butun bo‘lsa, kuyish issiq suyuqlikdan emas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yong‘inda topilgan har bir kuygan murda alanga tufayli o‘lgan deb hisoblanmaydi? 2) Qanday tekshiruvlar kerak bo‘ladi? Doskada savol chizing: ‘alanga — tirikmi / o‘likmi?’ va mezonlarni ikki ustunga ajrating. Tipik xato: murdaning ko‘mirlanishini o‘lim sababi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yong‘inda o‘lim ko‘pincha is gazidan bo‘ladi, murda esa keyin ko‘mirlanadi? 2) Qurum qaysi a’zolarda topilsa hayotiylikni isbotlaydi? Doskada: nafas yo‘lidan oshqozongacha qurum yo‘lini va 20% hamda 60% chegaralarini chizing. Tipik xato: murda ko‘mirlangani uchun alanga tirik paytda ta’sir qilgan, deb xulosa qilish. Qurum va karboksigemoglobin bilan tekshirish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qon aynan yurak kameralaridan olinadi? 2) “G‘oz panjasi” qanday hosil bo‘ladi, ya’ni burma tubi nega kuymaydi? Doskada: yoyilgan qovoq terisini navbatlashuvchi kuygan va kuymagan sohalar bilan chizing. Tipik xato: namunani yuza tomir va yuza mushakdan olish. Diqqat: yuza tomirdagi karboksigemoglobin hayotiylikni isbotlamaydi.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Yong‘indan keyin topilgan epidural gematomani qanday farqlaysiz? 2) Pufak suyuqligi tekshiruvi nimani ko‘rsatadi? Doskada: urchuqsimon va o‘roqsimon gematomalarni qattiq parda bilan birga chizing. Tipik xato: har qanday epidural gematomani travma deb hisoblash. Diqqat: urchuqsimon ≠ o‘roqsimon. Hayotiylikni bitta belgi bilan emas, belgilar majmui va mikroskopik tekshiruv bilan baholang.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qurum hayotiylik belgisi hisoblanadi? 2) Karboksigemoglobin foizi nima uchun hal qiluvchi? Doskada: ikki ustunli ro‘yxat chizing: “hayot paytida” va “o‘limdan keyin”, belgilarni joylashtiring. Tipik xato: karboksigemoglobin topilishining o‘zini hayotiylik isboti deb hisoblash. Muhimi — uning konsentratsiyasi.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Mushaklar kaltalashishi nega qo‘l-oyoqni bukadi? 2) Terida yoriqlar nega har xil joyda hosil bo‘ladi? Doskada: 4 bosqichli zanjirni talabalar bilan birga chizing. Tipik xato: “bokser pozasi”ni “sovuq qotgan odam pozasi” bilan aralashtirish. Ular boshqa sabab va mexanizmga 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krematoriy va yong‘in muddatlari bunchalik farq qiladi? 2) Kuldan qanday masalalarni hal etish mumkin? Doskada: uch qatorli solishtirish jadvalini chizing. Tipik xato: go‘dak va kattalar muddatlarini, shuningdek krematoriy va yong‘in sharoitini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faqat poza hayotiylikni isbotlamaydi? 2) Qaysi belgilar birgalikda ishonchli xulosa beradi? Doskada: hayotiy va o‘limdan keyingi ta’sir belgilarini ikki ustunda yozdiring. Tipik xato: talabalar bokser pozasini hayotiylik belgisi deb hisoblaydi; epidural gematoma shaklini (urchuqsimon va o‘roqsimon) chalkashtiradi.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qon yuza tomirlardan emas, yurak va chuqur tomirlardan olinadi? 2) Gistologiya xulosaga nima qo‘shadi? Doskada: 5 bosqichli zanjirni talabalar o‘zlari chizsin. Tipik xato: namunani yuza tomirdan olish; bu holatda o‘limdan keyingi karboksigemoglobin ham chiqishi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Issiq urishdan o‘lim holatida murdada qaysi belgilar xos? 2) Kuyish chuqurligi va maydoni nima uchun birga ko‘rsatiladi? Doskada: kuyish darajalari va hayotiylik belgilarining qisqa konspektini chizdiring. Tipik xato: IV daraja kuyishni barcha manbalarga xos deb hisoblash va quyosh urishida yuqori harorat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Yuqori harorat tufayli o'lim holatlarini sud-tibbiy ekspertizasi: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yuqori haroratning umumiy ta’siri (issiq urishi, quyosh urishi) va mahalliy ta’siri (termik kuyish) tufayli o‘lim holatlarining sud-tibbiy ekspertizasi.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issiqlik almashinuvi, issiq urishi va quyosh urishi, termik kuyish darajalari, kuyish kasalligi, alanga ta’sirining hayotiyligi.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yong‘indan keyin topilgan murdada alanga ta’siri tiriklikda yoki o‘limdan keyin bo‘lganini aniqlash asoslarini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Issiq urishi ≠ quyosh urishi, lekin murdadagi morfologik o‘zgarishlari o‘xshash va spetsifik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183-189, 188, 184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 harorati va issiqlik ajralish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Normal tana harorati 36–37°S; modda almashinuvida issiqlik hosil bo‘ladi va u boshqarilib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22–25°S dan past yoki 43–44°S dan baland haroratda to‘qimalarda hayotga mos kelmas o‘zgarishlar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 issiq urishiga, mahalliy ta’sir esa kuyishga olib keladi.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Nurlanish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O‘tkazish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ajratmalar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Issiqlik ajralish yo‘llari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haroratning shikastlovchi omillari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Omillar: issiq tashqi muhit, alanga, yonuvchi gazlar, suyuqliklar va qattiq moddalar.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Quyosh urishi bosh kiyimsiz, ochiq joyda quyosh nurlarining boshga uzoq ta’siridan kelib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urishida issiqlik ko‘p hosil bo‘lib, kam ajraladi; mahalliy ta’sirda termik kuyish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202"/>
                <a:gridCol w="303777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Ta’sir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Oqibati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Umumiy (butun tana)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Issiq urishi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Umumiy (bosh isishi)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Quyosh urishi (insolyasiya)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Mahalliy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Termik kuyish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Ta’sir turlari va oqibati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urishi: moyillik yaratuvchi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urishi organizmda issiqlik ko‘p ishlab chiqarilib, kam ajratilganda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harorati va namligi baland, shamol yo‘q bo‘lganda xavf ortadi. Bu issiq sexlarda, og‘ir jismoniy ishda, sportchilar va harbiylar mashqida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va namlik o‘tkazmaydigan kiyim moyillik yaratadi. Yurak-qon tomir kasalliklari, qalqonsimon bez giperfunksiyasi, semizlik va keksalikda issiq urish ko‘proq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yoshgacha bo‘lgan bolalarda termoregulyatsiya mexanizmlari to‘liq shakllanmagan. Shu sababli ular yuqori haroratga o‘ta sezgir.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urishining rivojlanish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o‘rinda gemodinamikaning buzilishi turadi: qon quyuqlashadi, qon aylanishi sustlashadi.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to‘qima gipertermiyasini yanada kuchaytirib, to‘qima gipoksiyasiga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Stress reaksiyasida katexolaminlar va glyukokortikoidlar ajraladi; mikrotsirkulyatorda staz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Gemodinamika buzilishi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quyuqlashadi, aylanish sust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Gipertermiya kuchayadi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To‘qima gipoksiyasi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Metabolik jarayon buziladi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Mexanizm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urishining o‘tkir va uzaytirilgan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O‘rganmagan organizmda o‘ta baland harorat issiq urishning o‘tkir shaklini keltirib chiqaradi.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shaklda yurak-qon tomir va nafas tizimi keskin buzilib, o‘lim qisqa vaqtda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Uzaytirilgan shaklda klinik belgilar va og‘irlik darajasi sekin-asta ortadi.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760298"/>
                <a:gridCol w="20722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O‘tkir shakl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Uzaytirilgan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Sharoit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O‘ta baland harorat, ko‘nikmagan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Nisbatan uzoqroq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Boshlanish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Birdan hush yo‘qoladi, koma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Belgilar sekin-asta oshadi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Tizimlar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Yurak va nafas keskin buziladi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Davrlar: susayish, qo‘zg‘alish, holsizlik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Qisqa muddatda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Holsizlik davri predagonal hisoblanadi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shakl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183-184, 184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Uzaytirilgan shaklning uch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davrda markaziy nerv tizimi (MNT) faoliyati susayadi; bu qisqa latent davr.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Qo‘zg‘alishda bezovtalik, bosh og‘rig‘i, taxikardiya, qon bosimi ko‘tarilishi va hansirash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Holsizlikda harorat 41-42°S dan oshishi mumkin; koma, talvasa bo‘ladi. Bu predagonal davr.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MNT susayishi (latent davr)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Qo‘zg‘alish davri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Holsizlik (predagonal) davri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Harorat 42-43°S dan oshadi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Nafasning birlamchi to‘xtashi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Davrlar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issiq 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uzaytirilgan issiq urishda nechta davr farqlanadi? Javob: uchta — MNT susayishi, qo‘zg‘alish va holsizlik davrlari.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davr predagonal hisoblanadi? Javob: holsizlik davri; unda koma, talvasa, nafas sekinlashishi va bosim pasayishi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harorat qanchadan oshganda nafasning birlamchi to‘xtashidan o‘lim bo‘ladi? Javob: tana harorati 42-43°S dan oshganda.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o‘tkir shaklda o‘lim qanday kechadi? Javob: birdan hush yo‘qoladi, koma rivojlanadi; yurak-qon tomir va nafas tizimlari keskin buziladi.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184, 183-184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Quyosh urishi (insolyasiya)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Quyosh urishi ochiq joyda, bosh kiyimsiz, quyosh nuri boshga uzoq vaqt ta’sir qilganda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 isib, markaziy nerv tizimi (MNT) jiddiy buziladi: bosh og‘rig‘i, hush xiralashuvi, ko‘rish buzilishi, gallyusinatsiya, talvasa.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Puls va nafas avval tezlashadi, keyin puls sekinlashadi. Patologik nafas va nafas markazining falajlanishi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quyosh urishida tana harorati salmoqli ko‘tarilmaydi. Terida I-darajali kuyish belgilari (eritema)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urishi va quyosh urishini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urishi issiqlik ko‘p ishlanib, kam ajralganda, ayniqsa nam va shamolsiz havoda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Quyosh urishi bosh kiyimsiz, ochiq joyda quyosh nurlarining boshga uzoq ta’siridan kelib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issiq urishi ≠ quyosh urishi; ikkinchisida tana harorati salmoqli ko‘tarilmaydi.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023970"/>
                <a:gridCol w="192669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Issiq urishi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Quyosh urishi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Issiqlik ko‘p ishlanadi, kam ajraladi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Quyosh nuri boshga uzoq ta’sir qiladi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zarar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quyuqlashadi, gipoksiya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isib, MNT buziladi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harorati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41–42°S dan oshishi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Salmoqli ko‘tarilish xos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O‘lim mexanizmi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42–43°S dan oshsa nafas to‘xtaydi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 markazi falaji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 urishi va quyosh urishi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184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tekshiruvi: ichki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va quyosh urishidan o‘lim holatida morfologik o‘zgarishlar o‘xshash, spetsifik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va pardalarda keskin to‘laqonlik, shish hamda mayda perivaskulyar qon quyilishlar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 quyuq qon tufayli qo‘ng‘ir tus oladi; nafas yo‘llarida shilliq to‘planadi.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450"/>
                <a:gridCol w="346752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A’zo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miya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To‘laqon, shish, mayda perivaskulyar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a’zolar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To‘laqon; seroz osti mayda qon quyilishi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Yurak, yirik tomirlar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Kameralarda va tomirlarda quyuq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 yo‘llari, o‘pka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Shilliq to‘planadi; o‘pka qo‘ng‘ir tusda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a’zolardagi topilmalar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qotishi, dog‘lari va diagnostik qiyinchilik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va quyosh urishidan o‘lganda murda qotishi tez rivojlanadi va kuchli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dog‘lari esa kech paydo bo‘ladi va oz miqdorda bo‘ladi. Diqqat: qotish kuchli, dog‘lar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Jabrlanganlarda spetsifik klinik belgilar yo‘q, shifokorlar esa anamnezga (voqea tafsilotiga) yetarli e’tibor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ba’zan xato tarzda boshqa klinik diagnozlar qo‘yiladi.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184, 185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issiq muhitdagi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issiq sexda og‘ir ish bajargan, havo o‘tkazmaydigan kiyim kiygan, semiz yoki keksa ishchi birdan hushini yo‘qotadi.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Turtki omillari: yuqori harorat va namlik, shamolning yo‘qligi, og‘ir jismoniy ish, yurak-qon tomir kasalligi, semizlik, keksalik.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Murdada: miya va pardalar to‘laqonligi, mayda perivaskulyar qon quyilishlar, quyuq qon, murda qotishi tez va kuchli, murda dog‘lari kech va 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belgilar issiq urishiga xosmi yoki quyosh urishidanmi? Morfologik o‘zgarishlar o‘xshash, spetsifik xususiyat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kuyish: sabablar va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va uning ostida harorat 45-50°S dan oshsa, termik kuyish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xususiyati manba turi, harorati, ta’sir davomiyligi va shikastlangan sohaga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xil ta’sirda teri yupqa sohalarda kuyish chuqurroq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 va II darajali kuyishlar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 darajada pufak suyuqligi keyinroq oqsilning ivishi hisobiga xiralashib, quyuladi.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I daraja ba’zan sarg‘ish, quruq, biroz qabargan soha ko‘rinishida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murdadagi II darajali kuyish pufagi tubi kesilganda qon chiqmaydi.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III va IV darajali kuyishlar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III-A darajada nekroz epidermis va dermaning faqat yuzaki qavatida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III-B darajada epidermis va derma to‘liq nekrozga uchraydi; yuza strup bilan qoplanadi.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IV darajada teri bilan birga mushak, boylam va suyak ham nekrozga uchraydi.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80"/>
                <a:gridCol w="2053394"/>
                <a:gridCol w="225160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Nekroz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Ko‘rinish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III-A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Epidermis va dermaning yuzaki qavati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Strup, granulyatsiya, so‘ng chandiq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III-B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Epidermis va dermaning to‘liq nekrozi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 yoki qo‘ng‘ir-jigar strup; chandiq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Teri, mushak, boylam, suyak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alanga ta’sirida hosil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III-IV daraja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Yuzaki va chuqur kuyishlar; aralash darajalar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 va II darajali kuyishlar yuzaki, III va IV darajalilar esa chuqur kuyishlar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jabrlanganlarda bir jarohatda turli darajalar birga topiladi: masalan, I-II, II-III yoki III-IV.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I, II va III darajali kuyish yuqori haroratning barcha manbalaridan chiqadi, IV daraja esa faqat alanga ta’siridan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yuzaki (I-II) va chuqur (III-IV) guruhlarni adashtirmang; IV darajani faqat alanga bilan bog‘lang.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185-186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kuyish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terida qizarish, engil shish va og‘riq bor, 3-4 kunda izsiz o‘tadi. Bu qaysi daraja?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tiniq seroz suyuqlikli pufaklar bor, 10-20 kunda chandiqsiz tuzaladi. Bu qaysi daraja?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soch va kiyim shikastlangan, yarada qurum izi bor. Manba alangami yoki issiq suyuqlikmi?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mushak va suyak nekrozi aniqlandi. Bu qaysi daraja va qaysi manba ta’sirida bo‘lishi mumkin?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186, 185-186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harorat manbasini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Termik kuyishning xususiyatlariga qarab yuqori harorat manbaini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suyuqlik kiyim va poyafzal ostiga oqib kirib, yopiq sohalarni ham kuydirishi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Alanga kuyishi yarasida qurum izlari topiladi; qizdirilgan jism esa tamg‘asimon kuyish qoldiradi.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627093"/>
                <a:gridCol w="208735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Kuyish 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Qo‘shimcha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 suyuqlik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Yuzaki, oqmalar shaklida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Soch va kiyim shikastlanmaydi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Chuqur, tilsimon shaklli yaralar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Soch, kiyim shikastlanadi; qurum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Qizdirilgan jism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Chuqur, yuzasi cheklangan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Shakli jismning kontakt yuziga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Manbalarni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Jabrlanganning holati va nafas yo‘llari kuyishi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suyuqlikdan kuyishda oqmalar tananing past joylashgan sohalariga qarab yo‘naladi.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Alangadan kuyishda “alanga tillari” tananing yuqori joylashgan sohalari tomon yo‘naladi. Bu yaralar jabrlanganning hodisa paytidagi holatini baholashga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yo‘llarining kuyishi faqat bug‘ va issiq gazlarning ta’siri uchun xos jarohatdir.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Chuqur kuyishlar ko‘pincha yiringlaydi va juda sekin tuzaladi. Ular bo‘g‘imlar harakatini cheklovchi qo‘pol chandiq qoldirib, tananing badburushligiga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maydoni: to‘qqizliklar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maydoni taxminan “to‘qqizliklar qoidasi” (A. Wallace, 1951) bo‘yicha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Qo‘l kafti qoidasi: bir kaft yuzasi tana umumiy yuzasining taxminan 1% ini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baholashda kuyish darajasidan tashqari jarohat egallagan maydon ham muhim.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655"/>
                <a:gridCol w="153832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Tana qismi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Bosh-bo‘yin, qo‘l, son, boldir va tovon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Tananing old yuzasi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Tananing orqa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Oraliq soha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To‘qqizliklar qoidasi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186-187, 187, 186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Kaft qoidasi va diagnozni kasr shaklida yozish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kafti yuzasi tananing umumiy yuzasining taxminan 1% ini tashkil etadi. Bu “qo‘l kafti qoidasi”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maydonini aniqroq belgilash uchun maxsus jadvallar ham mavjud.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Diagnozda kuyish kasr shaklida yoziladi: suratda kuyish yuzasi, maxrajda kuyish darajalari. Diqqat: surat ≠ maxraj.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10 % / II yoki 30% (10%) / II-III. Qavs ichida chuqurroq kuyish yuzasi ko‘rsatiladi.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187, 188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xavfli kuyish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kasalligi rivojlansa, kichikroq yuzali kuyish ham hayotga tahdid soladi.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 kuyishi shish va ovoz yorig‘ining torayishi bilan kechsa, hayot uchun xavfli.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kuyish qancha chuqur bo‘lsa, xavfli deb topiladigan maydon chegarasi shuncha kichik.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1762658"/>
                <a:gridCol w="1866344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Tana yuzasi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III-IV 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10% 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uchun xavfli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 daraja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15% 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uchun xavfli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 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20% 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uchun xavfli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Xavfli kuyish chegaralari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187-188, 188, 187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 darajali kuyish tana yuzasining 50%idan, II–IV darajali kuyish 10–15%idan ortig‘ini egallab, o‘lim darhol bo‘lmasa, ichki a’zolarda o‘zgarishlar vujudga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Kasallik og‘irligi va oqibati kuyish chuqurligi, maydoni va boshqa omillarga bog‘liq. Kechuvida to‘rt davr bor: shok, toksemiya, septikotoksemiya, rekonvalessensiya.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Kichik yoshdagi bolalarda kuyish maydoni va chuqurligi katta bo‘lmasa ham kasallik rivojlanadi va kattalarga nisbatan og‘irroq kechadi.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Hamroh kasalliklar, ayniqsa keksalarda, kuyish kasalligining og‘irroq kechishiga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kasalligining to‘rt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kasalligi I daraja &gt;50%, II–IV daraja &gt;10–15% maydonda va o‘lim tez bo‘lmaganda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Shok davrida nafas yo‘llari kuyishi yoki is gazi qo‘shilsa, o‘lim ehtimoli 2 va undan ko‘p marta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toksemiya (oqsil parchalanishidan zaharlanish) ≠ septikotoksemiya (yiringlash va asoratlar davri).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1927859"/>
                <a:gridCol w="107792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Kuyish shoki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 1 sutkagacha, ba’zan 2-3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 shok va o‘lim xavfi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Toksemiya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 hafta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Oqsil parchalanishidan intoksikatsiya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Septikotoksemiya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2-3 hafta – bir necha oy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Yiringlash, pnevmoniya, sepsis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Rekonvalessensiya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Muddati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Yaralar bitadi, funksiya tiklanadi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Kuyish kasalligi davrlari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qaynoq suv va alanga kuyishi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A: yuzaki kuyish oqma shaklida, soch va kiyim shikastlanmagan, oqmalar tananing pastki qismlariga yo‘nalgan.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B: chuqur kuyish tilsimon shaklda, soch va kiyim shikastlangan, yaralarda qurum izi, ‘alanga tillari’ yuqoriga qaragan.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vaziyat issiq suyuqlik, qaysi biri alanga ta’siri? Jarohat yo‘nalishi jabrlanganning holati haqida nima deydi?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qaynoq suyuqlik oqib kirsa, kiyim yoki poyafzal bilan yopiq sohalar ham kuyishi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ta’sirining hayotiyligi: muammo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 jabrlanganlar ko‘pincha is gazidan zaharlanib o‘ladi, murda esa keyin alanga ta’sirida ko‘mirlanadi.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yuqori harorat izlari bor murdada alanga tiriklikda ta’sir qilganmi yoki o‘limdan keyinmi, aniqlash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Hal qiluvchi dalil: tashqi jarohatlar hamda teri, yumshoq to‘qima va ichki a’zolarning mikroskopik tekshiruvi.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Mezonlar: nafas yo‘llaridagi qurum, qonda karboksigemoglobin, qovoqlarda ‘g‘oz panjasi’ belgisi.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188-189, 188, 190, 189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 belgilari: qurum va karboksigemoglobin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yo‘llari, qizilo‘ngach va oshqozonda qurum bo‘lsa, alanga tirik paytda ta’sir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Qurum peshona va asos suyagi bo‘shliqlarida, leykotsitlarda, jigar Kupfer hujayralarida ham topilishi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Karboksigemoglobin o‘limdan keyin 20% dan oshmaydi, hayotiy ta’sirda esa 60% gacha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1446541"/>
                <a:gridCol w="1441133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O‘limdan keyin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Hayotda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Karboksigemoglobin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20% dan oshmaydi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60%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topilishi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 tomirlarda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Yurak, chuqur tomirlarda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Karboksigemoglobin: hayot va o‘lim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olish va “g‘oz panjasi” belgisi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Alanganing hayotiy ta’sirini aniqlash uchun qon yurak kameralari va chuqur tomirlardan olinadi, chunki yuza tomirda o‘limdan keyin ham karboksigemoglobin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Karboksimioglobinni aniqlash uchun laboratoriyaga chuqur joylashgan mushaklardan namuna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 alanga ta’sirida ko‘z olmalari odatda shikastlanmaydi. Qovoq burmasining yuqori qismida kuyish va qurum bor, burma tubida esa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Qovoq terisi yoyilganda shikastlangan va shikastlanmagan sohalar navbatlashadi. Bu “g‘oz panjasi” belgisi deyiladi.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belgilar: epidural gematoma va pufaklar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Travmadan hosil bo‘lgan epidural gematoma urchuqsimon bo‘lib, qattiq pardaga birikkan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keyin alanga tufayli hosil bo‘lgan gematoma o‘roqsimon, qattiq pardaga birikmagan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 kuyish pufaklarida oqsil o‘limdan keyin hosil bo‘lganlarga nisbatan ikki barobar ko‘p.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037"/>
                <a:gridCol w="1927859"/>
                <a:gridCol w="186507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Hayotda/travma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O‘limdan keyin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Gematoma shakli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Urchuqsimon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O‘roqsimon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Qattiq pardaga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Birikkan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Birikmagan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Pufakda oqsil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barobar ko‘p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Gematoma va pufak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190, 189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hayotiylik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nafas yo‘llari, qizilo‘ngach va oshqozonda qurum topilsa, alanga qachon ta’sir qilgan? Javob: hayot paytida.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karboksigemoglobin o‘limdan keyin ham topiladi, lekin 20% dan oshmaydi. Hayotiy ta’sirda 60% gacha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Travmatik epidural gematoma urchuqsimon, qattiq pardaga birikkan. O‘limdan keyingi alanga gematomasi o‘roqsimon, birikmagan.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Yong‘indan keyingi murdalarda teri, yumshoq to‘qima va ichki a’zolarning mikroskopik tekshiruvi o‘tkazilishi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189, 190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Bokser pozasi va murdaning ko‘mirlanishi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Alanga ta’sirida murdada namlik bug‘lanadi, oqsillar ivib, mushaklar zichlashadi va kaltalashadi.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qo‘l-oyoqlar bukiladi — “bokser pozasi”. Tana to‘liq ko‘mirlanishi ham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 zichlashadi; ta’sir notekis bo‘lsa, terida darz va yoriqlar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Alanga ta’siri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Namlik bug‘lanadi, oqsil ivishi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Mushaklar kaltalashadi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Bokser pozasi paydo bo‘ladi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Bokser pozasi hosil bo‘lishi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yonish muddati va kulni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Yonish muddati yoshga bog‘liq: go‘dak murdasi kattalarnikiga qaraganda ancha tez yonadi.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Krematoriy sharoiti oddiy alanga ta’siridan farq qiladi: kattalar murdasi uchun muddat ancha qisqa.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Kuldan tur mansublik, jins, yosh va boshqa masalalarni hal etish uchun sud-tibbiy tekshiruv o‘tkaziladi.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220"/>
                <a:gridCol w="305075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Go‘dak murdasi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2-3 soat ichida kulga aylanadi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Katta yoshli murda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 soatga yaqin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Krematoriy, tabiiy gaz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soatdan kam (kattalar)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Yonish muddatlari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yong‘indan keyin topilgan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yong‘indan so‘ng ko‘mirlangan murda topildi, qo‘l-oyoqlari bukilgan (“bokser pozasi”). Savol: alanga tirikligida ta’sir qilganmi?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Bokser pozasi mushaklarning zichlashib kaltalashishidan hosil bo‘ladi (namlik bug‘lanishi, oqsil ivishi).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qizilo‘ngach, oshqozonda qurum bo‘lsa, alanga hayot paytida ta’sir qilgan. Qonda karboksigemoglobin o‘limdan keyin 20% dan oshmaydi, tirikligida 60%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epidural gematoma urchuqsimon va qattiq pardaga birikkan bo‘lsa travma; o‘roqsimon va birikmagan bo‘lsa o‘limdan keyingi alanga ta’siri.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188, 190, 189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bosqichlari: yong‘in murdasi tekshiruvi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Qurum nafas yo‘li, qizilo‘ngach, oshqozonda qidiriladi; qovoqda “g‘oz panjasi” belgisi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yurak kameralari va chuqur tomirlardan, mushak namunasi chuqur qatlamdan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Teri, yumshoq to‘qima va ichki a’zolarning mikroskopik tekshiruvi o‘tkazilishi zarur.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Tashqi ko‘zdan kechirish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Qon: yurak va chuqur tomirlar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Namuna: chuqur mushaklar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Gistologiya: teri, a’zolar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Xulosa: hayotiy yoki keyingi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Yong‘in murdasi: ketma-ketlik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189, 190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asosiy eslab qolinadigan nuqtalar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urishda issiqlik ko‘p ishlab chiqarilib, kam ajraladi. Quyosh urishida tana harorati salmoqli ko‘tarilmaydi. Murdada o‘zgarishlar o‘xshash, spetsifik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to‘rt darajali: I-III daraja barcha manbadan, IV faqat alangadan. Maydon “to‘qqizliklar qoidasi” va kaft (taxminan 1%) qoidasi bilan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kasalligi to‘rt davrdan iborat: kuyish shoki, toksemiya, septikotoksemiya va rekonvalessensiya.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Hayotiylik belgilari: nafas yo‘llarida qurum, qonda karboksigemoglobin, mushakda karboksimioglobin va qovoqdagi “g‘oz panjasi”.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183-184, 185-187, 188, 189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“G‘oz panjasi” belgisi: alanga tiriklikda ta’sir qilsa, qovoq terisining burmalar tubi qurum bosmaydi va kuymaydi. Teri yoyilganda shikastlangan va shikastlanmagan sohalar navbatlashadi. Sababi: tirik odam ko‘zini qisadi.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Karboksigemoglobin ko‘rsatkichi bo‘yicha farq: o‘limdan keyingi alanga ta’sirida uning miqdori 20% dan oshmaydi, tiriklikdagi ta’sirda esa 60% gacha yetishi mumkin. Shuning uchun qon yurak kameralari va chuqur tomirlardan olinadi.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Yong‘indan keyin topilgan murdada epidural gematomani farqlash: jarohatdan hosil bo‘lgani urchuqsimon va qattiq pardaga birikkan. O‘limdan keyin alangadan hosil bo‘lgani o‘roqsimon va qattiq pardaga birikmagan.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yonish tezligi: go‘dak murdasi 2-3 soatda kulga aylanadi, kattalar murdasi uchun taxminan 20 soat kerak. Krematoriyda tabiiy gazda kattalar murdasi bir soatdan kam vaqtda yoqiladi.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— “to‘qqizliklar qoidasi”: bosh va bo‘yin 9%, qo‘l 9%, tananing old yuzasi 18%, orqa yuzasi 18%, son 9%, boldir va tovon 9%, oraliq soha 1%. Kaft esa taxminan 1% (kaft qoidasi).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harorat tufayli o'lim holatlarini sud-tibbiy ekspertizasi: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7. Fizik omillar ta’siri (qisman mos)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