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 savollari: 1) Nega yong‘in o‘chog‘idagi murdada o‘lim sababini darhol aytib bo‘lmaydi? 2) Yuqori haroratning umumiy va mahalliy ta’siri nimasi bilan farq qiladi? Doskada chizish: mavzu rejasini 4 bo‘limli sxema ko‘rinishida chizdiring. Tipik xato: talabalar issiq urishi va quyosh urishini bir xil holat deb o‘ylaydi.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 savollari: 1) Nega nam va shamolsiz muhitda issiqlik ajralishi qiyinlashadi? 2) Qaysi yo‘l issiqlik ajratishda eng katta ulushga ega? Doskada chizish: odam siluetini chizib, to‘rt ajralish yo‘lini o‘q bilan ko‘rsating. Tipik xato: ter orqali ajralish eng katta ulush deb o‘ylash (aslida nurlanish — 55%).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 savollari: 1) Qanday sharoitlar issiq urishiga moyillik tug‘diradi? 2) Qaysi omillar mahalliy ta’sirni keltirib chiqaradi? Doskada chizish: umumiy va mahalliy ta’sirni ikki shoxli daraxt shaklida chizdiring. Tipik xato: quyosh urishini mahalliy ta’sir deb hisoblash; u umumiy ta’sirga kiradi.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issiq urish faqat ob-havoga bog‘liq emas? Nega go‘daklar xavf guruhida? Doskada chizing: ikki pallali tarozi, bir pallada «issiqlik ishlab chiqarilishi», ikkinchisida «issiqlik ajratilishi». Tipik xato: talabalar issiq urishni faqat yozgi quyoshda bo‘ladi deb o‘ylaydi, issiq sex va og‘ir mehnatni unutadi.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qon quyuqlashishi nega gipertermiyani kuchaytiradi? Stress reaksiyasi qanday moddalar ajratadi? Doskada chizing: 5 tugunli zanjirni strelkalar bilan, talabalar tartibni xotiradan tiklasin. Tipik xato: gipertermiya va gipoksiyani aralashtirish (gipertermiya – ortiqcha harorat, gipoksiya – kislorod yetishmasligi).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nega o‘rganmagan organizmda o‘tkir shakl xavfliroq? Uzaytirilgan shaklda uch davrni sanab bering. Doskada chizing: solishtirma jadvalni talabalar daftarga ko‘chirsin. Tipik xato: o‘tkir shaklga ham uch davrni yozish. Manbada uch davr uzaytirilgan shakl uchun keltirilgan.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birinchi davr "latent" deyiladi? Qo‘zg‘alish davrida qaysi tizimlar buziladi? Doskada: uch davr va o‘lim zanjirini strelkalar bilan chizdiring. Tipik xato: holsizlik davrini boshlang‘ich davr deb o‘ylash; aslida u predagonal davr.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Savollarni talabalarga juft-juft bo‘lib bering, javobni 30 soniyada yozdiring. Muhokama: o‘tkir va uzaytirilgan shakl farqi nimada? Doskada: ikki shaklni yonma-yon ustun qilib yozing. Tipik xato: o‘tkir shaklda ham uch davr bor deb o‘ylash; davrlar uzaytirilgan shaklga xos.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quyosh urishi bilan issiq urishining kelib chiqish sharti qanday farq qiladi? Nega bosh kiyim muhim? Doskada: ikki ustunli solishtirish (issiq urishi va quyosh urishi: sabab, harorat, asosiy belgi) chizdiring. Tipik xato: quyosh urishida ham harorat albatta keskin ko‘tariladi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MNT — markaziy nerv tizimi (birinchi uchrashganda ochib bering). Muhokama: nega ochiq joyda bosh kiyimsiz yurish quyosh urishiga olib keladi? Nima uchun issiq sexda ishlovchi va quyoshda qolgan odam holatlari farqlanadi? Doskada chizish: ikki ustunli solishtirish jadvalini daftarga ko‘chirtiring. Tipik xato: talabalar quyosh urishida ham tana harorati keskin ko‘tariladi deb o‘ylaydi.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qon quyuqlashishi ichki a’zolar to‘laqonligi bilan bog‘liq bo‘lishi mumkin? Bu topilmalar nega issiq urishini quyosh urishidan ajratmaydi? Doskada chizish: a’zo — o‘zgarish jadvalini yozdiring. Tipik xato: shu belgilarni faqat issiq urishiga xos spetsifik belgi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anamnez (voqea tafsilotlari) bu holatda diagnozning asosiy tayanchi bo‘ladi? Xato klinik diagnoz sud-tibbiy ekspertizaga qanday ta’sir qilishi mumkin? Doskada chizish: ikki ustun — «tez/kuchli» va «kech/oz» — murda qotishi va dog‘larni joylashtiring. Tipik xato: murda qotishi ham dog‘lar kabi kech va sust rivojlanadi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daq. Muhokama: 1) Qaysi omillar issiqlik ishlab chiqarishni oshirib, ajratishni kamaytirgan? 2) Nega voqea tafsilotini (anamnez) o‘rganish zarur? Doskada: issiq urishining turtki omillari va murdadagi belgilar ikki ustunli ro‘yxatini chizdiring. Tipik xato: murdadagi morfologik o‘zgarishlarni issiq urishiga xos spetsifik belgi deb hisoblash; shuningdek murda dog‘larining kech paydo bo‘lishini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bir xil ta’sirda teri yupqa joyda kuyish chuqurroq bo‘ladi? 2) Kuyish chuqurligini qaysi omillar belgilaydi? Doskada: manba turlarini sxema shaklida chizdiring. Tipik xato: termik kuyishni faqat alangadan bo‘ladi deb o‘ylash; manbalar ichida qaynoq suv, bug‘ va qizdirilgan jism ham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I darajali kuyish murdada ko‘pincha aniqlanmaydi? 2) Pufak tubidan qon chiqmasligi nimani anglatadi? Doskada: I va II daraja uchun teri qavatlarini chizib, shikastlanish chuqurligini ko‘rsating. Tipik xato: I va II daraja tuzalish muddatlarini (3-4 kun va 10-20 kun)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III-A va III-B ni nekroz chuqurligi bo‘yicha qanday farqlaysiz? 2) IV darajada nega chuqur to‘qimalar ham zararlanadi? Doskada: terining qatlamlarini (epidermis, derma, mushak, suyak) chizib, III-A, III-B va IV chegaralarini rangli bo‘r bilan belgilang. Tipik xato: III-B ni IV daraja bilan aralashtirish; III-B da mushak zararlanmaydi, faqat teri to‘liq nekrozga uchraydi.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Nega bitta jarohatda bir necha daraja uchraydi? 2) Ekspertiza xulosasida IV daraja topilsa, manba haqida nima deyish mumkin? Doskada: ikki ustunli ro‘yxat chizing: chap tomonda yuzaki (I-II), o‘ng tomonda chuqur (III-IV). Tipik xato: IV darajani qaynoq suyuqlik yoki bug‘ ta’siriga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Javoblar: 1) I daraja (eritema); 2) II daraja (seroz pufaklar); 3) alanga (soch va kiyim shikastlanadi, qurum bor; issiq suyuqlikda soch va kiyim shikastlanmaydi); 4) IV daraja, faqat alanga. Muhokama: talabalar javobini belgilari bilan asoslasin. Doskada: har savol uchun javobni bir so‘z bilan yozdiring. Tipik xato: pufakli kuyishni III daraja deb belgilash; pufakda tiniq seroz suyuqlik bo‘lsa, bu II daraja.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daq. Muhokama: 1) Soch va kiyim shikastlanmagan, yaralar oqma shaklida bo‘lsa, qaysi manba taxmin qilinadi? 2) Qurum izi nimani ko‘rsatadi? Doskada: uchta manba bo‘yicha jadvalni talabalar bilan birga chizing. Tipik xato: issiq suyuqlik kuyishini chuqur deb o‘ylash; aslida u yuzaki bo‘ladi, chuqur kuyish alanga va qizdirilgan jism uchun xos. Diqqat: issiq suyuqlik ≠ alanga (soch-kiyim holati farq qiladi).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1) Nega oqmalar jabrlanganning holatini ko‘rsatadi? 2) Qasddan botirishda qaysi joylar saqlanadi? Doskaga chizing: ikki ustunli taqqoslash. Tipik xato: birgina kuyish shakliga qarab xulosa qilish (boshqa belgilar ham baholanadi).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Oqmalar pastga, alanga tillari yuqoriga yo‘nalishi jabrlanganning holati haqida nima deydi? 2) Nafas yo‘llari kuyishi qaysi omillar uchun xos? Doskada: tik turgan odam sxemasini chizib, oqma va alanga tili yo‘nalishini o‘qlar bilan ko‘rsating. Tipik xato: nafas yo‘llari kuyishini har qanday alanga ta’siriga xos deb hisoblash; manbada u faqat bug‘ va issiq gazlar uchun xos deyilgan.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1) Nega harorat oshgani sari ta’sir vaqti keskin qisqaradi? 2) Kuyish maydoni nega chuqurligidan muhimroq bo‘lishi mumkin? Doskaga chizing: harorat–vaqt jadvali. Tipik xato: faqat chuqurlikka qarab xavfni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5-6 daq. Muhokama: 1) Nega darajadan tashqari maydon ham hisobga olinadi? 2) Kaft qoidasi qachon qulay? Doskada: tana sxemasini chizib, qismlarga foizlarni yozdiring. Tipik xato: ulushlarni eslab qolishda adashish; manbada bosh-bo‘yin, qo‘l, son, boldir-tovon uchun 9%, old va orqa yuza uchun 18%, oraliq soha uchun 1% berilgan. Manbadagi rasm 7.2 ga qarab ulushlarni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kuyish darajasi ham, maydoni ham diagnozda ko‘rsatilishi kerak? 2) “30% (10%) / II-III” yozuvini talabalar o‘z so‘zi bilan izohlasin. Doskada: kasr chizib, suratga maydon, maxrajga daraja yozdiring va bitta misol tuzdiring. Tipik xato: surat va maxrajni almashtirib yozish yoki qavs ichidagi foizni umumiy maydon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chuqurroq kuyishda foiz chegarasi pastroq? 2) Nafas yo‘llari kuyishi qachon xavfli hisoblanadi? Doskada: jadvalni daftarga ko‘chirib, har qatorga bittadan misol yozdiring. Tipik xato: II va III darajaning foiz chegaralarini (20% va 15%) chalkashtirish. Tezkor savol: tananing 12% yuzasida III-IV daraja kuyish xavfli bo‘ladimi?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bolalar va keksalarda kuyish kasalligi og‘irroq kechadi? 2) Kuyish maydoni va chuqurligi kasallik oqibatiga qanday ta’sir qiladi? Doskada: to‘rt davrni ketma-ket strelkalar bilan chizdiring. Tipik xato: kuyish kasalligini faqat kuyishning o‘zi deb qarash; aslida bu ichki a’zolardagi patologik o‘zgarishlardir.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shok davrida nafas yo‘llari kuyishi xavfni oshiradi? 2) Septikotoksemiyada qanday asoratlar kuzatiladi? Doskada 4 davrni vaqt chizig‘ida chizdiring va muddatlarini yozdiring. Tipik xato: toksemiya va septikotoksemiyani aralashtirish yoki shok davrini 1 sutka bilan cheklab qo‘yish (ba’zan 2-3 sutka).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Oqma yo‘nalishi nimani ko‘rsatadi? 2) Qurum izi qaysi manbaga xos? Doskada ikki jarohatning sxemasini (oqmalar pastga, alanga tillari yuqoriga) chizdiring. Tipik xato: kiyim butun bo‘lsa, kuyish issiq suyuqlikdan emas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yong‘inda topilgan har bir kuygan murda alanga tufayli o‘lgan deb hisoblanmaydi? 2) Qanday tekshiruvlar kerak bo‘ladi? Doskada savol chizing: ‘alanga — tirikmi / o‘likmi?’ va mezonlarni ikki ustunga ajrating. Tipik xato: murdaning ko‘mirlanishini o‘lim sababi deb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Nega yong‘inda o‘lim ko‘pincha is gazidan bo‘ladi, murda esa keyin ko‘mirlanadi? 2) Qurum qaysi a’zolarda topilsa hayotiylikni isbotlaydi? Doskada: nafas yo‘lidan oshqozongacha qurum yo‘lini va 20% hamda 60% chegaralarini chizing. Tipik xato: murda ko‘mirlangani uchun alanga tirik paytda ta’sir qilgan, deb xulosa qilish. Qurum va karboksigemoglobin bilan tekshirish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Nega qon aynan yurak kameralaridan olinadi? 2) “G‘oz panjasi” qanday hosil bo‘ladi, ya’ni burma tubi nega kuymaydi? Doskada: yoyilgan qovoq terisini navbatlashuvchi kuygan va kuymagan sohalar bilan chizing. Tipik xato: namunani yuza tomir va yuza mushakdan olish. Diqqat: yuza tomirdagi karboksigemoglobin hayotiylikni isbotlamaydi.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Yong‘indan keyin topilgan epidural gematomani qanday farqlaysiz? 2) Pufak suyuqligi tekshiruvi nimani ko‘rsatadi? Doskada: urchuqsimon va o‘roqsimon gematomalarni qattiq parda bilan birga chizing. Tipik xato: har qanday epidural gematomani travma deb hisoblash. Diqqat: urchuqsimon ≠ o‘roqsimon. Hayotiylikni bitta belgi bilan emas, belgilar majmui va mikroskopik tekshiruv bilan baholang.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qurum hayotiylik belgisi hisoblanadi? 2) Karboksigemoglobin foizi nima uchun hal qiluvchi? Doskada: ikki ustunli ro‘yxat chizing: “hayot paytida” va “o‘limdan keyin”, belgilarni joylashtiring. Tipik xato: karboksigemoglobin topilishining o‘zini hayotiylik isboti deb hisoblash. Muhimi — uning konsentratsiyasi.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Mushaklar kaltalashishi nega qo‘l-oyoqni bukadi? 2) Terida yoriqlar nega har xil joyda hosil bo‘ladi? Doskada: 4 bosqichli zanjirni talabalar bilan birga chizing. Tipik xato: “bokser pozasi”ni “sovuq qotgan odam pozasi” bilan aralashtirish. Ular boshqa sabab va mexanizmga 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1) Nega past karboksigemoglobin tirik bo‘lmaganini isbotlamaydi? 2) Issiqlik epiduralini travmadan nima ajratadi? Doskaga chizing: daraxt. Tipik xato: kuygan murdadagi barcha yoriq va sinishni travmaga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krematoriy va yong‘in muddatlari bunchalik farq qiladi? 2) Kuldan qanday masalalarni hal etish mumkin? Doskada: uch qatorli solishtirish jadvalini chizing. Tipik xato: go‘dak va kattalar muddatlarini, shuningdek krematoriy va yong‘in sharoitini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faqat poza hayotiylikni isbotlamaydi? 2) Qaysi belgilar birgalikda ishonchli xulosa beradi? Doskada: hayotiy va o‘limdan keyingi ta’sir belgilarini ikki ustunda yozdiring. Tipik xato: talabalar bokser pozasini hayotiylik belgisi deb hisoblaydi; epidural gematoma shaklini (urchuqsimon va o‘roqsimon) chalkashtiradi.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qon yuza tomirlardan emas, yurak va chuqur tomirlardan olinadi? 2) Gistologiya xulosaga nima qo‘shadi? Doskada: 5 bosqichli zanjirni talabalar o‘zlari chizsin. Tipik xato: namunani yuza tomirdan olish; bu holatda o‘limdan keyingi karboksigemoglobin ham chiqishi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Issiq urishdan o‘lim holatida murdada qaysi belgilar xos? 2) Kuyish chuqurligi va maydoni nima uchun birga ko‘rsatiladi? Doskada: kuyish darajalari va hayotiylik belgilarining qisqa konspektini chizdiring. Tipik xato: IV daraja kuyishni barcha manbalarga xos deb hisoblash va quyosh urishida yuqori harorat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Yuqori harorat tufayli o'lim holatlarini sud-tibbiy ekspertizasi: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mavzu, maqsad va 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yuqori haroratning umumiy ta’siri (issiq urishi, quyosh urishi) va mahalliy ta’siri (termik kuyish) tufayli o‘lim holatlarining sud-tibbiy ekspertizasi.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issiqlik almashinuvi, issiq urishi va quyosh urishi, termik kuyish darajalari, kuyish kasalligi, alanga ta’sirining hayotiyligi.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yong‘indan keyin topilgan murdada alanga ta’siri tiriklikda yoki o‘limdan keyin bo‘lganini aniqlash asoslarini o‘rganish.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xavfi. Issiq urishi ≠ quyosh urishi, lekin murdadagi morfologik o‘zgarishlari o‘xshash va spetsifik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183, 183-189, 188, 184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Tana harorati va issiqlik ajralish yo‘llari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Normal tana harorati 36–37°S; modda almashinuvida issiqlik hosil bo‘ladi va u boshqarilib ajratiladi.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22–25°S dan past yoki 43–44°S dan baland haroratda to‘qimalarda hayotga mos kelmas o‘zgarishlar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ta’sir issiq urishiga, mahalliy ta’sir esa kuyishga olib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Nurlanish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55 %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Ter bilan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27 %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O‘tkazish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15 %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Turli ajratmalar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Normal tana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36–37 °S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Issiqlik ajralish yo‘llari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Yuqori haroratning shikastlovchi omillari va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Omillar: issiq tashqi muhit, alanga, yonuvchi gazlar, suyuqliklar va qattiq moddalar.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Quyosh urishi bosh kiyimsiz, ochiq joyda quyosh nurlarining boshga uzoq ta’siridan kelib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 urishida issiqlik ko‘p hosil bo‘lib, kam ajraladi; mahalliy ta’sirda termik kuyish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Yuqori harorat ta’siri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Umumiy: butun tana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Issiq urishi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Umumiy: bosh isishi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Quyosh urishi (insolyasiya)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Mahalliy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Termik kuyish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Ta’sir turlari va oqibati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183, 184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Issiq urishi: moyillik yaratuvchi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Issiq urishi organizmda issiqlik ko‘p ishlab chiqarilib, kam ajratilganda rivojlanadi.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Havo harorati va namligi baland, shamol yo‘q bo‘lganda xavf ortadi. Bu issiq sexlarda, og‘ir jismoniy ishda, sportchilar va harbiylar mashqida kuzatiladi.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Havo va namlik o‘tkazmaydigan kiyim moyillik yaratadi. Yurak-qon tomir kasalligi, qalqonsimon bez giperfunksiyasi, semizlik va keksalikda issiq urish ko‘proq.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Bir yoshgacha bo‘lgan bolalarda termoregulyatsiya mexanizmlari to‘liq shakllanmagan. Shu sababli ular yuqori haroratga o‘ta sezgir.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Issiq urishiga moyillik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Muhit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Yuqori harorat va namlik  ·  Shamol yo‘q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Faoliyat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Issiq sex, og‘ir ish  ·  Sportchi, harbiy mashq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Kiyim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Havo, namlik o‘tkazmaydigan kiyim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Kasallik va yosh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Yurak-qon tomir, qalqonsimon bez  ·  Semizlik, keksalik  ·  1 yoshgacha bolalar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Moyillik omillari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Issiq urishining rivojlanish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Asosiy o‘rinda gemodinamikaning buzilishi turadi: qon quyuqlashadi, qon aylanishi sustlashadi.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to‘qima gipertermiyasini yanada kuchaytirib, to‘qima gipoksiyasiga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Stress reaksiyasida katexolaminlar va glyukokortikoidlar ajraladi; mikrotsirkulyatorda staz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Gemodinamika buzilishi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Qon quyuqlashadi, aylanish sust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Gipertermiya kuchayadi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To‘qima gipoksiyasi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Metabolik jarayon buziladi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Mexanizm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Issiq urishining o‘tkir va uzaytirilgan shakllari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O‘rganmagan organizmda o‘ta baland harorat issiq urishning o‘tkir shaklini keltirib chiqaradi.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O‘tkir shaklda yurak-qon tomir va nafas tizimi keskin buzilib, o‘lim qisqa vaqtda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Uzaytirilgan shaklda klinik belgilar va og‘irlik darajasi sekin-asta ortadi.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O‘tkir shakl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O‘ta baland harorat, ko‘nikmagan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Birdan hush yo‘qoladi, koma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Yurak va nafas keskin buziladi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Qisqa muddatda o‘lim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Uzaytirilgan shakl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Nisbatan uzoqroq ta’sir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Belgilar sekin-asta oshadi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Davrlar: susayish, qo‘zg‘alish, holsizlik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Holsizlik — predagonal davr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Issiq urishining ikki shakli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183-184, 184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Uzaytirilgan shaklning uch davri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davrda markaziy nerv tizimi (MNT) faoliyati susayadi; bu qisqa latent davr.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Qo‘zg‘alishda bezovtalik, bosh og‘rig‘i, taxikardiya, qon bosimi ko‘tarilishi va hansirash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Holsizlikda harorat 41-42°S dan oshishi mumkin; koma, talvasa bo‘ladi. Bu predagonal davr.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MNT susayishi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Qisqa latent davr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Qo‘zg‘alish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Bezovtalik, bosh og‘rig‘i, taxikardiya, hansirash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Holsizlik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Harorat 41–42 °S dan oshadi; koma, talvasa (predagonal)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Oqibat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42–43 °S dan oshsa nafas birlamchi to‘xtaydi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Uzaytirilgan shaklning davrlari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issiq urishi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uzaytirilgan issiq urishda nechta davr farqlanadi? Javob: uchta — MNT susayishi, qo‘zg‘alish va holsizlik davrlari.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qaysi davr predagonal hisoblanadi? Javob: holsizlik davri; unda koma, talvasa, nafas sekinlashishi va bosim pasayishi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harorat qanchadan oshganda nafasning birlamchi to‘xtashidan o‘lim bo‘ladi? Javob: tana harorati 42-43°S dan oshganda.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o‘tkir shaklda o‘lim qanday kechadi? Javob: birdan hush yo‘qoladi, koma rivojlanadi; yurak-qon tomir va nafas tizimlari keskin buziladi.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184, 183-184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Quyosh urishi (insolyasiya)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Quyosh urishi ochiq joyda, bosh kiyimsiz, quyosh nuri boshga uzoq vaqt ta’sir qilganda rivojlanadi.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 isib, markaziy nerv tizimi (MNT) jiddiy buziladi: bosh og‘rig‘i, hush xiralashuvi, ko‘rish buzilishi, gallyusinatsiya, talvasa.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Puls va nafas avval tezlashadi, keyin puls sekinlashadi. Patologik nafas va nafas markazining falajlanishi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quyosh urishida tana harorati salmoqli ko‘tarilmaydi. Terida I-darajali kuyish belgilari (eritema) bo‘lishi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Issiq urishi va quyosh urishini solishtirish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 urishi issiqlik ko‘p ishlanib, kam ajralganda, ayniqsa nam va shamolsiz havoda rivojlanadi.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Quyosh urishi bosh kiyimsiz, ochiq joyda quyosh nurlarining boshga uzoq ta’siridan kelib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issiq urishi ≠ quyosh urishi; ikkinchisida tana harorati salmoqli ko‘tarilmaydi.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Issiq urishi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Issiqlik ko‘p ishlanadi, kam ajraladi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quyuqlashadi, gipoksiya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Harorat 41–42 °S dan oshishi mumkin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42–43 °S dan oshsa nafas to‘xtaydi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Quyosh urishi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Quyosh nuri boshga uzoq ta’sir qiladi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 isib, MNT buziladi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Harorat salmoqli ko‘tarilmaydi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Nafas markazi falaji mumkin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Issiq urishi va quyosh urishi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183, 184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tekshiruvi: ichki o‘zgarishlar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 va quyosh urishidan o‘lim holatida morfologik o‘zgarishlar o‘xshash, spetsifik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Miya va pardalarda keskin to‘laqonlik, shish hamda mayda perivaskulyar qon quyilishlar topiladi.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O‘pka quyuq qon tufayli qo‘ng‘ir tus oladi; nafas yo‘llarida shilliq to‘planadi.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450"/>
                <a:gridCol w="3467524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A’zo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O‘zgarish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 miya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To‘laqon, shish, mayda perivaskulyar qon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Ichki a’zolar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To‘laqon; seroz osti mayda qon quyilishi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Yurak, yirik tomirlar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Kameralarda va tomirlarda quyuq qon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Nafas yo‘llari, o‘pka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Shilliq to‘planadi; o‘pka qo‘ng‘ir tusda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Ichki a’zolardagi topilmalar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 qotishi, dog‘lari va diagnostik qiyinchilik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Issiq va quyosh urishidan o‘lganda murda qotishi tez rivojlanadi va kuchli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 dog‘lari esa kech paydo bo‘ladi va oz miqdorda bo‘ladi. Diqqat: qotish kuchli, dog‘lar kam.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Jabrlanganlarda spetsifik klinik belgilar yo‘q, shifokorlar esa anamnezga (voqea tafsilotiga) yetarli e’tibor bermaydi.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ba’zan xato tarzda boshqa klinik diagnozlar qo‘yiladi.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184, 185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1: issiq muhitdagi o‘lim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issiq sexda og‘ir ish bajargan, havo o‘tkazmaydigan kiyim kiygan, semiz yoki keksa ishchi birdan hushini yo‘qotadi.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Turtki omillari: yuqori harorat va namlik, shamolning yo‘qligi, og‘ir jismoniy ish, yurak-qon tomir kasalligi, semizlik, keksalik.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Murdada: miya va pardalar to‘laqonligi, mayda perivaskulyar qon quyilishlar, quyuq qon, murda qotishi tez va kuchli, murda dog‘lari kech va oz.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belgilar issiq urishiga xosmi yoki quyosh urishidanmi? Morfologik o‘zgarishlar o‘xshash, spetsifik xususiyat yo‘q.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183, 184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Termik kuyish: sabablar va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Teri va uning ostida harorat 45-50°S dan oshsa, termik kuyish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Kuyish xususiyati manba turi, harorati, ta’sir davomiyligi va shikastlangan sohaga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xil ta’sirda teri yupqa sohalarda kuyish chuqurroq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 va II darajali kuyishlar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II darajada pufak suyuqligi keyinroq oqsilning ivishi hisobiga xiralashib, quyuladi.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Murdada I daraja ba’zan sarg‘ish, quruq, biroz qabargan soha ko‘rinishida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murdadagi II darajali kuyish pufagi tubi kesilganda qon chiqmaydi.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III va IV darajali kuyishlar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III-A darajada nekroz epidermis va dermaning faqat yuzaki qavatida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III-B darajada epidermis va derma to‘liq nekrozga uchraydi; yuza strup bilan qoplanadi.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IV darajada teri bilan birga mushak, boylam va suyak ham nekrozga uchraydi.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980"/>
                <a:gridCol w="2053394"/>
                <a:gridCol w="225160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Nekroz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Ko‘rinish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III-A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Epidermis va dermaning yuzaki qavati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Strup, granulyatsiya, so‘ng chandiq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III-B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Epidermis va dermaning to‘liq nekrozi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Sariq yoki qo‘ng‘ir-jigar strup; chandiq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Teri, mushak, boylam, suyak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Faqat alanga ta’sirida hosil bo‘ladi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III-IV daraja solishtirmasi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Yuzaki va chuqur kuyishlar; aralash darajalar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 va II darajali kuyishlar yuzaki, III va IV darajalilar esa chuqur kuyishlar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Aksariyat jabrlanganlarda bir jarohatda turli darajalar birga topiladi: masalan, I-II, II-III yoki III-IV.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I, II va III darajali kuyish yuqori haroratning barcha manbalaridan chiqadi, IV daraja esa faqat alanga ta’siridan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yuzaki (I-II) va chuqur (III-IV) guruhlarni adashtirmang; IV darajani faqat alanga bilan bog‘lang.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Yuzaki (I–II daraja)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Barcha issiqlik manbalaridan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I: qizarish; II: pufak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Chuqur (III–IV daraja)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III: nekroz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IV: mushak, boylam, suyak — faqat alanga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Yuzaki va chuqur kuyishlar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185, 185-186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kuyish darajalari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1-savol: terida qizarish, engil shish va og‘riq bor, 3-4 kunda izsiz o‘tadi. Bu qaysi daraja?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2-savol: tiniq seroz suyuqlikli pufaklar bor, 10-20 kunda chandiqsiz tuzaladi. Bu qaysi daraja?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3-savol: soch va kiyim shikastlangan, yarada qurum izi bor. Manba alangami yoki issiq suyuqlikmi?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4-savol: mushak va suyak nekrozi aniqlandi. Bu qaysi daraja va qaysi manba ta’sirida bo‘lishi mumkin?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185, 186, 185-186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Yuqori harorat manbasini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Termik kuyishning xususiyatlariga qarab yuqori harorat manbaini aniqlash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Issiq suyuqlik kiyim va poyafzal ostiga oqib kirib, yopiq sohalarni ham kuydirishi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Alanga kuyishi yarasida qurum izlari topiladi; qizdirilgan jism esa tamg‘asimon kuyish qoldiradi.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Issiq suyuqlik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Yuzaki, oqmalar shaklida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Soch va kiyim shikastlanmaydi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Alanga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Chuqur, tilsimon yaralar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Soch, kiyim shikastlanadi; qurum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Qizdirilgan jism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Chuqur, yuzasi cheklangan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Shakli kontakt yuziga mos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Manbalarni solishtirish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qaynoq suyuqlik kuyishi va uning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Qaynoq suyuqlikka botirilganda «suyuqlik darajasi» chizig‘i, sachrasa — nuqtasimon o‘choqlar, oqsa — tortishish yo‘nalishidagi oqmalar hosil bo‘ladi.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Oqmalar tortishish bilan oqadi, shu sabab jabrlanganning suyuqlik oqqan vaqtdagi holatini ko‘rsatadi.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Kiyim suyuqlikni terida ushlab turadi: ho‘l kiyim ostidagi teri qattiq shikastlanadi.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Tasodifiy (to‘kilgan) kuyishda chegara va chuqurlik notekis; majburiy botirishda simmetrik «qo‘lqop va paypoq» shakli, burmalar saqlanadi, chuqurlik bir xil.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Tasodifiy (oqib tushgan)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Notekis chegara va chuqurlik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«Qo‘lqop va paypoq» shakli yo‘q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Oqib tushish izlari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Qasddan (botirish)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Simmetrik «qo‘lqop va paypoq»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Teri burmalari, dumba saqlanadi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Chuqurlik bir xil; aniq suyuqlik chizig‘i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Simpson: bolalardagi kuyishlar farqi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170–171, 171, 171–172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Jabrlanganning holati va nafas yo‘llari kuyishi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Issiq suyuqlikdan kuyishda oqmalar tananing past joylashgan sohalariga qarab yo‘naladi.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Alangadan kuyishda “alanga tillari” tananing yuqori sohalari tomon yo‘naladi. Bu yaralar jabrlanganning hodisa paytidagi holatini baholashga yordam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Nafas yo‘llarining kuyishi faqat bug‘ va issiq gazlarning ta’siri uchun xos jarohatdir.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Chuqur kuyishlar ko‘pincha yiringlaydi va juda sekin tuzaladi; bo‘g‘imlar harakatini cheklovchi qo‘pol chandiq qoldirib, badburushlikka olib kelishi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kuyish shiddati va issiqlik chegaralari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Epidermis to‘liq nekrozi 44 °S da 6 soatda, 60 °S da 5 soniyada, 70 °S da 1 soniyadan kamda yuz beradi.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Quruq issiqlik jarohati — kuyish (burn), nam issiqlik (issiq suv, bug‘) — qaynoq suyuqlik kuyishi (scald).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An’anaviy tasnif: 1-daraja — eritema, pufak; 2-daraja — epidermis to‘liq qalinligi; 3-daraja — teri osti to‘qimalargacha, ba’zan ko‘mirlanish.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Kuyish maydoni (to‘qqizliklar qoidasi, Lund–Browder) chuqurligidan muhimroq bo‘lishi mumkin; xavf: maydon, yosh va nafas yo‘llari shikasti.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Epidermis nekrozi 44 °S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 soat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Epidermis nekrozi 60 °S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 soniya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Epidermis nekrozi 70 °S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&lt; 1 soniya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Yuzaki qisman qalinlik</a:t>
            </a:r>
          </a:p>
          <a:p>
            <a:pPr algn="l">
              <a:spcAft>
                <a:spcPts val="100"/>
              </a:spcAft>
            </a:pPr>
            <a:r>
              <a:rPr sz="2100" b="1">
                <a:solidFill>
                  <a:srgbClr val="0B1F3A"/>
                </a:solidFill>
                <a:latin typeface="Calibri"/>
              </a:rPr>
              <a:t>10–14 kun</a:t>
            </a:r>
            <a:r>
              <a:rPr sz="1100" b="0">
                <a:solidFill>
                  <a:srgbClr val="6B7280"/>
                </a:solidFill>
                <a:latin typeface="Calibri"/>
              </a:rPr>
              <a:t>  tuzalish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Tizimli yallig‘lanish</a:t>
            </a:r>
          </a:p>
          <a:p>
            <a:pPr algn="l">
              <a:spcAft>
                <a:spcPts val="100"/>
              </a:spcAft>
            </a:pPr>
            <a:r>
              <a:rPr sz="2100" b="1">
                <a:solidFill>
                  <a:srgbClr val="0B1F3A"/>
                </a:solidFill>
                <a:latin typeface="Calibri"/>
              </a:rPr>
              <a:t>&gt; 20 %</a:t>
            </a:r>
            <a:r>
              <a:rPr sz="1100" b="0">
                <a:solidFill>
                  <a:srgbClr val="6B7280"/>
                </a:solidFill>
                <a:latin typeface="Calibri"/>
              </a:rPr>
              <a:t>  tana yuzasi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Simpson: harorat–vaqt va maydon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169, 170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 maydoni: to‘qqizliklar qoidasi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Kuyish maydoni taxminan “to‘qqizliklar qoidasi” (A. Wallace, 1951) bo‘yicha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Qo‘l kafti qoidasi: bir kaft yuzasi tana umumiy yuzasining taxminan 1% ini tashkil 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baholashda kuyish darajasidan tashqari jarohat egallagan maydon ham muhim.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655"/>
                <a:gridCol w="1538320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Tana qismi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Ulushi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Bosh-bo‘yin, qo‘l, son, boldir va tovon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9%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Tananing old yuzasi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Tananing orqa yuzasi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Oraliq soha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To‘qqizliklar qoidasi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186-187, 187, 186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Kaft qoidasi va diagnozni kasr shaklida yozish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Qo‘l kafti yuzasi tananing umumiy yuzasining taxminan 1% ini tashkil etadi. Bu “qo‘l kafti qoidasi” deb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Kuyish maydonini aniqroq belgilash uchun maxsus jadvallar ham mavjud.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Diagnozda kuyish kasr shaklida yoziladi: suratda kuyish yuzasi, maxrajda kuyish darajalari. Diqqat: surat ≠ maxraj.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10 % / II yoki 30% (10%) / II-III. Qavs ichida chuqurroq kuyish yuzasi ko‘rsatiladi.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187, 188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Hayot uchun xavfli kuyish mezonlari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Kuyish kasalligi rivojlansa, kichikroq yuzali kuyish ham hayotga tahdid soladi.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 yo‘llari kuyishi shish va ovoz yorig‘ining torayishi bilan kechsa, hayot uchun xavfli.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kuyish qancha chuqur bo‘lsa, xavfli deb topiladigan maydon chegarasi shuncha kichik.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III–IV daraja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&gt; 10 %</a:t>
            </a:r>
            <a:r>
              <a:rPr sz="1100" b="0">
                <a:solidFill>
                  <a:srgbClr val="6B7280"/>
                </a:solidFill>
                <a:latin typeface="Calibri"/>
              </a:rPr>
              <a:t>  tana yuzasi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III daraja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&gt; 15 %</a:t>
            </a:r>
            <a:r>
              <a:rPr sz="1100" b="0">
                <a:solidFill>
                  <a:srgbClr val="6B7280"/>
                </a:solidFill>
                <a:latin typeface="Calibri"/>
              </a:rPr>
              <a:t>  tana yuzasi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II daraja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&gt; 20 %</a:t>
            </a:r>
            <a:r>
              <a:rPr sz="1100" b="0">
                <a:solidFill>
                  <a:srgbClr val="6B7280"/>
                </a:solidFill>
                <a:latin typeface="Calibri"/>
              </a:rPr>
              <a:t>  tana yuzasi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Hayot uchun xavfli kuyish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187-188, 188, 187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 kasalligi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 darajali kuyish tana yuzasining 50%idan, II–IV darajali kuyish 10–15%idan ortig‘ini egallab, o‘lim darhol bo‘lmasa, ichki a’zolarda o‘zgarish vujudga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Kasallik og‘irligi kuyish chuqurligi, maydoni va boshqa omillarga bog‘liq. Kechuvida to‘rt davr bor: shok, toksemiya, septikotoksemiya, rekonvalessensiya.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Kichik yoshdagi bolalarda kuyish maydoni va chuqurligi katta bo‘lmasa ham kasallik rivojlanadi va kattalarga nisbatan og‘irroq kechadi.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Hamroh kasalliklar, ayniqsa keksalarda, kuyish kasalligining og‘irroq kechishiga olib keladi.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 kasalligining to‘rt davri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Kuyish kasalligi I daraja &gt;50%, II–IV daraja &gt;10–15% maydonda va o‘lim tez bo‘lmaganda rivojlanadi.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Shok davrida nafas yo‘llari kuyishi yoki is gazi qo‘shilsa, o‘lim ehtimoli 2 va undan ko‘p marta ortadi.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toksemiya (oqsil parchalanishidan zaharlanish) ≠ septikotoksemiya (yiringlash va asoratlar davri).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Kuyish shoki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Odatda 1 sutkagacha, ba’zan 2–3 kun; o‘lim xavfi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Toksemiya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1–2 hafta: oqsil parchalanishidan intoksikatsiya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Septikotoksemiya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2–3 hafta – bir necha oy: yiringlash, pnevmoniya, sepsis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Rekonvalessensiya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Yaralar bitadi, funksiya tiklanadi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Kuyish kasalligi davrlari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2: qaynoq suv va alanga kuyishi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 A: yuzaki kuyish oqma shaklida, soch va kiyim shikastlanmagan, oqmalar tananing pastki qismlariga yo‘nalgan.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 B: chuqur kuyish tilsimon shaklda, soch va kiyim shikastlangan, yaralarda qurum izi, ‘alanga tillari’ yuqoriga qaragan.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qaysi vaziyat issiq suyuqlik, qaysi biri alanga ta’siri? Jarohat yo‘nalishi jabrlanganning holati haqida nima deydi?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qaynoq suyuqlik oqib kirsa, kiyim yoki poyafzal bilan yopiq sohalar ham kuyishi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Alanga ta’sirining hayotiyligi: muammo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Yong‘inda jabrlanganlar ko‘pincha is gazidan zaharlanib o‘ladi, murda esa keyin alanga ta’sirida ko‘mirlanadi.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sababli yuqori harorat izlari bor murdada alanga tiriklikda ta’sir qilganmi yoki o‘limdan keyinmi, aniqlash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Hal qiluvchi dalil: tashqi jarohatlar hamda teri, yumshoq to‘qima va ichki a’zolarning mikroskopik tekshiruvi.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Mezonlar: nafas yo‘llaridagi qurum, qonda karboksigemoglobin, qovoqlarda ‘g‘oz panjasi’ belgisi.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Alanga hayotiyligi mezonlari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Qurum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Nafas yo‘li, qizilo‘ngach, oshqozon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Karboksigemoglobin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O‘limdan keyin ≤20 %  ·  Hayotda 60 % gacha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Qovoq belgisi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«G‘oz panjasi»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Mikroskopiya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Teri, yumshoq to‘qima, a’zolar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Hal qiluvchi dalillar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188-189, 188, 190, 189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Hayotiylik belgilari: qurum va karboksigemoglobin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 yo‘llari, qizilo‘ngach va oshqozonda qurum bo‘lsa, alanga tirik paytda ta’sir qilgan.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Qurum peshona va asos suyagi bo‘shliqlarida, leykotsitlarda, jigar Kupfer hujayralarida ham topilishi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Karboksigemoglobin o‘limdan keyin 20% dan oshmaydi, hayotiy ta’sirda esa 60% gacha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O‘limdan keyin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Karboksigemoglobin 20 % dan oshmaydi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yuza tomirlarda mumkin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Hayotda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Karboksigemoglobin 60 % gacha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yurak, chuqur tomirlarda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Karboksigemoglobin: hayot va o‘lim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 olish va “g‘oz panjasi” belgisi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Alanga hayotiy ta’sirini aniqlash uchun qon yurak kameralari va chuqur tomirlardan olinadi; yuza tomirda o‘limdan keyin ham karboksigemoglobin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Karboksimioglobinni aniqlash uchun laboratoriyaga chuqur joylashgan mushaklardan namuna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Hayotiy alanga ta’sirida ko‘z olmalari odatda shikastlanmaydi. Qovoq burmasining yuqori qismida kuyish va qurum bor, burma tubida esa yo‘q.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Qovoq terisi yoyilganda shikastlangan va shikastlanmagan sohalar navbatlashadi. Bu “g‘oz panjasi” belgisi deyiladi.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belgilar: epidural gematoma va pufaklar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Travmadan hosil bo‘lgan epidural gematoma urchuqsimon bo‘lib, qattiq pardaga birikkan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O‘limdan keyin alanga tufayli hosil bo‘lgan gematoma o‘roqsimon, qattiq pardaga birikmagan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Hayotiy kuyish pufaklarida oqsil o‘limdan keyin hosil bo‘lganlarga nisbatan ikki barobar ko‘p.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Travma (hayotda)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Urchuqsimon gematoma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Qattiq pardaga birikkan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Kuyish pufagida oqsil 2 barobar ko‘p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Alanga (o‘limdan keyin)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O‘roqsimon gematoma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Qattiq pardaga birikmagan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Pufakda oqsil kamroq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Gematoma va pufak belgilari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190, 189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hayotiylik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nafas yo‘llari, qizilo‘ngach va oshqozonda qurum topilsa, alanga qachon ta’sir qilgan? Javob: hayot paytida.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karboksigemoglobin o‘limdan keyin ham topiladi, lekin 20% dan oshmaydi. Hayotiy ta’sirda 60% gacha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Travmatik epidural gematoma urchuqsimon, qattiq pardaga birikkan. O‘limdan keyingi alanga gematomasi o‘roqsimon, birikmagan.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Yong‘indan keyingi murdalarda teri, yumshoq to‘qima va ichki a’zolarning mikroskopik tekshiruvi o‘tkazilishi zarur.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189, 190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Bokser pozasi va murdaning ko‘mirlanishi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Alanga ta’sirida murdada namlik bug‘lanadi, oqsillar ivib, mushaklar zichlashadi va kaltalashadi.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Natijada qo‘l-oyoqlar bukiladi — “bokser pozasi”. Tana to‘liq ko‘mirlanishi ham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Teri zichlashadi; ta’sir notekis bo‘lsa, terida darz va yoriqlar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Alanga ta’siri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Namlik bug‘lanadi, oqsil ivishi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Mushaklar kaltalashadi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Bokser pozasi paydo bo‘ladi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Bokser pozasi hosil bo‘lishi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Simpson: yong‘in murdasi, o‘lim mexanizmlari va artefaktlar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Yong‘in murdasi tekshiruvi: shaxsni aniqlash, yong‘inda tirik bo‘lganini, qutula olmagan sababini, o‘lim sababi va turini aniqlash.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Ovoz yorig‘idan pastda qurum, nafas yo‘llari termik shikasti hayotiylikni ko‘rsatadi; karboksigemoglobin &gt;50 % yaxshi dalil, past qiymat inkor etmaydi.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Ko‘pchilik yong‘in qurboni kuyishdan emas, tutun, CO va issiq gazlar nafas olishdan o‘ladi.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Artefaktlar: bokser pozasi, kuygan terining yorilishi, issiqlikdan sinishlar va epidural qon quyilish; hayotiylik belgisi yo‘qligi ularni travmadan farqlaydi.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Yong‘in murdasi (Simpson)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Tekshiruv maqsadlari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Shaxsni aniqlash  ·  Yong‘inda tirikmi?  ·  O‘lim sababi va turi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Hayotiylik belgilari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Ovoz yorig‘idan pastda qurum  ·  Karboksigemoglobin &gt;50 %  ·  Past qiymat inkor etmaydi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O‘lim mexanizmlari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 gazi, kislorod kamayishi  ·  Issiq gazdan laringospazm  ·  Shok, travma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O‘limdan keyingi artefakt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Bokser pozasi  ·  Terining yorilishi  ·  Issiqlikdan epidural qon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Simpson: yong‘in murdasi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Payne-James J., Jones R., Karch S.B., Manlove J., Simpson's Forensic Medicine, betlar: 173, 173–174, 174, 174–175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Murdaning yonish muddati va kulni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Yonish muddati yoshga bog‘liq: go‘dak murdasi kattalarnikiga qaraganda ancha tez yonadi.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Krematoriy sharoiti oddiy alanga ta’siridan farq qiladi: kattalar murdasi uchun muddat ancha qisqa.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Kuldan tur mansublik, jins, yosh va boshqa masalalarni hal etish uchun sud-tibbiy tekshiruv o‘tkaziladi.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Go‘dak murdasi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2–3 soat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Katta yoshli murda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≈20 soat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Krematoriy (tabiiy gaz)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&lt; 1 soat (kattalar)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Kulga aylanish muddati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191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 3: yong‘indan keyin topilgan murda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yong‘indan so‘ng ko‘mirlangan murda topildi, qo‘l-oyoqlari bukilgan (“bokser pozasi”). Savol: alanga tirikligida ta’sir qilganmi?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Bokser pozasi mushaklarning zichlashib kaltalashishidan hosil bo‘ladi (namlik bug‘lanishi, oqsil ivishi).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Nafas yo‘llari, qizilo‘ngach, oshqozonda qurum bo‘lsa, alanga hayotda ta’sir qilgan. Karboksigemoglobin o‘limdan keyin 20% dan oshmaydi, tirikligida 60% gacha.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epidural gematoma urchuqsimon va qattiq pardaga birikkan bo‘lsa travma; o‘roqsimon va birikmagan bo‘lsa o‘limdan keyingi alanga ta’siri.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188, 190, 189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bosqichlari: yong‘in murdasi tekshiruvi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Qurum nafas yo‘li, qizilo‘ngach, oshqozonda qidiriladi; qovoqda “g‘oz panjasi” belgisi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yurak kameralari va chuqur tomirlardan, mushak namunasi chuqur qatlamdan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Teri, yumshoq to‘qima va ichki a’zolarning mikroskopik tekshiruvi o‘tkazilishi zarur.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Tashqi ko‘zdan kechirish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Qurum, «g‘oz panjasi» belgisi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Qon namunasi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Yurak kameralari va chuqur tomirlardan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Mushak namunasi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Chuqur qatlamdan (karboksimioglobin)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Gistologiya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Teri, yumshoq to‘qima, ichki a’zolar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Xulosa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Alanga hayotiymi yoki o‘limdan keyin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Yong‘in murdasi: ketma-ketlik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189, 190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asosiy eslab qolinadigan nuqtalar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Issiq urishda issiqlik ko‘p ishlanib, kam ajraladi. Quyosh urishida tana harorati salmoqli ko‘tarilmaydi. Murdada o‘zgarishlar o‘xshash, spetsifik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Kuyish to‘rt darajali: I-III daraja barcha manbadan, IV faqat alangadan. Maydon “to‘qqizliklar qoidasi” va kaft (taxminan 1%) qoidasi bilan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Kuyish kasalligi to‘rt davrdan iborat: kuyish shoki, toksemiya, septikotoksemiya va rekonvalessensiya.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Hayotiylik belgilari: nafas yo‘llarida qurum, qonda karboksigemoglobin, mushakda karboksimioglobin va qovoqdagi “g‘oz panjasi”.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183-184, 185-187, 188, 189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“G‘oz panjasi” belgisi: alanga tiriklikda ta’sir qilsa, qovoq terisining burmalar tubi qurum bosmaydi va kuymaydi. Teri yoyilganda shikastlangan va shikastlanmagan sohalar navbatlashadi. Sababi: tirik odam ko‘zini qisadi.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Karboksigemoglobin ko‘rsatkichi bo‘yicha farq: o‘limdan keyingi alanga ta’sirida uning miqdori 20% dan oshmaydi, tiriklikdagi ta’sirda esa 60% gacha yetishi mumkin. Shuning uchun qon yurak kameralari va chuqur tomirlardan olinadi.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Yong‘indan keyin topilgan murdada epidural gematomani farqlash: jarohatdan hosil bo‘lgani urchuqsimon va qattiq pardaga birikkan. O‘limdan keyin alangadan hosil bo‘lgani o‘roqsimon va qattiq pardaga birikmagan.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 yonish tezligi: go‘dak murdasi 2-3 soatda kulga aylanadi, kattalar murdasi uchun taxminan 20 soat kerak. Krematoriyda tabiiy gazda kattalar murdasi bir soatdan kam vaqtda yoqiladi.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 — “to‘qqizliklar qoidasi”: bosh va bo‘yin 9%, qo‘l 9%, tananing old yuzasi 18%, orqa yuzasi 18%, son 9%, boldir va tovon 9%, oraliq soha 1%. Kaft esa taxminan 1% (kaft qoidasi).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Yuqori harorat tufayli o'lim holatlarini sud-tibbiy ekspertizasi: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7. Fizik omillar ta’siri (qisman mos)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