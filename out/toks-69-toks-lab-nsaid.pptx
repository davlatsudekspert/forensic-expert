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yallig‘lanishga qarshi nosteroid vositalar (YaQNDV) kundalik hayotda qanday uchraydi? (Nurofen, Voltaren — toks 138.) Doskada: mashg‘ulot rejasi. Tipik xato: bu vositalarni retseptsiz sotilgani uchun zararsiz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Kutilayotgan natija: uch modda bo‘yicha rang, Rf va UB jadvali. Muhokama: uch moddani faqat rang bilan farqlash mumkinmi? Doskada: 3 natija. Tipik xato: rang natijasini yakuniy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solishtiruvchi eritma 96% spirt? (Namuna spirtda eritiladi — toks 252.) Doskada: jihozlar ro‘yxati. Plastinka markasi bu sahifalarda ko‘rsatilmagan. Tipik xato: boshqa erituvchida o‘lchab, spirtdagi maksimumlar bilan solishtirish.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Marki reaktivi ikki joyda ishlatiladi: probirkada va YuQX da ochuvchi reaktiv sifatida. Doskada: reaktiv — vazifa juftliklari. Reaktivlarni tayyorlash retseptlari bu sahifalarda berilmagan. Tipik xato: Mandelin reaktivi tarkibini kitobdagi turli joylar bilan chalkashtirish — tayyor reaktivdan foydalaning.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biologik ob’ekt va reaktivlar bilan ishlashda qanday himoya vositalari kerak? Doskada: himoya vositalari ro‘yxati. Tipik xato: reaktivni (kislota, simob tuzi, brom) qo‘lqopsiz va so‘rish shkafisiz ishlatish — mashg‘ulot oldidan o‘qituvchi alohida eslatadi.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YaQNDV ni sud-kimyo tahlilida tekshirish kerak? (Zaharlanish va o‘lim holatlari — toks 138.) Doskada: ta’sir organlari: oshqozon-ichak, buyrak, jigar. Tipik xato: ularni faqat qisqa muddatli xavfsiz og‘riq qoldiruvchi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belgilarni organ tizimlari bo‘yicha guruhlang. Doskada: 4 guruh: oshqozon-ichak, yurak-qon, asab, buyrak va allergiya. Tipik xato: belgilar asosida moddani nomlash — bu klinik belgilar, kimyoviy isbot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doza va zaharlanish xavfi o‘rtasida qanday bog‘liqlik bor? Doskada: jadvalni nusxalang. Naproksen (1250 mg) va piroksikam (30 mg) bandda keltirilgan. Tipik xato: maksimal sutkali dozani o‘ldiruvchi doza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ekspertizada qaysi ob’ektlar yuboriladi? (Bu sahifada aytilmagan; oldingi mashg‘ulotlar bilan bog‘lang.) Doskada: holat natijalari. Tipik xato: bitta holatni umumiy qonuniyat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diklofenak va ibuprofenning umumiy kimyoviy guruhi qaysi? (Ikkalasi ham fenilsirka kislota hosilasi — toks 138.) Doskada: nomlar ro‘yxati. Tipik xato: diklofenakni indometatsin bilan bir kimyoviy guruhga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pKa=4,2 diklofenakni qaysi pH da ekstraksiya qilishni ko‘rsatadi? (Kitobda bu xulosa yozilmagan — o‘qituvchi tushuntiradi.) Tipik xato: qondagi konsentratsiyani (0,5 mkg/ml) o‘ldiruvchi deb o‘qish. Kitobda: toks 138 da «25 °C» (xato); to‘g‘ri qiymat 283-285 °C (252-bet).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ibuprofen suvda erimasligi ekstraksiyaga qanday ta’sir qiladi? (Organik erituvchiga o‘tadi.) Doskada: ibuprofen ma’lumotlari. Tipik xato: yarim chiqarish davrini soat o‘rniga daqiqa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suyuqlanish haroratidagi tafovut (155-162 °C) nimani bildiradi? (Polimorfizm — toks 139.) Doskada: formulasi (indol hosilasi). Tipik xato: indometatsinni fenilsirka kislota hosilasi deb hisoblash: u indol-3-sirka kislota hosilasi.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mashg‘ulot matni uch modda bilan cheklangan; ketoprofen va piroksikam ma’ruzadan qo‘shimcha. Doskada: Rf 0,57 va 0,48. Tipik xato: bu ikki moddani mashg‘ulot reaksiyalariga qo‘shish: Liberman ranglari ma’ruzada berilgan (toks 139), lekin mashg‘ulotda tekshirilmaydi.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uchta turli rang. Boshqa variant: toks 139 da indometatsin uchun «to‘q kulrang» yozilgan; slaydda 252-bet olindi. Tipik xato: Liberman reaktivini Marki reaktivi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ikki modda ikki reaktivda turli rang beradi. Muhokama: ibuprofen uchun bu reaktivlarda rang kitobda berilmagan. Tipik xato: ibuprofen uchun rangni o‘zboshimchalik bilan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20 daqiqa. Kutilayotgan natija: Marki reaktivi bilan purkalganda uchta dog‘ turli Rf da. Muhokama: Rf bo‘yicha tartiblang: indometatsin &lt; diklofenak &lt; ibuprofen. Doskada: Rf shkalasi. Tipik xato: guvoh eritma yonida xromatografiyalamasdan Rf ni jadvaldan solishtirish.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spektr ish daftariga rasmiylashtiriladi. Muhokama: diklofenak va ibuprofenning 272 nm dagi maksimumi nimani anglatadi? (UB faqat bitta usul — boshqa usullar bilan tasdiqlash kerak.) Tipik xato: UB maksimum bilan moddani yakuniy aniqlash.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avval oddiy rang reaksiyalari, keyin YuQX va UB bajariladi? (Sezgirlik va xususiylik ortib boradi — kitob buni aniq yozmaydi.) Doskada: 5 bosqichli sxema. Eslatma: NYaQV ni biologik ob’ektdan ajratish tartibi bu sahifalarda berilmagan. Tipik xato: ajratishsiz tayyor dori ustida o‘tkazilgan natijalarni ob’ektga ko‘chirish.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uch moddani ajratishda rang, Rf va UB natijalari qanday birlashtiriladi? Doskada: «rang + Rf + UB». Eslatma: 102 va 104-betlar alkaloidlar haqida, lekin tamoyil NYaQV rang reaksiyalariga ham taalluqli (o‘qituvchi izohlaydi). Tipik xato: bitta rang bilan moddani nomlash.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nazorat savoli 7 (toks 253): YaQNDV ning TDSIS tahlilini gapirib bering. Kitob NYaQV uchun alohida TDSIS tartibini bermaydi — faqat usulning umumiy tavsifi (toks 140); azot saqlovchi moddalarga tegishli. Doskada: sezgirlik 1·10-11 g. Tipik xato: TDSIS ni xromatografiya turi deb yozish: u ajratishsiz usul.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har bir moddaga bittadan savol bering. Doskada: 7 savolni raqamlab yozing. Tipik xato: javobda Rf va to‘lqin uzunliklarini aytmaslik.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ish daftariga ranglar jadvali, Rf va UB maksimumlar yoziladi. Muhokama: 3 asosiy xulosa. Doskada: raqamli ma’lumotlar. Tipik xato: raqamlarni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Yallig‘lanishga qarshi dori vositalari tahlili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Mavzu: yallig‘lanishga qarshi dori moddalarining tahlili.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talabalarni diklofenak, indometatsin, ibuprofen dori vositalarining toksikologik ahamiyati hamda tahlil usullari bilan tanishtirish.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diklofenak, indometatsin, ibuprofen vositalarining toksikologik ahamiyati; ularning tahlil usullari.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diklofenak, indometatsin, ibuprofen dori vositalarini toza eritmalarda aniqlash va sifat reaksiyalarini o‘tkazish sharoitini o‘zlashtiradilar.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Liberman, Mandelin va Marki reaktivlari bilan rang reaksiyalarini bajarib, ranglarni taqqoslaydilar.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da Rf qiymatlarini va UB-spektrofotometriyada maksimumlarni aniqlaydilar.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251, 252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Asbob-uskunalar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vositalar: probirkalar, ajratgich voronkalar, reaktivlar, ko‘rgazmali materiallar.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uchun xromatografik plastinka va xloroform:metanol (9:1) aralashmasi solingan kamera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UB-spektrofotometriyada solishtiriluvchi eritma sifatida 96% etil spirti qo‘llaniladi.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251, 252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 reaksiyalari uchun: Liberman reaktivi, Mandelin reaktivi, Marki reaktivi.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uchun: erituvchilar sistemasi xloroform:metanol (9:1); ochuvchi reaktiv — Marki reaktivi.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UB-spektrofotometriya uchun: 96% etil spirti.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YaQNDV: xavfi va maqsadi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YaQNDV ning eng xavfli ta’sirlaridan biri — buyraklarning to‘liq ishdan chiqishi.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buyraklarda to‘planib, boshqa dori vositalarining ham buyraklarda to‘planishiga olib keladi; keksa bemorlarda alohida e’tibor talab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Qisqa muddatli qabul ham oshqozon-ichak tizimi, buyrak va jigar faoliyatini buzib, hayotga jiddiy xavf soladi.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YaQNDV bilan zaharlanish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Qorinda kuchli og‘riq, meteorizm, ba’zan qonli qusish yoki qonli peshob, oshqozonda yara, jig‘ildon qaynashi.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bosimining oshishi, taxikardiya, ko‘krak sohasida og‘riq; trombotsitlar ishlab chiqilishining buzilishi, qon ketish xavfi.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Kuchli bosh og‘rig‘i, bosh aylanishi, uyqusizlik, depressiya; ko‘z oldining qorong‘ilashuvi, quloq shang‘illashi.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Kuchli buyrak yetishmovchiligi, nefrit, oyoqlarda shish; allergik reaksiyalar, soch to‘kilishi, fotosensibilizatsiya.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Maksimal sutkali dozalar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Ibuprofen — 2400 mg, naproksen — 1250 mg.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Indometatsin — 200 mg, piroksikam — 30 mg.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Diklofenak natriy — 150 mg, ketoprofen — 3000 mg.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108"/>
                <a:gridCol w="256386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Doza, mg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Ibuprofen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2400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Indometatsin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Diklofenak natriy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150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Ketoprofen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Maksimal sutkali doza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Ibuprofen bilan o‘z-o‘zini zaharlash holati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Kitobda ibuprofenni o‘z-o‘zini zaharlash maqsadida ko‘p miqdorda qabul qilish natijasida bemor nobud bo‘lgan holat keltirilgan.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 yurak-qon tomir tizimidagi yetishmovchilikdan sodir bo‘lgan.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Oshqozon yaralarining teshilishi va o‘tkir yallig‘lanish holatlari qayd etilgan.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Diklofenak: tavsifi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nomi: 2-[(2,6-dixlorfenil) amino] fenil sirka kislota, molekulyar massasi 296,2.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Diklofenak natriy yallig‘lanishga qarshi nosteroid vositalar guruhiga mansub; shamollashga qarshi, og‘riq qoldiruvchi, isitma tushiruvchi; fenilsirka kislota hosilasi.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Sinonimlari: Voltaren, Diklak, Diklobene, Diklofen, ortofen va boshqalar.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138, 251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Diklofenak: fizik-kimyoviy xossalari va farmakokinetika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Diklofenak natriy kristall kukun, suyuqlanish harorati 283-285 °C; suvda (pH 5,2), metanol, aseton, asetonitril, siklogeksanda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Dissotsiatsiya konstantasi pKa=4,2; taqsimlanish koeffitsienti oktanol/suv tizimida 4,5.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100 mg retard tabletka qabul qilinganda 4 soatda qondagi konsentratsiya maksimal (0,5 mkg/ml); 99% plazma albuminlari bilan bog‘lanadi.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50% jigarda metabolizmga uchraydi, yarim chiqarish davri 1-2 soat, 60% buyraklar orqali chiqariladi.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Ibuprofen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nomi: 1-metil-4-(2-metil propil) fenilsirka kislota, molekulyar massasi 206,3.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Oq kristall kukun, suyuqlanish harorati 75-77 °C; suvda amalda erimaydi, etil spirti, xloroform va dietil efirida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Konsentratsiyasi qonda 1-2 soatda maksimal; yarim chiqarish davri 1,8-2,5 soat.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Farmakologik samarasi 1200 mg va undan katta miqdorlarda namoyon bo‘ladi; sinonimlari: Nurofen, Brufen, Ibufac.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Indometatsin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nomi: 1-(4-xlorbenzoil)-5-metoksi-2-metil-1H-indol-3-sirka kislota, molekulyar massasi 357,8.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Sariq-qo‘ng‘ir tusliroq oq kristall kukun; suyuqlanish harorati 155-162 °C — polimorfizm belgisi; suvda amalda erimaydi.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Qabul qilingandan so‘ng 1-2 soatda (retard — 2-4 soatda) konsentratsiyasi maksimal; yarim chiqarish davri 4-5 soat.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Iste’mol qilingan ovqat so‘rilishni sekinlashtiradi; shamchalar ko‘rinishida kamroq so‘riladi.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Ketoprofen va piroksikam (qisqa)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Ketoprofen oq kristall kukun, suyuqlanish harorati 93-96 °C; atseton, etilatsetat, spirt, xloroform va efirda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Piroksikam kristall kukun, suyuqlanish harorati 198-200 °C; spirtda va suvli ishqoriy muhitda yaxshi eriydi, suvda amalda erimaydi.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da ketoprofen uchun Rf=0,57, piroksikam uchun Rf=0,48.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Liberman reaktivi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Liberman reaktivi bilan diklofenak qizg‘ish jigarrang rang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Indometatsin qora rang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Ibuprofen zarg‘aldoq jigarrang rang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211"/>
                <a:gridCol w="2937763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Diklofenak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Qizg‘ish jigarrang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Indometatsin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Ibuprofen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Zarg‘aldoq jigarrang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Liberman reaktivi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Mandelin va Marki reaktivlari bilan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Mandelin reaktivi bilan diklofenak qo‘ng‘ir qizil, indometatsin kulrang rang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Marki reaktivi bilan diklofenak to‘q jigarrang beradi, indometatsin zarg‘aldoq rangga kiradi.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Mandelin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Marki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Diklofenak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Qo‘ng‘ir 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 jigarrang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Indometatsin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Kulrang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Zarg‘aldoq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Rang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tahlili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Erituvchilar sistemasi xloroform:metanol (9:1), ochuvchi reaktiv — Marki reaktivi.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Diklofenak uchun Rf=0,47, indometatsin uchun Rf=0,38, ibuprofen uchun Rf=0,54.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Diklofenak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0,47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Indometatsin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Ibuprofen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0,54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YuQX: Rf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UB-spektrofotometriya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Solishtiriluvchi eritma sifatida 96% etil spirti qo‘llaniladi.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Diklofenak 272 va 275 nm to‘lqin uzunligida maksimum nur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Indometatsin 278 nm da, ibuprofen 257, 263 va 272 nm da maksimum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λmax, 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Diklofenak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272, 275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Indometatsin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278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Ibuprofen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257, 263, 272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UB maksimumlar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252, 139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Kitobdagi tahlil ketma-ketligi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Liberman reaktivi bilan rang reaksiyasi.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Mandelin va Marki reaktivlari bilan rang reaksiyalari.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 tahlili: xloroform:metanol (9:1), Marki reaktivi bilan ochish.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Liberman reaktivi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Mandelin reaktivi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Marki reaktivi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YuQX (9:1, Marki)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UB-spektrofotometriya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Reaksiyalar tartibi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talqin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Alkaloidlar tahlilida bitta reaksiya natijasiga asoslanmay, 2 yoki undan ortiq reaksiya va usul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Qo‘llangan reaksiya tekshiriluvchi modda uchun xos bo‘lmasa, kimyogar bir modda o‘rniga boshqasini aniqlangan deb ko‘rsatishi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 reaktivlari tekshiruv jarayonida yot moddalar bilan ham rang berib, xato xulosaga olib kelishi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102, 104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TDSIS usuli (qisqa eslatma)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Termodesorbsion sirt-ionlashuv spektroskopiyasi — yangi, yuqori sezgir usul.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Azot saqlovchi molekulalar va metabolitlarning nano miqdorini 1·10-11 g aniqlikda xromatografik ajratishsiz tahlil qilish imkonini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modda molekulalarini dasturlashtirilgan haroratda bug‘latish va sirt ionlashuv detektorida spektr yozishdan iborat.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Diklofenak, ibuprofen, indometatsin dori moddalarining toksikologik ahamiyatini gapirib bering.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Yallig‘lanishga qarshi dori vositalari guruhiga kiruvchi moddalarni ayting va formulalarini yozing.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Diklofenak, ibuprofen, indometatsinni aniqlashda qanday reaksiyalarni qo‘llash mumkin?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Ularning YuQX usulida va TDSIS bo‘yicha tahlilini gapirib bering.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252-253, 253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YaQNDV buyraklarni ishdan chiqarishi mumkin; maksimal sutkali dozalar: ibuprofen 2400 mg, indometatsin 200 mg, diklofenak natriy 150 mg.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(xloroform:metanol 9:1): diklofenak Rf=0,47, indometatsin 0,38, ibuprofen 0,54.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 (96% spirt): diklofenak 272 va 275 nm, indometatsin 278 nm, ibuprofen 257, 263 va 272 nm.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137, 252, 139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YaQNDV ning eng xavfli ta’sirlaridan biri — buyraklarning to‘liq ishdan chiqishi.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Diklofenakning 99% plazma albuminlari bilan bog‘lanadi va 60% buyraklar orqali chiqariladi.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Indometatsinning suyuqlanish harorati 155-162 °C oralig‘ida — bu polimorfizm xususiyatini ko‘rsatadi.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Ibuprofenning farmakologik samarasi 1200 mg va undan katta miqdorlarda namoyon bo‘ladi.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Yallig‘lanishga qarshi dori vositalari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102, 104, 137-140, 166, 251-253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