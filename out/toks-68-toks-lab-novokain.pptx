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novokain va dikain nima uchun sintez qilingan? (Kokainning zaharli ta’siridan qutilish uchun — toks 127.) Doskada: mashg‘ulot rejasi. Tipik xato: dimedrolni mahalliy anestetik deb hisoblash: asosan antigistamin vosita.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Kutilayotgan natija: to‘rt modda uchun reaksiyalar jadvali. Muhokama: qaysi reaksiya novokain uchun, qaysi dimedrol uchun xos? Doskada: 3 natija. Tipik xato: azobo‘yoq reaksiyasini barcha to‘rt moddaga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yodkraxmal qog‘ozi kerak? (Nitrit ortiqchaligini ko‘rsatadi — kitob: qog‘oz ko‘k rangga bo‘yalguncha.) Doskada: jihozlar ro‘yxati. Tipik xato: nitritni yodkraxmal qog‘ozi ko‘karmasdan to‘xtatish.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reaktiv qaysi modda uchun? Doskada: modda — reaktiv jadvali. Reaktivlarni tayyorlash retseptlari bu sahifalarda berilmagan. Tipik xato: 1% va 2% eritmalarni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biologik ob’ekt va reaktivlar bilan ishlashda qanday himoya vositalari kerak? Doskada: himoya vositalari ro‘yxati. Tipik xato: reaktivni (kislota, simob tuzi, brom) qo‘lqopsiz va so‘rish shkafisiz ishlatish — mashg‘ulot oldidan o‘qituvchi alohida eslatadi.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novokain va kokain ta’siri qanday farqlanadi? (Novokain kokaindan kuchsizroq — toks 127.) Doskada: novokain formulasi (H2N–C6H4–COO–CH2CH2–N(C2H5)2). Tipik xato: novokainni alkaloid deb hisoblash — u sintetik modda.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novokainning metaboliti nima uchun azobo‘yoq bermasligi mumkin? (Reaksiya efirning aromatik amin guruhiga asoslangan — kitobda bu mashg‘ulot sahifalarida tushuntirilmagan.) Doskada: parchalanish sxemasi. Tipik xato: peshobda 2% o‘zgarmagan modda bor, demak tahlil befoyda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novokain bo‘lsa qizil rang, modda ko‘p bo‘lsa qizil cho‘kma (toks 247). Reaksiya tenglamasini yozish va kimyo-toksikologik ahamiyatini izohlash talab qilinadi. Muhokama: azobo‘yoq hosil bo‘lishi anilin hosilalari uchun selektiv (toks 102). Tipik xato: ishqor qo‘shishni 5 daqiqa kutmasdan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25 daqiqa. Kutilayotgan natija: qizil-qo‘ng‘ir to‘g‘ri to‘rtburchak kristallar (toks 127). Kristall shaklini daftarga chizing. Tipik xato: kristallarni kutish vaqti tugamasdan baholash. Kitobda: toks 127 da suvli eritma uchun «229 nm» (xato: bu kislotali eritmadagi 228 nm cho‘qqisi). To‘g‘ri: suvli eritma 290 nm; 0,2 M H2SO4 da 228, 272, 279 nm (toks 248).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qizil-qo‘ng‘ir rang va to‘rtburchak kristallar. Muhokama: peshobda ikki reaksiyaning mos kelishi nimani anglatadi? Doskada: ikki natija. Tipik xato: peshobni asta quritish o‘rniga qizdirib quritish.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guvoh bilan bir balandlikda qo‘ng‘ir dog‘. Tipik xato: guvoh eritmani tomizmasdan Rf ni jadvaldan solishtirish. Rf 0,16-0,18 siklogeksan-benzol-dietilamin (75:25:10) sistemasi uchun; toks 127 dagi 0,33-0,35 boshqa sistema (siklogeksan-benzol-dietil efiri 75:15:10) — ziddiyat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tanlangan svetofiltr va optik zichlik daftarga yoziladi. Muhokama: nega eritma maksimumi filtr minimumiga mos kelishi kerak? (Kitob shunday yozadi.) Kalibrlash grafigi tafsilotlari bu sahifalarda berilmagan; lecture toks 127 da miqdor FEK da azobo‘yoq asosida aniqlanadi. Tipik xato: svetofiltrni tanlamasdan o‘lchash.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dikain novokaindan nimasi bilan xavfliroq? (10 marta kuchliroq.) Doskada: dikain — novokain — kokain zaharlilik qatori. Tipik xato: dikainni novokain bilan bir xil xavfsiz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qizil rang va kristallar. Boshqa variant: toks 128 da kristallar «prizmatik» deyilgan; slaydda 248-bet olindi. YuQX: novokain usuli qo‘llanadi (Rf qiymati manbalarda turlicha — o‘qituvchi guvoh bilan aniqlaydi). Tipik xato: Vitali-Moren qizil rangini atropinning binafsha rangi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lidokain novokaindan qaysi reaksiya bilan farqlanadi? Doskada: lidokain reaksiyalari. Kitobdagi lidokain bo‘limida azobo‘yoq reaksiyasi novokain matnidan ko‘chirilgan («novokain bo‘lgan holda...»); shu sababli slaydga kiritilmadi. Tipik xato: lidokainga azobo‘yoq reaksiyasini qo‘llab, novokain deb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belgilarni markaziy asab, yurak va allergik guruhlarga ajrating. Doskada: guruhlar jadvali. Tipik xato: faqat allergik reaksiyani zaharlanish belgisi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dimedrolni sud-tergov xodimlari talab etgandagina tekshirish nimani anglatadi? (toks 129.) Doskada: dimedrol formulasi. Tipik xato: dimedrol zaharlanishida patologomorfologik ma’lumotlarga tayanish — ular aniq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tahlil uchun xloroformli qoldiq. Muhokama: nega pH=10 tanlanadi? (Dimedrol ishqoriy muhitda ekstraksiyalanadi.) Natriy sulfatli filtr va 0,5 ml qolgunga qadar bug‘latish toks 129-130 dan. Tipik xato: ekstraksiyani bir marta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dimedrol dog‘i Rf 0,58-0,60. Tipik xato: sistema nisbatini (12:24:1) o‘zgartirish. Kitobda: shu betda tozalash bosqichi uchun «Rf=0,07-0,08, zarg‘aldoq» (xato) — shu sistemada dimedrol Rf 0,58-0,60 (toks 130, 249, dvssm 259 izchil).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ranglar jadvalga yoziladi. Muhokama: H2SO4 ga suv qo‘shilganda rang nega yo‘qoladi? (Kitob: kompleks parchalanadi.) Xavfsizlik: konsentrlangan kislotalar bilan so‘rish shkafida ishlang (kitobda bu ko‘rsatma yo‘q). Tipik xato: suvni kislotaga tez quyish.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25 daqiqa. Kutilayotgan natija: xloroform qatlamining optik zichligi 567 nm da, 10 mm kyuvetada (toks 250). Indikator: 2,63 g 1 l suvda. Standart shkala: 0,05-0,3 mg dimedrol saqlagan xloroformli ekstrakt. Tipik xato: indikator hajmini (6,4 ml) o‘zgartirish.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 (kitobda javob yozilmagan; xulosa o‘qituvchi uchun): talaba novokainni asoslaydi va azobo‘yoq tenglamasini yozadi. Muhokama: 22-KEYS (toks 250): zaharlanish alomatlari kokainga o‘xshash — qaysi moddalarga tekshirish kerak? (Dikain belgilari kokainnikiga o‘xshash — toks 127.) Tipik xato: Dragendorf natijasini yagona dalil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10 savoldan har bir guruhga ikkitadan bering. Doskada: savollarni raqamlab yozing. Tipik xato: javobda reaktiv konsentratsiyasi va rangni aytmaslik.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reaksiyalar, kristall shakllari, Rf, optik zichlik yoziladi. Muhokama: eng aniq farqlovchi reaksiyalar. Doskada: raqamli ma’lumotlar. Tipik xato: Rf va to‘lqin uzunliklarini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Novokain, dikain, lidokain, dimedrol (FEK)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ekstraktda novokain, dikain, lidokain, dimedrol moddalarini aniqlash (FEK usulida miqdor tahlili).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bu moddalarning qo‘llanishi, zaharlanish holatlari, metabolizmi, ashyoviy dalillardan ajratib olish va tahlil usullarini o‘rgatish.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novokain, dikain, lidokain, dimedrol moddalarining toksikologik ahamiyati hamda tahlil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novokain, dikain, lidokain, dimedrolni xususiy ajratish usullari bilan tanishadilar.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Ularning toksikologik ahamiyati, sifat va miqdoriy tahlili hamda aniqlash usullarini o‘zlashtiradilar.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Azobo‘yoq, Dragendorf mikrokristall va rangli reaksiyalarni bajarib, mikrokristallar shaklini ish daftariga chizadilar.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Azobo‘yoq reaksiyasi uchun chinni idishcha va yodkraxmal qog‘ozi; mikrokristalloskopiya uchun buyum oynachasi, nam kamera, mikroskop.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uchun KSK markali va «Silufol» plastinkalari; FEK uchun svetofiltrlar tanlanadi.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247, 248-249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 uchun: 1% HCl, 1% natriy nitrit, 2% natriy ishqori, β-naftolning ishqoriy eritmasi, Dragendorf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Dikain uchun: konsentrlangan HNO3 va ishqor (Vitali-Moren), 30% natriy nitrit, 0,1 M HCl.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Dimedrol uchun: konsentrlangan H2SO4, H2SO4 va HNO3 aralashmasi, Marki, Liberman va Mandelin reaktivlari, kislotali xromaton ko‘ki.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247, 248, 249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Novokain: tuzilishi va qo‘llanishi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 tabiiy kokain o‘rnida qo‘llanuvchi sintetik birikma; kokainizmdan qutilish uchun novokain va dikain sintez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 — p-aminobenzoy kislotaning dietilaminoetanol bilan hosil qilgan efiri; oq kristall kukun.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va etil spirtida yaxshi, xloroform va efirda kam eriydi; tibbiyotda mahalliy og‘riq qoldiruvchi vosita.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Novokainning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odamlar novokainga juda sezgir; zaharlanishda bosh aylanishi, darmonsizlik, qon bosimi pasayishi, kollaps va shok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Zaharli dozada asab faoliyatida qo‘zg‘alish, so‘ng markaziy asab tizimi falaji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p-aminobenzoy kislota va dietilaminoetanolga parchalanadi; taxminan 2% o‘zgarmagan holda peshob orqali chiqadi.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Novokain: azobo‘yoq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1 ml 1% HCl da eritiladi; 1% NaNO2 yodkraxmal qog‘ozi ko‘karguncha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daqiqadan so‘ng 2% NaOH bilan ishqoriy muhit, 1-2 tomchi ishqoriy β-naftol qo‘shiladi.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+ 1 ml 1% HCl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1% NaNO2 (qog‘oz ko‘karguncha)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daqiqa, so‘ng 2% NaOH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β-naftol (ishqoriy)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rang yoki cho‘kma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Azobo‘yoq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Novokain: Dragendorf va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1-2 tomchi Dragendorf, 15-20 daqiqa nam kamerada: to‘g‘ri to‘rtburchak kristallar.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eritma 290 nm da, 0,2 M sulfat kislotadagi eritma 228, 272 va 279 nm da maksimum nur yutadi.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612"/>
                <a:gridCol w="256136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Dragendorf, nam kamera 15-20 daq.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To‘g‘ri to‘rtburchak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UB, suvli eritma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290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UB, 0,2 M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228, 272, 279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Novokain: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255; Yuldashev Z.A., Umarova G.Q., Toksikologik kimyo modulidan o‘quv-uslubiy majmua, betlar: 248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Novokainni peshobdan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 ml peshobga 1% HCl, so‘ng yodkraxmal qog‘ozi ko‘karguncha 1% NaNO2 qo‘shiladi; 5 daqiqadan so‘ng 2% NaOH va β-naftol.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 bo‘lsa eritma qizil-qo‘ng‘ir rangga bo‘yaladi.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 tomchi peshob buyum oynachasida asta quritilib, Dragendorf tomizilsa, qizil-qo‘ng‘ir to‘rtburchak kristallar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Novokain: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 tomchilari va 2-3 sm oraliqda «guvoh» eritmasi KSK plastinkaning start chizig‘iga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Siklogeksan-benzol-dietilamin (75:25:10), Mune Dragendorf bilan qo‘ng‘ir dog‘ (Rf=0,16-0,18).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 va guvoh tomiziladi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Siklogeksan-benzol-dietilamin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Plastinka quritiladi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Mune Dragendorf purkaladi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Qo‘ng‘ir dog‘, Rf 0,16-0,18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Novokain: FEK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Fotokolorimetriya — moddani polixromatik nurlanishda spektrning ko‘rinadigan qismida o‘lchash.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Rangli eritmaning maksimal nur yutishi svetofiltrning nur yutish minimumiga to‘g‘ri kelishi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Chinlik tahlili uchun yuqoridagi tartibda azobo‘yoq reaksiyasi o‘tkaziladi; turli svetofiltrlarda maksimal nur yutish o‘lchanadi.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Svetofiltr tanlanib, natijalar ish daftariga qayd qilinadi; novokain miqdori azobo‘yoq reaksiyasi asosida FEK 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Dikain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Dikain — p-butilaminobenzoy kislotaning dimetilaminoetanol bilan efiri; oq yoki sariq kristall modda.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Juda zaharli: kokainga nisbatan 2 marta, novokainga nisbatan 10 marta kuchli; zaharlanish belgilari kokainnikiga o‘xshash.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muhitda organik erituvchilar bilan ekstraksiyalanadi; bronxo- va ezofagoskopiyada, oftalmologiyada anesteziya uchun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Dikain: sifat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Vitali-Moren reaksiyasini atropin kabi beradi va qizil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0,1 M HCl da, 1 tomchi 30% NaNO2, 15-20 daqiqada: ikkiga kesilgan yupqa kristallar.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UB-spektr: 0,1 M H2SO4 da 229, 281 va 312 nm da maksimum.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712"/>
                <a:gridCol w="292526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Vitali-Moren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30% NaNO2, 15-20 daq.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Ikkiga kesilgan kristallar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UB, 0,1 M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229, 281, 312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Dikain: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256; Yuldashev Z.A., Umarova G.Q., Toksikologik kimyo modulidan o‘quv-uslubiy majmua, betlar: 248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Lidokain (ksikain)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Lidokain gidroxlorid — oq yoki sarg‘imtir kristall kukun; suvda, 95% spirtda va atsetonda yengil eriydi, efirda erimaydi.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128-129 °C da suyuqlanadi; yorug‘likka chidamsiz, uzoq turganda oksidlanib sarg‘ayadi.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Kobalt nitrat bilan ko‘k-yashil kristallik cho‘kma beradi; UB-spektrda 235-269 nm da maksimum nur yutadi.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128, 129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Lidokainning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Markaziy nerv sistemasining qo‘zg‘aluvchanligi ortadi, kuchli bosh og‘rig‘i, eyforiya, uyquchanlik, yorug‘likdan qo‘rqish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Eshitish yomonlashadi, lab va til falajlanadi, nafas muskullari falajlanishi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 harorati tushadi, qaltirash va kuchli yurak yetishmovchiligi (kollaps) kelib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Allergik reaksiyalar kuzatiladi: qichima, shish, eritema.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Dimedrol — β-dimetilaminoetilbenzgidrol efiri; mayda oq kristall kukun, taxir mazali, tilni jonsizlantiradi.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Suv, 95% etil spirti va xloroformda yaxshi eriydi, atsetonda kam eriydi, efirda erimaydi.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Antigistamin vosita; narkotik va psixotrop moddalar ta’sirini kuchaytirgani uchun narkoman va toksikomanlar ko‘p iste’mol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Taxminan 2-4% o‘zgarmagan holda peshob orqali chiqadi; o‘rtacha chiqish davri 3-10 soat.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Dimedrolni qon va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peshob yoki 2 ml qon ammiak bilan pH=10 ga keltirilib, ikki marta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erituvchi GSX uchun oz miqdor qolguncha, miqdoriy tahlil uchun quruq qoldiq qolguncha bug‘latiladi.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peshob yoki 2 ml qon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Ammiak bilan pH=10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bilan 2 marta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Suvsiz Na2SO4 filtrdan o‘tkazish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 (0,5 ml gacha)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Dimedrolni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xromatografik tozalash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«Silufol»: xloroform-aseton-ammiak (12:24:1), 10 sm balandlikkacha.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H2SO4 purkalganda dimedrol sariq dog‘ (Rf 0,58-0,60)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Metaboliti benzgidrol Rf=0,76-0,80 da dog‘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1538320"/>
                <a:gridCol w="1634465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Dog‘ rangi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Dimedrol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0,58-0,60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Benzgidrol (metabolit)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0,76-0,80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Dog‘ hosil qiladi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Dimedrol YuQX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Konts. H2SO4: sariq, so‘ng qizil-g‘isht; suv qo‘shilsa rang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H2SO4 + HNO3: qizil; suv qo‘shilsa qo‘ng‘ir, sariq, to‘q sariq; xloroform binafsha.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370"/>
                <a:gridCol w="3147604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limon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Liberman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Mandelin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Konts. 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Sariq, so‘ng qizil-g‘isht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Dimedrol: ranglar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UB-spektr va miqdoriy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0,1 M sulfat kislotadagi eritmasi 252 va 257 nm da maksimum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Miqdoriy tahlil «kislotali xromaton ko‘ki» bilan hosil bo‘lgan barqaror rangga asoslangan.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1 ml 0,1 M HCl 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+ 10 ml xloroform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+ 6,4 ml indikator, hajm 20 ml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daqiqa chayqatish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qatlami 567 nm 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Xromaton ko‘ki usuli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masala: qon va peshob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bo‘limiga 2 ta qo‘ng‘ir rangli 200 ml li shisha idishda Z. Sharipovning (1976 yilda tug‘ilgan) qon va peshobi olib kelindi.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Peshobda azobo‘yoq reaksiyasi qizil-qo‘ng‘ir rang berdi; Dragendorf bilan qizil-qo‘ng‘ir to‘rtburchak kristallar hosil bo‘ldi.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qon va peshob namunalaridagi zahar qaysi moddaga tegishli, reaksiya tenglamasini yozing.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p-Aminobenzoy kislotasi hosilalariga kiruvchi moddalarni ayting va formulalarini yozing.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 bilan mikrokristallar va rangli mahsulot hosil qiluvchi reaksiyalarni izohlang; novokain peshobdan YuQX da qanday aniqlanadi?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Dikainni aniqlashda qanday rangli reaksiya qo‘llanadi; qaysi reaktiv bilan mikrokristall hosil qiladi; fizik-kimyoviy usullari?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 va dikain miqdori qanday aniqlanadi; dimedrol peshobdan qanday ajratiladi va qanday tahlil qilinadi?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Novokain: azobo‘yoq (qizil rang yoki cho‘kma), Dragendorf (to‘g‘ri to‘rtburchak kristallar), peshobda YuQX Rf=0,16-0,18.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Dikain: Vitali-Moren (qizil), 30% NaNO2 bilan kristallar, UB 229, 281, 312 nm; lidokain: kobalt nitrat — ko‘k-yashil cho‘kma.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Dimedrol: Rf 0,58-0,60 (sariq), Marki — sariq limon, UB 252 va 257 nm; miqdori 567 nm da kislotali xromaton ko‘ki bilan.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248, 249-250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Dikain novokainga nisbatan o‘n marta, kokainga nisbatan 2 marta kuchli ta’sir etadi va kokain zaharlanishiga o‘xshash belgilar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Narkotik va psixotrop moddalar ta’sirini kuchaytirgani uchun narkoman va toksikomanlar dimedrolni ko‘p iste’mol qiladi.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Dimedrolning metaboliti benzgidrol YuQX da Rf=0,76-0,80 da dog‘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Lidokain gidroxlorid yorug‘likka chidamsiz: uzoq turganda oksidlanib sarg‘ayadi.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Novokain, dikain, lidokain, dimedrol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127-129, 166, 247-251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255-256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