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benzodiazepinlar sud-kimyoda tez-tez uchraydi? Doskada: reja 4 qadamda. Eslatma: bo‘lim sarlavhasida immunokimyoviy usul ko‘rsatilgan, lekin kitobning shu betlarida (133-144) IFT usuli bayon etilmagan — faqat gidroliz va YuQX-skrining berilgan; IFT ni o‘ylab topmang.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2 mingdan ortiq hosiladan faqat 12-15 tasi ishlatiladi? Doskada: to‘rt asosiy modda va ularning sintez ketma-ketligi. Tipik xato: benzodiazepinlarni barbituratlar bilan bir guruhga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spirt bilan birga qabul qilish nega xavfli? Doskada: kuchaytiriladigan moddalar ro‘yxati. Tipik xato: benzodiazepin va spirt birgalikdagi ta’sirini oddiy yig‘indi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kumulyatsiya tahlil natijasini qanday o‘zgartiradi? Doskada: kumulyatsiya -&gt; o‘rganish -&gt; qaramlik zanjiri. Tipik xato: «zararli ta’siri kam» degan fikrni «xavfsiz»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past konsentratsiya nima uchun «dozasi kichik» degani emas? Doskada: yarim parchalanish 1-2 sutka. Tipik xato: oksazepam vaqtini (4 soat) boshqa moddalarga umumlashtirish.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oksazepam nima uchun ham alohida dori, ham diazepam metaboliti? Doskada: diazepam -&gt; dezmetildiazepam -&gt; oksazepam -&gt; glyukuronid. Tipik xato: metabolit topilganda uni iste’mol qilingan modda deb xulosa qilish; teturam (antabus) bilan birga qabul qilinganda diazepam va xlordiazepoksid terapevtik faolligi ortadi (p.134).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2-3 sutkadan keyin oshqozonda modda topilishi ekspert uchun nimani bildiradi? Doskada: uch bosqich. Eslatma: kitobda berilgan qondagi mg/l zaharlanish va o‘lim chegaralari (p.134) malaka_errors E15 bo‘yicha shubhali,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benzodiazepin molekulasi kislotali gidrolizda benzofenonga aylanadi? Doskada: bosqichlar zanjiri. Tipik xato: gidroliz hajmlarini (10 ml siydik : 10 ml HCl; 2 ml qon : 2 ml HCl)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benzofenonning o‘rinbosarlari moddani qanday bildiradi? Doskada: jadvalni to‘ldiring. Kitobda xato: p.135 matnida nitrazepam gidrolizi AXB deb yozilgan, ro‘yxat va 17-jadvalda esa ANB (2-amino-5-nitro); fenazepam BXB ning to‘liq nomi kitobda chalkash berilgan (malaka_errors E17) — to‘liq nomi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kislotali muhitdagi xloroform qatlami tashlanadi? Doskada: pH 2 -&gt; xloroform (tashlanadi); pH 9-10 -&gt; efir (olinadi). Tipik xato: ikkala qatlamni aralashtirib yuborish. «Guvoh» eritmalar ham benzodiazepin saqlovchi preparatlarni gidroliz qilib olinadi (p.135).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MXB dog‘ining rangi AXB va ANB dan farq qiladi? Doskada: ranglar jadvali. Tipik xato: sariq dog‘ (MXB) ni «rangsiz» deb talqin qilish — kitobga ko‘ra u sariqligicha qoladi yoki ba’zan rang yo‘qoladi.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AXB ni xlordiazepoksid va oksazepamdan qanday farqlash mumkin? Doskada: Rf ni o‘sish tartibida yozing (ANB &lt; AXB &lt; BXB &lt; MXB). Tipik xato: kitob jadvalida AXB diazepam qatorida ham ko‘rsatilgan, lekin matnda diazepam MXB beradi deyiladi — jadval tuzilishidan kelib chiqqan noaniqlik.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gidrolizdan keyingi (benzol) va o‘zgarmagan modda uchun (etilasetat-metanol-ammiak) sistemalar farq qiladi? Doskada: ikki sistemani yonma-yon yozing. Tipik xato: bu sistema Rf larini 17-jadval (benzol) bilan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«yetarli o‘rganilmagan» degan ibora ekspert uchun muhim? Doskada: ningidrin reaksiyasi bosqichlari. Eslatma: kitobda Vitali-Moren reaksiyasi barcha 1,4-benzodiazepinlar uchun umumiy deyilgan (p.136) — bu malaka_errors E16 bo‘yicha shubhali,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nam kamera nima uchun kerak? Doskada: reaktiv va kristall shakli. Tipik xato: kristallarning paydo bo‘lish vaqtini hisobga olmay erta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reaktivlar qo‘shish ketma-ketligi va 3 daqiqalik intervallarning ahamiyati. Doskada: diazotirlash -&gt; sulfaminat -&gt; azo bo‘yoq bosqichlari. Qo‘shimcha usul: spirtli eritmaning 200-300 nm UB sohasidagi maksimal yutilishi optik zichligini o‘lchash (p.138).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eruvchanlik biologik ob’ektdan ajratishni qanday belgilaydi? Doskada: sinonimlar ro‘yxati. Tipik xato: sinonimlarni turli moddalar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aniqlanish davri ekspert tanlagan ob’ektga qanday ta’sir qiladi? Doskada: vaqt o‘qida 35-45 daq, 1-8 soat, 8-24 soat, 2-3 sutka. Tipik xato: yarim parchalanish davrini (6-8 soat) metabolit uchun emas, xlordiazepoksid uchun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asos va laktam uchun ekstraksiya pH nima uchun farq qiladi? Doskada: ikki ekstraksiya sharoiti. Tipik xato: faqat ishqoriy ekstraksiya qilib, laktamni yo‘qotish.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xlordiazepoksid reaksiyalari boshqa benzodiazepinlardan qanday farq qiladi? Doskada: jadvalni to‘ldiring. Eslatma: kitobda Vitali-Moren reaksiyasi ham keltirilgan, lekin u bu guruh uchun xos emas (malaka_errors E16) — kiritilmadi. Kitobda YuQX aralashmasi nisbati OCR da buzilgan — nisbat slaydga yozilmadi.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UB ni kislotali va ishqoriy muhitda olish identifikatsiyani kuchaytiradi? Doskada: 246/308 (kislota) va 262 (ishqor). Eslatma: kitobdagi ε=1112 qiymati belgisi noto‘g‘ri bo‘lishi mumkin (aslida A(1%,1 sm), malaka_errors E2),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surunkali qabul qilishda nega N-demetildiazepam kechroq maksimumga yetadi? Doskada: 2-6 soat; 18 soat; 4-6 sutka; 5-8 sutka. Tipik xato: bir martalik va surunkali qabul vaqtlarini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mikrokristallar shakli identifikatsiyada qanday rol o‘ynaydi? Doskada: ikkita reaktiv va ularning kristall shakli. Tipik xato: nam kamera vaqtini (10-15 va 20-30 daq)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YuQX sistemasidan qaysi birini birinchi tanlaysiz? Doskada: ikkala sistema. Eslatma: kitobdagi ε=1020 qiymati aslida A(1%,1 sm) bo‘lishi mumkin (malaka_errors E2),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oqsil bilan 90% bog‘lanish ekstraksiyaga qanday ta’sir qiladi? Doskada: 0,005 g; 24 soat; 23%; 5%/95%. Tipik xato: o‘zgarmagan nitrazepamni topishga umid qilib, 7-aminometabolitlarni qidirmaslik.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ikki pH da (1-2 va 10) alohida ekstraksiya qilinadi? Doskada: pH 1-2 va pH 10 ekstraksiyalarni yonma-yon. Tipik xato: 20, 15, 15 ml hajmlarni bir xil 3x20 ml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ferritsianid reaksiyasi nima uchun nitrazepam uchun tanlovchan? Doskada: jadvalni to‘ldiring. Tipik xato: ferritsianid natijasini boshqa benzodiazepinlarga ham umumlashtirish.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nitrazepam uchun UB maksimumlari muhitga qarab qanday o‘zgaradi? Doskada: spektr maksimumlari jadvali. Tipik xato: etanol va sulfat kislota eritmalaridagi maksimumlarni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oksazepam topilsa, diazepam qabul qilinganmi? Doskada: oksazepam hosil bo‘lish yo‘li. Tipik xato: oksazepam topilishi doim uni to‘g‘ridan-to‘g‘ri iste’mol qilishni bildiradi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oksazepam uchun Izotov o‘rniga Fartushniy usuli nima uchun? (kitobda sabab aytilmagan). Doskada: erituvchi muhitga qarab UB maksimumlari. Eslatma: ε=1235 va ε=85 qiymatlari belgisi noto‘g‘ri bo‘lishi mumkin (malaka_errors E2),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fenazepam doz oralig‘i boshqa benzodiazepinlardan nimasi bilan farq qiladi? Doskada: tablet dozalari. Tipik xato: kitobda fenazepam metabolitining nomi (BXB) chalkash berilgan (malaka_errors E17) —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Belshteyin sinovi nimani isbotlaydi (galogen borligini, qaysi galogen ekanini emas)? Doskada: fenazepam tarkibida xlor va brom. Tipik xato: Belshteyin sinovi bilan modda identifikatsiya qilingan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noma’lum benzodiazepin qanday tahlil sxemasi bilan aniqlanadi? Doskada: butun sxema. Tipik xato: faqat gidroliz mahsulotiga qarab aniq modda nomini aytish — AXB ham xlordiazepoksid, ham oksazepamdan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Bo‘lim yuzasidan nazorat savollari 2-9. Talabalar juftlikda javob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Nazorat savollari 10-13. Javoblar: slaydlar 25-30.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Talabalar jadvalni yopiq holda eslaydi.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1,4-benzodiazepin hosilalari: xlordiazepoksid, diazepam, nitrazepam, oksazepam, fenazepam; gidroliz-benzofenon usuli (Izotov), immunokimyo, YuQX-skrining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Bo‘lim: 1,4-benzodiazepin hosilalari, umumiy ma’lumotlar; ashyoviy dalillardan ajratib olish, immunokimyoviy va YuQX-skrining usullarida tahlili.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trankvilizator, kislotali gidroliz, benzofenon, Izotov usuli, Bratton-Marshall reaksiyasi, YuQX, UB-, IQ- va mass-spektr.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umumiy ma’lumot -&gt; metabolizm va zaharlanish -&gt; gidroliz-benzofenon usuli -&gt; alohida moddalar.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133, 133-144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1,4-benzodiazepinlar: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1,4-benzodiazepin hosilalari trankvilizatorlar qatoriga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O‘tgan asrning 60 yillari boshida xlordiazepoksid, keyinroq diazepam, nitrazepam va oksazepamlar sintez qilindi.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Guruhning 2 mingdan ortiq hosilasi bor; ulardan 12-15 tasi tibbiyotda keng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Xlordiazepoksid, diazepam, oksazepam, nitrazepam toksikologik hamda narkologik ahamiyatga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Hosilalari soni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&gt;2000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Tibbiyotda qo‘llanadi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12-15</a:t>
            </a:r>
            <a:r>
              <a:rPr sz="1500" b="0">
                <a:solidFill>
                  <a:srgbClr val="6B7280"/>
                </a:solidFill>
                <a:latin typeface="Calibri"/>
              </a:rPr>
              <a:t>  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Birinchi sintez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1960-yillar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Xlordiazepoksiddan keyin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diazepam, nitrazepam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Guruh haqida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Narkologik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Tinchlantiruvchi (trankvilizator) va uxlatuvchi faollikka ega; qo‘rqish, bezovtalik, hayajonlanish va bosh og‘rig‘ini qoldiradi.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Uxlatuvchi va miorelaksantlik xossasiga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spirti, giyohvandlik vositalari, giyohvand analgetiklar va uxlatuvchi moddalar ta’sirini kuchaytiradi.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Ta’sir xususiyatlari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Tinchlantiruvchi (trankvilizator)  ·  Uxlatuvchi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Miorelaksant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Kuchaytiradi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Etil spirti, giyohvandlik vositalari  ·  Giyohvand analgetiklar, uxlatuvchilar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Narkologik ahamiyati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xususiyatlari va qaramlik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Polyak olimlari A.Velbel va boshqalar (1984) benzodiazepinlarning zararli va zaharli ta’siri kam kuzatilishini ta’kidlagan.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 va fenazepamda mushaklar tonusi pasayadi; diazepam miorelaksantlar faolligini kuchaytiradi.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Uzoq qabul qilinganda kumulyatsiyalanadi, o‘rganib qolish, psixik va fizik qaramlik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Qisqa muddat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Zararli ta’sir kam (Velbel, 1984)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Mushak tonusi pasayadi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Uzoq qabul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Kumulyatsiyalanadi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O‘rganib qolish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Psixik va fizik qaramlik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 va qaramlik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Farmakokinetika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1,4-benzodiazepinlar oshqozon-ichak orqali organizmda tez so‘riladi.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Qonda yarim parchalanish davri o‘rtacha 1-2 sutka; oksazepam 4 soat ichida maksimal konsentratsiyaga etadi, ikkinchi sutka oxirida plazmadan chiqib ketadi.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Diazepam qabul qilingach, birinchi va ikkinchi hafta davomida plazmada uning metabolitlari ortishi gaz xromatografiyasi bilan isbotlangan.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Diazepam 2-4 barobar ortiq dozada uzoq qabul qilinsa ham plazmada konsentratsiyasi past bo‘lib turishi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Yarim parchalanish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1-2</a:t>
            </a:r>
            <a:r>
              <a:rPr sz="1500" b="0">
                <a:solidFill>
                  <a:srgbClr val="6B7280"/>
                </a:solidFill>
                <a:latin typeface="Calibri"/>
              </a:rPr>
              <a:t>  sutka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Oksazepam, maksimum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Diazepam ortiq dozada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2-4</a:t>
            </a:r>
            <a:r>
              <a:rPr sz="15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Metabolitlar o‘sadi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1-2</a:t>
            </a:r>
            <a:r>
              <a:rPr sz="15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Farmakokinetika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133, 134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va xlordiazepoksid jigarda N-demetillanish orqali parchalanadi; dezmetildiazepam gidroksillanishga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 jigarda gidroksillanish va dealkillanishga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Diazepamning N-demetillanish mahsuloti oksazepam glyukuron kislotasi bilan suvda eriydigan glyukuronid hosil qilib, peshob orqali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 qaytariladi; uning 20% peshobda 7-amino- va 7-asetilamino metabolitlar shaklida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Metabolizm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Diazepam, xlordiazepoksid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Jigarda N-demetillanish  ·  Gidroksillanish, dealkillanish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Oksazepam (diazepamdan)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Glyukuronid hosil qiladi  ·  Peshob bilan chiqadi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Nitrazepam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Qaytariladi  ·  7-amino-, 7-asetilamino metabolit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Metabolizm yo‘llari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133, 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va klinik bosqichlar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Benzodiazepin hosilalari oshqozon va ingichka ichakdan so‘riladi hamda qon plazmasi oqsillariga bog‘lanadi.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Behush yotgan bemorlar oshqozonida modda qabul qilingandan 2-3 sutkadan keyin ham aniqlanishi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Hushdan ketish 12 soatdan oshsa, bronxopnevmoniya, kollaps, jigar va buyrak yetishmovchiligi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1) Mudrash, yengil uxlab qolish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2) Yuzaki koma: behushlik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3) Hushdan ketish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Zaharlanishning 3 klinik bosqichi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Izotov usuli: gidroliz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 mahsulotlari bo‘yicha tahlilni B.N.Izotov, I.V.Volkova va boshqalar taklif qilgan.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peshob (2 ml qon) + 10 ml (2 ml) konsentrlangan HCl; qaytar sovutgichda 1 soat hammomda.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To‘yingan NaOH bilan pH=8-10; 10 ml xloroform bilan 2 marta ekstraksiya.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Peshob/qon + konsentrlangan HCl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Qaytar sovutgich, 1 soat, hammom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NaOH bilan pH=8-10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2x10 ml xloroform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Bug‘latish, YuQX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Gidroliz-benzofenon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134, 134-135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Gidroliz mahsulotlari: benzofenonlar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 bilan bog‘liq 2,5-diaminobenzofenon (DAB) ham keltirilgan.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Oksazepam xlordiazepoksid kabi AXB (2-amino-5-xlorbenzofenon)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6706108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442391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Xlordiazepoksid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AXB (2-amino-5-xlorbenzofenon)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MXB (2-metilamino-5-xlorbenzofenon)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ANB (2-amino-5-nitrobenzofenon)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BXB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Gidroliz mahsulotlari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ob’ektdan Izotov bo‘yicha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Oshqozon, ichak, jigar, buyrak; maydalangan ob’ekt nordon suv (pH=2) bilan 1 soat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ajratma quyib olinib, xloroform bilan ekstraksiyalanadi; xloroform qavati to‘kib tashlanadi.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pH=9-10 ga keltirilib, dietil efir bilan 3 qayta ekstraksiyalanadi; efir bug‘latiladi.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 suv (pH=2), 1 soat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(tashlanadi)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 pH=9-10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Dietil efir, 3 marta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Bug‘latish, xloroformda eritish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Izotov bo‘yicha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Benzofenonlarni YuQX da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sistema sifatida benzol ishlatiladi; plastinkada turli intensivlikdagi sariq dog‘lar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NaNO2, 0,1% HCl, 0,5% sulfanil kislota va naftolning ishqordagi eritmasi purkaladi.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Rangdan tashqari Rf ko‘rsatkichlari bo‘yicha ham aniqlanadi (17-jadval).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168"/>
                <a:gridCol w="340780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Benzofenon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Dog‘ rangi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zarg‘aldoq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MXB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(ba’zan rang yo‘qoladi)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Purkashdan keyingi ranglar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135-136, 136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17-jadval: Rf va UB-spektr maksimumlari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Nitrazepamning DAB mahsuloti start chizig‘ida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Benzodiazepin gidroliz mahsulotlari Rf va UB maksimumi bo‘yicha farqlanadi.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1552684"/>
                <a:gridCol w="14531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UB,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ANB (nitrazepam)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0,17-0,18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238, 358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BXB (fenazepam)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0,43-0,45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230, 400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MXB (diazepam)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238, 410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AXB (xlordiazepoksid)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0,35-0,37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238, 390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Gidroliz mahsulotlari (17-jadval)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O‘zgarmagan benzodiazepinlarni YuQX da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KSK markali silikagel yoki «silufol» yupqa qavatli plastinkalari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Erituvchilar sistemasi: etilasetat, metil spirti va ammiakning 25% eritmasi (85:10:5).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Plastinkadagi dog‘lar Dragendorf reaktivini purkab ko‘riladi.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Plastinka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KSK / silufol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Sistema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85:10:5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Tarkib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EtOAc-MeOH-NH3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Ochuvchi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Dragendorf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YuQX: o‘zgarmagan holda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reaksiyalar: ningidrin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1,4-benzodiazepin hosilalari identifikatsiyasi yetarli ravishda o‘rganilmagan; ularga quyidagi reaksiyalar umumiy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Ningidrin: eritmaga ningidrin qo‘shib, suv hammomida 3 daqiqa qizdiriladi, 5 ml etil spirti qo‘shilsa eritma ko‘k rangga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2 tomchi mis sulfatning 1% eritmasi qo‘shilsa, avval qizil, so‘ng qo‘ng‘ir rangga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Ningidrin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Eritmaga ningidrin; suv hammomi 3 daqiqa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Etil spirti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ml qo‘shilsa, eritma ko‘k rang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CuSO4 1%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 tomchi: avval qizil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So‘ng qo‘ng‘ir rangga o‘tadi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Ningidrin reaksiyasi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Cho‘kma hosil qiluvchi 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Preparatning xloroformli eritmasi buyum oynachasiga tomizilib, erituvchi uchiriladi.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0,1 n HCl dan 1 tomchi, 5-10 daqiqadan so‘ng bir tomchi reaktiv.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211"/>
                <a:gridCol w="293776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amorf cho‘kma yoki qizil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 yodid kompleksi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 daq: to‘q qo‘ng‘ir tayoqchalar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Yodmonoxlorid 0,8% (spirtli)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ninasimon, 45-60 daq: prizma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 yodid kompleksi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 soat: to‘q qo‘ng‘ir ninalar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Barcha benzodiazepinlar uchun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136-137, 137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tahlil: Bratton-Marshall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Fotokolorimetrik usul Bratton-Marshall reaksiyasiga asoslangan; qizil olcha rangli mahsulot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HCl bilan gidrolizdan keyin sovutilgan suyuqlikka NaNO2 ning 10% eritmasi qo‘shilib, 3 daqiqaga qoldiriladi.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Ammoniy sulfaminatning 0,5% eritmasidan 0,5 ml qo‘shilib, yana 3 daqiqa; so‘ng naftiletilendiamin digidroxloridning 0,1% eritmasidan 0,5 ml qo‘shiladi.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Optik zichlik standart eritma bilan FEK da solishtiriladi, miqdor kalibrlash grafigi yordamida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Gidroliz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HCl bilan gidroliz, sovitish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Diazotirlash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NaNO2 10%, 3 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Ortiqchani yo‘qotish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Ammoniy sulfaminat 0,5%, 0,5 ml, 3 daqiqa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Birikish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Naftiletilendiamin 0,1%, 0,5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FEK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Qizil olcha rang; kalibrlash grafigi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Bratton-Marshall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Xlordiazepoksid: xossalari va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Oq-sarg‘ish kristall kukun, suvda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Sinonimlari: elenium, xlozepid, timazin, librium, dekadil, napoton, radedur.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Trankvilizatorlikdan tashqari mushaklarni bo‘shashtiradi, ishtahani ochadi, oshqozon va o‘n ikki barmoqli ichak yaralarini davolashda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Xlordiazepoksid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Sinonimlari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Elenium, librium, napoton  ·  Xlozepid, timazin, dekadil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Oq-sarg‘ish kristall  ·  Suvda yaxshi eriydi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 ta’sir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Mushaklarni bo‘shashtiradi  ·  Ishtahani ochadi  ·  Yaralarni davolashda ishlatiladi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Xlordiazepoksid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Xlordiazepoksid: farmakokinetika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marta qabul qilingach 35-45 daqiqa ichida 0,015-0,025 g so‘riladi; eng yuqori konsentratsiya 1-8 soat ichida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metabolitlari N-dimetilxlordiazepoksid va laktam; birinchisining eng yuqori konsentratsiyasi 8-24 soat, yarim parchalanish davri 6-8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qilinganning 35-60% peshob bilan, 20% najas bilan chiqariladi; qon plazmasidan 2-3 sutka davomida aniqlanishi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So‘rilish vaqti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35-45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So‘riladi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0,015-0,025</a:t>
            </a:r>
            <a:r>
              <a:rPr sz="14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Maksimum qonda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1-8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35-60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Najas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Xlordiazepoksid kinetikasi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Xlordiazepoksidni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 suvli muhitda ishqoriy sharoitda organik erituvchilar yordamida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Metaboliti laktam neytral va kislotali sharoitda dietil efiri bilan ekstraksiya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materialdan B.N.Izotov usulida ajratib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Xlordiazepoksid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Suvli ishqoriy muhit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erituvchi ekstraksiyasi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Laktam metaboliti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 va kislotali sharoit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Dietil efiri ekstraksiyasi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Ajratish sharoiti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Xlordiazepoksidni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«silufol», ammiak-metanol-xloroform-aseton aralashmasi; Dragendorf reaktivi.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Ningidrin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 mahsulot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aralashma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Frede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olov rangli mahsulot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Xlordiazepoksid: rangli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Xlordiazepoksid: spektral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qoldiq kislotada eritiladi, 246 va 308 nm da maksimum; ishqordagi eritma 262 nm da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 (KBr plastinka): 747, 1240, 1561, 1125, 1095, 1220 sm-1 sohalarida yutilish.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Mass-spektr: 282, 299, 284, 283, 241, 56, 301, 253 m/z; miqdori SF va FEK usullarida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(kislota)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246, 308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(ishqor)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262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(KBr)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747, 1240, 1561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Mass-spektr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282, 299, 284</a:t>
            </a:r>
            <a:r>
              <a:rPr sz="1100" b="0">
                <a:solidFill>
                  <a:srgbClr val="6B7280"/>
                </a:solidFill>
                <a:latin typeface="Calibri"/>
              </a:rPr>
              <a:t>  m/z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Xlordiazepoksid spektrlari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Diazepam: xossalari va farmakokinetikasi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Sinonimlari: seduksen, relanium, eridan, sibazon, apaurin, valium. Uyquni yaxshilaydi, nevrozda qo‘rquvni kamaytiradi; epilepsiyada boshqa dorilar bilan.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Qabul qilingach diazepam va metabolitlari qonda 2-6 soat ichida aniqlanadi, 18 soat ichida sekin kamayadi.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Surunkali qabul qilinganda 4-6 sutkadan keyin muallaq miqdori; N-demetildiazepam 5-8 sutkada maksimumga etadi.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60-70% peshob, 9-10% najas orqali chiqadi; peshob orqali yarim chiqarilish davri 2-7 sutka; asosan metabolitlar holida.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Qonda aniqlanadi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2-6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Muallaq miqdor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4-6</a:t>
            </a:r>
            <a:r>
              <a:rPr sz="1500" b="0">
                <a:solidFill>
                  <a:srgbClr val="6B7280"/>
                </a:solidFill>
                <a:latin typeface="Calibri"/>
              </a:rPr>
              <a:t>  sutka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N-demetildiazepam max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5-8</a:t>
            </a:r>
            <a:r>
              <a:rPr sz="1500" b="0">
                <a:solidFill>
                  <a:srgbClr val="6B7280"/>
                </a:solidFill>
                <a:latin typeface="Calibri"/>
              </a:rPr>
              <a:t>  sutka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60-70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Najas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Diazepam kinetikasi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139, 139-140, 140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Diazepamni ajratish va mikrokristallar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ob’ektdan kislotali va ishqoriy sharoitda organik erituvchilar bilan ajratiladi (Izotov usuli).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Ningidrin bilan sariq-qo‘ng‘ir rangli mahsulot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yodidning KI dagi eritmasi bilan amorf cho‘kma, nam kamerada 10-15 daqiqadan so‘ng olti burchakli plastinkalar va cho‘zinchoq prizmalar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rodanid kompleksi bilan mayda sferoidlar hosil bo‘lib, nam kamerada 20-30 daqiqada kristallar majmuasiga birlashadi.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34"/>
                <a:gridCol w="323154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Ningidrin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Sariq-qo‘ng‘ir mahsulot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HgI2 (KI 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Amorf cho‘kma, so‘ng plastinkalar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 rodanid kompleksi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Sferoidlar, 20-30 daq: majmua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Diazepam: mikrokristallar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Diazepam: YuQX va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etilasetat, ammiak 25% va metil spirti (26:1,6:3,3) yoki xloroform va aseton (9:1); dog‘ Dragendorf reaktivi bilan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qoldiq kislotada eritiladi; 242, 284 va 366 nm da maksimum.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IQ: 749, 1325, 1485, 1692 sm-1; mass-spektr: 256, 283, 284, 285, 257, 255, 258, 286 m/z; miqdori SF, FEK usullarida.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max (kislota)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242, 284, 366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749, 1325, 1485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Mass-spektr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256, 283, 284</a:t>
            </a:r>
            <a:r>
              <a:rPr sz="1100" b="0">
                <a:solidFill>
                  <a:srgbClr val="6B7280"/>
                </a:solidFill>
                <a:latin typeface="Calibri"/>
              </a:rPr>
              <a:t>  m/z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YuQX tizimi 2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xloroform-aseton 9:1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Diazepam spektrlari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Nitrazepam: xossalari va farmakokinetikasi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Sinonimlari: eunoktin, radedorm, magadon, neozepam; 1963 yilda sintez qilingan.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Trankvilizatorlik xususiyati boshqa benzodiazepinlardan kuchsiz, uxlatuvchilik xususiyati sezilarli yuqori.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 marta qabul qilinganda qondagi maksimal miqdori 0,005 g, 24 soatdan so‘ng erishiladi; 90% dan ko‘prog‘i plazma oqsillari bilan bog‘lanadi.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48 soat ichida 23% chiqariladi; peshobda faqat 5% o‘zgarmagan, 95% metabolitlar (7-aminonitrazepam, 7-asetoaminonitrazepam).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Sintez yili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1963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Maksimum qonda</a:t>
            </a:r>
          </a:p>
          <a:p>
            <a:pPr algn="l">
              <a:spcAft>
                <a:spcPts val="1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0,005 g / 24 soat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Plazma oqsili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&gt;90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48 soatda chiqadi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Peshobda o‘zgarmagan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Nitrazepam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Nitrazepamni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 ishqoriy suvli eritmalardan organik ajratuvchilar yordamida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oksalat kislota (pH=1-2) bilan 3 marta 1 soatdan qoldiriladi; sentrifugat xloroform-etilasetat (1:1) bilan 3 marta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Sentrifugatga ishqor qo‘shib pH=10 ga etkazilib, yana xloroform-etilasetat (1:1) bilan 20, 15 va 15 ml dan ekstrakt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Oksalat kislota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To‘yintirilgan eritma, pH=1-2, 3 marta 1 soatdan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Sentrifugat xloroform-etilasetat (1:1) bilan 3 marta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Ishqorlash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pH=10 gacha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Qayta 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20, 15 va 15 ml dan xloroform-etilasetat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Nitrazepamni ajratish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Nitrazepam: mikrokristalloskopiya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reaksiyalardan tashqari quyidagi xususiy mikrokristalloskopik reaksiyalar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ferritsianid reaksiyasini benzodiazepinning boshqa hosilalari bermaydi.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418"/>
                <a:gridCol w="321055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Yodning 0,1 n eritmasi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10-15 daq: ninasimon to‘q 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 yodid (KI 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amorf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Kaliy ferritsianid 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prizma shaklidagi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PbI2/KI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 daq: to‘q qizil kristallar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Nitrazepam: xususiy reaksiyalar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Nitrazepam: spektrlar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etil spirtdagi eritma 218 va 260 nm; sulfat kislotadagi eritma 277 va 340 nm da maksimum.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IQ: 696, 1339, 1534, 1611, 1695 sm-1; mass-spektr: 280, 253, 281, 206, 234, 252, 254, 264 m/z.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SF va FEK usullarida; FEK da Bratton-Marshall reaksiyasida hosil bo‘lgan olcha rang qizil mahsulot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(spirt)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218, 260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(H2SO4)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277, 340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696, 1339, 1534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Mass-spektr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280, 253, 281</a:t>
            </a:r>
            <a:r>
              <a:rPr sz="1100" b="0">
                <a:solidFill>
                  <a:srgbClr val="6B7280"/>
                </a:solidFill>
                <a:latin typeface="Calibri"/>
              </a:rPr>
              <a:t>  m/z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Nitrazepam spektrlari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141, 141-142, 142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Oksazepam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Sinonimlari: tazepam, adumbron, nozepam, praksiten, seraks, serenal. Oq kristall kukun, suvda deyarli erimaydi, etil spirti va xloroformda yaxshi eriydi.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Farmakologik ta’siri xlordiazepoksid va diazepamga yaqin; diazepamga nisbatan kam zaharli, kuchsiz tirishishga qarshi va miorelaksant.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Diazepam metabolitlaridan biri: 4 soatdan keyin plazmada glyukuronid holida yuqori konsentratsiyaga etadi, 48 soatda plazmadan yo‘qoladi.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Peshob bilan glyukuronid holida, axlat bilan o‘zgarmagan holda chiqariladi.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Oksazepam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Sinonimlari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Tazepam, nozepam  ·  Praksiten, serenal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 kristall kukun  ·  Suvda deyarli erimaydi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Diazepamga nisbatan kam zaharli  ·  Kuchsiz miorelaksant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Oksazepam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Oksazepamni ajratish va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A.F.Fartushniy usuli: 25 g maydalangan ob’ektga gidrofosfatning suvli eritmasidan 3 ml qo‘shib gomogenlanadi; 3 marta 10 ml etil efiri bilan ekstraksiya.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YuQX: xloroform-propil spirti-aseton (9:0,4:1); aniqlovchi — natriy tiosulfat eritmasi; sariq yoki zarg‘aldoq dog‘.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UB: kislotada 234 va 280 nm; ishqorda 233 va 344 nm; etanolda 230 va 315 nm.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IQ: 698, 1325, 1129, 1711, 1693 sm-1; mass-spektr: 257, 77, 268, 239, 205, 267, 233, 259 m/z; miqdori SF, FEK usullarida.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(kislota)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234, 280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(ishqor)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233, 344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(etanol)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230, 315</a:t>
            </a:r>
            <a:r>
              <a:rPr sz="15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IQ chiziqlari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698, 1325, 1129</a:t>
            </a:r>
            <a:r>
              <a:rPr sz="1100" b="0">
                <a:solidFill>
                  <a:srgbClr val="6B7280"/>
                </a:solidFill>
                <a:latin typeface="Calibri"/>
              </a:rPr>
              <a:t>  sm-1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Oksazepam spektrlari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142, 143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Fenazepam: xossalari va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Sinonimlari: fenorelaksan, elzepam, trankvizepam, fezanef, fezipam.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 yoki bir oz och sarg‘ish kristall kukun; suvda va efirda deyarli erimaydi, 95% spirtda kam eriydi; suyuqlanish harorati 225-230°C.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trankvilizator, titroqqa qarshi va uxlatuvchi ta’sir ko‘rsatadi; tabletkalarda 0,0005-0,001 g va 0,0025 g dan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Metaboliti glyukuron kislotasi bilan glyukuronidlar hosil qiladi; biologik ob’ektdan B.N.Izotov usulida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Suyuqlanish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225-230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Tabletkada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0,0005-0,001</a:t>
            </a:r>
            <a:r>
              <a:rPr sz="13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Tabletkada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0,0025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deyarli erimaydi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Fenazepam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Fenazepamni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xloroform-aseton (9:1) yoki benzol-etanol-dietilamin (9:1:1); Mune bo‘yicha Dragendorf: zarg‘aldoq dog‘; UB nurida siyoh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Belshteyin usuli: mis simchasi ustida fenazepam kristali alangaga tutilsa, alanganing rangsiz qismi yashil rangga bo‘yaladi (galogen).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xloroformli eritma 320 nm, spirtli eritma 230 nm; IQ: 2896, 1655, 1432, 1091, 1035, 877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Mass-spektr: 321, 349, 177, 75 m/z; miqdori SF, FEK usullarida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Fenazepam kristali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Mis sim, alanga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Alanga yashil rangga bo‘yaladi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Belshteyin usuli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birikkan xlor va brom (galogen)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Belshteyin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143, 143-144, 144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Fenazepam: UB, IQ va mass-spektr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xloroformli eritma 320 nm, spirtli eritma 230 nm da maksimum nur yutadi.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IQ (KBr): 2896, 1655, 1432, 1091, 1035, 877 sm-1.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Mass-spektr: 321, 349, 177, 75 m/z; miqdori SF, FEK usullarida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(xloroform)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320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 (spirt)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230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IQ (KBr), sm-1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2896, 1655, 1432, 1091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Mass-spektr, m/z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321, 349, 177, 75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Fenazepam spektrlari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1,4-benzodiazepinlar: xlordiazepoksid, diazepam, nitrazepam, oksazepam, fenazepam; tez so‘riladi, kumulyatsiyalanadi, qaramlik chaqirishi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Izotov usuli: kislotali gidroliz -&gt; benzofenonlar (AXB, MXB, ANB, BXB) -&gt; YuQX (benzol) va rangli purkash.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Tasdiqlash: ningidrin, mikrokristallar, UB-, IQ- va mass-spektr; miqdori — Bratton-Marshall (FEK) yoki spektrofotometriya.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xlordiazepoksid, diazepam, nitrazepam, oksazepamni qon va peshobdan ajratish va gidroliz reaksiyasini yozish.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133-134, 134-136, 136-144, 144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ajratish va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Xlordiazepoksid, diazepam, oksazepam, nitrazepamning toksikologik va narkologik ahamiyatini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hosilani ashyoviy dalillardan, qon va peshobdan qanday ajratib olinadi?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1,4-benzodiazepin hosilalarini gidrolizlab parchalash reaksiyasini yozing va izohlang.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Xlordiazepoksid va diazepamni aniqlash uchun qanday kimyoviy va fizik-kimyoviy usullar qo‘llanadi?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savollari: nitrazepam va oksazepam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Nitrazepamni qon va peshobdan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Nitrazepam va uning metabolitlarini YuQX bilan aniqlash qanday bajariladi?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Oksazepamni qon va peshobdan qanday aniqlanadi?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Oksazepamni aniqlashda qo‘llanadigan rang hosil qiluvchi reaksiya va YuQX usuli qanday amalga oshiriladi?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Takrorlash: ajralib chiqish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Xlordiazepoksid: qabul qilinganning 35-60% peshob bilan, 20% najas bilan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Diazepam: 60-70% peshob, 9-10% najas orqali; peshob orqali yarim chiqarilish davri 2-7 sutka.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Nitrazepam: 48 soat ichida 23% chiqariladi; peshobda 5% o‘zgarmagan.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Xlordiazepoksid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Peshob 35-60%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Najas 20%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Plazmada 2-3 sutka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Diazepam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Peshob 60-70%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Najas 9-10%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T½ 2-7 sutka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Nitrazepam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48 soatda 23%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Peshobda 5% o‘zgarmagan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Ajralib chiqish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138, 140, 141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Takrorlash: UB maksimumlari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Xlordiazepoksid: kislotali eritmada 246 va 308 nm, ishqorda 262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Diazepam 242, 284, 366 nm; nitrazepam spirtda 218 va 260 nm; oksazepam kislotada 234 va 280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Fenazepam: xloroformli eritmada 320 nm, spirtli eritmada 230 nm.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525"/>
                <a:gridCol w="2837450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UB maksimumi,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Xlordiazepoksid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246, 308 (kislota)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242, 284, 366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218, 260 (spirt)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Oksazepam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234, 280 (kislota)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Fenazepam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320 (xloroform), 230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jamlama jadvali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139, 140-142, 144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Benzodiazepinlarning 2 mingdan ortiq hosilasi bor, ulardan 12-15 tasi tibbiyotda keng ishlatiladi.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Nitrazepamning 90% dan ko‘prog‘i qon plazmasi bilan bog‘lanadi va peshobda faqat 5% o‘zgarmagan holda chiqadi.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Oksazepam diazepamning metabolitlaridan biri; plazmada 4 soatdan keyin yuqori konsentratsiyaga etadi va 48 soatda yo‘qoladi.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Fenazepamning suyuqlanish harorati 225-230°C; tabletkalari 0,0005-0,001 g va 0,0025 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1,4-benzodiazepin hosilalari: xlordiazepoksid, diazepam, nitrazepam, oksazepam, fenazepam;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133-144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