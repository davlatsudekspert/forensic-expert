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benzodiazepinlar sud-kimyoda tez-tez uchraydi? Doskada: reja 4 qadamda. Eslatma: bo‘lim sarlavhasida immunokimyoviy usul ko‘rsatilgan, lekin kitobning shu betlarida (133-144) IFT usuli bayon etilmagan — faqat gidroliz va YuQX-skrining berilgan; IFT ni o‘ylab topmang.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2 mingdan ortiq hosiladan faqat 12-15 tasi ishlatiladi? Doskada: to‘rt asosiy modda va ularning sintez ketma-ketligi. Tipik xato: benzodiazepinlarni barbituratlar bilan bir guruhga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spirt bilan birga qabul qilish nega xavfli? Doskada: kuchaytiriladigan moddalar ro‘yxati. Tipik xato: benzodiazepin va spirt birgalikdagi ta’sirini oddiy yig‘indi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kumulyatsiya tahlil natijasini qanday o‘zgartiradi? Doskada: kumulyatsiya -&gt; o‘rganish -&gt; qaramlik zanjiri. Tipik xato: «zararli ta’siri kam» degan fikrni «xavfsiz»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past konsentratsiya nima uchun «dozasi kichik» degani emas? Doskada: yarim parchalanish 1-2 sutka. Tipik xato: oksazepam vaqtini (4 soat) boshqa moddalarga umumlashtirish.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oksazepam nima uchun ham alohida dori, ham diazepam metaboliti? Doskada: diazepam -&gt; dezmetildiazepam -&gt; oksazepam -&gt; glyukuronid. Tipik xato: metabolit topilganda uni iste’mol qilingan modda deb xulosa qilish; teturam (antabus) bilan birga qabul qilinganda diazepam va xlordiazepoksid terapevtik faolligi ortadi (p.134).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2-3 sutkadan keyin oshqozonda modda topilishi ekspert uchun nimani bildiradi? Doskada: uch bosqich. Eslatma: kitobda berilgan qondagi mg/l zaharlanish va o‘lim chegaralari (p.134) malaka_errors E15 bo‘yicha shubhali,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benzodiazepin molekulasi kislotali gidrolizda benzofenonga aylanadi? Doskada: bosqichlar zanjiri. Tipik xato: gidroliz hajmlarini (10 ml siydik : 10 ml HCl; 2 ml qon : 2 ml HCl)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benzofenonning o‘rinbosarlari moddani qanday bildiradi? Doskada: jadvalni to‘ldiring. Kitobda xato: p.135 matnida nitrazepam gidrolizi AXB deb yozilgan, ro‘yxat va 17-jadvalda esa ANB (2-amino-5-nitro); fenazepam BXB ning to‘liq nomi kitobda chalkash berilgan (malaka_errors E17) — to‘liq nomi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kislotali muhitdagi xloroform qatlami tashlanadi? Doskada: pH 2 -&gt; xloroform (tashlanadi); pH 9-10 -&gt; efir (olinadi). Tipik xato: ikkala qatlamni aralashtirib yuborish. «Guvoh» eritmalar ham benzodiazepin saqlovchi preparatlarni gidroliz qilib olinadi (p.135).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MXB dog‘ining rangi AXB va ANB dan farq qiladi? Doskada: ranglar jadvali. Tipik xato: sariq dog‘ (MXB) ni «rangsiz» deb talqin qilish — kitobga ko‘ra u sariqligicha qoladi yoki ba’zan rang yo‘qoladi.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AXB ni xlordiazepoksid va oksazepamdan qanday farqlash mumkin? Doskada: Rf ni o‘sish tartibida yozing (ANB &lt; AXB &lt; BXB &lt; MXB). Tipik xato: kitob jadvalida AXB diazepam qatorida ham ko‘rsatilgan, lekin matnda diazepam MXB beradi deyiladi — jadval tuzilishidan kelib chiqqan noaniqlik.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gidrolizdan keyingi (benzol) va o‘zgarmagan modda uchun (etilasetat-metanol-ammiak) sistemalar farq qiladi? Doskada: ikki sistemani yonma-yon yozing. Tipik xato: bu sistema Rf larini 17-jadval (benzol) bilan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«yetarli o‘rganilmagan» degan ibora ekspert uchun muhim? Doskada: ningidrin reaksiyasi bosqichlari. Eslatma: kitobda Vitali-Moren reaksiyasi barcha 1,4-benzodiazepinlar uchun umumiy deyilgan (p.136) — bu malaka_errors E16 bo‘yicha shubhali,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nam kamera nima uchun kerak? Doskada: reaktiv va kristall shakli. Tipik xato: kristallarning paydo bo‘lish vaqtini hisobga olmay erta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reaktivlar qo‘shish ketma-ketligi va 3 daqiqalik intervallarning ahamiyati. Doskada: diazotirlash -&gt; sulfaminat -&gt; azo bo‘yoq bosqichlari. Qo‘shimcha usul: spirtli eritmaning 200-300 nm UB sohasidagi maksimal yutilishi optik zichligini o‘lchash (p.138).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eruvchanlik biologik ob’ektdan ajratishni qanday belgilaydi? Doskada: sinonimlar ro‘yxati. Tipik xato: sinonimlarni turli moddalar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aniqlanish davri ekspert tanlagan ob’ektga qanday ta’sir qiladi? Doskada: vaqt o‘qida 35-45 daq, 1-8 soat, 8-24 soat, 2-3 sutka. Tipik xato: yarim parchalanish davrini (6-8 soat) metabolit uchun emas, xlordiazepoksid uchun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asos va laktam uchun ekstraksiya pH nima uchun farq qiladi? Doskada: ikki ekstraksiya sharoiti. Tipik xato: faqat ishqoriy ekstraksiya qilib, laktamni yo‘qotish.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xlordiazepoksid reaksiyalari boshqa benzodiazepinlardan qanday farq qiladi? Doskada: jadvalni to‘ldiring. Eslatma: kitobda Vitali-Moren reaksiyasi ham keltirilgan, lekin u bu guruh uchun xos emas (malaka_errors E16) — kiritilmadi. Kitobda YuQX aralashmasi nisbati OCR da buzilgan — nisbat slaydga yozilmadi.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UB ni kislotali va ishqoriy muhitda olish identifikatsiyani kuchaytiradi? Doskada: 246/308 (kislota) va 262 (ishqor). Eslatma: kitobdagi ε=1112 qiymati belgisi noto‘g‘ri bo‘lishi mumkin (aslida A(1%,1 sm), malaka_errors E2),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surunkali qabul qilishda nega N-demetildiazepam kechroq maksimumga yetadi? Doskada: 2-6 soat; 18 soat; 4-6 sutka; 5-8 sutka. Tipik xato: bir martalik va surunkali qabul vaqtlarini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mikrokristallar shakli identifikatsiyada qanday rol o‘ynaydi? Doskada: ikkita reaktiv va ularning kristall shakli. Tipik xato: nam kamera vaqtini (10-15 va 20-30 daq)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YuQX sistemasidan qaysi birini birinchi tanlaysiz? Doskada: ikkala sistema. Eslatma: kitobdagi ε=1020 qiymati aslida A(1%,1 sm) bo‘lishi mumkin (malaka_errors E2),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oqsil bilan 90% bog‘lanish ekstraksiyaga qanday ta’sir qiladi? Doskada: 0,005 g; 24 soat; 23%; 5%/95%. Tipik xato: o‘zgarmagan nitrazepamni topishga umid qilib, 7-aminometabolitlarni qidirmaslik.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ikki pH da (1-2 va 10) alohida ekstraksiya qilinadi? Doskada: pH 1-2 va pH 10 ekstraksiyalarni yonma-yon. Tipik xato: 20, 15, 15 ml hajmlarni bir xil 3x20 ml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ferritsianid reaksiyasi nima uchun nitrazepam uchun tanlovchan? Doskada: jadvalni to‘ldiring. Tipik xato: ferritsianid natijasini boshqa benzodiazepinlarga ham umumlashtirish.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nitrazepam uchun UB maksimumlari muhitga qarab qanday o‘zgaradi? Doskada: spektr maksimumlari jadvali. Tipik xato: etanol va sulfat kislota eritmalaridagi maksimumlarni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oksazepam topilsa, diazepam qabul qilinganmi? Doskada: oksazepam hosil bo‘lish yo‘li. Tipik xato: oksazepam topilishi doim uni to‘g‘ridan-to‘g‘ri iste’mol qilishni bildiradi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oksazepam uchun Izotov o‘rniga Fartushniy usuli nima uchun? (kitobda sabab aytilmagan). Doskada: erituvchi muhitga qarab UB maksimumlari. Eslatma: ε=1235 va ε=85 qiymatlari belgisi noto‘g‘ri bo‘lishi mumkin (malaka_errors E2),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fenazepam doz oralig‘i boshqa benzodiazepinlardan nimasi bilan farq qiladi? Doskada: tablet dozalari. Tipik xato: kitobda fenazepam metabolitining nomi (BXB) chalkash berilgan (malaka_errors E17) —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Belshteyin sinovi nimani isbotlaydi (galogen borligini, qaysi galogen ekanini emas)? Doskada: fenazepam tarkibida xlor va brom. Tipik xato: Belshteyin sinovi bilan modda identifikatsiya qilingan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noma’lum benzodiazepin qanday tahlil sxemasi bilan aniqlanadi? Doskada: butun sxema. Tipik xato: faqat gidroliz mahsulotiga qarab aniq modda nomini aytish — AXB ham xlordiazepoksid, ham oksazepamdan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1,4-benzodiazepin hosilalari: xlordiazepoksid, diazepam, nitrazepam, oksazepam, fenazepam; gidroliz-benzofenon usuli (Izotov), immunokimyo, YuQX-skrining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Bo‘lim: 1,4-benzodiazepin hosilalari, umumiy ma’lumotlar; ashyoviy dalillardan ajratib olish, immunokimyoviy va YuQX-skrining usullarida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trankvilizator, kislotali gidroliz, benzofenon, Izotov usuli, Bratton-Marshall reaksiyasi, YuQX, UB-, IQ- va mass-spektr.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umumiy ma’lumot -&gt; metabolizm va zaharlanish -&gt; gidroliz-benzofenon usuli -&gt; alohida moddalar.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133, 133-144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1,4-benzodiazepinlar: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 hosilalari trankvilizatorlar qatoriga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O‘tgan asrning 60 yillari boshida xlordiazepoksid, keyinroq diazepam, nitrazepam va oksazepamlar sintez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Guruhning 2 mingdan ortiq hosilasi bor; ulardan 12-15 tasi tibbiyotda keng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Xlordiazepoksid, diazepam, oksazepam, nitrazepam toksikologik hamda narkologik ahamiyatga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Tinchlantiruvchi (trankvilizator) va uxlatuvchi faollikka ega; qo‘rqish, bezovtalik, hayajonlanish va bosh og‘rig‘ini qoldiradi.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Uxlatuvchi va miorelaksantlik xossasiga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spirti, giyohvandlik vositalari, giyohvand analgetiklar va uxlatuvchi moddalar ta’sirini kuchaytiradi.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xususiyatlari va qaramlik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Polyak olimlari A.Velbel va boshqalar (1984) benzodiazepinlarning zararli va zaharli ta’siri kam kuzatilishini ta’kidlagan.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Xlordiazepoksid va fenazepamda mushaklar tonusi pasayadi; diazepam miorelaksantlar faolligini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qabul qilinganda kumulyatsiyalanadi, o‘rganib qolish, psixik va fizik qaramlik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Farmakokinetika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1,4-benzodiazepinlar oshqozon-ichak orqali organizmda tez so‘riladi.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yarim parchalanish davri o‘rtacha 1-2 sutka; oksazepam 4 soat ichida maksimal konsentratsiyaga etadi, ikkinchi sutka oxirida plazmadan chiqib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Diazepam qabul qilingach, birinchi va ikkinchi hafta davomida plazmada uning metabolitlari ortishi gaz xromatografiyasi bilan isbotlangan.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Diazepam 2-4 barobar ortiq dozada uzoq qabul qilinsa ham plazmada konsentratsiyasi past bo‘lib turishi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133, 134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Diazepam va xlordiazepoksid jigarda N-demetillanish orqali parchalanadi; dezmetildiazepam gidroksillanishga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Xlordiazepoksid jigarda gidroksillanish va dealkillanishga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Diazepamning N-demetillanish mahsuloti oksazepam glyukuron kislotasi bilan suvda eriydigan glyukuronid hosil qilib, peshob orqali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Nitrazepam qaytariladi; uning 20% peshobda 7-amino- va 7-asetilamino metabolitlar shaklida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va klinik bosqichlar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Benzodiazepin hosilalari oshqozon va ingichka ichakdan so‘riladi hamda qon plazmasi oqsillariga bog‘lanadi.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Behush yotgan bemorlar oshqozonida modda qabul qilingandan 2-3 sutkadan keyin ham aniqlanishi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Hushdan ketish 12 soatdan oshsa, bronxopnevmoniya, kollaps, jigar va buyrak yetishmovchiligi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1) Mudrash, yengil uxlab qolish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2) Yuzaki koma: behushlik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3) Hushdan ketish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Zaharlanishning 3 klinik bosqichi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Izotov usuli: gidroliz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 mahsulotlari bo‘yicha tahlilni B.N.Izotov, I.V.Volkova va boshqalar taklif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(2 ml qon) + 10 ml (2 ml) konsentrlangan HCl; qaytar sovutgichda 1 soat hammomda.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To‘yingan NaOH bilan pH=8-10; 10 ml xloroform bilan 2 marta ekstraksiya.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Peshob/qon + konsentrlangan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Qaytar sovutgich, 1 soat, hammom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NaOH bilan pH=8-10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2x10 ml xloroform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Bug‘latish, YuQX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Gidroliz-benzofenon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134, 134-135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Gidroliz mahsulotlari: benzofenonlar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bilan bog‘liq 2,5-diaminobenzofenon (DAB) ham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Oksazepam xlordiazepoksid kabi AXB (2-amino-5-xlorbenzofenon)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706108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442391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Xlordiazepoksid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AXB (2-amino-5-xlorbenzofenon)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MXB (2-metilamino-5-xlorbenzofenon)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ANB (2-amino-5-nitrobenzofenon)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BXB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Gidroliz mahsulotlari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ob’ektdan Izotov bo‘yicha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Oshqozon, ichak, jigar, buyrak; maydalangan ob’ekt nordon suv (pH=2) bilan 1 soat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ajratma quyib olinib, xloroform bilan ekstraksiyalanadi; xloroform qavati to‘kib tashlanadi.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pH=9-10 ga keltirilib, dietil efir bilan 3 qayta ekstraksiyalanadi; efir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 suv (pH=2), 1 soat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(tashlanadi)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pH=9-10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Dietil efir, 3 marta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Bug‘latish, xloroformda eritish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Izotov bo‘yicha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Benzofenonlarni YuQX da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sistema sifatida benzol ishlatiladi; plastinkada turli intensivlikdagi sariq dog‘lar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NaNO2, 0,1% HCl, 0,5% sulfanil kislota va naftolning ishqordagi eritmasi purkaladi.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Rangdan tashqari Rf ko‘rsatkichlari bo‘yicha ham aniqlanadi (17-jadval).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168"/>
                <a:gridCol w="340780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Benzofenon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yorqin 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MXB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(ba’zan rang yo‘qoladi)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Purkashdan keyingi ranglar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135-136, 136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17-jadval: Rf va UB-spektr maksimumlari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Nitrazepamning DAB mahsuloti start chizig‘ida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Benzodiazepin gidroliz mahsulotlari Rf va UB maksimumi bo‘yicha farqlanadi.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1552684"/>
                <a:gridCol w="14531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UB,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ANB (nitrazepam)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0,17-0,18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238, 358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BXB (fenazepam)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0,43-0,45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230, 400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MXB (diazepam)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238, 410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AXB (xlordiazepoksid)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0,35-0,37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238, 390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Gidroliz mahsulotlari (17-jadval)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O‘zgarmagan benzodiazepinlarni YuQX da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KSK markali silikagel yoki «silufol» yupqa qavatli plastinkalari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Erituvchilar sistemasi: etilasetat, metil spirti va ammiakning 25% eritmasi (85:10:5).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Plastinkadagi dog‘lar Dragendorf reaktivini purkab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reaksiyalar: ningidrin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 hosilalari identifikatsiyasi yetarli ravishda o‘rganilmagan; ularga quyidagi reaksiyalar umumiy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Ningidrin: eritmaga ningidrin qo‘shib, suv hammomida 3 daqiqa qizdiriladi, 5 ml etil spirti qo‘shilsa eritma ko‘k rangga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2 tomchi mis sulfatning 1% eritmasi qo‘shilsa, avval qizil, so‘ng qo‘ng‘ir rangga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Cho‘kma hosil qiluvchi 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Preparatning xloroformli eritmasi buyum oynachasiga tomizilib, erituvchi uchiriladi.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0,1 n HCl dan 1 tomchi, 5-10 daqiqadan so‘ng bir tomchi reaktiv.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amorf cho‘kma yoki qizil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 yodid kompleksi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 daq: to‘q qo‘ng‘ir tayoqchalar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Yodmonoxlorid 0,8% (spirtli)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ninasimon, 45-60 daq: prizma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 yodid kompleksi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 soat: to‘q qo‘ng‘ir ninalar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Barcha benzodiazepinlar uchun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136-137, 137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tahlil: Bratton-Marshall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Fotokolorimetrik usul Bratton-Marshall reaksiyasiga asoslangan; qizil olcha rangli mahsulot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HCl bilan gidrolizdan keyin sovutilgan suyuqlikka NaNO2 ning 10% eritmasi qo‘shilib, 3 daqiqaga qoldiriladi.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Ammoniy sulfaminatning 0,5% eritmasidan 0,5 ml qo‘shilib, yana 3 daqiqa; so‘ng naftiletilendiamin digidroxloridning 0,1% eritmasidan 0,5 ml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Optik zichlik standart eritma bilan FEK da solishtiriladi, miqdor kalibrlash grafigi yordamida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Xlordiazepoksid: xossalari va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Oq-sarg‘ish kristall kukun, suvda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elenium, xlozepid, timazin, librium, dekadil, napoton, radedur.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Trankvilizatorlikdan tashqari mushaklarni bo‘shashtiradi, ishtahani ochadi, oshqozon va o‘n ikki barmoqli ichak yaralarini davolashda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Xlordiazepoksid: farmakokinetika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marta qabul qilingach 35-45 daqiqa ichida 0,015-0,025 g so‘riladi; eng yuqori konsentratsiya 1-8 soat ichida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metabolitlari N-dimetilxlordiazepoksid va laktam; birinchisining eng yuqori konsentratsiyasi 8-24 soat, yarim parchalanish davri 6-8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qilinganning 35-60% peshob bilan, 20% najas bilan chiqariladi; qon plazmasidan 2-3 sutka davomida aniqlanishi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Xlordiazepoksid suvli muhitda ishqoriy sharoitda organik erituvchilar yordamida ekstraksiya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Metaboliti laktam neytral va kislotali sharoitda dietil efiri bilan ekstraksiya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materialdan B.N.Izotov usulida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«silufol», ammiak-metanol-xloroform-aseton aralashmasi; Dragendorf reaktivi.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66"/>
                <a:gridCol w="32735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Ningidrin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mahsulot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aralashma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olov rangli mahsulot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Xlordiazepoksid: 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Xlordiazepoksid: spektral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qoldiq kislotada eritiladi, 246 va 308 nm da maksimum; ishqordagi eritma 262 nm da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 (KBr plastinka): 747, 1240, 1561, 1125, 1095, 1220 sm-1 sohalarida yutilish.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Mass-spektr: 282, 299, 284, 283, 241, 56, 301, 253 m/z; miqdori SF va FEK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Diazepam: xossalari va farmakokinetikasi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seduksen, relanium, eridan, sibazon, apaurin, valium. Uyquni yaxshilaydi, nevrozda qo‘rquvni kamaytiradi, epilepsiyada boshqa preparatlar bilan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qilingach diazepam va metabolitlari qonda 2-6 soat ichida aniqlanadi, 18 soat ichida sekin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Surunkali qabul qilinganda 4-6 sutkadan keyin muallaq miqdori; N-demetildiazepam 5-8 sutkada maksimumga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60-70% peshob, 9-10% najas orqali chiqadi; peshob orqali yarim chiqarilish davri 2-7 sutka; asosan metabolitlar holida.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139, 139-140, 140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Diazepamni ajratish va mikrokristallar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ob’ektdan kislotali va ishqoriy sharoitda organik erituvchilar bilan ajratiladi (Izotov usuli).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Ningidrin bilan sariq-qo‘ng‘ir rangli mahsulot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yodidning KI dagi eritmasi bilan amorf cho‘kma, nam kamerada 10-15 daqiqadan so‘ng olti burchakli plastinkalar va cho‘zinchoq prizmalar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rodanid kompleksi bilan mayda sferoidlar hosil bo‘lib, nam kamerada 20-30 daqiqada kristallar majmuasiga birlashadi.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Diazepam: YuQX va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etilasetat, ammiak 25% va metil spirti (26:1,6:3,3) yoki xloroform va aseton (9:1); dog‘ Dragendorf reaktivi bilan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qoldiq kislotada eritiladi; 242, 284 va 366 nm da maksimum.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IQ: 749, 1325, 1485, 1692 sm-1; mass-spektr: 256, 283, 284, 285, 257, 255, 258, 286 m/z; miqdori SF, FEK usullarida.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Nitrazepam: xossalari va farmakokinetikasi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eunoktin, radedorm, magadon, neozepam; 1963 yilda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Trankvilizatorlik xususiyati boshqa benzodiazepinlardan kuchsiz, uxlatuvchilik xususiyati sezilarli yuqori.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marta qabul qilinganda qondagi maksimal miqdori 0,005 g, 24 soatdan so‘ng erishiladi; 90% dan ko‘prog‘i plazma oqsillari bilan bog‘lanadi.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48 soat ichida 23% chiqariladi; peshobda faqat 5% o‘zgarmagan, 95% metabolitlar (7-aminonitrazepam, 7-asetoaminonitrazepam).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Nitrazepamni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Nitrazepam ishqoriy suvli eritmalardan organik ajratuvchilar yordamida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3 marta to‘yintirilgan oksalat kislota eritmasi (pH=1-2) bilan 1 soatdan qoldiriladi; sentrifugat 3 marta xloroform-etilasetat (1:1) bilan 20, 15 va 15 ml dan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Sentrifugatga ishqor qo‘shib pH=10 ga etkazilib, yana xloroform-etilasetat (1:1) bilan 20, 15 va 15 ml dan ekstrakt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Nitrazepam: mikrokristalloskopiya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reaksiyalardan tashqari quyidagi xususiy mikrokristalloskopik reaksiyalar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ferritsianid reaksiyasini benzodiazepinning boshqa hosilalari bermaydi.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7418"/>
                <a:gridCol w="321055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Yodning 0,1 n eritmasi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10-15 daq: ninasimon to‘q 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 yodid (KI 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amorf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 ferritsianid 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prizma shaklidagi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PbI2/KI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 daq: to‘q qizil 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Nitrazepam: xususiy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Nitrazepam: spektrlar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etil spirtdagi eritma 218 va 260 nm; sulfat kislotadagi eritma 277 va 340 nm da maksimum.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IQ: 696, 1339, 1534, 1611, 1695 sm-1; mass-spektr: 280, 253, 281, 206, 234, 252, 254, 264 m/z.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SF va FEK usullarida; FEK da Bratton-Marshall reaksiyasida hosil bo‘lgan olcha rang qizil mahsulot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141, 141-142, 142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Oksazepam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tazepam, adumbron, nozepam, praksiten, seraks, serenal. Oq kristall kukun, suvda deyarli erimaydi, etil spirti va xloroformda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ta’siri xlordiazepoksid va diazepamga yaqin; diazepamga nisbatan kam zaharli, kuchsiz tirishishga qarshi va miorelaksant.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Diazepam metabolitlaridan biri: 4 soatdan keyin plazmada glyukuronid holida yuqori konsentratsiyaga etadi, 48 soatda plazmadan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bilan glyukuronid holida, axlat bilan o‘zgarmagan holda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Oksazepamni ajratish va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A.F.Fartushniy usuli: 25 g maydalangan ob’ektga gidrofosfatning suvli eritmasidan 3 ml qo‘shib gomogenlanadi; gomogenat 3 marta 10 ml etil efiri bilan ekstraksiya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xloroform-propil spirti-aseton (9:0,4:1); aniqlovchi — natriy tiosulfat eritmasi; sariq yoki zarg‘aldoq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kislotada 234 va 280 nm; ishqorda 233 va 344 nm; etanolda 230 va 315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IQ: 698, 1325, 1129, 1711, 1693 sm-1; mass-spektr: 257, 77, 268, 239, 205, 267, 233, 259 m/z; miqdori SF, FEK usullarida.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142, 143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Fenazepam: xossalari va ishlatilishi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fenorelaksan, elzepam, trankvizepam, fezanef, fezipam.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yoki bir oz och sarg‘ish kristall kukun; suvda va efirda deyarli erimaydi, 95% spirtda kam eriydi; suyuqlanish harorati 225-230°C.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trankvilizator, titroqqa qarshi va uxlatuvchi ta’sir ko‘rsatadi; tabletkalarda 0,0005-0,001 g va 0,0025 g dan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Metaboliti glyukuron kislotasi bilan glyukuronidlar hosil qiladi; biologik ob’ektdan B.N.Izotov usulida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Fenazepamni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xloroform-aseton (9:1) yoki benzol-etanol-dietilamin (9:1:1); aniqlovchi — Mune bo‘yicha modifikatsiyalangan Dragendorf reaktivi, zarg‘aldoq dog‘; UB nurida siyoh rangdagi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Belshteyin usuli: mis simchasi ustida fenazepam kristali alangaga tutilsa, alanganing rangsiz qismi yashil rangga bo‘yaladi (galogen).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xloroformli eritma 320 nm, spirtli eritma 230 nm; IQ: 2896, 1655, 1432, 1091, 1035, 877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Mass-spektr: 321, 349, 177, 75 m/z; miqdori SF, FEK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143, 143-144, 144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1,4-benzodiazepinlar: xlordiazepoksid, diazepam, nitrazepam, oksazepam, fenazepam; tez so‘riladi, kumulyatsiyalanadi, qaramlik chaqirishi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Izotov usuli: kislotali gidroliz -&gt; benzofenonlar (AXB, MXB, ANB, BXB) -&gt; YuQX (benzol) va rangli purkash.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Tasdiqlash: ningidrin, mikrokristallar, UB-, IQ- va mass-spektr; miqdori — Bratton-Marshall (FEK) yoki spektrofotometriya.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xlordiazepoksid, diazepam, nitrazepam, oksazepamni qon va peshobdan ajratish va gidroliz reaksiyasini yozish.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133-134, 134-136, 136-144, 144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Benzodiazepinlarning 2 mingdan ortiq hosilasi bor, ulardan 12-15 tasi tibbiyotda keng ishlatiladi.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Nitrazepamning 90% dan ko‘prog‘i qon plazmasi bilan bog‘lanadi va peshobda faqat 5% o‘zgarmagan holda chiqadi.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Oksazepam diazepamning metabolitlaridan biri; plazmada 4 soatdan keyin yuqori konsentratsiyaga etadi va 48 soatda yo‘qoladi.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Fenazepamning suyuqlanish harorati 225-230°C; tabletkalari 0,0005-0,001 g va 0,0025 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 hosilalari: xlordiazepoksid, diazepam, nitrazepam, oksazepam, fenazepam;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133-144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