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bu uch modda alohida farqlanishi kerak? Doskada: reja. Eslatma: mashg‘ulot sarlavhasida «GSX usulida miqdor tahlili» deyilgan, ammo amaliy qism (181-185) GSX bajarish tartibini bermaydi — faqat kimyoviy reaksiyalar; GSX bu yerda qisqa eslatma sifatida (53-dars). Tipik xato: GSX ni amaliy ishda bajariladigan reaksiya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izonitril reaksiyasi uchun nima talab qilinadi? (Havo tortuvchi shkaf — toks 182.) Doskada: jihozlar. Tipik xato: ikkinchi distillyat o‘rniga birinchi (ishqorli) distillyatni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xloroform namunasini nega yorug‘likdan saqlash kerak? (Fosgen hosil bo‘lishi.) Doskada: 5-10 g, 1:200. Tipik xato: xloroform bilan surunkali zaharlanishni unutish: jigar sirrozi (toks 36). Kitobda: xloroform «62 °C» (toks 36, xato); to‘g‘ri qiymat 61,16 °C (malaka 054, 2-jadval).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xloralgidrat ishqorda xloroformga o‘tishi farqlash usuliga qanday ta’sir qiladi? Doskada: xloralgidrat -&gt; xloroform (NaOH). Tipik xato: xloralgidratni uchuvchan suyuqlik deb hisoblash — u kristall modda.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DXE bu mashg‘ulotda alohida o‘tilmaydi? (Kitob: faqat o‘qituvchi ko‘rsatmasi bilan.) Eslatma: DXE uchun xos reaksiyalar (Fudjivara, mis atsetilenidi) 39-betda. Tipik xato: DXE ni izonitril va Feling reaksiyasiga berish — u bu reaksiyalarni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25% ammiakda eriydigan oq cho‘kma yoki loyqa (galogen hosilalari bor). Muhokama: kitob ’sababini tushuntiring‘ deydi — nega nazorat probirkasi kerak? Kitob talabi: xloroform, xloralgidrat va CCl4 uchun tenglamalarni yozing. Tipik xato: nitrat kislota qo‘shmay AgNO3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manfiy natija nimani bildiradi? (Galogenli birikmalar yo‘q.) Doskada: ’xlor bor = ha, qaysi modda = hali yo‘q’. Tipik xato: bu reaksiya asosida xloroformni aniqlandi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badbo‘y hid (izonitril). Xavfsizlik: faqat so‘rish shkafida; ish tugagach sulfat kislota bilan zararsizlantiriladi. Kitob talabi: tenglamani yozing. Tipik xato: hidni shkafdan tashqarida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rezortsinda binafsha yoki qizil rang; Felingda sariq, so‘ng qizil cho‘kma. Muhokama: rezortsin reaksiyasini yana qaysi modda beradi? (Kitob: xloralgidrat, CCl4, formaldegid — toks 37; dixloretan bermaydi.) Kitob talabi: tenglamalar va sud-kimyoviy ahamiyat. Tipik xato: Feling bilan CCl4 ’musbat’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Eslatma: Fudjivara reaksiyasining bajarish tartibi (hajm, harorat) kitobning 181-185 betlarida berilmagan; «Charxpalak» jadvalida (183) nomi bor. Reaktiv miqdorlarini o‘qituvchi beradi. Muhokama: nega piridin kerak? (Kitob: piridin tuzi hosil bo‘ladi.) Tipik xato: bajarish miqdorlarini o‘ylab topish.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alkilgalogenidlar birinchi emas, ikkinchi distillyatda izlanadi? (Birinchi distillyat faqat HCN uchun — toks 28.) Doskada: distillyat №1 va №2 sxemasi. Tipik xato: birinchi (ishqorli) distillyatni galogen reaksiyalariga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formaldegid ham Feling beradi — natijani baholashda nimaga e’tibor beriladi? Doskada: CHCl3 -&gt; HCOOH -&gt; Cu2O. Eslatma: kitob tenglamasi (toks 37) koeffitsientlari bilan to‘liq tenglashtirilmagan (kitobda xato: koeffitsientlar) — talaba o‘zi tenglashtirib yozadi. Tipik xato: Feling musbat natijasini faqat xloroformga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Kutilayotgan natija: ish daftarida har bir reaksiya (reaktiv, kuzatuv, nazorat) yozilgan. Muhokama: Cl- reaksiyasi musbat, Feling manfiy bo‘lsa nima deb yoziladi? Tipik xato: reaksiya natijasidan modda nomini xulosa sifatida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talaba kitobdagi bo‘sh jadvalni (182) to‘ldiradi. Eslatma: jadvaldagi ’CHCl3, xloral.’ ustuni xloroform va xloralgidratni birga ko‘rsatadi — ular bu to‘rt reaksiyada bir xil natija beradi (toks 37-38); ularni farqlash keyingi slaydda. Tipik xato: jadvalga dixloretanni qo‘shib, izonitril ’musbat’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xloralgidratda qoldiq reaksiya beradi, xloroformda — yo‘q. Muhokama: nega efirni uy haroratida, qizdirmay uchiramiz? (Kitob sababini aytmaydi.) Tipik xato: efirni qizdirib, xloralgidratni ham uchirib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Nessler reaktivi bilan xloroformga reaksiya tavsifi kitoblarda va ko‘rilgan malaka materiallarida topilmadi — bu slaydda to‘qilmadi. Muhokama: Feling reaksiyasi qaysi juftni farqlaydi? Tipik xato: Nessler reaksiyasini tavsiflab yozish. Malaka 004 dagi «CCl4 + 2,7-dioksinaftalin» tavsifi tasdiqlanmagani uchun slayddan olindi; kitobda bu reaksiya faqat trening jadvalida nomi bilan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Eslatma: DXE tahlili bu mashg‘ulotda faqat o‘qituvchi ko‘rsatmasi asosida (toks 183). Atsetilenid reaksiyasi ampula talab qiladi — talaba mustaqil bajarmaydi. Muhokama: nega DXE izonitril bermaydi? Tipik xato: atsetilenid reaksiyasini oddiy probirkada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xlor oldin xlorid ionga o‘tkaziladi? Doskada: ’org. Cl -&gt; Cl- -&gt; AgNO3/NH4CNS’. Eslatma: malaka 004 va 097 ham alkilgalogenidlar miqdorini GSX bilan aniqlashni ko‘rsatadi; kitobda GSX parametrlari berilmagan. Tipik xato: argentometrik usul faqat noorganik xlor uchun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talaba CCl4 ni taxmin qiladi (kitob: yong‘inni o‘chirishda ishlatiladi — toks 38), keyin farqlash rejasi: Cl- ga o‘tkazish, izonitril, Feling (CCl4 manfiy). Kitob keysga tayyor javob bermaydi. Muhokama: qon namunasidan bu moddani qanday ajratamiz? (Suv bug‘i bilan haydash — oldingi mashg‘ulotlar.) Tipik xato: faqat bir reaksiya asosida xulosa.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oq cho‘kma — galogen hosilalari (xloroform, xloralgidrat, CCl4); jigar yog‘ bosishi CCl4 ga mos (toks 38: jigarni yog‘ bosadi), shu sababli farqlash reaksiyalari rejalanadi. Kitob javob bermaydi. Tipik xato: oq cho‘kma asosida bitta moddani nomlash.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Feling musbat — xloroform yoki xloralgidrat (CCl4 va dixloretan bermaydi — toks 37); ularni efir bilan farqlash tartibi (182-183) rejalanadi. Eslatma: Feling reaksiyasini aldegidlar (formaldegid) ham beradi (toks 37) — bu hisobga olinadi. Tipik xato: Feling musbat = xloroform deb yakuniy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talabalar kitobdagi bo‘sh jadvalni to‘ldiradi; ishonchli javoblar — oldingi ’Natijalar’ slaydi (organik xlor, izonitril, rezortsin, Feling). Fudjivara, 2,7-dioksinaftalin va Nessler uchun natijalar kitobda to‘liq yozilmagan: bo‘sh qoldiriladi yoki o‘qituvchi to‘ldiradi. Tipik xato: bo‘sh kataklarni taxmin bilan to‘ldirish.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misol keltiring. Doskada: 17 savolni raqamlab yozing. Tipik xato: javobda xloroform va xloralgidratni bir xil modda sifatida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Hisobot: talaba ish daftariga har bir reaksiya natijasi va farqlash xulosasini yozadi. Xavfsizlik: xloroform va CCl4 bug‘ini hidlamang; so‘rish shkafi, qo‘lqop (kitobda umumiy ko‘rsatma yo‘q; o‘qituvchi talab qiladi). Tipik xato: reaksiyalarni shkafsiz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Ikkinchi distillat: xloroform, xloralgidrat, CCl4 ni farqlash (GSX)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6-laboratoriya mashg‘uloti: ikkinchi distillyatni xloroform, xloralgidrat, to‘rtxlorli uglerodlar uchun tekshirish va ularni bir-biridan farqlash.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uchuvchi xlor saqlovchi zaharli moddalarni bir-biridan farqlash.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distillyat tarkibidagi toksikologik ahamiyatli xlor saqlovchi moddalarni bir-biridan farqlash reaksiyalarini o‘rgatish.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xloroform, xloralgidrat va to‘rtxlorli uglerod moddalarini bir-biridan farqlash reaksiyalarini bajaradi.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Asbob-uskunalar: distillyat, kolbalar, probirkalar, reaktivlar,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Xloroform: ahamiyati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CHCl3 — organizmga zaharli ta’sir etuvchi birikma; sanoatda, dog‘ tozalashda va jarrohlikda narkoz sifatida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5-10 g xloroform kuchli zaharlanishga olib keladi; o‘lim nafas olish markazi falajlanishidan sodir bo‘ladi; patologoanatomik ko‘rinish xarakterli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rangsiz, tiniq, suvdan og‘ir, suvda yomon eriydigan (1:200) suyuqlik; suv bug‘i bilan tez va oson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havoda quyosh nuri ta’sirida oksidlanib juda zaharli fosgenni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Xloralgidrat va to‘rtxlorli uglerod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 organizmga xloroform kabi ta’sir qiladi; tibbiyotda 0,2-0,5 g atrofida tinchlantiruvchi, uxlatuvchi preparat sifatida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 — rangsiz kristall yoki kukun, suvda va efirda yaxshi eriydi; ishqoriy muhitda va yuqori haroratda parchalanib xloroform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CCl4 jigar va buyrakni tez ishdan chiqaradi, jigarni yog‘ bosadi; tibbiyotdagi dozasi 3 ml.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CCl4 va xloralgidrat B shkafda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1,2-Dixloretan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1,2-dixloretan (DXE) xloroform va CCl4 dan tutab yonishi bilan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bilan zaharlanganda qayt qilish, ich ketish, jigarda og‘riq, qorin shishishi, uremiya kuzatiladi; 15-20 ml DXE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bioob’ektdan suv bug‘i yordamida haydab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Distillyatdagi dixloretan tahlili maxsus qo‘llanmaga binoan faqat o‘qituvchi ko‘rsatmasi asosida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38, 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1-bosqich: organik xlorni xlorid ionga o‘tkazish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ml distillyatga 1 ml 10% NaOH (spirtli) qo‘shilib, 2-3 daqiqa suv hammomida qaynatiladi.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Sovitilgach, 10% HNO3 bilan nordonlashtirilib, 5% AgNO3 dan 0,5 ml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probirkada shu sharoitda tozalangan suv bilan reaksiya olib borilib, natijalar solishtiriladi.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NaOH (spirtli)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hammomida 2-3 daq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HNO3, so‘ng AgNO3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Oq cho‘kma/loyqa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Organik xlor -&gt; Cl-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181, 182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Birinchi reaksiyaning talqini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Cho‘kma yoki loyqa 25% ammiak eritmasida eriydi — distillyat tarkibida galogen hosilalari borligidan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 atomini saqlovchi barcha birikmalar bu reaksiyani beradi; shu sababli reaksiya manfiy sud-kimyoviy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Demak, bu reaksiya moddalarni bir-biridan farqlamaydi: xloroform, xloralgidrat va CCl4 uchun musbat.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182,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Izonitril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ml ikkinchi distillyatga 10 tomchi 10% natriy ishqorining spirtdagi eritmasi va bir tomchi anilin tomiziladi, 1-2 daqiqa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Badbo‘y hid paydo bo‘lishi izonitril hosil bo‘lganini bildiradi; reaksiya havo tortuvchi shkaf tagida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Probirkaga oz miqdorda sulfat kislota qo‘shib, izonitril gidrolizlanadi, badbo‘y hid bartaraf etiladi va to‘kib tashlanadi.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Reaksiyani CCl4 va xloralgidrat beradi, dixloretan bermaydi.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182,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Rezortsin va Feling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Rezortsin: 1 ml distillyatga 1 ml yangi tayyorlangan 1% rezortsin (ishqorda) qo‘shiladi; qaynoq suv hammomida 2-10 daqiqa; binafsha yoki qizil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boshqa probirkada 1 ml tozalangan suv bilan; unda rang o‘zgarmasligi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Feling: 2 ml distillyat 2 ml Feling 1 va 2 bilan gaz alangasida 5-10 daqiqa qizdiriladi; sariq mis (II)-gidroksidi, so‘ng qizil mis (I)-oksidi cho‘kadi.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Fudjivara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Piridin ishqoriy sharoitda suv hammomida qizdirilganda alkilgalogenidlar bilan qizil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Piridin tuzi ishqoriy muhitda glutakon aldegidi hosilalariga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Fudjivara reaksiyasi dixloretan uchun xos reaksiyalardan biri.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37,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Ikkinchi distillyatni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distillyat 25 ml miqdorda bo‘sh toza kolbachaga yig‘iladi (suv bug‘i bilan haydash).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distillyat spirtlar, aldegid va ketonlar, alkilgalogenidlar, aromatik uglevodorod hosilalari va boshqa moddalarni aniqlash uchun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xloralgidratni farqlash uchun distillyatdan sof holda efirli ajralma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173, 26,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Feling reaksiyasining kimyoviy asosi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ishqor ishtirokida chumoli kislotasi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Chumoli kislotasi mis (II)-gidroksidni qaytaradi: avval sariq CuOH, so‘ng qizil Cu2O cho‘kadi.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Qaytarish xususiyatiga ega CHCl3, xloralgidrat va formaldegid bu reaksiyani beradi; CCl4 va dixloretan bermaydi.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hujjatlashtirish va talqin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Aktning kimyoviy tekshiruv qismida usullar, reaksiyalar, reaktiv va moslamalar ish daftari asosida tartib bilan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Aktning bu qismida kimyoviy formulalar yozish yoki biror muallif nomini keltirish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 aniqlanganda albatta miqdoriy tahlil o‘tkaziladi, chunki ayrim hollarda zararsiz moddaga xos reaksiyalar chiqib qolishi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Reaksiyalar natijalari: umumiy ko‘rinish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xlorni Cl- ga o‘tkazish: xloroform, xloralgidrat va CCl4 uchun musbat.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Izonitril: xloroform, xloralgidrat, CCl4 beradi; Feling: xloroform va xloralgidrat beradi, CCl4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Rezortsin: xloroform, xloralgidrat yoki CCl4 bo‘lsa binafsha yoki qizil rang.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2033836"/>
                <a:gridCol w="162706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CHCl3, xloral.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CCl4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Cl- ga o‘tkazish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Izonitril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Rezortsin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Manfiy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Natijalar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182,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 va xloralgidratni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distillyat 2-3 marta 5 ml efir bilan chayqatiladi; efir quruq idishga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 uy haroratida uchiriladi; qoldiq 1-2 ml suvda eritilib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Ijobiy natija — xloralgidrat (efir bilan uchmaydi); manfiy — xloroform (uchib ketadi).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efir chayqatiladi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uchiriladi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suvda eritiladi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Reaksiyalar: ha = xloralgidrat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Farqlash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182, 183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Xloroform va xloralgidratni CCl4 dan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 mis (II)-gidroksidni qaytarish xususiyatiga ega, to‘rtxlorli uglerod esa bu reaksiyani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«Charxpalak» jadvalida Fudjivara, 2,7-dioksinaftalin va Nessler reaktivi bilan reaksiyalar ham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Distillyatdagi dixloretan tahlili maxsus qo‘llanmaga binoan, faqat o‘qituvchi ko‘rsatmasi asosida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Dixloretanning xos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ishqor bilan qizdirilganda xlor atomi to‘liq ajralmaydi, shu sababli oddiy xlorid reaksiyasi bilan aniqlash cheklangan.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Atsetilenid mis: 1,2-dixloretan va NaOH ampulada qaynatilsa atsetilen hosil bo‘ladi; mis tuzlari bilan pushti yoki olcha rangli qizil mis atsetilenidi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DXE izonitril hosil qilmaydi va Feling suyuqligi bilan reaksiya bermaydi.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38,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Miqdori: argentometriya va GSX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Alkilgalogenidlar miqdori organik birikkan xlorni ajratib, argentometrik usulda aniqlanadi (indikator — temir ammoniy achchiqtoshi).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Dixloretan miqdori ham organik xlorni ajratgandan so‘ng argentometrik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 savollarida alkilgalogenidlarni GSX usulida tahlil qilish va miqdorini aniqlash so‘raladi.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37, 39, 185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5-keys: o‘t o‘chiruvchi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o‘t o‘chiruvchilardan birining qon namunasi tahlil uchun keltirildi; zaharlanish kimyoviy modda bilan sodir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dastlabki taxminlar qaysi modda uchun tahlil olib borishni ko‘rsatadi; yechimni aniq faktlar bilan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CCl4 tibbiyotda va veterinariyada, yong‘inni o‘chirishda ishlatiladi: og‘ir bug‘i yonayotgan neft, benzinni havo kislorodidan ajratib o‘chiradi.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183,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 1: jigar va buyrak sarg‘aygan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1961 yilda tug‘ilgan «S.F» murda ichki a’zolari (jigar, oshqozon, buyrak) keltirilgan; jigar va buyrak bo‘laklari sarg‘aygan va yog‘ qoplagan.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ikkinchi distillyat spirtli NaOH bilan qaynatildi, HNO3 bilan nordonlashtirib 5% AgNO3 0,5 ml qo‘shildi — 25% ammiakda eriydigan oq cho‘kma.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sud-kimyoviy tahlillar qaysi zaharli moddalar uchun olib 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 2: xlor hidi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1972 yilda tug‘ilgan «U.L» murda ichki a’zolari (jigar, oshqozon, qizilo‘ngach) keltirilgan; oshqozon va qizilo‘ngach bo‘laklarida o‘ziga xos xlor hidi kuzatilgan.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2 ml distillyat 2 ml Feling 1 va 2 bilan 5-10 daqiqa qizdirilganda sariq mis (II)-gidroksidi, so‘ng qizil mis (I)-oksidi cho‘kmaga tushdi.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sud-kimyoviy tahlillar qaysi zaharli moddalar uchun olib 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«Charxpalak»: reaksiyalar va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Jadvalda reaksiyalar: organik xlorni aniqlash, izonitril, rezortsin, Feling I va II, Fudjivara, 2,7-dioksinaftalin, Nessler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Tekshiriluvchi moddalar: xloroform, xloralgidrat, CCl4.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Mashq: har bir moddaga to‘g‘ri keladigan reaksiyalarni tanlang va hosil bo‘lgan o‘zgarishni yozing.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Alkilgalogenidlarga qaysi moddalar kiradi; ularning toksikologik va narkologik ahamiyati, zaharlanish belgilari va metabolizmi.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birikkan xlorni anorganik xlor ioniga o‘tkazish sharoiti; qaysi xlororganik birikmalar izonitril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xloralgidratning Feling suyuqligi bilan reaksiyasi; nima uchun CCl4 Feling bilan reaksiyaga kirishmaydi.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va xloralgidratni farqlash xususiyati; distillyatda CCl4 borligi qanday aniqlanadi; ularni GSX da tahlil qilish mumkinmi.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184, 185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Izonitril reaksiyasi havo tortuvchi shkaf tagida bajariladi; badbo‘y hid sulfat kislota bilan bartaraf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nur ta’sirida juda zaharli fosgenga oksidlanadi; CCl4 va xloralgidrat B shkafda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Farqlash: Cl- reaksiyasi hammasini beradi; Feling — CCl4 ni ajratadi; efir bilan uchirish — xloroformni xloralgidratdan ajratadi.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182, 36, 182-183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ochiq havoda quyosh nuri ta’sirida oksidlanib, juda zaharli fosgenni hosil 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CCl4 bilan bog‘liq korxona xodimlari har 6 oyda tibbiy ko‘rikdan o‘tkazilishi shart.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1,2-dixloretan 15-20 ml miqdorda o‘limga olib keladi; adabiyotlarda mutagen va kontserogen ta’siri aniqlangani aytiladi.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Xloralgidrat kristall modda bo‘lgani uchun uy haroratida efir bilan birga uchmaydi, xloroform esa uchib ketadi.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xloroform, xloralgidrat, CCl4 ni farqlash (GSX)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17, 26, 28, 36-39, 173, 181-185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№004 (TFI Toksikologik kimyo kafedrasi). Alkilgalogenidlar ma’ruzasi.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