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bu uch modda alohida farqlanishi kerak? Doskada: reja. Eslatma: mashg‘ulot sarlavhasida «GSX usulida miqdor tahlili» deyilgan, ammo amaliy qism (181-185) GSX bajarish tartibini bermaydi — faqat kimyoviy reaksiyalar; GSX bu yerda qisqa eslatma sifatida (53-dars). Tipik xato: GSX ni amaliy ishda bajariladigan reaksiya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izonitril reaksiyasi uchun nima talab qilinadi? (Havo tortuvchi shkaf — toks 182.) Doskada: jihozlar. Tipik xato: ikkinchi distillyat o‘rniga birinchi (ishqorli) distillyatni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ularni nima birlashtiradi? Doskada: 4 formula. Tipik xato: xloralgidratni alohida sinf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xloroform namunasini nega yorug‘likdan saqlash kerak? (Fosgen hosil bo‘lishi.) Doskada: 5-10 g, 1:200. Tipik xato: xloroform bilan surunkali zaharlanishni unutish: jigar sirrozi (toks 36). Kitobda: xloroform «62 °C» (toks 36, xato); to‘g‘ri qiymat 61,16 °C (malaka 054, 2-jadval).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patologoanatomik ko‘rinish xarakterli emas — bu sud kimyogari uchun nimani anglatadi? Doskada: raqamlar. Qaynash harorati kitobda 62 °C deb berilgan, ilmiy muharrir qarori bo‘yicha slaydga yozilmadi. Tipik xato: surunkali zaharlanishni o‘tkir zaharlanish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xloroform namunasi nur ta’siridan saqlanadi? (kitobda saqlash ko‘rsatmasi yo‘q — o‘qituvchi izohi.) Doskada: CHCl3 + O → COCl2 + HCl. Tipik xato: eski xloroformni xavfsiz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xloralgidrat ishqorda xloroformga o‘tishi farqlash usuliga qanday ta’sir qiladi? Doskada: xloralgidrat -&gt; xloroform (NaOH). Tipik xato: xloralgidratni uchuvchan suyuqlik deb hisoblash — u kristall modda.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xloralgidrat xloroformdan nimasi bilan farqlanadi? (kristall modda.) Doskada: ko‘rsatkichlar. Tipik xato: xloralgidratni gaz yoki suyuqlik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tahlilda ishqor bilan qizdirish xloralgidrat va xloroformni bir xil natija bergan? Doskada: CCl3CHO + NaOH → CHCl3 + HCOONa. Tipik xato: ishqor bilan qizdirishni farqlovchi sinov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CCl4 yong‘inni qanday o‘chiradi? (og‘ir pari havo kislorodidan ajratadi — 38-bet.) Doskada: daraxt. Tipik xato: CCl4 dozasini xloralgidrat dozasi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DXE bu mashg‘ulotda alohida o‘tilmaydi? (Kitob: faqat o‘qituvchi ko‘rsatmasi bilan.) Eslatma: DXE uchun xos reaksiyalar (Fudjivara, mis atsetilenidi) 39-betda. Tipik xato: DXE ni izonitril va Feling reaksiyasiga berish — u bu reaksiyalarni bermaydi.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25% ammiakda eriydigan oq cho‘kma yoki loyqa (galogen hosilalari bor). Muhokama: kitob ’sababini tushuntiring‘ deydi — nega nazorat probirkasi kerak? Kitob talabi: xloroform, xloralgidrat va CCl4 uchun tenglamalarni yozing. Tipik xato: nitrat kislota qo‘shmay AgNO3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manfiy natija nimani bildiradi? (Galogenli birikmalar yo‘q.) Doskada: ’xlor bor = ha, qaysi modda = hali yo‘q’. Tipik xato: bu reaksiya asosida xloroformni aniqlandi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 reaksiya manfiy ahamiyatli? Doskada: CHCl3 + NaOH → 3NaCl + HCOOH + H2O; NaCl + AgNO3 → AgCl + NaNO3. Tipik xato: oq cho‘kma bo‘lsa xloroform topildi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badbo‘y hid (izonitril). Xavfsizlik: faqat so‘rish shkafida; ish tugagach sulfat kislota bilan zararsizlantiriladi. Kitob talabi: tenglamani yozing. Tipik xato: hidni shkafdan tashqarida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 reaksiya faqat shkaf tagida bajariladi? Doskada: CHCl3 + NaOH + C6H5NH2 → C6H5N=C + 3NaCl + H2O. Tipik xato: izonitrilni to‘kishdan oldin gidrolizlamaslik.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Kutilayotgan natija: rezortsinda binafsha yoki qizil rang; Felingda sariq, so‘ng qizil cho‘kma. Muhokama: rezortsin reaksiyasini yana qaysi modda beradi? (Kitob: xloralgidrat, CCl4, formaldegid — toks 37; dixloretan bermaydi.) Kitob talabi: tenglamalar va sud-kimyoviy ahamiyat. Tipik xato: Feling bilan CCl4 ’musbat’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Eslatma: Fudjivara reaksiyasining bajarish tartibi (hajm, harorat) kitobning 181-185 betlarida berilmagan; «Charxpalak» jadvalida (183) nomi bor. Reaktiv miqdorlarini o‘qituvchi beradi. Muhokama: nega piridin kerak? (Kitob: piridin tuzi hosil bo‘ladi.) Tipik xato: bajarish miqdorlarini o‘ylab topish.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alkilgalogenidlar birinchi emas, ikkinchi distillyatda izlanadi? (Birinchi distillyat faqat HCN uchun — toks 28.) Doskada: distillyat №1 va №2 sxemasi. Tipik xato: birinchi (ishqorli) distillyatni galogen reaksiyalariga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formaldegid ham Feling beradi — natijani baholashda nimaga e’tibor beriladi? Doskada: CHCl3 -&gt; HCOOH -&gt; Cu2O. Eslatma: kitob tenglamasi (toks 37) koeffitsientlari bilan to‘liq tenglashtirilmagan (kitobda xato: koeffitsientlar) — talaba o‘zi tenglashtirib yozadi. Tipik xato: Feling musbat natijasini faqat xloroformga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xloralgidrat efir bilan birga uchmaydi? Doskada: oqim sxemasi. Tipik xato: bitta reaksiyaga asoslanib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Kutilayotgan natija: ish daftarida har bir reaksiya (reaktiv, kuzatuv, nazorat) yozilgan. Muhokama: Cl- reaksiyasi musbat, Feling manfiy bo‘lsa nima deb yoziladi? Tipik xato: reaksiya natijasidan modda nomini xulosa sifatida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talaba kitobdagi bo‘sh jadvalni (182) to‘ldiradi. Eslatma: jadvaldagi ’CHCl3, xloral.’ ustuni xloroform va xloralgidratni birga ko‘rsatadi — ular bu to‘rt reaksiyada bir xil natija beradi (toks 37-38); ularni farqlash keyingi slaydda. Tipik xato: jadvalga dixloretanni qo‘shib, izonitril ’musbat’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Kutilayotgan natija: xloralgidratda qoldiq reaksiya beradi, xloroformda — yo‘q. Muhokama: nega efirni uy haroratida, qizdirmay uchiramiz? (Kitob sababini aytmaydi.) Tipik xato: efirni qizdirib, xloralgidratni ham uchirib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Nessler reaktivi bilan xloroformga reaksiya tavsifi kitoblarda va ko‘rilgan malaka materiallarida topilmadi — bu slaydda to‘qilmadi. Muhokama: Feling reaksiyasi qaysi juftni farqlaydi? Tipik xato: Nessler reaksiyasini tavsiflab yozish. Malaka 004 dagi «CCl4 + 2,7-dioksinaftalin» tavsifi tasdiqlanmagani uchun slayddan olindi; kitobda bu reaksiya faqat trening jadvalida nomi bilan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Eslatma: DXE tahlili bu mashg‘ulotda faqat o‘qituvchi ko‘rsatmasi asosida (toks 183). Atsetilenid reaksiyasi ampula talab qiladi — talaba mustaqil bajarmaydi. Muhokama: nega DXE izonitril bermaydi? Tipik xato: atsetilenid reaksiyasini oddiy probirkada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reaksiyalar DXE ni boshqa alkilgalogenidlardan ajratadi? Doskada: ikki ustun. Dixloretan tahlili faqat o‘qituvchi ko‘rsatmasi bilan bajariladi (183-bet). Tipik xato: DXE ni xloroform kabi Feling bilan topishga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ampula ishlatiladi? Doskada: CH2Cl-CH2Cl + 2NaOH → HC≡CH + 2NaCl + 2H2O. Tipik xato: reaksiyani ochiq probirkada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DXE ni to‘g‘ridan-to‘g‘ri xlorid reaksiyasi bilan topish cheklangan? Doskada: 4 qadam. Kitobdagi periodat tenglamasi ikki tomonida KIO4 yozilgan (ziddiyat) — tenglama qo‘yilmadi. Tipik xato: bosimsiz qizdirish.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xlor oldin xlorid ionga o‘tkaziladi? Doskada: ’org. Cl -&gt; Cl- -&gt; AgNO3/NH4CNS’. Eslatma: malaka 004 va 097 ham alkilgalogenidlar miqdorini GSX bilan aniqlashni ko‘rsatadi; kitobda GSX parametrlari berilmagan. Tipik xato: argentometrik usul faqat noorganik xlor uchun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talaba CCl4 ni taxmin qiladi (kitob: yong‘inni o‘chirishda ishlatiladi — toks 38), keyin farqlash rejasi: Cl- ga o‘tkazish, izonitril, Feling (CCl4 manfiy). Kitob keysga tayyor javob bermaydi. Muhokama: qon namunasidan bu moddani qanday ajratamiz? (Suv bug‘i bilan haydash — oldingi mashg‘ulotlar.) Tipik xato: faqat bir reaksiya asosida xulosa.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Kitob keysga javob bermaydi; qadamlar 38 va 182-183-betlar asosida o‘qituvchi uchun yo‘nalish. Muhokama: nega qonda ham ajratish usuli muhim? Tipik xato: faqat bitta reaksiyaga tayanish.</a:t>
            </a:r>
          </a:p>
          <a:p/>
          <a:p>
            <a:r>
              <a:t>Tekshirish kerak (manbada noaniq):</a:t>
            </a:r>
          </a:p>
          <a:p>
            <a:r>
              <a:t>- Keys: o‘t o‘chiruvchilardan birining qon namunasi keltirildi; zaharlanish kimyoviy modda bilan sodir bo‘lgan.</a:t>
            </a:r>
          </a:p>
          <a:p>
            <a:r>
              <a:t>- CCl4 yong‘inni o‘chirishda ishlatiladi: og‘ir bug‘i yonayotgan neft, benzinni havo kislorodidan ajratadi.</a:t>
            </a:r>
          </a:p>
          <a:p>
            <a:r>
              <a:t>- Savol: dastlabki taxminlar qaysi modda uchun tahlil olib borishni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oq cho‘kma — galogen hosilalari (xloroform, xloralgidrat, CCl4); jigar yog‘ bosishi CCl4 ga mos (toks 38: jigarni yog‘ bosadi), shu sababli farqlash reaksiyalari rejalanadi. Kitob javob bermaydi. Tipik xato: oq cho‘kma asosida bitta moddani nomlash.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Feling musbat — xloroform yoki xloralgidrat (CCl4 va dixloretan bermaydi — toks 37); ularni efir bilan farqlash tartibi (182-183) rejalanadi. Eslatma: Feling reaksiyasini aldegidlar (formaldegid) ham beradi (toks 37) — bu hisobga olinadi. Tipik xato: Feling musbat = xloroform deb yakuniy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qo‘shimcha qaysi reaksiyalar kerak? Kitobda masalalarga javob berilmagan; jadval 36-38 va 182-183-betlar asosida o‘qituvchi uchun taxminiy yo‘nalish. Tipik xato: taxminni yakuniy xulosa deb yozish.</a:t>
            </a:r>
          </a:p>
          <a:p/>
          <a:p>
            <a:r>
              <a:t>Tekshirish kerak (manbada noaniq):</a:t>
            </a:r>
          </a:p>
          <a:p>
            <a:r>
              <a:t>- 1-masala: jigar va buyrak sarg‘aygan va yog‘ qoplagan; ikkinchi distillyatda Cl- reaksiyasi musbat (ammiakda eriydigan oq cho‘kma).</a:t>
            </a:r>
          </a:p>
          <a:p>
            <a:r>
              <a:t>- 2-masala: oshqozon va qizilo‘ngachda xlor hidi; Feling reaksiyasi musbat — sariq, so‘ng qizil cho‘kma.</a:t>
            </a:r>
          </a:p>
          <a:p>
            <a:r>
              <a:t>- CCl4 jigar va buyrakni tez ishdan chiqaradi va jigarni yog‘ bosadi; Feling bilan xloroform va xloralgidrat reaksiya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talabalar kitobdagi bo‘sh jadvalni to‘ldiradi; ishonchli javoblar — oldingi ’Natijalar’ slaydi (organik xlor, izonitril, rezortsin, Feling). Fudjivara, 2,7-dioksinaftalin va Nessler uchun natijalar kitobda to‘liq yozilmagan: bo‘sh qoldiriladi yoki o‘qituvchi to‘ldiradi. Tipik xato: bo‘sh kataklarni taxmin bilan to‘ldirish.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 bir savolga bittadan misol keltiring. Doskada: 17 savolni raqamlab yozing. Tipik xato: javobda xloroform va xloralgidratni bir xil modda sifatida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Hisobot: talaba ish daftariga har bir reaksiya natijasi va farqlash xulosasini yozadi. Xavfsizlik: xloroform va CCl4 bug‘ini hidlamang; so‘rish shkafi, qo‘lqop (kitobda umumiy ko‘rsatma yo‘q; o‘qituvchi talab qiladi). Tipik xato: reaksiyalarni shkafsiz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Ikkinchi distillat: xloroform, xloralgidrat, CCl4 ni farqlash (GSX)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6-laboratoriya mashg‘uloti: ikkinchi distillyatni xloroform, xloralgidrat, to‘rtxlorli uglerodlar uchun tekshirish va ularni bir-biridan farqlash.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uchuvchi xlor saqlovchi zaharli moddalarni bir-biridan farqlash.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distillyat tarkibidagi toksikologik ahamiyatli xlor saqlovchi moddalarni bir-biridan farqlash reaksiyalarini o‘rgatish.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xloroform, xloralgidrat va to‘rtxlorli uglerod moddalarini bir-biridan farqlash reaksiyalarini bajaradi.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Asbob-uskunalar: distillyat, kolbalar, probirkalar, reaktivlar,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Alkilgalogenidlar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Alkilgalogenidlarga xloroform, xloralgidrat, to‘rtxlorli uglerod (CCl4) va 1,2-dixloretan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Ularni biologik ob’ektdan ajratib olishda haydash usullari qo‘llanadi; xloroform va dixloretan suv bug‘i bilan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 atomini saqlovchi barcha birikmalar organik xlorni xlorid ioniga o‘tkazish reaksiyasini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Alkilgalogenidlar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Xloroform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CHCl3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Xloralgidrat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CCl3-CHO · H2O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To‘rtxlorli uglerod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CCl4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1,2-Dixloretan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CH2Cl-CH2Cl (DXE)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Alkilgalogenidlar (36-38-betlar)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36-38, 36, 38,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Xloroform: ahamiyati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CHCl3 — organizmga zaharli ta’sir etuvchi birikma; sanoatda, dog‘ tozalashda va jarrohlikda narkoz sifatida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5-10 g xloroform kuchli zaharlanishga olib keladi; o‘lim nafas olish markazi falajlanishidan sodir bo‘ladi; patologoanatomik ko‘rinish xarakterli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rangsiz, tiniq, suvdan og‘ir, suvda yomon eriydigan (1:200) suyuqlik; suv bug‘i bilan tez va oson haydaladi.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havoda quyosh nuri ta’sirida oksidlanib juda zaharli fosgenni hosil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Xloroform: zaharlanish va chiqarilish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5-10 g xloroform kuchli zaharlanishga olib keladi: oshqozonda qattiq og‘riq, ko‘ngil aynishi; o‘lim nafas olish markazi falajidan.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Surunkali zaharlanishda jigar faoliyati ishdan chiqadi, jigar sirrozi, buyrak va yurak mushaklari zararlanadi.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organizmdan o‘zgarmagan holda chiqariladi; patologoanatomik ko‘rinish xarakterli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Kuchli zaharlanish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 eruvchanligi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1:200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Suvga nisbatan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og‘irroq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Chiqarilishi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o‘zgarmagan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Xloroform (36-bet)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 fosgenga aylanishi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Ochiq havoda quyosh nuri ta’sirida xloroform oksidlanib, juda zaharli birikma — fosgenni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ochiq havoda parlanadi, o‘ziga xos hidli, chuchmal mazali; efir va boshqa organik erituvchilar bilan yaxshi aralashadi.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bug‘i bilan tez va oson haydaladi.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Xloroform CHCl3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Kislorod (quyosh nuri)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Fosgen COCl2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HCl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Ochiq havo, yorug‘lik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Juda zaharli fosgen hosil bo‘ladi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Fosgen hosil bo‘lishi (36-bet)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Xloralgidrat va to‘rtxlorli uglerod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Xloralgidrat organizmga xloroform kabi ta’sir qiladi; tibbiyotda 0,2-0,5 g atrofida tinchlantiruvchi, uxlatuvchi preparat sifatida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Xloralgidrat — rangsiz kristall yoki kukun, suvda va efirda yaxshi eriydi; ishqoriy muhitda va yuqori haroratda parchalanib xloroform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CCl4 jigar va buyrakni tez ishdan chiqaradi, jigarni yog‘ bosadi; tibbiyotdagi dozasi 3 ml.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CCl4 va xloralgidrat B shkafda saqlanadi.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Xloralgidrat: dozasi va zaharlanishi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 avval nerv sistemasini qo‘zg‘atadi, so‘ngra tinchlantiradi; tibbiyotda 0,2-0,5 g atrofida uxlatuvchi preparat sifatida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Zaharlanganda yurak va qon tomir tarmog‘iga salbiy ta’sir, nafas tezlashishi, tana harorati pasayishi, ko‘z qorachig‘i torayishi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olish va yurak urishi to‘xtashidan o‘lim sodir bo‘ladi; B shkafda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Tinchlantiruvchi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0,2-0,5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Sutkali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Saqlanishi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B shkaf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Qorachiq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torayadi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pasayadi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Xloralgidrat (38-bet)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Xloralgidrat ishqorda parchalanishi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 rangsiz, tiniq kristall yoki kukun, o‘tkir hidli, achchiq mazali; suvda va efirda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muhitda va yuqori haroratda parchalanib xloroform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 kristall modda bo‘lgani uchun uy haroratida efir bilan birga uchmaydi — farqlash shunga asoslangan.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Xloralgidrat CCl3-CHO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NaOH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Xloroform CHCl3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Natriy formiat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Ishqoriy muhit, qizdirish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Xloroform hosil bo‘ladi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Parchalanish (38-bet)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38, 183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CCl4: ishlatilishi va zaharlanishi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CCl4 laklar, moyli bo‘yoqlar va kauchukni eritishda, teri va junni konservalashda, gijja haydovchi va yong‘in o‘chirishda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Zaharlanganda ko‘ngil aynishi, qusish, uyqu bosishi, bosh aylanishi; jigar va buyrak tez ishdan chiqadi, sariq kasali, jigarni yog‘ bosadi.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CCl4 shilliq qavat orqali tez shimiladi; dori sifatida qo‘llanilganda yog‘li ovqat iste’mol qilmaslik kerak; dozasi 3 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To‘rtxlorli uglerod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Qo‘llanilishi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Lak, bo‘yoq, kauchuk eritish  ·  Gijja haydovchi  ·  Yong‘inni o‘chirish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Zaharlanishda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Ko‘ngil aynishi, qusish  ·  Jigar va buyrak ishdan chiqadi  ·  Sariq kasali, jigarni yog‘ bosadi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Xavfsizlik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 shkafda saqlanadi  ·  Xodimlar har 6 oyda ko‘rikdan o‘tadi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CCl4 (38-bet)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1,2-Dixloretan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1,2-dixloretan (DXE) xloroform va CCl4 dan tutab yonishi bilan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DXE bilan zaharlanganda qayt qilish, ich ketish, jigarda og‘riq, qorin shishishi, uremiya kuzatiladi; 15-20 ml DXE o‘limga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DXE bioob’ektdan suv bug‘i yordamida haydab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Distillyatdagi dixloretan tahlili maxsus qo‘llanmaga binoan faqat o‘qituvchi ko‘rsatmasi asosida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38, 183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1-bosqich: organik xlorni xlorid ionga o‘tkazish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ml distillyatga 1 ml 10% NaOH (spirtli) qo‘shilib, 2-3 daqiqa suv hammomida qaynatiladi.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Sovitilgach, 10% HNO3 bilan nordonlashtirilib, 5% AgNO3 dan 0,5 ml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probirkada shu sharoitda tozalangan suv bilan reaksiya olib borilib, natijalar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+ NaOH (spirtli)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hammomida 2-3 daq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HNO3, so‘ng AgNO3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Oq cho‘kma/loyqa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Organik xlor -&gt; Cl-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181, 182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Birinchi reaksiyaning talqini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Cho‘kma yoki loyqa 25% ammiak eritmasida eriydi — distillyat tarkibida galogen hosilalari borligidan dalolat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 atomini saqlovchi barcha birikmalar bu reaksiyani beradi; shu sababli reaksiya manfiy sud-kimyoviy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Demak, bu reaksiya moddalarni bir-biridan farqlamaydi: xloroform, xloralgidrat va CCl4 uchun musbat.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182,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Xlorid ioni reaksiyasi tenglamalari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spirtli ishqor bilan qizdirilganda chumoli kislotasi va NaCl hosil bo‘ladi; sovitilgach nitrat kislotali muhitda AgNO3 oq cho‘kma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 atomini saqlovchi barcha birikmalar, masalan CCl4, bu reaksiyani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manfiy sud-kimyoviy ahamiyatga ega: u moddalarni bir-biridan farqlamaydi.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Alkilgalogenid + NaOH (spirtli)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AgNO3 (HNO3 muhitida)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NaCl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AgCl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Qizdirish, so‘ng nordonlashtirish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Oq cho‘kma, 25% ammiakda eriydi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Xlorid ioni (36, 182-betlar)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Izonitril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ml ikkinchi distillyatga 10 tomchi 10% natriy ishqorining spirtdagi eritmasi va bir tomchi anilin tomiziladi, 1-2 daqiqa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Badbo‘y hid paydo bo‘lishi izonitril hosil bo‘lganini bildiradi; reaksiya havo tortuvchi shkaf tagida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Probirkaga oz miqdorda sulfat kislota qo‘shib, izonitril gidrolizlanadi, badbo‘y hid bartaraf etiladi va to‘kib tashlanadi.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Reaksiyani CCl4 va xloralgidrat beradi, dixloretan bermaydi.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182,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Izonitril reaksiyasi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Distillyatga anilin va ishqor qo‘shib qizdirilsa, xarakterli badbo‘y hidli izonitril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reaksiyani CCl4 va xloralgidrat beradi, dixloretan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havo tortuvchi shkaf tagida bajariladi; badbo‘y hid sulfat kislota bilan bartaraf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Xloroform CHCl3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NaOH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Anilin C6H5NH2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1417320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Izonitril C6H5N=C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2566416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3387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3387" y="3715512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Qizdirish 1-2 daqiqa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Badbo‘y hid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Izonitril (36, 182-betlar)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36, 182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Rezortsin va Feling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Rezortsin: 1 ml distillyatga 1 ml yangi tayyorlangan 1% rezortsin (ishqorda) qo‘shiladi; qaynoq suv hammomida 2-10 daqiqa; binafsha yoki qizil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boshqa probirkada 1 ml tozalangan suv bilan; unda rang o‘zgarmasligi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Feling: 2 ml distillyat 2 ml Feling 1 va 2 bilan gaz alangasida 5-10 daqiqa qizdiriladi; sariq mis (II)-gidroksidi, so‘ng qizil mis (I)-oksidi cho‘kadi.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Fudjivara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Piridin ishqoriy sharoitda suv hammomida qizdirilganda alkilgalogenidlar bilan qizil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Piridin tuzi ishqoriy muhitda glutakon aldegidi hosilalariga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Fudjivara reaksiyasi dixloretan uchun xos reaksiyalardan biri.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Piridin + alkilgalogenid (ishqor)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Piridin tuzi hosil bo‘ladi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Ishqorda glyutakon aldegid hosilasi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Fudjivara reaksiyasi (37-bet)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37,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Ikkinchi distillyatni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distillyat 25 ml miqdorda bo‘sh toza kolbachaga yig‘iladi (suv bug‘i bilan haydash).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distillyat spirtlar, aldegid va ketonlar, alkilgalogenidlar, aromatik uglevodorod hosilalari va boshqa moddalarni aniqlash uchun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va xloralgidratni farqlash uchun distillyatdan sof holda efirli ajralma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173, 26,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Feling reaksiyasining kimyoviy asosi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ishqor ishtirokida chumoli kislotasi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Chumoli kislotasi mis (II)-gidroksidni qaytaradi: avval sariq CuOH, so‘ng qizil Cu2O cho‘kadi.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Qaytarish xususiyatiga ega CHCl3, xloralgidrat va formaldegid bu reaksiyani beradi; CCl4 va dixloretan bermaydi.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Chumoli kislota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CHCl3 + 3NaOH → HCOOH + NaCl + H2O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Cu(OH)2 hosil bo‘ladi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CuSO4 + 2NaOH → Cu(OH)2 + Na2SO4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Qaytarilish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HCOOH mis (II)-gidroksidni qaytaradi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Cho‘kma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Sariq CuOH, so‘ng qizil Cu2O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Feling asosi (37-bet)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Xloroform, xloralgidrat va CCl4 ni farqlash algoritmi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organik xlorni xlorid ioniga o‘tkazish: barcha xlororganik birikmalar musbat — farqlamaydi.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Feling reaksiyasi: xloroform va xloralgidrat beradi, CCl4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 bilan chayqatib uchirilgach, qoldiqda reaksiya ijobiy bo‘lsa — xloralgidrat, manfiy bo‘lsa — xloroform.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xlor → Cl- (hammasi musbat)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Feling suyuqligi bilan sinash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Manfiy bo‘lsa — CCl4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Musbat bo‘lsa — efir bilan ajratish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Ijobiy: xloralgidrat; manfiy: xloroform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Farqlash tartibi (182-183-betlar)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182, 183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hujjatlashtirish va talqin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Aktning kimyoviy tekshiruv qismida usullar, reaksiyalar, reaktiv va moslamalar ish daftari asosida tartib bilan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Aktning bu qismida kimyoviy formulalar yozish yoki biror muallif nomini keltirish man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 aniqlanganda albatta miqdoriy tahlil o‘tkaziladi, chunki ayrim hollarda zararsiz moddaga xos reaksiyalar chiqib qolishi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Reaksiyalar natijalari: umumiy ko‘rinish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xlorni Cl- ga o‘tkazish: xloroform, xloralgidrat va CCl4 uchun musbat.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Izonitril: xloroform, xloralgidrat, CCl4 beradi; Feling: xloroform va xloralgidrat beradi, CCl4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Rezortsin: xloroform, xloralgidrat yoki CCl4 bo‘lsa binafsha yoki qizil rang.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7069"/>
                <a:gridCol w="2033836"/>
                <a:gridCol w="162706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CHCl3, xloral.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CCl4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Cl- ga o‘tkazish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Izonitril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Rezortsin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Feling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Manfiy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Natijalar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182,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 va xloralgidratni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distillyat 2-3 marta 5 ml efir bilan chayqatiladi; efir quruq idishga filtrlanadi.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 uy haroratida uchiriladi; qoldiq 1-2 ml suvda eritilib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Ijobiy natija — xloralgidrat (efir bilan uchmaydi); manfiy — xloroform (uchib ketadi).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+ efir chayqatiladi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uchiriladi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suvda eritiladi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Reaksiyalar: ha = xloralgidrat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Farqlash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182, 183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 va xloralgidratni CCl4 dan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va xloralgidrat mis (II)-gidroksidni qaytarish xususiyatiga ega, to‘rtxlorli uglerod esa bu reaksiyani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«Charxpalak» jadvalida Fudjivara, 2,7-dioksinaftalin va Nessler reaktivi bilan reaksiyalar ham ko‘rsatilgan.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Distillyatdagi dixloretan tahlili maxsus qo‘llanmaga binoan, faqat o‘qituvchi ko‘rsatmasi asosida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Dixloretanning xos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DXE ishqor bilan qizdirilganda xlor atomi to‘liq ajralmaydi, shu sababli oddiy xlorid reaksiyasi bilan aniqlash cheklangan.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Atsetilenid mis: 1,2-dixloretan va NaOH ampulada qaynatilsa atsetilen hosil bo‘ladi; mis tuzlari bilan pushti yoki olcha rangli qizil mis atsetilenidi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DXE izonitril hosil qilmaydi va Feling suyuqligi bilan reaksiya bermaydi.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38,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Dixloretanni boshqalardan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1,2-dixloretan xloroform va CCl4 dan tutab yonishi bilan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DXE izonitril hosil qilmaydi, Feling suyuqligi va rezortsin bilan reaksiya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Unga Fudjivara, atsetilenid mis va etilenglikoldan formaldegid hosil qilish reaksiyalari xos.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DXE bermaydi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Izonitril reaksiyasi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Feling suyuqligi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Rezortsin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Ishqorda xlor to‘liq ajralmaydi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DXE uchun xos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Tutab yonish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Fudjivara reaksiyasi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 atsetilenidi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Etilenglikol → formaldegid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Dixloretan (37-39-betlar)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38, 37,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DXE: atsetilenid mis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1,2-dixloretan va NaOH ampulaga solinib, og‘zi berkitilib, suv hammomida qaynatilsa atsetilen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Atsetilen mis tuzlari bilan pushti yoki olcha rangli qizil mis atsetilenidini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faqat o‘qituvchi ko‘rsatmasi asosida bajariladi.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1,2-dixloretan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NaOH (ampulada)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Cu(NO3)2 + NH4OH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Atsetilen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Mis atsetilenidi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Suv hammomida qaynatish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Pushti yoki olcha rangli qizil cho‘kma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Atsetilenid mis (39-bet)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39, 183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DXE → etilenglikol → formaldegid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Nazarenko va Lapkina (1952): DXE dan xlor bikarbonat yoki ishqoriy sharoitda bosim ostida (berkitilgan ampulada) qizdirilganda oson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etilenglikol formaldegidgacha oksidlanadi va xromotrop yoki fuksinsulfit kislotasi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Formaldegid mineral kislotalar ishtirokida pushti rang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Gidroliz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ClCH2-CH2Cl + Na2CO3 + H2O → etilenglikol + NaCl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Oksidlash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Etilenglikol KIO4 + H2SO4 bilan formaldegidgacha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Aniqlash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Xromotrop yoki fuksinsulfit kislotasi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Mineral kislotada pushti (xinoid) rang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DXE tahlili (39-bet)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Miqdori: argentometriya va GSX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Alkilgalogenidlar miqdori organik birikkan xlorni ajratib, argentometrik usulda aniqlanadi (indikator — temir ammoniy achchiqtoshi).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Dixloretan miqdori ham organik xlorni ajratgandan so‘ng argentometrik usulda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Nazorat savollarida alkilgalogenidlarni GSX usulida tahlil qilish va miqdorini aniqlash so‘raladi.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birikkan xlor ajratiladi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Argentometrik aniqlash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Indikator: temir ammoniy achchiqtosh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Miqdor (37, 39-betlar)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37, 39, 185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5-keys: o‘t o‘chiruvchi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ekspertizasiga o‘t o‘chiruvchilardan birining qon namunasi tahlil uchun keltirildi; zaharlanish kimyoviy modda bilan sodir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dastlabki taxminlar qaysi modda uchun tahlil olib borishni ko‘rsatadi; yechimni aniq faktlar bilan izohlang.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CCl4 tibbiyotda va veterinariyada, yong‘inni o‘chirishda ishlatiladi: og‘ir bug‘i yonayotgan neft, benzinni havo kislorodidan ajratib o‘chiradi.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183,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5-keys: yechish yo‘li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Keys: o‘t o‘chiruvchilardan birining qon namunasi keltirildi; zaharlanish kimyoviy modda bilan sodir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CCl4 yong‘inni o‘chirishda ishlatiladi: og‘ir bug‘i yonayotgan neft, benzinni havo kislorodidan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Savol: dastlabki taxminlar qaysi modda uchun tahlil olib borishni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Taxmin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O‘t o‘chiruvchi vositada CCl4 ishlatiladi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Ajratish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 bug‘i bilan haydash, ikkinchi distillyat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Xlor sinovi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Organik xlor → Cl-: musbat (barcha alkilgalogenid)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Farqlash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Feling: CCl4 manfiy; xloroform/xloralgidrat musbat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Miqdor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Argentometriya yoki GSX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Keys yechimi (38, 183-betlar)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183,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 1: jigar va buyrak sarg‘aygan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1961 yilda tug‘ilgan «S.F» murda ichki a’zolari (jigar, oshqozon, buyrak) keltirilgan; jigar va buyrak bo‘laklari sarg‘aygan va yog‘ qoplagan.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tahlil: ikkinchi distillyat spirtli NaOH bilan qaynatildi, HNO3 bilan nordonlashtirib 5% AgNO3 0,5 ml qo‘shildi — 25% ammiakda eriydigan oq cho‘kma.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sud-kimyoviy tahlillar qaysi zaharli moddalar uchun olib 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 2: xlor hidi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1972 yilda tug‘ilgan «U.L» murda ichki a’zolari (jigar, oshqozon, qizilo‘ngach) keltirilgan; oshqozon va qizilo‘ngach bo‘laklarida o‘ziga xos xlor hidi.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tahlil: 2 ml distillyat 2 ml Feling 1 va 2 bilan 5-10 daqiqa qizdirilganda sariq mis (II)-gidroksidi, so‘ng qizil mis (I)-oksidi cho‘kmaga tushdi.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sud-kimyoviy tahlillar qaysi zaharli moddalar uchun olib 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masalalar: taxmin yo‘li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1-masala: jigar va buyrak sarg‘aygan va yog‘ qoplagan; ikkinchi distillyatda Cl- reaksiyasi musbat (ammiakda eriydigan oq cho‘kma).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2-masala: oshqozon va qizilo‘ngachda xlor hidi; Feling reaksiyasi musbat — sariq, so‘ng qizil cho‘kma.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CCl4 jigar va buyrakni tez ishdan chiqaradi va jigarni yog‘ bosadi; Feling bilan xloroform va xloralgidrat reaksiya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782916"/>
                <a:gridCol w="22858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Masala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Mumkin bo‘lgan taxmin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1-masala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Jigar sarg‘ayishi, yog‘ bosishi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Xlororganik birikma (CCl4 belgilari)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1-masala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Cl- reaksiyasi musbat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Alkilgalogenidlar guruhi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2-masala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Feling musbat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 yoki xloralgidrat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2-masala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Feling musbat bo‘lsa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CCl4 va DXE istisno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Masalalar (184, 36-38-betlar)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184,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«Charxpalak»: reaksiyalar va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Jadvalda reaksiyalar: organik xlorni aniqlash, izonitril, rezortsin, Feling I va II, Fudjivara, 2,7-dioksinaftalin, Nessler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Tekshiriluvchi moddalar: xloroform, xloralgidrat, CCl4.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Mashq: har bir moddaga to‘g‘ri keladigan reaksiyalarni tanlang va hosil bo‘lgan o‘zgarishni yozing.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Alkilgalogenidlarga qaysi moddalar kiradi; ularning toksikologik va narkologik ahamiyati, zaharlanish belgilari va metabolizmi.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birikkan xlorni anorganik xlor ioniga o‘tkazish sharoiti; qaysi xlororganik birikmalar izonitril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va xloralgidratning Feling suyuqligi bilan reaksiyasi; nima uchun CCl4 Feling bilan reaksiyaga kirishmaydi.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va xloralgidratni farqlash xususiyati; distillyatda CCl4 borligi qanday aniqlanadi; ularni GSX da tahlil qilish mumkinmi.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184, 185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Izonitril reaksiyasi havo tortuvchi shkaf tagida bajariladi; badbo‘y hid sulfat kislota bilan bartaraf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nur ta’sirida juda zaharli fosgenga oksidlanadi; CCl4 va xloralgidrat B shkafda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Farqlash: Cl- reaksiyasi hammasini beradi; Feling — CCl4 ni ajratadi; efir bilan uchirish — xloroformni xloralgidratdan ajratadi.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182, 36, 182-183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ochiq havoda quyosh nuri ta’sirida oksidlanib, juda zaharli fosgenni hosil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CCl4 bilan bog‘liq korxona xodimlari har 6 oyda tibbiy ko‘rikdan o‘tkazilishi shart.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1,2-dixloretan 15-20 ml miqdorda o‘limga olib keladi; adabiyotlarda mutagen va kontserogen ta’siri aniqlangani aytiladi.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 kristall modda bo‘lgani uchun uy haroratida efir bilan birga uchmaydi, xloroform esa uchib ketadi.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xloroform, xloralgidrat, CCl4 ni farqlash (GSX)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17, 26, 28, 36-39, 173, 181-185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№004 (TFI Toksikologik kimyo kafedrasi). Alkilgalogenidlar ma’ruzasi.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