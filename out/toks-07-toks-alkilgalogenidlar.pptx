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bu to‘rt modda nimasi bilan o‘xshash? (galogen saqlaydi, uchuvchan). Doskada: CHCl3, CCl3CHO·H2O, CCl4, CH2Cl-CH2Cl. Tipik xato: xloralgidratni alkilgalogenid emas deb o‘ylash — kitob uni shu bo‘limda keltiradi.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galogenli birikmalar suv bug‘i bilan haydaladi? Doskada: 13 uchuvchi zahar ro‘yxatidan 4 tasini belgilang. Tipik xato: bu moddalarni mineralizatsiya bilan ajratish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azeotrop ta’rifi. Tipik xato: foizni modda ulushi deb o‘zboshimchalik bilan talqin qilish. Kitobda: «… dixloretan 19,5% suv bilan birga haydaladi» (xato; foiz ma’nosi ham aytilmagan). Qaror: foiz — azeotropdagi suvning og‘irlik ulushi; 1,2-dixloretan uchun 8,2% (malaka 054, 1-jadval).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xloroform bugini nafas olish nimaga olib keladi? (narkoz). Doskada: qo‘llanish sohalari. Tipik xato: xloroformni hozir ham asosiy narkoz vositasi deb o‘ylash — malaka materialiga ko‘ra u avvallari ishlatilgan.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murdada xarakterli o‘zgarish bo‘lmasa ham tahlil kerak? Doskada: 5-10 g. Tipik xato: patologoanatomik ko‘rinish asosida xloroformni inkor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xloroform yog‘ to‘qimasida yig‘ilishi tahlilda qaysi ob’ektni tanlashga ta’sir qiladi? (Standart A-6 da xlororganik moddalarga charvi bo‘lagi olinadi). Doskada: ta’sirlanadigan a’zolar. Tipik xato: surunkali zaharlanishni o‘tkir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nafas orqali tez chiqishi tahlil vaqtiga qanday ta’sir qiladi? Doskada: 15-20 daqiqa, 1 soat, 8 soat. Manba — malaka №097 (kitob faqat «o‘zgarmagan holda chiqariladi» deydi). Tipik xato: namunani kechiktirib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xloroform suvdan og‘ir bo‘lishi ajratgich voronkada qanday ko‘rinadi? (pastki qatlam). Doskada: 1:200. Tipik xato: qaynash haroratini slaydga qo‘shish — kitobdagi qiymat (62 °C) tuzatish talab qiladi (malaka tekshiruvida kichik noaniqlik deb belgilangan), shuning uchun keltirilmadi. Kitobda: xloroform «62 °C da qaynaydi» (toks 36, xato). To‘g‘ri qiymat 61,16 °C (malaka 054, 2-jadval).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xloroform namunasini yorug‘likdan saqlash kerak? Doskada: fosgen formulasi. Tipik xato: fosgenni xloroformning metaboliti deb o‘ylash — kitobga ko‘ra u havo kislorodi va yorug‘lik ta’sirida hosil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ishqor bilan qizdirishdan maqsad nima? (organik xlorni xlorid ionigacha o‘tkazish). Doskada: 3 bosqich. Tipik xato: AgNO3 ni ishqoriy muhitda qo‘shish — kitobda azot kislotali muhit ko‘rsatilgan. Kitobdagi tenglamalar qisqartirilgan shaklda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«manfiy ahamiyatli» deymiz? Doskada: musbat — hech narsa isbotlamaydi, manfiy — inkor qiladi. Tipik xato: AgCl cho‘kmasini xloroformga xos deb hisoblash. Kitobdagi CCl4 + 4NaOH tenglamasi tenglashtirilmagan, slaydga kiritilmadi. Uchinchi band xulosa sifatida mantiqiy chiqarilgan.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izonitril hidi nima uchun ehtiyotkorlik talab qiladi? Doskada: 4 bosqich. Tipik xato: reaksiyani dixloretan uchun qo‘llash. Kitobdagi tenglama (CHCl3 + NaOH + C6H5NH2 → C6H5N=C + 3NaCl + H2O) tenglashtirilmagan,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formaldegid ham shu reaksiyani beradi? Doskada: reaksiya sxemasi. Tipik xato: rezortsin reaksiyasini xloroformga xos deb bilish. Kitobda: «Dixloretandan tashqari …» (ikki xil o‘qiladi). Qaror: dixloretan CHX3/CCl3 guruhi saqlamagani uchun rezortsin reaksiyasini bermaydi.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Fudjivara reaksiyasi qaysi birikmalar guruhi uchun umumiy? (alkilgalogenidlar). Doskada: 4 bosqich. Tipik xato: rangning yagona isbot ekanini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CCl4 Feling reaksiyasini bermaydi? Doskada: sariq → qizil (Cu2O). Tipik xato: Feling reaksiyasini xloroform uchun yagona isbot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argentometriyaning cheklovi nima? (barcha organik xlorni o‘lchaydi). Doskada: usullar ro‘yxati. Tipik xato: argentometriya natijasini tanlab xloroform miqdori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faqat ikki reaksiya bilan to‘rt moddani qanday farqlash mumkin? Doskada: jadvalni talabalar bilan to‘ldiring. Tipik xato: DXE ning izonitril va Feling reaksiyasini bermasligini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B ro‘yxat shkafida saqlanadi? (kuchli ta’sir etuvchi modda). Doskada: 0,2-0,5 g va 6 g. Tipik xato: sutkali dozani bir martalik doza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ko‘z qorachig‘ining torayishi nimani ko‘rsatadi? Doskada: belgilar ro‘yxati. Tipik xato: o‘ldiradigan dozani aniq raqam deb bilish — malaka materialida u «ma’lum emas» deyilgan.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ishqoriy muhitda olingan natijani xloroform deb yozish mumkinmi? Doskada: xloralgidrat → xloroform. Tipik xato: bu ikki moddani bir xil deb yozish; ular farqlanadi (keyingi slayd).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oddiy reaksiyalar ularni farqlamaydi? (ikkalasi ishqorda xloroform beradi). Doskada: farqlash yo‘llari. Eslatma: kitobda («Xloroform va xloralgidratni farqi to‘g‘risida tushuntiring») savol berilgan, javob keltirilmagan; Nessler reaksiyasi malaka №097 dan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CCl4 yong‘inni o‘chirishda nega qo‘llanilgan? (og‘ir bug‘ kislorodni ajratadi). Doskada: qo‘llanish sohalari. Tipik xato: CCl4 ni yonuvchan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ichish uchun beriladigan CCl4 bilan yog‘li ovqat man etiladi? (kitob: shilliq qavatdan tez shimilishi). Doskada: 3 ml, 6 oy. Tipik xato: dozani o‘ldiradigan miqdor deb o‘qish — kitobda u dori dozasi sifatida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48 soatdan keyin zaharlanishni aniqlash mumkinmi? (malaka materialiga ko‘ra yo‘q). Manba — malaka №097 (kitobda bu xossalar yo‘q). Tipik xato: o‘limga olib keluvchi miqdorni (30-60 ml) dori dozasi (3 ml)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CCl4 ni xloroformdan qaysi reaksiya farqlaydi? (Feling). Doskada: CCl4 — Feling –. Manba — malaka №097.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DXE ni yonishi bo‘yicha qanday farqlaymiz? (tutab yonadi). Doskada: DXE formulasi ClCH2-CH2Cl. Tipik xato: 1,1- va 1,2-izomerlarni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DXE bilan zaharlanish qaysi sohalarda ehtimol? Doskada: qo‘llanish sohalari. Manba: toks/dvssm va malaka №097.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qusuq massasi ham tekshiriladi? Doskada: 15-20 ml. Tipik xato: DXE ning surunkali ta’sirini e’tiborsiz qoldirish (mutagen va kantserogen).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oddiy ishqor bilan xlor to‘liq ajralmaydi? (vinilxlorid hosil bo‘ladi — kitob tenglamasi). Doskada: oddiy va ampula usuli farqi. Tipik xato: oddiy qizdirish natijasiga ko‘ra DXE ni xlorsiz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ampula kerak? (bosim ostida qizdirish). Doskada: ampula sxemasi. Tipik xato: ampulani yopmasdan qizdirish.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DXE ni to‘g‘ridan-to‘g‘ri aniqlamaymiz? Doskada: 4 bosqichli sxema. Tipik xato: formaldegid reaksiyasini DXE ning o‘zi uchun xos deb hisoblash — aslida u etilenglikol orqali ketadi.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atsetilenid hosil bo‘lishi DXE ni xloroformdan nima bilan farqlaydi? Doskada: ClCH2CH2Cl → HC≡CH → CuC≡CCu. Tipik xato: mis atsetilenidini quruq holda saqlash xavfini unutish (kitobda aytilmagan, laboratoriya xavfsizligi qoidasi).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bermaydigan reaksiyalar nega muhim? (farqlash uchun). Doskada: DXE — izonitril –, Feling –. Tipik xato: manfiy natijani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reaksiyalar ketma-ketligini nima uchun shunday tanlaymiz? Doskada: 5 bosqichli sxema. Tipik xato: bosqichlarni tashlab, bitta reaksiya bilan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har bir moddaga xos eng muhim reaksiyani ayting. Doskada: modda - reaksiya - natija jadvali. Tipik xato: bitta rangli reaksiya bilan modda nomini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Alkilgalogenidlar: xloroform, xloralgidrat, uglerod tetraxlorid, 1,2-dixloretan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xloroform, xloralgidrat, uglerod tetraxlorid, dixloretan — toksikologik ahamiyati, metabolizmi, sifat va miqdorini aniqlash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so‘zlar: toksikologik ahamiyat, ob’ekt, suv bug‘i yordamida haydash, xloroform, xloralgidrat, to‘rtxlorli uglerod, dixloretan, distillyat.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rejasi: umumiy reaksiyalar (organik birikkan xlor, izonitril, Feling, rezortsin, Fudjivara) va har bir moddaga xos reaksiyalar.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36, 36-39; Yuldashev Z.A., Nurmatova M.I., Toksikologik kimyo modulidan o‘quv-uslubiy majmua, betlar: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Alkilgalogenidlar: uchuvchi zaharlar guruhida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To‘liq tahlilda tekshiriladigan 13 uchuvchi zaharga xloroform, xloralgidrat, to‘rt xlor uglerod va dixloretan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moddalarni biologik ob’ektdan ajratib olishda haydash (distillyatsiya) usullari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va xloralgidratni farqlash uchun distillyatdan sof holda efirli ajralma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18, 22,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Azeotroplar va suv bug‘i bilan haydash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+ suv azeotrop hosil qiladi: o‘zaro ajralmasdan qaynaydigan aralashma, distillyat tarkibi o‘zgarmaydi.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Azeotropdagi suv miqdori (og‘irlik %): xloroform bilan 2,5%, to‘rtxlorli uglerod bilan 4,1%.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1,2-dixloretan–suv azeotropi 71,62 °C da qaynaydi, undagi suv 8,2% (og‘irlik).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Azeotroplarni oddiy yoki fraksiyalab haydash, yoki kimyoviy usul bilan ajratish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23; Malaka materiali №054 (TFI Toksikologik kimyo kafedrasi)., Uchuvchi zaharlarni suv bug‘i bilan haydash; sianid kislota, betlar: 1-jadval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Xloroform: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CHCl3 organizmga zaharli ta’sir etuvchi birikma.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Xalq xo‘jaligida bo‘yoqlarni eritishda, kiyimlardagi dog‘ni tozalashda, o‘simliklardan dori birikmalarini ekstraksiyalashda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Jarrohlik operatsiyalarida narkoz sifatida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Avvallari narkoz sifatida ishlatilgan; farmakologik ta’siriga ko‘ra narkotik moddalar guruhiga kiradi.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35;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Xloroform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bilan nafas yo‘llari va oshqozon orqali zaharlanish mumkin; 5-10 g xloroform kuchli zaharlanishga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Oshqozonda qattiq og‘riq, ko‘ngil aynishi kabi alomatlar seziladi.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nafas olish markazi falajlanishidan sodir bo‘ladi; patalogoanatomik ko‘rinish xarakterli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Surunkali zaharlanish va murdada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Surunkali zaharlanganda jigar faoliyati ishdan chiqadi, jigar sirrozi kelib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Buyrak va yurak mushaklari ishdan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Organizmga tushgach yog‘ to‘qimalarida yig‘iladi; ayrim hollarda murdadan xarakterli xloroform hidi kelishi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36;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Xloroform: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organizmdan o‘zgarmagan holda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CHCl3 ning 30-50% i 15-20 daqiqa ichida, 90% i bir soatdan keyin o‘zgarmagan holda nafas yo‘li orqali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Qolgan qismi biotransformatsiyalanadi; 8 soatdan keyin ham qondan CHCl3 qoldig‘ini aniqlash mumkin; qisman CO2 va HCl gacha oksidlanadi.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36;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Xloroform: fizik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Rangsiz, tiniq harakatchan suyuqlik, suvdan ancha og‘ir, suvda yomon eriydi (1:200).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Ochiq havoda parlanadi; o‘ziga xos xarakterli hidga ega, mazasi chuchmal va yoqimsiz.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Efir va boshqa organik erituvchilar bilan yaxshi aralashadi; suv bug‘i bilan tez va oson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Qaynash harorati 61,16 °C.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35; Yuldashev Z.A., Umarova G.Q., Toksikologik kimyo modulidan o‘quv-uslubiy majmua, betlar: 35; Malaka materiali №054 (TFI Toksikologik kimyo kafedrasi)., Uchuvchi zaharlarni suv bug‘i bilan haydash; sianid kislota, betlar: 2-jadval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Xloroform va fosgen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Ochiq havoda quyosh nuri ta’sirida xloroform oksidlanib juda zaharli birikma — fosgen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Reaksiya: CHCl3 + O → COCl2 + HCl (fosgen: Cl–C(=O)–Cl).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CCl4 yonmaydi, lekin alanga ustiga sepilganda juda zaharli fosgen hosil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35;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Organik birikkan xlorni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Distillyat spirtli ishqor eritmasi bilan qizdirilganda xlorid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Azot kislotali muhitda kumush nitrat bilan oq cho‘kma (AgCl)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Xloralgidrat ishqor bilan avval xloroformga o‘tadi: CCl3CHO + NaOH → CHCl3 + HCOONa.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Xloralgidrat + NaOH: CHCl3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CHCl3 + NaOH (spirt): NaCl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NaCl + AgNO3 (HNO3): AgCl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Organik xlor reaksiyasi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Organik xlor reaksiyasi: manfiy ahamiyat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manfiy sud-kimyo ahamiyatiga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 atomini saqlovchi barcha birikmalar ushbu reaksiyani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musbat natija xloroformni isbotlamaydi, manfiy natija organik xlorli birikma yo‘qligini ko‘rsatadi.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Izonitril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Distillyatga anilin va ishqor qo‘shib qizdirilsa, xarakterli badbo‘y hidli izonitril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reaksiyani dixloretan bermaydi; CCl4 va xloralgidrat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Distillyat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anilin va ishqor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Qizdirish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Badbo‘y hid: izonitril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Izonitril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Rezortsin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Distillyatga rezortsinning ishqoriy eritmasi qo‘shib qizdirilsa, qizil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Xloralgidrat, CCl4 va formaldegid ham ushbu reaksiyani beradi; dixloretan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sezgirligi 3,0 mg CHCl3 ga teng.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36;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Fudjivara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Piridin ishqoriy sharoitda suv hammomida alkilgalogenidlar bilan qizdirilganda qizil rang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Piridin tuzi ishqoriy muhitda glutakon aldegidi hosilalariga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natijasida qizil rangli polimetin bo‘yoq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CHCl3 + piridin + ishqor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Piridin tuzi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Glutakon aldegidi hosilasi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polimetin bo‘yoq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Fudjivara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36;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Feling suyuqligi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va xloralgidrat Feling 1 va 2 eritmalari bilan qizdirilganda avval sariq, so‘ng qizil cho‘kma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CCl4 va dixloretan bu reaksiyani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Qaytarish xususiyatiga ega CHCl3, xloralgidrat va formaldegid bu reaksiyani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Sezgirligi 0,3 mg; CCl4 ishqoriy muhitda HCOOH kabi qaytaruvchi hosil qilmagani uchun bermaydi.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36, 37;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Miqdori: organik birikkan xlor ajratilib, argentometrik usulda aniqlanadi (indikator — temir ammoniy achchiqtoshi).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Xlorli birikmani avval natriy alkogolyati ishtirokida anorganik xloridga o‘tkazib, hajmiy argentometrik usulda aniqlash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Miqdorni GSX usulida ham aniqlash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37;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Reaksiyalar natijasi: farqlash jadvali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Izonitril va Feling reaksiyalari xloroform, xloralgidrat, CCl4 va dixloretanni farqlashga yordam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DXE izonitril va Feling reaksiyalarini bermaydi; mis atsetilenidi va etilenglikol orqali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6"/>
                <a:gridCol w="34073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Izonitril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CHCl3, CCl4, xloralgidrat +; DXE –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Feling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CHCl3, xloralgidrat +; CCl4, DXE 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Fudjivara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Alkilgalogenidlar: qizil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Mis atsetilenidi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DXE: pushti yoki olcha-qizil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Reaksiyalar natijasi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36-37, 37-39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Xloralgidrat: tibbiyotdagi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Xloralgidrat organizmga xloroform kabi ta’sir ko‘rsatadi: avval asab sistemasini qo‘zg‘otadi, so‘ngra tinchlantiradi.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0,2-0,5 g atrofida tinchlantiruvchi, uxlatuvchi preparat sifatida ishlatiladi; sutkali dozasi 6 g; B shkafda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martalik yuqori dozasi 2 g; psixik hayajonlanishda, tirishishni to‘xtatish uchun ham qo‘llanilgan.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37-38, 38;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Xloralgidrat bilan zaharlanish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 va qon tomir tarmog‘iga salbiy ta’sir ko‘rsatadi: nafas olish tezlashadi, tana harorati pasayadi, ko‘z qorachig‘i torayadi.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Nafas olish va yurak urishi to‘xtashidan o‘lim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O‘limga olib keluvchi miqdori ma’lum emas; ayrim olimlarga ko‘ra 10 g atrofida. Asosiy metabolitlari: trixloretanol va trixlorsirka kislota.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38;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Xloralgidrat: xossalari va xloroformga o‘tishi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Xloralgidrat — rangsiz, tiniq kristall yoki kukun, o‘ziga xos o‘tkir hidli, achchiq mazali; suvda va efirda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muhitda va yuqori haroratda parchalanib, xloroform hosil qiladi: CCl3CHO + NaOH → CHCl3 + HCOONa.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Distillyatdan aniqlash reaksiyalari kuchli ishqoriy muhitda o‘tgani uchun xloralgidratdan tez xloroform hosil bo‘ladi — shu sababli ikkalasining analitik reaksiyalari bir xil.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37;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Xloroform va xloralgidratni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va xloralgidratni farqlash uchun distillyatdan sof holda efirli ajralma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Nessler reaktivi bilan xloralgidrat qizil-qo‘ng‘ir cho‘kma beradi; cho‘kma turib qolsa iflos yashil rangga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Xloralgidrat miqdori ham xloroformdagidek GSX 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28;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Uglerod tetraxlorid: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CCl4 organizmga zaharli ta’sir etadi; laklar, moyli bo‘yoqlar va kauchukni eritishda, teri va junlarni konservatsiyalashda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va veterinariyada gijja haydovchi, yong‘inni o‘chirishda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Og‘ir pari yonayotgan neft, benzin kabi moddalarni havo kislorodidan ajratib, o‘chiradi.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Uglerod tetraxlorid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Organizmga shilliq qavat orqali tez shimiladi; dori sifatida qo‘llanganda yog‘li ovqat iste’mol qilmaslik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Dozasi 3 ml. Zaharlanganda ko‘ngil aynishi, qusish, uyqu bosish, bosh aylanish, mastlik holatlari ro‘y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Jigar va buyrakni tez ishdan chiqaradi, sariq kasali kelib chiqadi, jigarni yog‘ bosadi; nafas yo‘li orqali zaharlanganda kollaps.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 shkafda saqlanadi; CCl4 bilan bog‘liq korxona xodimlari har 6 oyda tibbiy ko‘rikdan o‘tkazilishi shart.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CCl4: xossalari va toksikologiyasi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Og‘ir, tiniq harakatchan suyuqlik, suvda 20 °C da 0,01% atrofida eriydi; qaynash harorati 75-77 °C; suv bug‘i bilan oson haydaladi; yonmaydi.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Narkotik ta’sirga ega, markaziy asab sistemasini ishdan chiqaradi; o‘limga olib keluvchi miqdori 30-60 ml.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Metabolitlari CHCl3 va CO2; 100 g ob’ektdan suv bilan haydash mumkin bo‘lgan eng kam miqdor 1 g atrofida.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CCl4: chinlik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tahlilida CCl4 chinligi CHCl3 uchun keltirilgan barcha reaksiyalar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Feling suyuqligi bilan reaksiya bermaydi; 2,7-dioksinaftalin bilan och qo‘ng‘ir, so‘ng yashil-sarg‘ish rang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Havoda CCl4 aniqlash uchun eritmaga piridin va anilin ta’sir ettirilib qizdiriladi — qizil rang.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1,2-Dixloretan: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1,2-Dixloretan (DXE) xloroform va CCl4 dan tutab yonishi bilan farqlanadi.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toza DXE og‘ir, harakatchan suyuqlik, xloroform hidiga o‘xshash, 83,7° da qaynaydi.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 va ishqorlar ta’siriga chidamli; suvda deyarli erimaydi, spirt va efirda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1,1-Dixloretan izomeri ham rangsiz suyuqlik (qaynash harorati 58 °C), lekin sanoatda asosan 1,2-dixloretan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37;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Dixloretan: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Korxonalarda yog‘, bo‘yoq, smola va parafinlarni eritishda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 laboratoriyalarida ko‘p organik moddalarni ekstraksiya qilishda, jundagi yog‘larni ajratishda va kiyimlarni tozalashda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Plastmassa, ionit sintezida asosiy xom ashyolardan biri; alkaloid ajratishda, insektofungitsid va antiseptik sifatida ham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37;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Dixloretan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DXE nafas yo‘li orqali organizmga tushadi; zaharlanganda qayt qilish, ich ketish, jigarda og‘riq, qorin shishishi, uremiya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15-20 ml DXE o‘limga olib keladi; adabiyotlarda mutagen va kantserogen ta’siri aniqlangan.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DXE biologik ob’ektdan suv bug‘i yordamida haydab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alomatlar 5-10 daqiqadan so‘ng seziladi; qusuq massasidan dixloretan hidi keladi; ikki kun ichida o‘limga olib kelishi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37;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DXE: ishqor bilan qizdirish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DXE ishqor bilan qizdirilganda xlor atomi to‘liq ajralmaydi.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CH2Cl–CH2Cl + NaOH (spirt) → NaCl + CHCl=CH2 + H2O; xlorid HNO3 va AgNO3 bilan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DXE + NaOH (spirt), qizdirish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NaCl + CHCl=CH2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HNO3, AgNO3: AgCl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 to‘liq ajralmaydi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Oddiy ishqor bilan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DXE: ampula usuli va etilenglikol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Nazarenko va Lapkina (1952): xlor bikarbonat yoki ishqoriy sharoitda bosim ostida (berkitilgan ampulada) qizdirilganda oson ajraladi.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Natijada etilenglikol hosil bo‘ladi: ClCH2–CH2Cl + Na2CO3 + H2O → HO–CH2–CH2–OH + 2NaCl + CO2.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reaksiya DXE ni etilenglikol hosil qilib, so‘ng oksidlab formaldegid orqali aniqlash usulining asosi.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38;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DXE: etilenglikoldan formaldegid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Etilenglikol formaldegidgacha oksidlanadi (KIO4, H2SO4); xromotrop yoki fuksinsulfit bilan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Formaldegid bu reaktivlar bilan mineral kislotalar ishtirokida pushti rang (xinoid birikma) hosil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DXE + Na2CO3 (ampula)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Etilenglikol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KIO4 + H2SO4: formaldegid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Fuksinsulfit: pushti 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DXE → formaldegid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DXE: mis atsetilenidi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DXE va natriy ishqori ampulaga solinib, og‘zi berkitiladi va suv hammomida qaynatiladi.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Atsetilen hosil bo‘ladi; u mis tuzlari bilan pushti yoki olcha rangli qizil mis atsetilenidini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Reaksiya: ClCH2–CH2Cl + 2NaOH → HC≡CH + 2NaCl + 2H2O.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DXE: bermaydigan reaksiyalar va qo‘shimcha usullar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DXE izonitril hosil qilmaydi va Feling suyuqligi bilan reaksiya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Xinolin bilan reaksiya: sianin bo‘yog‘i, qo‘ng‘ir yoki qizil-qo‘ng‘ir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DXE ni GSX bilan aniqlash mumkin; atmosferadagi va urug‘li donlardagi DXE spirtli eritmaga o‘tkazilib tahlil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38;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tahlil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organik birikkan xlor (manfiy ahamiyatli), so‘ng izonitril, Feling, rezortsin, Fudjivara reaksiyalari.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Dixloretan uchun mis atsetilenidi va etilenglikol → formaldegid reaksiyalari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 GSX bilan tasdiqlanadi; miqdor argentometriya yoki GSX bilan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xlor (AgNO3)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Izonitril, Feling, Fudjivara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DXE: atsetilenid, glikol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GSX bilan tasdiq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Miqdor: argentometriya, GSX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Tahlil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36-37, 38-39; Malaka materiali №097 (TFI Toksikologik kimyo kafedrasi)., Alkilgalogenidlar, betlar: 5-ma'ruza: alkilgalogenidlar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Alkilgalogenidlar suv bug‘i bilan haydaladi; organik birikkan xlorni aniqlash reaksiyasi manfiy ahamiyatga ega, chunki barcha xlorli birikmalar uni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Izonitril, Feling, rezortsin, Fudjivara reaksiyalari natijalari bo‘yicha xloroform, xloralgidrat, CCl4 va DXE farqlanadi.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DXE etilenglikol (ampula usuli) va mis atsetilenidi orqali, xloralgidrat esa ishqorda xloroformga o‘tishi bilan ajralib turadi.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36, 36-37, 37-39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DXE bioob’ektdan suv bug‘i bilan haydab ajratiladi; xloroform va CCl4 dan tutab yonishi bilan farqlanadi.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Nazarenko va Lapkina (1952) DXE dan xlor berkitilgan ampulada bikarbonat yoki ishqor bilan qizdirilganda oson ajralishini ko‘rsatganlar.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CCl4 ning og‘ir pari yonayotgan neft va benzinni havo kislorodidan ajratadi — shuning uchun yong‘inni o‘chirishda ishlatilgan.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quyosh nuri ta’sirida oksidlanib fosgen hosil qiladi — juda zaharli birikma.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Alkilgalogenidlar: xloroform, xloralgidrat, uglerod tetraxlorid, 1,2-dixloretan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18, 22-23, 28, 35-39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35-38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№097 (TFI Toksikologik kimyo kafedrasi). Alkilgalogenidlar (ma’ruza).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№054 (TFI Toksikologik kimyo kafedrasi). Uchuvchi zaharlarni suv bug‘i bilan haydash; sianid kislota (ma’ruza, Toshkent, 2012).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