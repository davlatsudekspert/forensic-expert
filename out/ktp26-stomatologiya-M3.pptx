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sud-tibbiy toksikologiya klinik toksikologiyadan nimasi bilan farq qiladi? Doskada: «sabab, yordam» va «huquqiy savol». Tipik xato: sud-tibbiy toksikologiyani davolash fani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dori va zahar o‘rtasidagi chegara. Doskada: Paratsels iborasi. Tipik xato: ayrim moddalarni mutlaq zahar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yatrogen zaharlanishda qanday hujjatlar kerak? Doskada: uch tur tartibi. Tipik xato: baxtsiz hodisani qasddan zaharlash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fenolning konsentrlangan va suyultirilgan eritmasi nega boshqacha ta’sir qiladi? Doskada: 4 omil sxemasi. Tipik xato: faqat dozani hisobga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bariy sulfat zaharli emas? Doskada: eruvchanlik. Tipik xato: modda nomiga qarab xavfni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bolalar nega sezgirroq? Javob: vazni kichik, qarshilik tizimi to‘liq shakllanmagan. Doskada: omillar ro‘yxati. Tipik xato: sezgirlikni faqat dozaga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jigardan o‘tmaslik xavfni oshiradi? Doskada: kirish yo‘llari. Tipik xato: barcha yo‘llarni teng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funksional zaharlarda tibbiy hujjat nega muhim? Javob: xos morfologik o‘zgarish bo‘lmasligi mumkin. Doskada: 3 bosqich. Tipik xato: faqat laboratoriyaga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funksional zaharlarda murda belgisi bo‘lmasligi mumkin? Doskada: rang-zahar juftliklari. Tipik xato: bitta belgiga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qon har biri alohida idishda olinadi? Doskada: «uch nuqta». Tipik xato: faqat oshqozon massasini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metabolit nega zaharliroq bo‘lishi mumkin? Doskada: metanol -&gt; formaldegid. Tipik xato: biotransformatsiyani doim zararsizlantirish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metatoksik ta’sir nima? Doskada: sirka kislotasi misoli. Tipik xato: ta’sir bosqichlarini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mahalliy va rezorbtiv zaharlarning farqi? Doskada: tasnif daraxti. Tipik xato: mahalliy zaharda umumiy ta’sir yo‘q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anorganik va organik kislotalar farqi? Javob: organik kislotalar kuchsiz dissotsiatsiyalanadi, yuzaki nekroz hosil qiladi. Doskada: letal dozalar. Tipik xato: kislotalarni bir xil shikastlovchi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og‘iz bo‘shlig‘idagi o‘zgarishlar ekspertga nima beradi? Doskada: kislota — oshqozon rangi. Tipik xato: oshqozon rangi bo‘yicha kislotani aniq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ishqor kuyishi kislota kuyishidan chuqurroq kirishi mumkin? Doskada: ikki ustun. Tipik xato: ishqor nekrozini koagulyasion deb o‘ylash; u kollikvatsion.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stomatolog qaysi belgini ko‘rishi mumkin? Javob: simobli stomatit va milkdagi hoshiya. Doskada: sulema belgilari. Tipik xato: organik simob birikmalarida ham stomatit kutish (manbada rivojlanmaydi deyilgan).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issiq urish va quyosh urishi. Doskada: 36–37, 43–44, 42–43. Tipik xato: quyosh urishida yuqori harorat kutish (salmoqli ko‘tarilish xos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kuyish manbasini qanday aniqlaymiz? Javob: issiq suyuqlikda soch va kiyim shikastlanmaydi, alangada qurum va tilsimon yara. Doskada: 9 % qoidasi. Tipik xato: IV darajani qaynoq suvdan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yong‘in murdasida qon namunasi qayerdan olinadi? Javob: yurak kameralari va chuqur tomirlardan. Doskada: 20 % va 60 %. Tipik xato: yuza tomir qoniga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«sovuq qotgan odam pozasi» nima uchun? Javob: issiqlik ajratuvchi yuzani kamaytiradi. Doskada: Vishnevskiy dog‘lari. Tipik xato: dog‘lar yo‘qligidan sovuq qotishni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yuqori chastotali tok fizioterapiyada ishlatiladi? Doskada: 24 V, 50/100 mA. Tipik xato: yuqori kuchlanishni doim o‘limga olib keladi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yuqori kuchlanishli tok kamroq o‘ldiradi? Doskada: raqamlar. Tipik xato: yuqori kuchlanishni doim o‘limli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elektr tamg‘a har doim tipik bo‘ladimi? Javob: yo‘q, 10–20 % hollarda hosil bo‘lmaydi. Doskada: metall-rang. Tipik xato: tamg‘a bo‘lmasa elektrotravmani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tez ko‘tarilish nima uchun xavfli? Doskada: 10 m — 2 marta, 20 m — 3 marta. Tipik xato: niqob bilan sho‘ng‘ishda ham o‘pka barotravmasi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stomatolog nurlanish oqibatlarini qanday ko‘radi? Javob: nekrotik gingivit va tishlarning qimirlashi. Doskada: doza-shakl. Tipik xato: suyak miya shaklini 6 Gy dan past dozada o‘limli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eng ko‘p tayinlanadigan ekspertiza turi? Doskada: 5 guruh. Tipik xato: faqat tan jarohatlarini ko‘rish.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bunday ekspertiza komission tartibda o‘tkaziladi? Doskada: daraxt. Tipik xato: ekspertizani faqat jarohat og‘irligini aniqlash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ayrim tekshiruvlar ogohlantirmasdan o‘tkaziladi? Doskada: ikki ustun. Tipik xato: simulyasiyani aggravatsiya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dissimulyasiya qaysi kasblarda ko‘proq uchraydi? Doskada: daraxt. Tipik xato: dissimulyasiyani simulyasiya bilan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og‘ir tan jarohati belgilari. Doskada: 33 %, 21 kun. Tipik xato: klinik og‘irlik bilan sud-tibbiy og‘irlikni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6, 21 kun va 10, 33 % chegaralari. Tipik xato: davolanish muddatini sog‘liq buzilishi davomiyligi bilan bir xil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umumiy va kasbiy mehnat qobiliyati farqi? Doskada: 120 kun. Tipik xato: kasbiy qobiliyatni og‘irlik mezoniga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davolovchi shifokor muddatni nega asoslashi kerak? Doskada: 6 va 21 kun. Tipik xato: kasallik varaqasi muddatini avtomatik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til jarohatida qaysi mezon qo‘llanadi? Javob: so‘zlash qobiliyati yo‘qotilishi. Doskada: 0,04, 3–5 sm. Tipik xato: bir ko‘zni yo‘qotishni ikkala ko‘z bilan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yuz-jag‘ jarohatlari bilan badburushlik qanday bog‘lanadi? (Manbada alohida yuz-jag‘ misoli yo‘q; talabalar bilan muhokama.) Doskada: 3 mezon. Tipik xato: badburushlikni ekspert hal qiladi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tibbiy hujjat ko‘rikdan oldin o‘rganiladi? Javob: jarohatning ilk holatini aniqlash uchun. Doskada: 6 bosqich. Tipik xato: xulosani ko‘rikdan oldin tuzish.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balog‘atga yetmaganlar ko‘rigi qanday o‘tadi? Javob: ota-ona yoki pedagoglar ishtirokida. Doskada: so‘rov savollari. Tipik xato: rasmga olishni ruxsatsiz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Sud-tibbiy toksikologiya: asosiy maqsadlar, zaharli moddalar tasnifi, kimyoviy tahlil, zaharlanish belgilari, ekspert baholash xususiyatlari. Ayrim fizik omillarning organizmga ta’siri. Tirik shaxslarning sud-tibbiy ekspertizasi: asosiy maqsadlar, o‘tkazish tartibi, natijalarni taqdim etish.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toksikologiya: maqsad va o‘rni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omillar ta’sirida sog‘liq buzilishi va o‘lim murda va tirik shaxslar ekspertizasida nisbatan keng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Zo‘ravon o‘lim tarkibida zaharlanishlar mexanik jarohatlar va mexanik asfiksiyadan keyin uchinchi o‘rinda.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toksikologiya huquqni muhofaza idoralari qo‘ygan vazifalarni hal etadi; sud tibbiyoti fani aynan undan shakllana boshlagan.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nisbiy tushuncha: oz miqdori sog‘liqni buzadigan yoki o‘limga olib keladigan modda; mutlaq zahar ham, mutlaq beziyon modda ham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Paratselsga ko‘ra, moddani doriga yoki zaharga faqat doza aylantiradi.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yo‘nalishlari: sanoat, qishloq xo‘jaligi, harbiy, oziq-ovqat, maishiy va sud-tibbiy.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Toksikologiya yo‘nalishlari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Sanoat, qishloq xo‘jaligi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Harbiy, oziq-ovqat va b.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Sud-tibbiy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Huquqni muhofaza vazifalari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Nisbiy tushuncha  ·  Doza hal qiladi (Paratsels)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 va zaharlanish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kelib chiqish tafsilotlari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Zaharlanish qotillik, o‘z-o‘zini o‘ldirish yoki baxtsiz hodisa bo‘lishi mumkin; aksariyat holatlar baxtsiz hodisa, keyin o‘z-o‘zini o‘ldirish.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Zaharlash yo‘li bilan qotillik kamdan-kam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tasodifiy zaharlanishlar yatrogen: dori dozasini belgilashdagi xato yoki bir dori o‘rniga boshqa modda qo‘llash.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Baxtsiz hodisa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O‘z-o‘zini o‘ldirish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Qotillik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Uchrash tartibi (ko‘pdan kamga)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etuvchi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guruh: zaharli modda, organizm, zaharning kirish yo‘li va ta’sir vaqtidagi tashqi 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tuzilish xususiyatni belgilaydi: is gazi va karbonat angidridi o‘xshash tuzilishga ega bo‘lsa-da, toksikligi bir xil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muhim: terapevtik, toksik va letal dozalar; 3 % sirka kislota eritmasi va sirka essensiyasi ta’sirini taqqoslab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To‘rt guruh omil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Zaharli modda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Tuzilish, miqdor, eruvchanlik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Vazn, yosh, salomatlik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Kirish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Teri, og‘iz, nafas, ichak, in’eksiya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Yopiq muhit, harorat, namlik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guruh omil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132–133, 133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modda: agregat holat, eruvchanlik, vehikulum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Gazsimon moddalar suyuqlarga, suyuqlar qattiqlarga nisbatan kuchliroq ta’sir qiladi — qonga tez o‘tishi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sulfat suvda erimaydi (rentgenda), bariy xlorid eriydi va kuchli zahar; fosfororganik birikmalar yog‘da eriydi, teri orqali so‘riladi.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Vehikulum ta’sirni o‘zgartiradi: margimush ishqoriy muhitda kuchayadi, sianidlar kislotali muhitda; og‘ir metallar kumulyatsiyaga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Agregat holat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Gaz &gt; suyuq &gt; qattiq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Qonga tez o‘tadi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Eruvchanlik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Bariy sulfat — erimaydi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Bariy xlorid — kuchli zahar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Fosfororganik — teri orqali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Vehikulum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Margimush — ishqorda kuchayadi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Sianid — kislotada kuchayadi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Zaharli modda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massasi, yosh (bolalar sezgirroq), homiladorlik davrida sezgirlik ortishi, yurak, jigar, buyrak kasalliklarida qarshilik kamayishi.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Oshqozondagi massa zaharning ta’sirini o‘zgartirishi mumkin; genetik xususiyatlar (xolinesteraza past aktivligi, G-6-FDG yetishmasligi, idiosinkraziya).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Takroriy ta’sirda tolerantlik; narkomaniya va toksikomaniyada abstinensiya sindromi.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Organizm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Massa, yosh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Bolalar sezgirroq  ·  Homiladorlikda ortadi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Kasalliklar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Yurak, jigar, buyrak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Genetika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Xolinesteraza past aktivligi  ·  Idiosinkraziya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Odatlanish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Tolerantlik  ·  Abstinensiya sindromi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Organizmga bog‘liq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133–134, 134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 yo‘li va tashqi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teri, og‘iz, nafas yo‘llari, to‘g‘ri ichak va in’eksiya orqali kiradi; qonga tez va to‘liq o‘tishi ta’sirni belgilaydi.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yo‘llari, to‘g‘ri ichak va qin shilliq qavatidan so‘rilgan moddalar jigardan o‘tmaydi va kuchliroq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sharoit: alkogol va is gazi bilan zaharlanishga yopiq, issiq, nam muhit moyil; vodorod sulfidda — cheklangan muhit (kanalizatsiya quduqlari).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Kirish yo‘li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Teri, og‘iz, nafas yo‘llari  ·  To‘g‘ri ichak, in’eksiya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Jigardan o‘tmaydi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yo‘li, to‘g‘ri ichak, qin  ·  Ta’sir kuchliroq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Tashqi 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Yopiq, issiq, nam — moyillik  ·  Vodorod sulfid: cheklangan muhit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Kirish va sharoit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134, 135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diagnostika: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Diagnostika uch bosqichda to‘planadigan dalillarga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hodisa joyini ko‘zdan kechirish (yot hid, dori idishlari, shpritslar, qusuq) va tibbiy hujjatlar bilan tanishish.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 — murda tekshiruvi; 3-bosqich — laboratoriya tekshiruvlari (gistologik, sud-kimyoviy, biokimyoviy, farmakologik va b.).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joyi va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Bosqichlar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135–136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O‘yuvchi zaharlarda og‘iz atrofida kimyoviy kuyish izlari va oqmalar.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dog‘lari: is gazida pushti, sianidlarda yorqin olcha rang, metgemoglobin hosil qiluvchilarda jigar rang, gemoliz chaqiruvchilarda sarg‘ish.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Sianidlarda achchiq bodom hidi, sirka kislotasida o‘tkir hid; strixninda mushak qotishi tez va kuchli, miorelaksantlarda sust.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Murda dog‘lari rangi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 gazi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Pushti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Sianidlar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Yorqin olcha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Metgemoglobin hosil qil.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Jigar rang, qo‘ng‘ir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Gemoliz chaqiruvchilar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Sarg‘ish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 dog‘lari rangi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135–136, 136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tahlil uchun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sud-kimyoviy (toksikologik) tekshiruv o‘tkaziladi: sifat va miqdoriy.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«Uch nuqta» qoidasi: namunalar zahar kirgan, ta’sir etgan va chiqqan joylardan olinadi (oshqozon massasi, jigar bir qismi, butun buyrak siydik bilan).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 noma’lum bo‘lsa: miya 1/3, o‘pka 1/4, jigar 1/3 o‘t bilan, buyrak, oshqozon massasi, ichak, 100–200 ml qon; chuqur chirishda 1,5–2,0 kg «o‘rta sinama».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Uch nuqta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Kirgan, ta’sir etgan, chiqqan joydan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(ma’lum)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Oshqozon massasi, jigar, butun buyrak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 (noma’lum)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Miya 1/3, o‘pka 1/4, jigar 1/3 o‘t bilan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Qo‘shimcha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Buyrak, ichak, 100–200 ml qon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Chirishda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1,5–2,0 kg «o‘rta sinama»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Kimyoviy tahlil namunalari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zaharning kirishi, taqsimlanishi, metabolizmi va chiqarilishi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Biotransformatsiya asosan jigarda: fosfororganik birikmalar oksidlanganda toksikligi kuchayadi, gidrolizda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Metanol, etanol, etilenglikol oksidlanganda kuchliroq toksik moddalar (formaldegid, atsetaldegid, oksalat kislotasi)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Oksidlanish mahsulotlari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Metil spirti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Formaldegid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Etil spirti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Atsetaldegid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Etilenglikol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Oksalat kislotasi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Oksidlanish mahsulotlari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136–137, 137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Toksikodinamika va chiqarilish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Yog‘da eruvchi moddalar miya, jigar, yog‘da; margimush va qo‘rg‘oshin suyak va sochda to‘planadi.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Uchuvchan moddalar o‘pka, suvda eruvchilar buyrak, og‘ir metallar yo‘g‘on ichak orqali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Toksikodinamika: birlamchi toksik, keyingi toksik va metatoksik ta’sirlar (sirka kislotasi: kuyish, gemoliz, toksik gepatit va nefroz).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Taqsimlanish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Yog‘da eruvchi — miya, jigar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Margimush, qo‘rg‘oshin — suyak, soch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Chiqarilish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Uchuvchan — o‘pka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eruvchi — buyrak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Og‘ir metall — yo‘g‘on ichak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Ta’sirlar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Birlamchi toksik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Keyingi toksik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Metatoksik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Toksikodinamika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137, 137–138, 138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mahalliy ta’sir etuvchilar: kislotalar, ishqorlar, vodorod peroksid, formaldegid, kaliy permanganat, yod tindirmasi.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umumiy (rezorbtiv) ta’sir etuvchilar: destruktiv (simob, qo‘rg‘oshin, rux, margimush, fosfor), qon va funksional zaharlar.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Funksional zaharlar MNT ni falajlovchi, qo‘zg‘atuvchi, so‘ndiruvchi va PNT ga ta’sir etuvchilarga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Zaharlar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Mahalliy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Kislota, ishqor, vodorod peroksid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Destruktiv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Simob, qo‘rg‘oshin, margimush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zaharlari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gazi, metgemoglobin hosil qiluvchilar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Funksional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Sianid, strixnin, spirt, barbiturat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Zaharlar tasnifi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138–139, 139–140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kislotasi bilan zaharlanish nisbatan ko‘p, aksariyat o‘z-o‘zini o‘ldirish usuli.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Erkin vodorod ionlari to‘qimani suvsizlantirib oqsilni ivitadi — koagulyasion (quruq) nekroz, strup va atsidoz.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Letal doza: konsentrlangan sulfat va nitrat kislotalar 5–10 ml, xlorid 15–20 ml, sirka essensiyasi 20–40 ml, karbol 10–30 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Sulfat, nitrat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Xlorid kislota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Sirka essensiyasi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20–40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Karbol kislotasi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Letal dozalar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140, 140–141, 141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murdadagi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 atrofida, ba’zan bo‘yinda pergament zichligidagi oqmalar; lab va og‘iz shilliq qavatlari zichlashgan, kulrang.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 shilliq qavati: sulfat kislotada qo‘ng‘ir-qora, nitratda sarg‘ish (ksantoprotein), xloridda qo‘ng‘ir-kulrang.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Sulfatda perforatsiya ko‘proq; xlorid va sirka kislotada hiqildoq va o‘pka shishi; sirkada gemoliz kuchli, o‘tkir sirka hidi.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Sulfat kislota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Qo‘ng‘ir-qora shilliq qavat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Perforatsiya ko‘proq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Nitrat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Sarg‘ish (ksantoprotein)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Xlorid, sirka kislota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Qo‘ng‘ir-kulrang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Hiqildoq va o‘pka shishi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Sirkada gemoliz va hid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Murdadagi belgilar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141, 141–142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Ishqorlardan zaharlanish kam uchraydi, tasodifiy og‘iz orqali qabul qilinganda ro‘y beradi; asosan kaliy, natriy va ammoniy gidroksidlari.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Kaliy va natriy gidroksidlarining letal dozasi 10–15 g, ammoniy gidroksidniki (nashatir spirti) 25–40 ml.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Joyli ta’sirda oqsillar suyulib ishqor albuminatlari (kollikvatsion nekroz) hosil bo‘ladi; shikastlangan soha yumshoq, shishgan, sirpanuvchan.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Ammoniy gidroksidning mahalliy ta’siri kuchsizroq, ammo so‘rilgach nafas markazini buzadi; murdadan ammiak hidi keladi.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Kaliy, natriy gidroksid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Letal doza 10–15 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Kollikvatsion nekroz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ivimaydi, qo‘ng‘ir gematin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Ammoniy gidroksid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Letal doza 25–40 ml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 ta’sir kuchsizroq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markazi buziladi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Ammiak hidi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Ishqorlar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142, 143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birikmalari: og‘iz bo‘shlig‘idagi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Sulema (simob dixlorid) suvda yaxshi eriydi, kuchli protoplazmatik zahar; ichilganda og‘izda kuyish va metall ta’mi.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Murdada: og‘iz bo‘shlig‘ida simobli stomatit va gingivit — shish, qon quyilishlar, tubi kulrang yaralar, milk chekkalarida iflos-kulrang hoshiya.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Yo‘g‘on ichakda «sulema dizenteriyasi», buyrakda «sulema buyragi».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Sulema: murda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Simobli stomatit, gingivit, hoshiya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Yo‘g‘on 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«Sulema dizenteriyasi»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Buyrak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«Sulema buyragi»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Sulema: murda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Fizik omillar: harorat va issiq 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36–37 °C; 22–25 °C dan past yoki 43–44 °C dan baland bo‘lganda to‘qimalarda hayot bilan nomutanosib o‘zgarishlar.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Issiq urish issiqlik ko‘p ishlab chiqarilib kam ajralganda; asosiy mexanizm — gemodinamika buzilishi, qon quyuqlashishi, gipoksiya.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 uch davr; tana harorati 42–43 °C dan oshganda nafasning birlamchi to‘xtashidan o‘lim.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Me’yoriy tana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36–37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Past chegara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22–25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Yuqori chegara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43–44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to‘xtashi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&gt;42–43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Tana harorati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183–184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 va uning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Terida harorat 45–50 °C dan oshganda kuyish; chuqurlik manba, harorat va davomiylikka bog‘liq; 4 daraja.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— eritema (3–4 kun), II — pufaklar (10–20 kun, chandiqsiz), III — nekroz, IV — mushak va suyak nekrozi (faqat alanga).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Maydon «to‘qqizliklar qoidasi» (Wallace, 1951): bosh va bo‘yin 9 %, old yuza 18 %; hayot uchun xavfli: 10 % dan ortiq III–IV daraja.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Eritema; 3–4 kun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Pufaklar; 10–20 kun, chandiqsiz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III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Nekroz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IV daraja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Mushak va suyak nekrozi (faqat alanga)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Kuyish darajalari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185–186, 186–187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yo‘llari, qizilo‘ngach, oshqozonda qurum — alanga hayot paytida ta’sir qilganini bildiradi.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keyingi ta’sirda karboksigemoglobin 20 % dan oshmaydi, hayotiyda 60 % gacha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Qovoqlarda «g‘oz panjasi» belgisi; murdada alanga ta’sirida «bokser pozasi».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Tiriklikda alanga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Nafas yo‘llarida, oshqozonda qurum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Karboksigemoglobin 60 % gacha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Qovoqlarda «g‘oz panjasi»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O‘limdan keyin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Karboksigemoglobin ≤20 %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«Bokser pozasi»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Alanga hayotiyligi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189–190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sovuq qotish va sovuq 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qotishda tana harorati +30…+28 °C gacha pasayganda po‘stloq funksiyasi buziladi; o‘lim +25…+22 °C da ko‘pincha nafasning birlamchi to‘xtashidan.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— oshqozon shilliq qavatida mayda qon quyilishlar, 80–90 % da, o‘limdan 6–9 oydan keyin ham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urish I–IV daraja; hayot uchun xavfli: 10 % dan ortiq III–IV, 15 % dan ortiq III, 20 % dan ortiq II daraja.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Po‘stloq buzilishi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+30…+28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ko‘pincha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+25…+22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Vishnevskiy dog‘lari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80–90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Xavfli: III–IV daraja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&gt;10</a:t>
            </a:r>
            <a:r>
              <a:rPr sz="1500" b="0">
                <a:solidFill>
                  <a:srgbClr val="6B7280"/>
                </a:solidFill>
                <a:latin typeface="Calibri"/>
              </a:rPr>
              <a:t>  % yuza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Past harorat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193, 195–196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toki: asosiy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Elektrotravma barcha shikastlanishlarning 1–2,5 %; xavfsiz kuchlanish me’yori 24 V; ko‘pchilik o‘lim 220–380 V ta’sirida.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mA hayotga tahdid soladi, 100 mA da aksariyat o‘lim; 40–60 Hz o‘ta xavfli, 10000 Hz dan yuqori chastota shikastlamaydi.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Qarshilik: teri va suyak eng katta; nam teri va terlash ta’sirni kuchaytiradi, o‘limli holatlar yozda ko‘proq.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Shikastlanishlar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1–2,5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Xavfsiz kuchlanish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O‘lim ko‘p bo‘ladigan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220–380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Hayotga tahdid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Aksariyat o‘lim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O‘ta xavfli chastota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40–60</a:t>
            </a:r>
            <a:r>
              <a:rPr sz="1500" b="0">
                <a:solidFill>
                  <a:srgbClr val="6B7280"/>
                </a:solidFill>
                <a:latin typeface="Calibri"/>
              </a:rPr>
              <a:t>  Hz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Elektrotravma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196–197, 197–198, 198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O‘zgaruvchan va o‘zgarmas tok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Sanoat va uy-ro‘zg‘orda asosan o‘zgaruvchan tok ishlatiladi, shu sabab elektrotravmaning aksariyati uning ta’siridan.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Kuchlanish 500 V gacha bo‘lganda o‘zgaruvchan tok o‘zgarmasga nisbatan xavfliroq; 500 V da xavflik tenglashadi, undan yuqorida o‘zgarmas tok xavfliroq.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120 V o‘zgarmas tokning ta’siri 42 V o‘zgaruvchan tokka teng.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Yuqori kuchlanishli tok (3000 V dan baland) elektr yoyi tufayli issiqlikka aylanadi; mahalliy kuyish hosil qiladi, o‘lim kam.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Xavflik tenglashadi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120 V o‘zgarmas =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42</a:t>
            </a:r>
            <a:r>
              <a:rPr sz="1500" b="0">
                <a:solidFill>
                  <a:srgbClr val="6B7280"/>
                </a:solidFill>
                <a:latin typeface="Calibri"/>
              </a:rPr>
              <a:t>  V o‘zg.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Xavfsiz me’yor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Yuqori kuchlanish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&gt;3000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Tok turlari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tamg‘a va elektr kuyish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tamg‘a tok kirgan va chiqqan joyda, mahalliy harorat 120 °C gacha; dumaloq yoki oval, zich, chekkalari ko‘tarilgan, markazi chuqur.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Metallizatsiya rangi o‘tkazgich metalliga bog‘liq; aniqlash: rangli bosmalar, rentgenologik, emission spektrografiya.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kuyish yuqori kuchlanishda, harorat 120 °C dan katta, og‘riqsiz; haqiqiy kenglik 2–3 haftadan so‘ng ayon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Elektr tamg‘a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Tok kirgan, chiqqan joyda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Harorat 120 °C gacha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Dumaloq yoki oval, zich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Elektr kuyish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Yuqori kuchlanishda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Harorat 120 °C dan katta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Og‘riqsiz; kengligi 2–3 haftada ayon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Mahalliy o‘zgarishlar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201–202, 202, 203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va past bosim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Barotravma kam uchraydi; gidrostatik bosim 10 m chuqurlikda atmosferadan 2 marta, 20 m da 3 marta katta.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Akvalangda 80 % holatda o‘pka barotravmasi, 20 % da cho‘kish; murdada havo emboliyasi tasdiqlaydi.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Dekompression (kesson) kasallikda azot pufaklari qon tomirlarni yopadi; past bosimda 18000 m da (6 kPa) to‘qima suyuqliklari «qaynab ketadi».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10 m chuqurlik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2</a:t>
            </a:r>
            <a:r>
              <a:rPr sz="1400" b="0">
                <a:solidFill>
                  <a:srgbClr val="6B7280"/>
                </a:solidFill>
                <a:latin typeface="Calibri"/>
              </a:rPr>
              <a:t>  x atmosfera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20 m chuqurlik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3</a:t>
            </a:r>
            <a:r>
              <a:rPr sz="1400" b="0">
                <a:solidFill>
                  <a:srgbClr val="6B7280"/>
                </a:solidFill>
                <a:latin typeface="Calibri"/>
              </a:rPr>
              <a:t>  x atmosfera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Akvalang: barotravma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Akvalang: cho‘kish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Past bosim, balandlik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205–206, 206–207, 209–211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Ionlashtiruvchi nurlanish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Nur kasalligi shakllari doza bo‘yicha: 10 Gy gacha suyak miya, 10–20 Gy ichak, 20–80 Gy toksemik, 80 Gy dan katta serebral.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nur kasalligida birlamchi reaksiya 3–4 sutkagacha, latent davr 2–4 hafta, so‘ng yaqqol klinik davr.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Og‘izda nekrotik gingivit, tishlarning qimirlashi va tushishi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Suyak miya shakli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&lt;10</a:t>
            </a:r>
            <a:r>
              <a:rPr sz="1500" b="0">
                <a:solidFill>
                  <a:srgbClr val="6B7280"/>
                </a:solidFill>
                <a:latin typeface="Calibri"/>
              </a:rPr>
              <a:t>  Gy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Ichak shakli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500" b="0">
                <a:solidFill>
                  <a:srgbClr val="6B7280"/>
                </a:solidFill>
                <a:latin typeface="Calibri"/>
              </a:rPr>
              <a:t>  Gy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Toksemik shakl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20–80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Serebral shakl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&gt;80</a:t>
            </a:r>
            <a:r>
              <a:rPr sz="1500" b="0">
                <a:solidFill>
                  <a:srgbClr val="6B7280"/>
                </a:solidFill>
                <a:latin typeface="Calibri"/>
              </a:rPr>
              <a:t>  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Nur kasalligi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212, 213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ekspertizasi: holatlar va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shaxslar ekspertizalari amaliyotda eng ko‘p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tan jarohatlari, jinsiy holatlar, jinsiy jinoyatlar, salomatlik holati (simulyasiya, dissimulyasiya, aggravatsiya), yoshni aniqlash uchun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 jarohatlarida turi, joylashuvi, quroli, mexanizmi, muddati va og‘irlik darajasi hal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Bunday ekspertizalar shaxs hozir bo‘lmaganda, sud-tergov harakatlarida ishtirok etish imkonini aniqlash va hukm ijrosini kechiktirishda tayinlanadi.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Ular mahbusning ishlashdan bosh tortishida va harbiy xizmatdan bosh tortishda ham tayinlanadi.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Ekspertiza odatda komission tartibda, tegishli klinitsist-mutaxassislar ishtirokida o‘tkaziladi; ba’zan statsionar tekshiruv zarur.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Komissiya simulyasiya, aggravatsiya, dissimulyasiya, sun’iy kasalliklar va a’zobuzarlik ehtimolini nazarda tutadi.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Salomatlik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Tayinlash holatlari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Shaxs hozir bo‘lmaganda  ·  Sud-tergov harakatida ishtirok  ·  Hukm ijrosini kechiktirish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holatlar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Mahbus ishlashdan bosh tortishi  ·  Harbiy xizmatdan bosh tortish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O‘tkazish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Komission tartibda  ·  Klinitsistlar ishtirokida  ·  Zarur bo‘lsa statsionar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Hisobga olinadi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Simulyasiya, aggravatsiya  ·  Dissimulyasiya, sun’iy kasallik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Tayinlash va o‘tkazish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Simulyasiya va aggravatsiya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Simulyasiya — sog‘lom shaxs tomonidan mavjud bo‘lmagan kasallikni bor deb ko‘rsatish.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Simulyant shikoyatlari ob’ektiv belgilarga mos kelmaydi, kasallik tarixi bo‘yicha chalkash ma’lumot beradi, davoni samarasiz deb ko‘rsatadi.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Aggravatsiya — mavjud kasallik yoki travma belgilarini og‘irroq qilib ko‘rsatish; sub’ektiv va ob’ektiv belgilar mutanosibligi tahlil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Ikkalasi qasddan yoki patologik bo‘lishi mumkin; patologik turi odatda nerv yoki ruhiy kasallik alomati.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Simulyasiya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Mavjud bo‘lmagan kasallikni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Shikoyat ob’ektiv belgiga mos emas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Kuzatuv, to‘satdan takror tekshiruv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Aggravatsiya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Mavjud belgini og‘irroq ko‘rsatish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Ko‘pincha sub’ektiv belgilar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Davodan bosh tortish ham mumkin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holat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Dissimulyasiya, sun’iy kasalliklar, a’zobuzarlik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Dissimulyasiya simulyasiyaga qarama-qarshi: kasallik yoki patologik holatni qasddan yashirish.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Sog‘liqqa alohida talab qo‘yiladigan holatlarda uchraydi: harbiy bilim yurtlariga kiruvchilar, uchuvchilar, g‘avvoslar, haydovchilar.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Sun’iy kasalliklarda asosan hayotga jiddiy tahdid solmaydigan usullar: shishish, o‘sma, abssess, flegmona, dermatit; qo‘l-oyoqda ko‘proq.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Simulyasiya, aggravatsiya, dissimulyasiya hollarida ekspertiza komission tartibda, ko‘pincha statsionar sharoitda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Dissimulyasiya, sun’iy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Dissimulyasiya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Kasallikni qasddan yashirish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Kimlar yashirishi mumkin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Harbiy bilim yurti abituriyentlari  ·  Uchuvchilar, g‘avvoslar  ·  Haydovchilar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Sun’iy kasalliklar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Shishish, o‘sma, abssess  ·  Flegmona, dermatit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Usullari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Siqib boylash, yengil zarba  ·  Teri ostiga modda yuborish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Yashirish va sun’iy kasallik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 bo‘yicha og‘ir, o‘rtacha og‘ir va yengil tan jarohatlari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Og‘ir: hayot xavfi, ≥33 % mehnat qobiliyati yo‘qotish, ko‘rish/so‘zlash/eshitish/a’zo yo‘qotilishi, homila uzilishi, ruhiy buzilish, tiklanmas badburushlik.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O‘rtacha og‘ir: sog‘liq 21 kundan ortiq buzilishi yoki mehnat qobiliyatining 10–33 % yo‘qotilishi.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Tan jarohatlari tasnifi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 uchun xavf  ·  ≥33 % yo‘qotish  ·  A’zo yo‘qotilishi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&gt;21 kun  ·  10–33 % yo‘qotish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Yengil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Qisqa muddatli: &gt;6, ≤21 kun  ·  ≤6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JK bo‘yicha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276–277, 277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darajasi: tasniflovchi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Yengil: sog‘liq 6 kungacha buzilishi; qisqa muddatli yengil: 6 kundan ortiq, 21 kundan ko‘p emas yoki mehnat qobiliyati 10 % gacha yo‘qotilishi.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va klinik baholash bir xil tushuncha emas, natijalari mos kelmasligi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necha mezon bo‘lsa, og‘irroq darajaga mos mezon bo‘yicha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Og‘irlik darajasi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Hayot uchun xavf, ≥33 %, a’zo yo‘q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O‘rtacha og‘ir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&gt;21 kun yoki 10–33 %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Qisqa muddatli yengil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&gt;6, ≤21 kun yoki ≤10 %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Yengil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≤6 kun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Og‘irlik darajasi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277–278, 278, 283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 va mehnat qobiliyati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uchun xavfli: kalla asosi, gumbazi sinishi, miyaning og‘ir lat yeyishi, bo‘yin umurtqalari sinishi, kalla, ko‘krak, qorin bo‘shlig‘iga o‘tuvchi yaralar.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bilan hayotga tahdid bartaraf etilishi jarohatni xavfli deb baholashga to‘sqinlik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 sifatida faqat umumiy mehnat qobiliyati inobatga olinadi; 120 kundan ortiq buzilish shartli ravishda turg‘un yo‘qotilish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Hayot uchun xavf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Xavfli jarohatlar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Kalla asosi, gumbazi sinishi  ·  Miyaning og‘ir lat yeyishi  ·  Bo‘yin umurtqasi sinishi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yordam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Tahdid bartaraf etilsa ham xavfli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Mehnat qobiliyati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Umumiy qobiliyat inobatga olinadi  ·  &gt;120 kun — turg‘un yo‘qotish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Mezonlar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278–279, 279, 279–280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 buzilishi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qo‘llaniladigan mezon; objektiv tibbiy ma’lumotlar asosida kunlarda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Anatomik tuzalish yoki davolanish davomiyligi bilan aynan emas; tibbiy yordamga murojaat qilmaslik buzilishni istisno 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Individual xususiyat, kech murojaat yoki yordamdagi kamchilik sabab cho‘zilgan muddat inobatga olinmaydi.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Sog‘liq buzilishi muddati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Mezon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Eng ko‘p qo‘llaniladi  ·  Kunlarda, ob’ektiv ma’lumotga ko‘ra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Aynan emas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Anatomik tuzalish  ·  Davolanish davomiyligi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Hisobga olinmaydi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Individual xususiyat  ·  Kech murojaat, yordam kamchiligi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Davomiylik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280–281, 281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funksiyasi yo‘qotilishi (til, ko‘rish, eshitish)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Tilning to‘liq yoki yarmining yo‘qligi so‘zlashni yo‘qotish bilan birga mehnat qobiliyatining uchdan biridan ortig‘ini yo‘qotadi — og‘ir tan jarohati.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ko‘rish o‘tkirligi 0,04 va undan past — ko‘rish yo‘qotilishi; bir quloqda eshitish yo‘qotilishi — o‘rtacha og‘ir.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Kaft yoki tovonning yo‘qotilishi qo‘l yoki oyoq yo‘qotilishiga tenglashtiriladi.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Og‘ir tan jarohati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Tilning to‘liq yoki yarmi yo‘qligi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Ikkala ko‘zda 0,04 va past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O‘rtacha og‘ir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quloqda eshitish yo‘qligi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Tenglashtiriladi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Kaft yoki tovon yo‘qotilishi = qo‘l yoki oyoq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Funksiya yo‘qotilishi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281–282, 282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buzilish, homiladorlik,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Homiladorlikning uzilishi faqat o‘lik yoki hayotga layoqatsiz go‘dak tug‘ilganda qo‘llaniladi; akusher-ginekolog ishtirokida.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buzilishda ekspertlar komissiyasiga psixiatr kiritiladi; sababiy bog‘liqlik bo‘lsa, og‘ir deb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badburushlik: jarrohlik amaliyotisiz yo‘qolmaydi; baholash sud vakolatida, klinitsist-mutaxassislar ishtirokida.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Boshqa og‘ir oqibatlar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Homiladorlik uzilishi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Faqat o‘lik yoki layoqatsiz go‘dak  ·  Akusher-ginekolog ishtirokida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 buzilish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Komissiyaga psixiatr kiradi  ·  Sababiy bog‘liqlik kerak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Badburushlik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Operatsiyasiz yo‘qolmaydi  ·  Baholash sud vakolatida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Og‘irlik belgilari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282–283, 283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o‘tkazish tartibi (algoritm)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Tartib JK, JPK, FK, FPK, MJTK hamda «Fuqarolar sog‘lig‘ini saqlash to‘g‘risida» va «Sud ekspertizasi to‘g‘risida» qonunlari talablariga rioya qilib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Algoritm: hodisa tafsilotlari, tibbiy hujjatlar, shaxsning so‘rovi, ko‘rik, qo‘shimcha tekshiruvlar, xulosa tuzish.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hujjatlarning asl nusxalari taqdim etilishi lozim; ishonchliligi uchun ekspertizani tayinlagan shaxs javob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tafsilotlari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1877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151888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 hujjatlar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566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2840736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So‘rov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529584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Ko‘rik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394411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218432"/>
            <a:ext cx="5287975" cy="396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tekshiruvlar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8770467" y="463296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4907280"/>
            <a:ext cx="5287975" cy="396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Algoritm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299–300, 300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So‘rov, ko‘rik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Shaxs pasport kabi hujjat bilan tasdiqlanadi; jinsiy holatlarda ikkita fotosurat ham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So‘rovda shikast qachon, qayerda, kim tomonidan, nima bilan, qaysi sohaga va necha marta ta’sir etgani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Ko‘rikda jarohatning shakli, o‘lchami, rangi, ifloslanishi, yara chetlari, uchlari, tubi o‘rganiladi; rasmga olish faqat shaxs ruxsati bilan.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Shaxs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Pasport; jinsiy holatlarda 2 ta fotosurat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So‘rov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Qachon, qayerda, kim, nima bilan, necha marta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Ko‘rik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Jarohat shakli, o‘lchami, rangi, chetlari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Rasm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Faqat shaxs ruxsati bilan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So‘rov va ko‘rik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300–301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Ikkita gazsimon modda — is gazi va karbonat angidridi — o‘xshash tuzilishga ega bo‘lsa-da, toksikligi bir xil emas.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Bariy sulfat suvda erimagani uchun oshqozon-ichak rentgenida butqa tarzida qo‘llaniladi, bariy xlorid esa kuchli zahar.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haroratining 1 °C ga pasayishi to‘qimalarda biokimyoviy jarayonlarni taxminan ikki barobar sustlashtiradi.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ekspertizasida balog‘atga yetmaganlar ko‘rigi ota-onasi yoki pedagoglari ishtirokida o‘tkaziladi.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Sud-tibbiy toksikologiya: asosiy maqsadlar, zaharli moddalar tasnifi, kimyoviy tahlil, zah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toksikologiya; Bob 7. Fizik omillar ta'siri;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