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sud-tibbiy toksikologiya klinik toksikologiyadan nimasi bilan farq qiladi? Doskada: «sabab, yordam» va «huquqiy savol». Tipik xato: sud-tibbiy toksikologiyani davolash fani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dori va zahar o‘rtasidagi chegara. Doskada: Paratsels iborasi. Tipik xato: ayrim moddalarni mutlaq zahar deb atash.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yatrogen zaharlanishda qanday hujjatlar kerak? Doskada: uch tur tartibi. Tipik xato: baxtsiz hodisani qasddan zaharlash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fenolning konsentrlangan va suyultirilgan eritmasi nega boshqacha ta’sir qiladi? Doskada: 4 omil sxemasi. Tipik xato: faqat dozani hisobga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bariy sulfat zaharli emas? Doskada: eruvchanlik. Tipik xato: modda nomiga qarab xavfni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bolalar nega sezgirroq? Javob: vazni kichik, qarshilik tizimi to‘liq shakllanmagan. Doskada: omillar ro‘yxati. Tipik xato: sezgirlikni faqat dozaga bog‘lash.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jigardan o‘tmaslik xavfni oshiradi? Doskada: kirish yo‘llari. Tipik xato: barcha yo‘llarni teng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funksional zaharlarda tibbiy hujjat nega muhim? Javob: xos morfologik o‘zgarish bo‘lmasligi mumkin. Doskada: 3 bosqich. Tipik xato: faqat laboratoriyaga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funksional zaharlarda murda belgisi bo‘lmasligi mumkin? Doskada: rang-zahar juftliklari. Tipik xato: bitta belgiga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qon har biri alohida idishda olinadi? Doskada: «uch nuqta». Tipik xato: faqat oshqozon massasini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metabolit nega zaharliroq bo‘lishi mumkin? Doskada: metanol -&gt; formaldegid. Tipik xato: biotransformatsiyani doim zararsizlantirish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metatoksik ta’sir nima? Doskada: sirka kislotasi misoli. Tipik xato: ta’sir bosqichlarini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mahalliy va rezorbtiv zaharlarning farqi? Doskada: tasnif daraxti. Tipik xato: mahalliy zaharda umumiy ta’sir yo‘q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anorganik va organik kislotalar farqi? Javob: organik kislotalar kuchsiz dissotsiatsiyalanadi, yuzaki nekroz hosil qiladi. Doskada: letal dozalar. Tipik xato: kislotalarni bir xil shikastlovchi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og‘iz bo‘shlig‘idagi o‘zgarishlar ekspertga nima beradi? Doskada: kislota — oshqozon rangi. Tipik xato: oshqozon rangi bo‘yicha kislotani aniq belgilash.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stomatolog qaysi belgini ko‘rishi mumkin? Javob: simobli stomatit va milkdagi hoshiya. Doskada: sulema belgilari. Tipik xato: organik simob birikmalarida ham stomatit kutish (manbada rivojlanmaydi deyilgan).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issiq urish va quyosh urishi. Doskada: 36–37, 43–44, 42–43. Tipik xato: quyosh urishida yuqori harorat kutish (salmoqli ko‘tarilish xos emas).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kuyish manbasini qanday aniqlaymiz? Javob: issiq suyuqlikda soch va kiyim shikastlanmaydi, alangada qurum va tilsimon yara. Doskada: 9 % qoidasi. Tipik xato: IV darajani qaynoq suvdan kutish.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yong‘in murdasida qon namunasi qayerdan olinadi? Javob: yurak kameralari va chuqur tomirlardan. Doskada: 20 % va 60 %. Tipik xato: yuza tomir qoniga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«sovuq qotgan odam pozasi» nima uchun? Javob: issiqlik ajratuvchi yuzani kamaytiradi. Doskada: Vishnevskiy dog‘lari. Tipik xato: dog‘lar yo‘qligidan sovuq qotishni inkor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yuqori chastotali tok fizioterapiyada ishlatiladi? Doskada: 24 V, 50/100 mA. Tipik xato: yuqori kuchlanishni doim o‘limga olib keladi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elektr tamg‘a har doim tipik bo‘ladimi? Javob: yo‘q, 10–20 % hollarda hosil bo‘lmaydi. Doskada: metall-rang. Tipik xato: tamg‘a bo‘lmasa elektrotravmani inkor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tez ko‘tarilish nima uchun xavfli? Doskada: 10 m — 2 marta, 20 m — 3 marta. Tipik xato: niqob bilan sho‘ng‘ishda ham o‘pka barotravmasi kutish.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stomatolog nurlanish oqibatlarini qanday ko‘radi? Javob: nekrotik gingivit va tishlarning qimirlashi. Doskada: doza-shakl. Tipik xato: suyak miya shaklini 6 Gy dan past dozada o‘limli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eng ko‘p tayinlanadigan ekspertiza turi? Doskada: 5 guruh. Tipik xato: faqat tan jarohatlarini ko‘rish.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og‘ir tan jarohati belgilari. Doskada: 33 %, 21 kun. Tipik xato: klinik og‘irlik bilan sud-tibbiy og‘irlikni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6, 21 kun va 10, 33 % chegaralari. Tipik xato: davolanish muddatini sog‘liq buzilishi davomiyligi bilan bir xil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umumiy va kasbiy mehnat qobiliyati farqi? Doskada: 120 kun. Tipik xato: kasbiy qobiliyatni og‘irlik mezoniga kiritish.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davolovchi shifokor muddatni nega asoslashi kerak? Doskada: 6 va 21 kun. Tipik xato: kasallik varaqasi muddatini avtomatik qabul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til jarohatida qaysi mezon qo‘llanadi? Javob: so‘zlash qobiliyati yo‘qotilishi. Doskada: 0,04, 3–5 sm. Tipik xato: bir ko‘zni yo‘qotishni ikkala ko‘z bilan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yuz-jag‘ jarohatlari bilan badburushlik qanday bog‘lanadi? (Manbada alohida yuz-jag‘ misoli yo‘q; talabalar bilan muhokama.) Doskada: 3 mezon. Tipik xato: badburushlikni ekspert hal qiladi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tibbiy hujjat ko‘rikdan oldin o‘rganiladi? Javob: jarohatning ilk holatini aniqlash uchun. Doskada: 6 bosqich. Tipik xato: xulosani ko‘rikdan oldin tuzish.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balog‘atga yetmaganlar ko‘rigi qanday o‘tadi? Javob: ota-ona yoki pedagoglar ishtirokida. Doskada: so‘rov savollari. Tipik xato: rasmga olishni ruxsatsiz bajarish.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Sud-tibbiy toksikologiya: asosiy maqsadlar, zaharli moddalar tasnifi, kimyoviy tahlil, zaharlanish belgilari, ekspert baholash xususiyatlari. Ayrim fizik omillarning organizmga ta’siri. Tirik shaxslarning sud-tibbiy ekspertizasi: asosiy maqsadlar, o‘tkazish tartibi, natijalarni taqdim etish.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Sud-tibbiy toksikologiya: maqsad va o‘rni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toksikologiya: asosiy maqsadlar, zaharli moddalar tasnifi, kimyoviy tahlil, zah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Kimyoviy omillar ta’sirida sog‘liq buzilishi va o‘lim murda va tirik shaxslar ekspertizasida nisbatan keng uchraydi.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Zo‘ravon o‘lim tarkibida zaharlanishlar mexanik jarohatlar va mexanik asfiksiyadan keyin uchinchi o‘rinda.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Sud-tibbiy toksikologiya huquqni muhofaza idoralari qo‘ygan vazifalarni hal etadi; sud tibbiyoti fani aynan undan shakllana boshlagan.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 va zaharlanish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toksikologiya: asosiy maqsadlar, zaharli moddalar tasnifi, kimyoviy tahlil, zah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 nisbiy tushuncha: oz miqdori sog‘liqni buzadigan yoki o‘limga olib keladigan modda; mutlaq zahar ham, mutlaq beziyon modda ham yo‘q.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Paratselsga ko‘ra, moddani doriga yoki zaharga faqat doza aylantiradi.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Toksikologiya yo‘nalishlari: sanoat, qishloq xo‘jaligi, harbiy, oziq-ovqat, maishiy va sud-tibbiy.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Zaharlanishning kelib chiqish tafsilotlari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toksikologiya: asosiy maqsadlar, zaharli moddalar tasnifi, kimyoviy tahlil, zah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Zaharlanish qotillik, o‘z-o‘zini o‘ldirish yoki baxtsiz hodisa bo‘lishi mumkin; aksariyat holatlar baxtsiz hodisa, keyin o‘z-o‘zini o‘ldirish.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Zaharlash yo‘li bilan qotillik kamdan-kam kuzatiladi.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Ayrim tasodifiy zaharlanishlar yatrogen: dori dozasini belgilashdagi xato yoki bir dori o‘rniga boshqa modda qo‘llash.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Baxtsiz hodisa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O‘z-o‘zini o‘ldirish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Qotillik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Uchrash tartibi (ko‘pdan kamga)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Zaharlanishga ta’sir etuvchi omillar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toksikologiya: asosiy maqsadlar, zaharli moddalar tasnifi, kimyoviy tahlil, zah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To‘rt guruh: zaharli modda, organizm, zaharning kirish yo‘li va ta’sir vaqtidagi tashqi sharoit.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Kimyoviy tuzilish xususiyatni belgilaydi: is gazi va karbonat angidridi o‘xshash tuzilishga ega bo‘lsa-da, toksikligi bir xil emas.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Miqdor muhim: terapevtik, toksik va letal dozalar; 3 % sirka kislota eritmasi va sirka essensiyasi ta’sirini taqqoslab bo‘lmaydi.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069"/>
                <a:gridCol w="366090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Zaharli modda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Tuzilish, miqdor, eruvchanlik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Organizm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Vazn, yosh, salomatlik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Kirish yo‘li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Teri, og‘iz, nafas, ichak, in’eksiya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Tashqi sharoit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Yopiq muhit, harorat, namlik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To‘rt guruh omil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132, 132–133, 133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Zaharli modda: agregat holat, eruvchanlik, vehikulum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toksikologiya: asosiy maqsadlar, zaharli moddalar tasnifi, kimyoviy tahlil, zah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Gazsimon moddalar suyuqlarga, suyuqlar qattiqlarga nisbatan kuchliroq ta’sir qiladi — qonga tez o‘tishi bilan bog‘liq.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Bariy sulfat suvda erimaydi (rentgenda ishlatiladi), bariy xlorid eriydi va kuchli zahar; fosfororganik birikmalar yog‘da eriydi va shikastlanmagan teri orqali so‘riladi.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Vehikulum ta’sirni o‘zgartiradi: margimush ishqoriy muhitda kuchayadi, sianidlar kislotali muhitda; og‘ir metallar kumulyatsiyaga ega.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Organizm bilan bog‘liq omillar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toksikologiya: asosiy maqsadlar, zaharli moddalar tasnifi, kimyoviy tahlil, zah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Tana massasi, yosh (bolalar sezgirroq), homiladorlik davrida sezgirlik ortishi, yurak, jigar, buyrak kasalliklarida qarshilik kamayishi.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Oshqozondagi massa zaharning ta’sirini o‘zgartirishi mumkin; genetik xususiyatlar (xolinesteraza past aktivligi, G-6-FDG yetishmasligi, idiosinkraziya).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Takroriy ta’sirda tolerantlik; narkomaniya va toksikomaniyada abstinensiya sindromi.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133–134, 134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 yo‘li va tashqi sharoit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toksikologiya: asosiy maqsadlar, zaharli moddalar tasnifi, kimyoviy tahlil, zah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 teri, og‘iz, nafas yo‘llari, to‘g‘ri ichak va in’eksiya orqali kiradi; qonga tez va to‘liq o‘tishi ta’sirni belgilaydi.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Nafas yo‘llari, to‘g‘ri ichak va qin shilliq qavatidan so‘rilgan moddalar jigardan o‘tmaydi va kuchliroq ta’sir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Tashqi sharoit: alkogol va is gazi bilan zaharlanishga yopiq, issiq, nam muhit moyil; vodorod sulfidda — cheklangan muhit (kanalizatsiya quduqlari).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134, 135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Sud-tibbiy diagnostika: uch bosqich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toksikologiya: asosiy maqsadlar, zaharli moddalar tasnifi, kimyoviy tahlil, zah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Diagnostika uch bosqichda to‘planadigan dalillarga asoslanadi.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1-bosqich: hodisa joyini ko‘zdan kechirish (yot hid, dori idishlari, shpritslar, qusuq) va tibbiy hujjatlar bilan tanishish.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2-bosqich — murda tekshiruvi; 3-bosqich — laboratoriya tekshiruvlari (gistologik, sud-kimyoviy, biokimyoviy, farmakologik va b.).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Hodisa joyi va hujjatlar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Murda tekshiruvi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Laboratoriya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Bosqichlar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135, 135–136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Murdadagi belgilar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toksikologiya: asosiy maqsadlar, zaharli moddalar tasnifi, kimyoviy tahlil, zah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O‘yuvchi zaharlarda og‘iz atrofida kimyoviy kuyish izlari va oqmalar.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 dog‘lari: is gazida pushti, sianidlarda yorqin olcha rang, metgemoglobin hosil qiluvchilarda jigar rang, gemoliz chaqiruvchilarda sarg‘ish.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Sianidlarda achchiq bodom hidi, sirka kislotasida o‘tkir hid; strixninda mushak qotishi tez va kuchli, miorelaksantlarda sust.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4259"/>
                <a:gridCol w="207371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Zahar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Is gazi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Pushti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Sianidlar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Yorqin olcha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Metgemoglobin hosil qiluvchilar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Jigar rang, qo‘ng‘ir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Gemoliz chaqiruvchilar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Sarg‘ish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Murda dog‘lari rangi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135–136, 136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Kimyoviy tahlil uchun namunalar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toksikologiya: asosiy maqsadlar, zaharli moddalar tasnifi, kimyoviy tahlil, zah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Eng ko‘p sud-kimyoviy (toksikologik) tekshiruv o‘tkaziladi: sifat va miqdoriy.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«Uch nuqta» qoidasi: namunalar zahar kirgan, asosan ta’sir etgan va organizmdan chiqqan joylardan olinadi (masalan, oshqozon massasi, jigar bir qismi, butun buyrak siydik bilan).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Manba noma’lum bo‘lsa: miya 1/3, o‘pka 1/4, jigar 1/3 o‘t bilan, buyrak, oshqozon massasi, ichak, 100–200 ml qon; chuqur chirishda 1,5–2,0 kg «o‘rta sinama».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Toksikokinetika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toksikologiya: asosiy maqsadlar, zaharli moddalar tasnifi, kimyoviy tahlil, zah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Toksikokinetika — zaharning kirishi, taqsimlanishi, metabolizmi va chiqarilishi majmui.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Biotransformatsiya asosan jigarda: fosfororganik birikmalar oksidlanganda toksikligi kuchayadi, gidrolizda susayadi.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Metanol, etanol, etilenglikol oksidlanganda kuchliroq toksik moddalar (formaldegid, atsetaldegid, oksalat kislotasi) hosil bo‘ladi.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3866"/>
                <a:gridCol w="2724108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Metabolit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Metil spirti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Formaldegid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Etil spirti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Atsetaldegid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Etilenglikol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Oksalat kislotasi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Oksidlanish mahsulotlari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136–137, 137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Toksikodinamika va chiqarilish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toksikologiya: asosiy maqsadlar, zaharli moddalar tasnifi, kimyoviy tahlil, zah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Yog‘da eruvchi moddalar miya, jigar, yog‘da; margimush va qo‘rg‘oshin suyak va sochda to‘planadi.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Uchuvchan moddalar o‘pka, suvda eruvchilar buyrak, og‘ir metallar yo‘g‘on ichak orqali chiqariladi.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Toksikodinamika: birlamchi toksik, keyingi toksik va metatoksik ta’sirlar (sirka kislotasi: kuyish, gemoliz, toksik gepatit va nefroz).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137, 137–138, 138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Zaharlarning sud-tibbiy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toksikologiya: asosiy maqsadlar, zaharli moddalar tasnifi, kimyoviy tahlil, zah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Asosan mahalliy ta’sir etuvchilar: kislotalar, ishqorlar, vodorod peroksid, formaldegid, kaliy permanganat, yod tindirmasi.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Asosan umumiy (rezorbtiv) ta’sir etuvchilar: destruktiv (simob, qo‘rg‘oshin, rux, margimush, fosfor), qon va funksional zaharlar.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Funksional zaharlar MNT ni falajlovchi, qo‘zg‘atuvchi, so‘ndiruvchi va PNT ga ta’sir etuvchilarga bo‘linadi.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900"/>
                <a:gridCol w="367507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Mahalliy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Kislota, ishqor, vodorod peroksid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Destruktiv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Simob, qo‘rg‘oshin, margimush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Qon zaharlari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Is gazi, metgemoglobin hosil qiluvchilar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Funksional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Sianid, strixnin, spirt, barbiturat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Zaharlar tasnifi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138, 138–139, 139–140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Kislotalar bilan zaharlanish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toksikologiya: asosiy maqsadlar, zaharli moddalar tasnifi, kimyoviy tahlil, zah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Sirka kislotasi bilan zaharlanish nisbatan ko‘p, aksariyat o‘z-o‘zini o‘ldirish usuli.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Erkin vodorod ionlari to‘qimani suvsizlantirib oqsilni ivitadi — koagulyasion (quruq) nekroz, strup va atsidoz.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Letal doza: konsentrlangan sulfat va nitrat kislotalar 5–10 ml, xlorid 15–20 ml, sirka essensiyasi 20–40 ml, karbol 10–30 ml.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140, 140–141, 141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Kislotalar: murdadagi belgilar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toksikologiya: asosiy maqsadlar, zaharli moddalar tasnifi, kimyoviy tahlil, zah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Og‘iz atrofida, ba’zan bo‘yinda pergament zichligidagi oqmalar; lab va og‘iz shilliq qavatlari zichlashgan, kulrang.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Oshqozon shilliq qavati: sulfat kislotada qo‘ng‘ir-qora, nitratda sarg‘ish (ksantoprotein), xloridda qo‘ng‘ir-kulrang.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Sulfatda perforatsiya ko‘proq; xlorid va sirka kislotada hiqildoq va o‘pka shishi; sirkada gemoliz kuchli, o‘tkir sirka hidi.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141, 141–142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Simob birikmalari: og‘iz bo‘shlig‘idagi belgilar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toksikologiya: asosiy maqsadlar, zaharli moddalar tasnifi, kimyoviy tahlil, zah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Sulema (simob dixlorid) suvda yaxshi eriydi, kuchli protoplazmatik zahar; ichilganda og‘izda kuyish va metall ta’mi.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Murdada: og‘iz bo‘shlig‘ida simobli stomatit va gingivit — shish, qon quyilishlar, tubi kulrang yaralar, milk chekkalarida iflos-kulrang hoshiya.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Yo‘g‘on ichakda «sulema dizenteriyasi», buyrakda «sulema buyragi».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850"/>
                <a:gridCol w="377712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A’zo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O‘zgarish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Og‘iz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Simobli stomatit, gingivit, milk hoshiyasi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Yo‘g‘on ichak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«Sulema dizenteriyasi»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Buyrak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«Sulema buyragi»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Sulema: murda belgilari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145, 146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Fizik omillar: harorat va issiq urish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toksikologiya: asosiy maqsadlar, zaharli moddalar tasnifi, kimyoviy tahlil, zah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Tana harorati 36–37 °C; 22–25 °C dan past yoki 43–44 °C dan baland bo‘lganda to‘qimalarda hayot bilan nomutanosib o‘zgarishlar.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Issiq urish issiqlik ko‘p ishlab chiqarilib kam ajralganda; asosiy mexanizm — gemodinamika buzilishi, qon quyuqlashishi, gipoksiya.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Uzaytirilgan shakl uch davr; tana harorati 42–43 °C dan oshganda nafasning birlamchi to‘xtashidan o‘lim.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183, 183–184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Termik kuyish va uning darajalari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toksikologiya: asosiy maqsadlar, zaharli moddalar tasnifi, kimyoviy tahlil, zah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Terida harorat 45–50 °C dan oshganda kuyish; chuqurlik manba, harorat va davomiylikka bog‘liq; 4 daraja.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 — eritema (3–4 kun), II — pufaklar (10–20 kun, chandiqsiz), III — nekroz, IV — mushak va suyak nekrozi (faqat alanga).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Maydon «to‘qqizliklar qoidasi» (Wallace, 1951): bosh va bo‘yin 9 %, old yuza 18 %; hayot uchun xavfli: 10 % dan ortiq III–IV daraja.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185, 185–186, 186–187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Alanga ta’sirining hayotiyligi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toksikologiya: asosiy maqsadlar, zaharli moddalar tasnifi, kimyoviy tahlil, zah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Nafas yo‘llari, qizilo‘ngach, oshqozonda qurum — alanga hayot paytida ta’sir qilganini bildiradi.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O‘limdan keyingi ta’sirda karboksigemoglobin 20 % dan oshmaydi, hayotiyda 60 % gacha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Qovoqlarda «g‘oz panjasi» belgisi; murdada alanga ta’sirida «bokser pozasi».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189, 189–190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Past harorat: sovuq qotish va sovuq urish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toksikologiya: asosiy maqsadlar, zaharli moddalar tasnifi, kimyoviy tahlil, zah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Sovuq qotishda tana harorati +30…+28 °C gacha pasayganda po‘stloq funksiyasi buziladi; o‘lim +25…+22 °C da ko‘pincha nafasning birlamchi to‘xtashidan.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Vishnevskiy dog‘lari — oshqozon shilliq qavatida mayda qon quyilishlar, 80–90 % da, o‘limdan 6–9 oydan keyin ham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Sovuq urish I–IV daraja; hayot uchun xavfli: 10 % dan ortiq III–IV, 15 % dan ortiq III, 20 % dan ortiq II daraja.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192, 193, 195–196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Elektr toki: asosiy omillar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toksikologiya: asosiy maqsadlar, zaharli moddalar tasnifi, kimyoviy tahlil, zah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Elektrotravma barcha shikastlanishlarning 1–2,5 %; xavfsiz kuchlanish me’yori 24 V; ko‘pchilik o‘lim 220–380 V ta’sirida.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50 mA hayotga tahdid soladi, 100 mA da aksariyat o‘lim; 40–60 Hz o‘ta xavfli, 10000 Hz dan yuqori chastota shikastlamaydi.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Qarshilik: teri va suyak eng katta; nam teri va terlash ta’sirni kuchaytiradi, o‘limli holatlar yozda ko‘proq.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196–197, 197–198, 198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Elektr tamg‘a va elektr kuyish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toksikologiya: asosiy maqsadlar, zaharli moddalar tasnifi, kimyoviy tahlil, zah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Elektr tamg‘a tok kirgan va chiqqan joyda, mahalliy harorat 120 °C gacha; dumaloq yoki oval, zich, chekkalari ko‘tarilgan, markazi chuqur.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Metallizatsiya rangi o‘tkazgich metalliga bog‘liq; aniqlash: rangli bosmalar, rentgenologik, emission spektrografiya.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Elektr kuyish yuqori kuchlanishda, harorat 120 °C dan katta, og‘riqsiz; haqiqiy kenglik 2–3 haftadan so‘ng ayon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201–202, 202, 203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Yuqori va past bosim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toksikologiya: asosiy maqsadlar, zaharli moddalar tasnifi, kimyoviy tahlil, zah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Barotravma kam uchraydi; gidrostatik bosim 10 m chuqurlikda atmosferadan 2 marta, 20 m da 3 marta katta.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Akvalangda 80 % holatda o‘pka barotravmasi, 20 % da cho‘kish; murdada havo emboliyasi tasdiqlaydi.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Dekompression (kesson) kasallikda azot pufaklari qon tomirlarni yopadi; past bosimda 18000 m da (6 kPa) to‘qima suyuqliklari «qaynab ketadi».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205–206, 206–207, 209–211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Ionlashtiruvchi nurlanish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toksikologiya: asosiy maqsadlar, zaharli moddalar tasnifi, kimyoviy tahlil, zah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Nur kasalligi shakllari doza bo‘yicha: 10 Gy gacha suyak miya, 10–20 Gy ichak, 20–80 Gy toksemik, 80 Gy dan katta serebral.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O‘tkir nur kasalligida birlamchi reaksiya 3–4 sutkagacha, latent davr 2–4 hafta, so‘ng yaqqol klinik davr.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Og‘izda nekrotik gingivit, tishlarning qimirlashi va tushishi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212, 213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Tirik shaxslar ekspertizasi: holatlar va masalalar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toksikologiya: asosiy maqsadlar, zaharli moddalar tasnifi, kimyoviy tahlil, zah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Tirik shaxslar ekspertizalari amaliyotda eng ko‘p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Ular tan jarohatlari, jinsiy holatlar, jinsiy jinoyatlar, salomatlik holati (simulyasiya, dissimulyasiya, aggravatsiya), yoshni aniqlash uchun tayinlanadi.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Tan jarohatlarida turi, joylashuvi, quroli, mexanizmi, muddati va og‘irlik darajasi hal etiladi.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275–276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Tan jarohatlarining yuridik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toksikologiya: asosiy maqsadlar, zaharli moddalar tasnifi, kimyoviy tahlil, zah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JK bo‘yicha og‘ir, o‘rtacha og‘ir va yengil tan jarohatlari farqlanadi.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Og‘ir: hayot uchun xavf, mehnat qobiliyatining ≥33 % turg‘un yo‘qotilishi, ko‘rish, so‘zlash, eshitish yoki a’zo yo‘qotilishi, homiladorlik uzilishi, ruhiy buzilish, tiklanmas badburushlik.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O‘rtacha og‘ir: sog‘liq 21 kundan ortiq buzilishi yoki mehnat qobiliyatining 10–33 % yo‘qotilishi.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276, 276–277, 277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Og‘irlik darajasi: tasniflovchi belgilar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toksikologiya: asosiy maqsadlar, zaharli moddalar tasnifi, kimyoviy tahlil, zah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Yengil: sog‘liq 6 kungacha buzilishi; qisqa muddatga buzilishiga olib kelgan yengil: 6 kundan ortiq, 21 kundan ko‘p emas yoki mehnat qobiliyati 10 % gacha yo‘qotilishi.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Sud-tibbiy va klinik baholash bir xil tushuncha emas, natijalari mos kelmasligi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 necha mezon bo‘lsa, og‘irroq darajaga mos mezon bo‘yicha aniqlanadi.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450"/>
                <a:gridCol w="3467524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Daraja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Asosiy 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Og‘ir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Hayot uchun xavf, ≥33 % yo‘qotish, a’zo yo‘qotilishi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O‘rtacha og‘ir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&gt;21 kun yoki 10–33 %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Qisqa muddatli yengil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&gt;6, ≤21 kun yoki ≤10 %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Yengil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≤6 kun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Og‘irlik darajasi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277–278, 278, 283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Hayot uchun xavf va mehnat qobiliyati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toksikologiya: asosiy maqsadlar, zaharli moddalar tasnifi, kimyoviy tahlil, zah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Hayot uchun xavfli: kalla asosi va gumbazi suyaklarining sinishi, bosh miyaning og‘ir lat yeyishi, bo‘yin umurtqalari sinishi, kalla, ko‘krak, qorin bo‘shlig‘iga o‘tuvchi yaralar va boshqalar.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 yordam bilan hayotga tahdid bartaraf etilishi jarohatni xavfli deb baholashga to‘sqinlik qilmaydi.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Mezon sifatida faqat umumiy mehnat qobiliyati inobatga olinadi; 120 kundan ortiq buzilish shartli ravishda turg‘un yo‘qotilish hisoblanadi.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278–279, 279, 279–280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Sog‘liq buzilishi davomiyligi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toksikologiya: asosiy maqsadlar, zaharli moddalar tasnifi, kimyoviy tahlil, zah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Eng ko‘p qo‘llaniladigan mezon; objektiv tibbiy ma’lumotlar asosida kunlarda belgilanadi.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Anatomik tuzalish yoki davolanish davomiyligi bilan aynan emas; tibbiy yordamga murojaat qilmaslik buzilishni istisno qilmaydi.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Individual xususiyat, kech murojaat yoki yordamdagi kamchilik sabab cho‘zilgan muddat inobatga olinmaydi.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280–281, 281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A’zo funksiyasi yo‘qotilishi (til, ko‘rish, eshitish)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toksikologiya: asosiy maqsadlar, zaharli moddalar tasnifi, kimyoviy tahlil, zah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Tilning umuman yoki yarmining yo‘qligi so‘zlashni yo‘qotish bilan bir qatorda umumiy mehnat qobiliyatining uchdan biridan ortig‘ini yo‘qotadi — og‘ir tan jarohati.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Ikkala ko‘zda ko‘rish o‘tkirligi 0,04 va undan past — ko‘rish yo‘qotilishi; bir quloqda eshitish yo‘qotilishi — o‘rtacha og‘ir.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Kaft yoki tovonning yo‘qotilishi qo‘l yoki oyoq yo‘qotilishiga tenglashtiriladi.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281, 281–282, 282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Ruhiy buzilish, homiladorlik, badburushlik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toksikologiya: asosiy maqsadlar, zaharli moddalar tasnifi, kimyoviy tahlil, zah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Homiladorlikning uzilishi faqat o‘lik yoki hayotga layoqatsiz go‘dak tug‘ilganda qo‘llaniladi; akusher-ginekolog ishtirokida.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Ruhiy buzilishda ekspertlar komissiyasiga psixiatr kiritiladi; sababiy bog‘liqlik bo‘lsa, og‘ir deb baholanadi.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Silliqlanmaydigan badburushlik: jarrohlik amaliyotisiz yo‘qolmaydi; baholash sud vakolatida, klinitsist-mutaxassislar ishtirokida.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282–283, 283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Ekspertiza o‘tkazish tartibi (algoritm)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toksikologiya: asosiy maqsadlar, zaharli moddalar tasnifi, kimyoviy tahlil, zah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Tartib JK, JPK, FK, FPK, MJTK hamda «Fuqarolar sog‘lig‘ini saqlash to‘g‘risida» va «Sud ekspertizasi to‘g‘risida» qonunlari talablariga rioya qilib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Algoritm: hodisa tafsilotlari, tibbiy hujjatlar, shaxsning so‘rovi, ko‘rik, qo‘shimcha tekshiruvlar, xulosa tuzish.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 hujjatlarning asl nusxalari taqdim etilishi lozim; ishonchliligi uchun ekspertizani tayinlagan shaxs javob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396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Hodisa tafsilotlari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1877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151888"/>
            <a:ext cx="5287975" cy="396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Tibbiy hujjatlar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566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2840736"/>
            <a:ext cx="5287975" cy="396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So‘rov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529584"/>
            <a:ext cx="5287975" cy="396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Ko‘rik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394411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218432"/>
            <a:ext cx="5287975" cy="396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Qo‘shimcha tekshiruvlar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770467" y="463296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4907280"/>
            <a:ext cx="5287975" cy="396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Xulosa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Algoritm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299, 299–300, 300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So‘rov, ko‘rik va ishtirokchilar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toksikologiya: asosiy maqsadlar, zaharli moddalar tasnifi, kimyoviy tahlil, zah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Shaxs pasport kabi hujjat bilan tasdiqlanadi; jinsiy holatlarda ikkita fotosurat ham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So‘rovda shikast qachon, qayerda, kim tomonidan, nima bilan, qaysi sohaga va necha marta ta’sir etgani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Ko‘rikda jarohatning shakli, o‘lchami, rangi, ifloslanishi, shilinmada qoplama, yarada chetlari, uchlari, tubi o‘rganiladi; rasmga olish faqat shaxs ruxsati bilan.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300, 300–301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toksikologiya: asosiy maqsadlar, zaharli moddalar tasnifi, kimyoviy tahlil, zah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Ikkita gazsimon modda — is gazi va karbonat angidridi — o‘xshash tuzilishga ega bo‘lsa-da, toksikligi bir xil emas.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Bariy sulfat suvda erimagani uchun oshqozon-ichak rentgenida butqa tarzida qo‘llaniladi, bariy xlorid esa kuchli zahar.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Tana haroratining 1 °C ga pasayishi to‘qimalarda biokimyoviy jarayonlarni taxminan ikki barobar sustlashtiradi.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Tirik shaxslar ekspertizasida balog‘atga yetmaganlar ko‘rigi ota-onasi yoki pedagoglari ishtirokida o‘tkaziladi.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toksikologiya: asosiy maqsadlar, zaharli moddalar tasnifi, kimyoviy tahlil, zah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G‘iyosov Z.A. Sud tibbiyoti: darslik, Toshkent: Global Books nashriyoti. 2018. Bob 6. Sud-tibbiy toksikologiya; Bob 7. Fizik omillar ta'siri; Bob 12. Tirik shaxslar sud-tibbiy ekspertizasi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