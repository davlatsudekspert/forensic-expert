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 savollari: 1) Nima uchun tirik shaxslar ekspertizasi eng ko‘p o‘tkaziladigan turdir? 2) Jinsiy holat va jinsiy jinoyat ekspertizasi bir-biridan nimasi bilan farq qiladi? Doskada chizish: ikki ustun (jinsiy holatlar | jinsiy jinoyatlar) va ostiga dars rejasi. Tipik xato: talabalar jinsiy holatni (masalan, bokiralik, homiladorlik) jinsiy jinoyat bilan aralashtiradi. Holat ekspertiza mavzusi, jinoyat esa huquqiy tushuncha ekanini ta’kidlang.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 savollari: 1) Jadvaldagi har bir tur uchun bittadan amaliy misol keltiring. 2) Ekspertiza faqat sud-tibbiy muassasada o‘tadimi? Doskada chizish: jadvalni o‘z so‘zingiz bilan qayta chizing. Tipik xato: ekspertiza faqat sud-tibbiy muassasada o‘tadi deb o‘ylash. Darslikda zarur sharoit bo‘lsa davolash muassasalari va boshqa joylarda ham o‘tkazilishi mumkinligi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Darslikda algoritm olti bosqichli: hodisa tafsilotlari, tibbiy hujjatlar, so‘rov, ko‘rik, zarur bo‘lsa qo‘shimcha maxsus tekshiruv va mutaxassis maslahati, xulosa. Sxemada 4-5-bosqichlar birlashtirilgan, shuni izohlang. Muhokama savollari: 1) Nima uchun tibbiy hujjatlar ko‘rikdan oldin o‘rganiladi? 2) Nima uchun hujjatlarning asl nusxasi talab qilinadi? Doskada chizish: bosqichlar zanjirini strelkalar bilan chizing. Tipik xato: ko‘rikni so‘rov va hujjatlarni o‘rganishdan oldin o‘tkazish; tartib saqlanishi kerak. Tezkor savol: jinsiy holat ekspertizasida shaxsni tasdiqlovchi hujjatdan tashqari yana nima taqdim etiladi?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tibbiy hujjatlarning aynan asl nusxalari talab qilinadi? 2) Jinsiy holat ekspertizalarida qo‘shimcha fotosurat nima uchun kerak bo‘lishi mumkin? Doskada: shaxsni tasdiqlash hujjatlari ro‘yxatini va jinsiy holat ekspertizasiga qo‘shimcha talabni chizing. Tipik xato: talabalar nusxa yoki ko‘chirma ham yetarli deb o‘ylaydi; manbada asl nusxa talab qilinadi. Shuningdek ikkita fotosurat faqat jinsiy holat va jinoyatlar ekspertizalariga tegishli ekanini qayd 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Tergovchi qaysi holatda ko‘rik xonasidan chiqadi va nima uchun? 2) Voyaga yetmagan va muomalaga layoqatsiz shaxslar ko‘rigida kim qatnashadi? Doskada: ko‘rikda qatnashuvchilar sxemasini (shaxs turiga qarab kim ishtirok etishi) chizing. Tipik xato: tergovchi ko‘rikda umuman qatnasha olmaydi deb o‘ylash; aslida u faqat o‘zga jinsdagi shaxs yalang‘ochlanganda chiqib turadi. Yana: rasmga olish uchun shaxsning ruxsati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 javobni avval yozma, so‘ng og‘zaki aytsin. Muhokama: 1) Bosqichlar tartibi nima uchun muhim — hujjatni o‘rganmasdan so‘rovga o‘tish mumkinmi? 2) Qo‘shimcha tekshiruv har doim shartmi? Doskada: 6 bosqichni bitta zanjir ko‘rinishida chizdiring. Tipik xato: so‘rov va ko‘rikning o‘rnini almashtirish yoki ekspert xulosasini oxirgi bosqich deb ko‘rsatmaslik.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bunday ekspertizalar ham jinoiy, ham fuqarolik ishlarida kerak bo‘ladi? 2) Besh yo‘nalishdan qaysi biri sizga amaliyotda ko‘proq uchraydigandek tuyuladi? Doskada: bo‘lim tarkibini besh bosqichli zanjir ko‘rinishida chizdiring. Tipik xato: talabalar jinsiy holatlar ekspertizasini jinsiy jinoyatlar ekspertizasi bilan aralashtiradi (ular alohida bo‘limlar).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jinsga shubha nikoh va aliment ishlarida muhim? 2) Jinsni tekshirishda qanday ma’lumotlar yig‘iladi (anamnez, hujjatlar, ko‘rik, laboratoriya)? Doskada: ’bez – tashqi belgi’ juftligini chizing va nuqson qayerda yuzaga kelishini ko‘rsating. Tipik xato: jinsni faqat tashqi ko‘rinishga qarab belgilash; bez va genetik jinsni ham hisobga olish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Soxta erkak germafroditda bez va tashqi belgi nega mos kelmaydi? 2) Bunday holatda jinsni aniqlash uchun qanday tekshiruvlar kerak? Doskada: uch qatorli jadvalni talabalar bilan birga to‘ldiring. Tipik xato: soxta erkak va soxta ayol turlarini aralashtirish; jins bezga qarab nomlanadi.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Jinsni aniqlash qachon kerak bo‘ladi (hujjat berish, nikoh, alimentlar, jinsiy jinoyatlar)? 2) Nega faqat tashqi ko‘rik yetarli emas? Doskada chizish: ikki ustunli sxema — bez (tuxumdon/yorg‘oq) va tashqi belgilar, mos kelmaslik holatlari. Tipik xato: chin va soxta germafroditizmni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Ayol va erkakda yetuklik mazmuni nimasi bilan farq qiladi? 2) Nega Jinoyat kodeksi yosh chegarasini aniq belgilagan? Doskada chizish: 14 yoshdan nikoh yoshigacha bo‘lgan vaqt chizig‘i va yetuklik masalasi ko‘tariladigan oraliq. Tipik xato: jinsiy yetuklikni faqat menstruatsiya bor-yo‘qligiga tenglashtirish.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antropometrik o‘lchamlar mutlaq mezon emas? 2) Akseleratsiya xulosaga qanday ta’sir qiladi? Doskada chizish: jadvalni ko‘chirib, har ko‘rsatkichga ‘kamida’ qiymatini yozdiring. Tipik xato: kichik o‘lchamni avtomatik ‘yetilmagan’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Jinoyat kodeksida aniq yosh belgilanishi yetuklikni aniqlash zaruratini kamaytirgan? 2) Yetuklik tushunchasi ayol va erkakda nimasi bilan farq qiladi? Doskada chizish: yosh o‘qi (14 – 16 – 18) va moddalarni shu o‘qqa joylashtiring. Tipik xato: «14 yoshgacha yetilmagan» qoidasini Jinoyat kodeksidagi javobgarlik yoshi bilan aralashtirish. Modda–yosh juftliklarini darslikdagi matn bilan solishtirib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Yetuklikni baholashda qaysi belgilar majmui hisobga olinadi? 2) Nega tos ko‘rsatkichlari nisbiy ahamiyatga ega? Javob: ba’zan kichikroq ko‘rsatkichda ham ayol organizmga zarar yetkazmay farzand ko‘radi, 14 yoshgacha akseleratsiya tufayli kattaroq ko‘rsatkich ham uchraydi (289-bet). Doskada chizish: yetuklik belgilari bo‘yicha ro‘yxat (rivojlanish, tashqi va ichki a’zolar, ikkilamchi belgilar, tos, menstruatsiya). Tipik xato: bitta ko‘rsatkichga tayanib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Qizlik pardasining tuzilish elementlari qaysilar? 2) Nega tavsifda soat siferblatidan foydalaniladi? Doskada chizish: qizlik pardasi sxemasi — asos, erkin chet, teshik va soat siferblati bo‘yicha raqamlash. Tipik xato: bokiralikni faqat «parda bor yoki yo‘q» deb tushunish; parda shakli, balandligi, qalinligi, cho‘ziluvchanligi turlicha bo‘lishi mumkin. Eslatma: parda butunligi boshqa holatlarda ham buzilishi mumkin (291-bet), keyingi slaydlarda ko‘riladi.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shaklni tasniflash ekspert uchun nega muhim? Pardaning tuzilish elementlari (asos, erkin chet, teshik) nima beradi? Doskada: pardaning sodda sxemasini chizib, asos, erkin chet va teshikni belgilang. Tipik xato: uch guruhni (odatdagi, g‘ayrioddiy, juda kam uchraydigan) bir-biri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nega jinsiy aloqa bo‘lgan holda ham parda butun qolishi mumkin? Butunlik buzilishining jinsiy aloqadan boshqa sabablari qaysilar? Doskada: asosga yetgan va yetmagan yoriqni ikki sxemada chizing. Tipik xato: «parda butun emas» degan topilmani darhol jinsiy aloqa bo‘lgan deb xulosa qilish. Diqqat: parda butunligining buzilishi ≠ jinsiy aloqa; manbada boshqa sabablar ham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bokiralikka shubha bo‘lsa, imkon qadar tezroq sud-tibbiy ekspertga murojaat qilish kerak? Yupqa, elastik va qalin pardalarda bitish tezligi qanday farq qiladi? Doskada: vaqt chizig‘ini (dastlabki kunlar, 1-hafta, 2–3-hafta, 3 haftadan keyin) chizing. Tipik xato: uch haftadan keyin ham yoriq muddatini aniq aytish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yoriqlar asosan 5-7 soat oralig‘ida uchraydi, deb o‘ylaysiz? 2) Chetlarning qalinligi yoriq muddati haqida nima deydi? Doskada chizish: qizlik pardasini soat siferblati ko‘rinishida chizib, 5-7 oralig‘ini belgilang. Tipik xato: har qanday o‘yiqni yoriq deb baholash yoki aksincha; tabiiy o‘yiq asosga yetmasligini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Talabalardan javobni yopiq kitob bilan so‘rang. Muhokama: nega namuna olishda shoshilish kerak? Doskada chizish: uchta belgini (maniy, homiladorlik, tanosil kasalligi) va 3-5 kunlik vaqt o‘qini yozing. Tipik xato: maniy topilmasa, aloqa bo‘lmagan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Fuqaroga qanday tushuntirish berasiz? 2) Nega muddat faqat dastlabki haftalarda aniqlanadi? Doskada chizish: yoriq bitishining 1-, 2-, 3-hafta bosqichlari bo‘yicha qisqa vaqt chizig‘i. Tipik xato: qizlarni darhol akusher-ginekologga yo‘naltirish va 3 haftadan keyin ham muddatni aniqlash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erkak va ayolda nasl qoldirish qobiliyati nimalardan iborat? Nega ekspertiza klinitsist-mutaxassislar bilan o‘tkaziladi? Doskada jadvalni chizdiring va har ustunga bittadan misol yozdiring. Tipik xato: impotensiya (jinsiy aloqaga to‘siq) bilan bepushtlik (urug‘lantirish qobiliyatining yo‘qligi)ni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qaysi belgilar taxminiy, qaysilari ishonchli? Xorial gonadotropin qachondan ishlab chiqariladi? Doskada belgilarni erta va kech davrlar bo‘yicha ustunlarga ajratib chizdiring. Tipik xato: hayz to‘xtashini yagona va mutlaq belgi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nega tug‘ruqning muddatini dastlabki kunlarda aniqlash oson, keyin esa qiyin? Bachadon involyusiyasi nimani bildiradi? Doskada tug‘gan va tug‘magan ayolning bachadon bo‘yinchasi tashqi teshigi shaklini chizdiring. Tipik xato: kech davrda aniq kun muddatini belgilashga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Tibbiy va jinoiy abortni nima farqlaydi? 2) Nega jinoiy abort o‘limga olib kelishi mumkin? Doskada chizing: abort turlari daraxti (o‘z-o‘zidan / sun’iy -&gt; tibbiy, jinoiy). Diqqat: tibbiy abort ≠ jinoiy abort; farq ijrochining tayyorgarligi, joy va tartibga rioya qilishda. Tipik xato: abortning 22 haftalik chegarasini 12 haftalik tibbiy abort muddati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Usulga qarab qanday jarohat izlari kutiladi? 2) Ekspertizaga qaysi mutaxassis jalb qilinadi? Doskada chizing: usul -&gt; topilma jadvali (mexanik, kimyoviy, termik). Tipik xato: talabalar termik usulni ham mexanik jarohat belgilari bilan izohlaydi; usulga mos o‘zgarishni qidirishni eslatib turing.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OIV — odam immunitet tanqisligi virusi, OITS — orttirilgan immunitet tanqisligi sindromi (talabalarga ochib bering). Muhokama: 1) Nega tanosil kasalligi va OIV tarqatish jinsiy erkinlikka qarshi emas, hayot va sog‘liqqa qarshi guruhda? 2) Besoqolbozlikda zo‘rlik bo‘lsa, kim javobgar? Doskada chizing: moddalar bo‘yicha guruhlar sxemasi. Tipik xato: 118, 119, 120, 129-moddalarni aralashtirish va besoqolbozlikning zo‘rliksiz ekanini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“nomusga tegish” tibbiy emas, huquqiy tushuncha? 2) Qo‘rqitish holatida ekspert nimaga tayanadi? Doskada: ekspertiza bosqichlarini (hujjat → so‘rov → anamnez → ko‘rik) zanjir qilib chizdiring. Tipik xato: talabalar tibbiy xulosada “zo‘rlangan” deb huquqiy baho beradi; ekspert faqat ob’ektiv belgilarni yozadi.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namuna olishda vaqt hal qiluvchi? 2) Qin shikasti bo‘lmasa, nomusga tegish bo‘lmagan deb aytish mumkinmi? Doskada: tananing old tomonini chizib, qontalash joylarini belgilang. Tipik xato: qin yoki oraliq shikastini faqat zo‘rlik belgisi deb hisoblash. Eslatma: gumondor ham ko‘rikdan o‘tkaziladi, uning tanasida kurash izlari va ayolga tegishli qon, soch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ojizlik holati ekspertizada nimani o‘zgartiradi? Tipik xato: qo‘rqitish iz qoldiradi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119-moddada passiv qatnashchi jabrlanuvchi hisoblanadi? 2) Izlar qaysi sohalardan laboratoriyaga olinadi? Doskada: 119 va 120 uchun ikki ustunli solishtirma jadval chizdiring. Tipik xato: moddalarni aralashtirish va passiv qatnashchini har doim jinoyat sub’ekti deb hisoblash. Eslatma: 119-modda bo‘yicha passiv qatnashchida tan jarohatlari ham topilishi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gumondor nega imkon qadar tez tekshiriladi? Tipik xato: faqat jabrlanuvchini tekshirish.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Passiv qatnashchida jarohat yo‘qligi aloqa bo‘lmaganini isbotlaydimi? 2) Qaysi kasalliklar belgilarni taqlid qilishi mumkin? Doskada: ikki ustunli jadval chizing: ‘haqiqiy belgi’ va ‘o‘xshash kasallik’. Tipik xato: orqa teshik sohasidagi o‘zgarishni har doim besoqolbozlik belgisi deb baholash; 120-modda (zo‘rliksiz) bilan 119-moddani (zo‘rlik bilan)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izlar bo‘lmasligi ekspertiza xulosasiga ta’sir qilishi mumkin? 2) Maniy izlari qaysi joylardan olinadi? Doskada: jabrlanuvchida kutiladigan o‘zgarishlar ro‘yxatini tananing sohalari bo‘yicha chizing. Tipik xato: ‘iz yo‘q – harakat bo‘lmagan’ deb xulosa qilish; fahsh harakatlarini nomusga tegish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bu jinoyat jinsiy erkinlikka qarshi guruhga kiritilmagan? 2) Tibbiyot xodimi javobgarligi qachon yuzaga keladi? Doskada: jadvaldagi to‘rt jinoyatni modda raqami bilan guruhlarga bo‘lib chizing. Tipik xato: 113-modda guruhini 118-modda guruhi bilan aralashtirish.</a:t>
            </a:r>
          </a:p>
          <a:p/>
          <a:p>
            <a:r>
              <a:t>Tekshirish kerak (manbada noaniq):</a:t>
            </a:r>
          </a:p>
          <a:p>
            <a:r>
              <a:t>- OIV – odam immunitet tanqisligi virusi, OITS – orttirilgan immun tanqisligi sindromi.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namunani birinchi navbatda olish kerak? 2) Qo‘rqitish holatida nega ob’ektiv belgi bo‘lmasligi mumkin? Doskada ekspert harakatlari ketma-ketligini chizdiring. Javob: gumondor ham ko‘rikdan o‘tkaziladi; unda qontalash, shilinma, tishlanma izlari, jinsiy a’zo va qovda ayolga tegishli qon va soch qidiriladi. Tipik xato: ko‘rikdan oldin hujjatlarni o‘rganishni o‘tkazib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Tezkor savollar: 3-5 kun nimani bildiradi? Uch haftadan keyin nima aniqlanmaydi? Doskada 118, 119, 120 va 129-moddalarni qisqa jadvalga yozdiring. Tipik xato: 119 va 120-moddalarni aralashtirish va passiv qatnashchining huquqiy holatini noto‘g‘ri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Passiv qatnashchida jarohat bo‘lmasligi mumkinmi? 2) Ekspert qachon proktolog maslahatini oladi? Doskada 6 bosqichli algoritmni yozdiring: hodisa tafsiloti, tibbiy hujjat, so‘rov, ko‘rik, qo‘shimcha tekshiruv, xulosa. Tipik xato: kasallik izlarini jinsiy aloqa belgisi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Jinsiy holat va jinsiy jinoyatlarda tirik shaxslar sud-tibbiy ekspertizasi.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shaxslarning sud-tibbiy ekspertizasi amaliyotda eng ko‘p o‘tkaziladigan ekspertiza turi. U jinoiy, fuqarolik va ma’muriy ishlar bo‘yicha tayinlanadi.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holatlarda jins, bokiralik, yetuklik, nasl qoldirish qobiliyati, homiladorlik, tug‘ruq, abort, tanosil kasalliklari va OIV yuqtirilganligi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jinoyatlar: nomusga tegish, besoqolbozlik va fahsh harakatlari; tanosil kasalliklari yoki OIVni tarqatish ham shu guruhda o‘rganiladi.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Dars rejasi: 12.3 jinsiy holatlar, 12.4 jinsiy jinoyatlar va 12.5 tirik shaxslar ekspertizasini o‘tkazish tartibi.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275-276, 275-276; 295, 288; 295; 299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shaxslar ekspertizasi: qachon tayinlanadi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shaxslar ekspertizasi amaliyotda eng ko‘p o‘tkaziladigan ekspertizalar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jinoiy, fuqarolik va ma’muriy ishlar bo‘yicha turli holatlarda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sud-tibbiy muassasalar bo‘limlarida, ayrim hollarda davolash muassasalarida ham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Tirik shaxslar ekspertizasi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Tan jarohatlari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Xarakteri  ·  Og‘irlik darajasi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Jinsiy holatlar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Jins, bokiralik  ·  Yetuklik, homiladorlik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Jinsiy jinoyatlar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Zo‘rlash  ·  Besoqolbozlik, fahsh harakatlari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Salomatlik, yosh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Salomatlik holati  ·  Simulyasiya, yosh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Ekspertiza turlari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275-276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Ekspertizaning umumiy algoritmi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tafsilotlari birinchi navbatda ekspertiza tayinlash qarori yoki ajrimidagi ma’lumotlardan o‘rganiladi.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hujjatlarning asl nusxalari taqdim etilishi lozim; shaxs pasport kabi hujjat bilan tasdiqlanadi.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holat va jinoyatlarda hujjatdan tashqari shaxsning ikkita fotosurati ham taqdim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Hodisa tafsiloti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Qaror yoki ajrim ma’lumotlari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Tibbiy hujjatlar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Asl nusxalari o‘rganiladi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Shaxs so‘rovi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Hodisa va shikoyatlar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Ko‘rik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Asboblar yordamida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Qo‘shimcha tekshiruv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Laboratoriya, maslahat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Ekspert xulosasi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Yakuniy hujjat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Algoritm bosqichlari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Hujjatlar va shaxsni tasdiqlash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hujjatlarning asl nusxalari berilishi lozim. Ularning ishonchliligi uchun ekspertiza tayinlagan shaxs javob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Hujjatlarni ko‘rikdan oldin o‘rganish so‘rov va ko‘rikda nimaga e’tibor berishni belgilaydi. Jarohatning ilk holatini aniqlashda bu ayniqsa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Shaxs pasport, harbiy bilet yoki tug‘ilganlik haqidagi guvohnoma bilan tasdiqlanadi. Istisno holatda uni ekspertiza tayinlagan shaxs tasdiqlashi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holat va jinoyatlar ekspertizasida shaxsni tasdiqlovchi hujjatdan tashqari ko‘rikdan o‘tuvchining ikkita fotosurati ham taqdim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Ko‘rikni o‘tkazish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tayinlagan shaxs ko‘rikda qatnashishi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Faqat o‘zga jinsdagi shaxs yalang‘ochlanib ko‘rilganda tergovchi yoki surishtiruvchi xonadan chiqib turadi.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Balog‘atga yetmaganlar ota-onasi yoki pedagoglari ishtirokida ko‘riladi. Muomalaga layoqatsizlar esa qonuniy vakili ishtirokida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Ko‘rikda aniqlangan jarohat va boshqa holatlar faqat shaxsning ruxsati bilangina rasmga olinishi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Davolanayotgan bemor ko‘rigi uning sog‘lig‘i imkon bergandagina o‘tkaziladi. Ko‘rik haqidagi ma’lumot kasallik tarixiga yoziladi.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algoritm va qoidalar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tirik shaxslar ekspertizasi umumiy algoritmining 6 bosqichini tartib bilan sanang.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hodisa tafsiloti, tibbiy hujjatlar, shaxs so‘rovi, ko‘rik, qo‘shimcha tekshiruv yoki maslahat, ekspert xulosasi.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tergovchi qachon ko‘rik xonasidan chiqib turadi? Javob: o‘zga jinsdagi shaxs yalang‘ochlanib ko‘rilganda.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jinsiy holat ekspertizasida shaxsni tasdiqlovchi hujjatdan tashqari yana nima kerak? Javob: ikkita fotosurat.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299-300, 301, 300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holatlar yuzasidan ekspertiza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holatlar bo‘yicha ekspertiza jinoiy ishlarni tergov qilishda va fuqarolik ishlarini ko‘rishda zarur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Aniqlanadigan holatlar: jins, jinsiy yetuklik, bokiralik va nasl qoldirish qobiliyati.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Yana kechayotgan yoki bo‘lib o‘tgan homiladorlik, tug‘ruq va abort ham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Jinsni aniqlash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Jinsiy yetuklik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Bokiralik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Nasl qoldirish qobiliyati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Homiladorlik, tug‘ruq, abort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Bo‘lim tarkibi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Jinsni aniqlash: qachon zarur bo‘ladi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 noto‘g‘ri aniqlangan bo‘lsa yoki qayd etilgan jinsga gumon tug‘ilsa, ekspertiza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tashqi jinsiy belgilar mavjud jinsiy bezga (tuxumdon yoki yorg‘oq) mos shakllanadi.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Embrional davrdagi nuqsonlar tufayli tashqi jinsiy a’zolar jinsga to‘liq mos kelmasligi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Jinsni aniqlash holatlari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Hujjatlar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Shaxsni tasdiqlovchi hujjat berish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Ta’lim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Maxsus o‘quv yurtiga kirish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Oila ishlari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Nikohni bekor qilish, alimentlar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Tergov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Jinsiy jinoyatlar bo‘yicha tekshiruv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Ekspertiza zarur bo‘lgan holatlar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Germafroditizm: chin va soxta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vaqtda ikki jinsga xos jinsiy a’zolar bo‘lishi germafroditizm deyiladi; uning chin va soxta turlari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turi juda kam uchraydi; amaliyotda soxta germafroditizm ko‘proq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soxta turda tashqi belgilar bezning jinsiga emas, boshqa jinsga o‘xshaydi.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Erkak va ayol bezlari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Tashqi belgi erkak yoki ayolga o‘xshash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Soxta erkak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Yorg‘oq (spermatogenez)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Kichik olat, ko‘krak bezi kattalashgan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Soxta ayol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Tuxumdon (ovogenez)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Klitor kattaligi, ko‘krak rivojlanmagan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Germafroditizm turlari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jinsni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shaxsning tashqi jinsiy belgilari bir jinsga o‘xshaydi, jinsiy bezi esa boshqa jinsga xos. Bu soxta germafroditizm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chin germafroditizmda ikkala jinsning bezi bo‘ladi; soxtasida bez bitta jinsniki. Masalan, soxta erkakda yorg‘oq ishlaydi, belgilar ayolga o‘xshaydi.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Tekshiruv: menstruatsiya, pollyusiya, jinsiy intilish anamnezi, mutaxassislar hujjatlari, antropometriya, tashqi a’zolar va ikkilamchi belgilar o‘rganiladi.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bez va belgilar mos kelmasa, genetik jinsni qaysi tekshiruv aniqlaydi? Javob: qondagi leykotsitlarda xromosomalarni tekshirish.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yetuklik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Jinsiy yetuklik — salomatlik va keyingi rivojlanishga ziyon yetkazmasdan jinsiy hayot olib borishga imkon beradigan rivojlanish darajasi.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Ayollarda: jinsiy aloqa, homilador bo‘lish, homilani saqlash, tug‘ish, emizish. Erkaklarda: jinsiy aloqa qilish va urug‘lantirish qobiliyati.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Odatda 14 yoshga to‘lmaganlar yetilmagan hisoblanadi; masala 14 yoshdan nikoh yoshigacha bo‘lgan davrda ko‘tariladi.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Jinsiy yetilishga irsiy, ijtimoiy va geografik omillar ta’sir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Hozir jinsiy jinoyatlarda bu masala avvalgidek ahamiyatli emas: Jinoyat kodeksida javobgarlik aniq yoshga bog‘langan (118, 119, 128, 129-moddalar).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Qizlarda yetuklik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Ko‘rsatkichlar nisbiy ahamiyatga ega: kichikroq o‘lchamda ham ayol zararsiz farzand ko‘rishi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14 yoshga to‘lmagan qizlarda akseleratsiya tufayli kattaroq ko‘rsatkichlar aniqlanishi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16–17 yoshga kelib tos tug‘ruqning normal o‘tishiga imkon beradi; ekspertiza akusher-ginekolog ishtirokida.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bo‘yi, tik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150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bo‘yi, o‘tirgan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80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Ko‘krak aylanasi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78–80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Yonbosh o‘siqlari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26–27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Katta ko‘stlar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29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Tashqi konyugata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17–18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Antropometrik me’yorlar (kamida)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Yetuklik va jinoyat kodeksidagi yosh chegaralari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14 yoshgacha shaxs odatda jinsiy yetilmagan hisoblanadi; masala 14 yoshdan nikoh yoshigacha tug‘iladi.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Ilgari yetuklik jinsiy jinoyatlarda zarur bo‘lgan; hozir uning amaliy ahamiyati ilgaridek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Sababi: Jinoyat kodeksida javobgarlik aniq yoshga nisbatan belgilangan.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118, 119-moddalar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18 va 14</a:t>
            </a:r>
            <a:r>
              <a:rPr sz="1100" b="0">
                <a:solidFill>
                  <a:srgbClr val="6B7280"/>
                </a:solidFill>
                <a:latin typeface="Calibri"/>
              </a:rPr>
              <a:t>  yosh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128, 129-moddalar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16</a:t>
            </a:r>
            <a:r>
              <a:rPr sz="1500" b="0">
                <a:solidFill>
                  <a:srgbClr val="6B7280"/>
                </a:solidFill>
                <a:latin typeface="Calibri"/>
              </a:rPr>
              <a:t>  yosh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Yetuklik masalasi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14 dan</a:t>
            </a:r>
            <a:r>
              <a:rPr sz="1100" b="0">
                <a:solidFill>
                  <a:srgbClr val="6B7280"/>
                </a:solidFill>
                <a:latin typeface="Calibri"/>
              </a:rPr>
              <a:t>  yosh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Yosh chegaralari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jinsiy yetuklik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14 yoshdan oshgan qizda yetuklik masalasi qo‘yilgan. Ekspertiza akusher-ginekolog ishtirokida, klinik va laboratoriya tekshiruvlari bilan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Ovulyasiyadan keyin homilador bo‘lish mumkin; u to‘g‘ri menstrual sikl bilan bog‘liq. Yetuklikda bachadon tanasi uchdan ikki, bo‘yinchasi uchdan bir qism.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O‘g‘il bolalarda tekshiruv urolog yoki androlog bilan o‘tadi: umumiy rivojlanish, tashqi jinsiy a’zolar, ikkilamchi belgilar, jinsiy bez funksiyasi.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tos o‘lchamlari biroz kichik, lekin boshqa belgilar yetarli. Yetuklikni faqat tos o‘lchamiga qarab rad etish to‘g‘rimi?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289, 289-290, 290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Bokiralik va qizlik pardasi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Bokiralik (virginitas) asosan qizlik pardasi (hymen) anatomik butunligi bilan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Qizlik pardasi — qin shilliq qavati duplikaturasi: biriktiruvchi va mushak tolalari, qon tomir, nerv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dahliz bilan qin oralig‘ida, qin o‘qiga perpendikulyar turadi.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Pardada asos, erkin chet va teshik farqlanadi. Teshik bir nechta bo‘lishi yoki bo‘lmasligi mumkin; shakl, balandlik, qalinlik, zichlik turlicha.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Bokiralikda teshikka barmoq uchi ehtiyotkorlik bilan kiritilganda qisqarish halqasi seziladi. Parda tavsifida soat siferblati bilan taqqoslanadi.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Qizlik pardasi shakllari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Tasnif M.D. Nikitin va M.G. Serdyukov bo‘yicha: parda shakllari uch guruhga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Pardada asos, erkin chet va teshik farqlanadi; shakl shularga qarab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Teshik bir nechta bo‘lishi yoki umuman bo‘lmasligi mumkin; ta’rifda soat siferblati bilan taqqoslanadi.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Qizlik pardasi guruhlari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Odatdagi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Ko‘p uchraydi  ·  Halqasimon, yarim oysimon, naysimon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G‘ayrioddiy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Chet notekis  ·  Bo‘lakchali, spiralsimon, tishsimon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Juda kam uchraydigan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Ikki oynali, to‘siqli, panjarasimon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Nikitin va Serdyukov bo‘yicha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Defloratsiya: to‘liq va noto‘liq yoriq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jinsiy aloqada parda butunligi buzilishi (defloratsiya) odatda bokiralik yo‘qolishiga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Aloqada olat boshchasi ta’sirida to‘liq yoki noto‘liq yoriqlar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Butunlik boshqa sabablardan ham buzilishi mumkin: barmoq, turli jismlar, jarrohlik operatsiyasi.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To‘liq yoriq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Jarohat pardaning asosigacha yetadi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Noto‘liq yoriq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Jarohat asosga yetmaydi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Defloratsiyasiz aloqa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Elastik, past parda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O‘yiqlari ko‘p parda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Yoriq turlari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Yoriq bitishi dinamikasi (vaqt chizig‘i)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Yoriq chetlari bir necha kun qonaydi, soha shishgan va qon laxtalari bilan qoplangan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hafta oxirida yallig‘lanish kamayadi, 2–3-haftada chandiq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haftadan so‘ng butunlik buzilgan muddatni aniqlash imkoni bo‘lmaydi; tezroq murojaat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Dastlab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Qon, shish, laxtalar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Keyin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Oqimtir qoplama paydo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1-hafta oxiri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Granulyasiya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2-hafta oxiri – 3-hafta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Chandiq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 haftadan so‘ng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Muddat noaniq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Bitish bosqichlari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Yoriq va tabiiy o‘yiqni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Ba’zan qizlik pardasidagi yoriqni tabiiy o‘yiqdan ajratish kerak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yoriq ≠ o‘yiq. Yoriq ko‘pincha pastki segmentda, soat siferblati bo‘yicha 5-7 oralig‘ida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Yoriq chetlarining holati uning muddatiga bog‘liq: eski yoriq chetlari qalin va chandiqlangan.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Yoriq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Ko‘pincha pastki segment, soat 5-7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To‘liq yoriq asosigacha yetadi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Eskisida chetlari qalin, chandiqli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Tabiiy o‘yiq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Pardaning turli segmentlarida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Aksariyati asosigacha yetmaydi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Boshqa joydan farq qilmaydi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Yoriq va tabiiy o‘yiq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jinsiy aloqa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jinsiy aloqa bo‘lganini qaysi belgilar tasdiqlaydi? Qinda maniy topilishi, homiladorlik rivoji va tanosil kasalliklarining yuqishi.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Maniy odatda qinda 3-5 kungacha saqlanadi, shu sababli namuna qancha tez olinsa, natija shuncha ishonchli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laboratoriya uchun namunani imkon qadar tezroq olish kerak, vaqt o‘tishi bilan ishonchlilik kamayadi.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bokiralik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qizlik pardasi butunligiga shubha bor. Parda barmoq, jismlar yoki operatsiya ta’sirida ham buzilishi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Yoriq bir necha kun qonaydi, 2-haftaning oxiri – 3-haftada chandiqlanadi. Uch haftadan so‘ng muddatni hal etib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qachon va kimga murojaat qilinadi? Javob: imkon qadar qisqa muddatda sud-tibbiy ekspertga, akusher-ginekologga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291, 291-292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Nasl qoldirish qobiliyatini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Impotensiya markaziy nerv tizimi, endokrin kasalliklar, jinsiy a’zo nuqsonlari yoki nevrozdan kelib chiqishi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Urug‘lantirish qobiliyati eyakulyatni laboratoriyada tekshirib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Ayolda homilador bo‘lishga yosh, kasallik, nuqson, o‘sma va operatsiyalar to‘sqinlik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Erkak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Jinsiy aloqa, urug‘lantirish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To‘siq: impotensiya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Azospermiya, nekrospermiya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Ayol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Aloqa, homilador bo‘lish, tug‘ish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To‘siq: qin atreziyasi, vaginizm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Tor tos, chandiq, o‘sma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Nasl qoldirish: erkak va ayol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292, 292-293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Kechayotgan homiladorlik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Homiladorlikda hayz to‘xtaydi, ammo ba’zan qonli ajralma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Sut bezi, so‘rg‘ich atrofi kattalashadi va pigmentlanadi; 2-oydan yaqqol seziladi.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Homila yuragi urishi, tana qismlari va qimirlashi aniqlansa, homiladorlik ishonchli tasdiqlanadi.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Hayz to‘xtashi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Sut bezlari: 2-oydan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Xorial gonadotropin testi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Bachadon o‘lchami o‘zgarishi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Ishonchli belgilar (homila)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Homiladorlik belgilari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Bo‘lib o‘tgan tug‘ruq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kunlarda sut bezlari shishgan, so‘rg‘ich atrofi to‘qroq, ajralma chiqadi. Sut sekretining sitologik tekshiruvi muddatni aniqlashga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oraliq keng, qinga kirish ochiq, uyat lablari shishgan. Qizlik pardasi o‘rnida qon quyilishli mirtasimon so‘rg‘ichlar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Bachadon bo‘yinchasi avval silliq, tashqi teshigi ochiq; keyin zichlashadi. Tug‘gan ayolda teshik yoriqsimon, tug‘magan ayolda odatda dumaloq.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Keyingi davrda muddatni aniqlash qiyin, faqat tug‘ruq bo‘lganini aytish mumkin: yoriqsimon teshik, mirtasimon so‘rg‘ichlar, qorin terisida mayda chandiqlar.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293-294, 294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Abort: turlari va jinoiy abort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Abort — homiladorlikning 22 haftasigacha uzilishi. U o‘z-o‘zidan yoki sun’iy yo‘l bilan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abort mexanik, kimyoviy, ba’zan termik, juda kam hollarda elektr toki yordamida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Asoratlar: havo emboliyasi, travmatik shok, o‘tkir qon ketish, perforatsiya, zaharlanish, infeksiya.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O‘z-o‘zidan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Kasallik yoki zaharlanish sabab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22 haftagacha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Tibbiy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Akusher-ginekolog, tibbiy muassasada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12 hafta: xohish; keyin: ko‘rsatma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Jinoiy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Tayyorgarligi yo‘q shaxslar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Jinoyat kodeksi 114-modda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Abort turlarini solishtirish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294, 294-295, 295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homiladorlik va abort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ayolda jinoiy abortga shubha bor. Ekspertiza akusher-ginekolog ishtirokida klinik-laborator va instrumental tekshiruvlar bilan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homiladorlik va uning uzilishi bo‘lganmi, homila qaysi usulda tushirilgan, oqibatlari qanday ekanini aniqlaydi.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usulda qin va bachadonda shilinma, qontalash, yara topiladi. Kimyoviy usulda zaharlanish va kimyoviy kuyish izlari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ayolda termik kuyish izlari va o‘tkir qon ketish topildi. Qaysi usul va qaysi xavfli asoratlar haqida fikr yuritasiz?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293, 294, 295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jinoyatlar: umumiy tasnif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Nomusga tegish — zo‘rlik, qo‘rqitish yoki ojizlikdan foydalanib jinsiy aloqa qilish (118-modda).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Besoqolbozlik — erkakning erkak bilan zo‘rliksiz jinsiy aloqasi. Zo‘rlik bo‘lsa, 119-modda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Fahsh harakatlari — 16 yoshga to‘lmaganlarga nisbatan uyatsiz-buzuq, shahvoniy harakatlar (129-modda).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337310"/>
                <a:gridCol w="214091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Jinoyat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Nomusga tegish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118-modda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erkinlikka qarshi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Besoqolbozlik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120-modda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erkinlikka qarshi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Fahsh harakatlari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129-modda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Oila, yoshlar, axloqqa qarshi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Tanosil kasalligi / OIV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113-modda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yoki sog‘liq uchun xavfli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Jinsiy jinoyatlar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295, 297-298, 298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Nomusga tegish: jabrlanuvchi ko‘rigi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118-modda bo‘yicha nomusga tegish — jabrlanuvchining xohishiga qarshi zo‘rlik ishlatib, qo‘rqitib yoki ojizligidan foydalanib jinsiy aloqa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Nazariy jihatdan erkaklar ham jabrlanishi mumkin, ammo amaliyotda bu jinoyat asosan ayollarga nisbatan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Ko‘rikdan oldin ekspertiza qarori, hodisa joyi bayonnomasi, tibbiy hujjatlar o‘rganiladi; so‘rov va ginekologik anamnez (hayz, aloqa, tug‘ruq, abort) yig‘iladi.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“Nomusga tegish” huquqiy tushuncha: ekspert aloqa yoki unga urinish, zo‘rlik, ojizlikni tasdiqlovchi ob’ektiv belgilarni izlaydi; qo‘rqitish iz qoldirmaydi.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295, 295–296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Nomusga tegish: jarohatlar va namunalar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Zo‘rlikda qontalash va shilinmalar odatda jinoyatchining qo‘l-oyoqlari bilan yetkaziladi.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Qin va oraliq shikasti jinsiy hayot olib borgan ayollarda ham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 voqeadan so‘ng imkon qadar tez olinadi: vaqt o‘tsa spermatozoid topilishi kamayadi.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378"/>
                <a:gridCol w="341159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Joyi / 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Qontalash, shilinma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Son ichki yuzasi, jinsiy a’zolar, bo‘yin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Qizlik pardasi yorig‘i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Ba’zan qin devori, oraliqda yorilish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Maniy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Qin ichi, qov, oraliq, son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Surtma va bosma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Qindan surtma; qov, oraliq, sondan bosma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Topilmalar va namuna olish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Ojizlik holatlari va jarohat izlari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Ojizlik ruhiy kasalliklar, travma, jismoniy nuqsonlar, kichik yoki keksa yosh bilan bog‘liq bo‘lishi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Ojizlik alkogol yoki narkotik mastlik, gangituvchi moddalar ta’siri bilan ham bog‘liq bo‘lishi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Zo‘rlikda qontalash va shilinmalar jinoyatchining qo‘l-oyoqlari bilan yetkaziladi; ba’zan ko‘krak bezi va bo‘yinda tishlanma izlari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Kurash, o‘zini himoya qilish hollarida tananing turli sohalarida qontalash, shilinma va boshqa jarohatlar kuzatilishi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Ojizlik sabablari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Salomatlik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Ruhiy kasallik  ·  Travma, jismoniy nuqson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Kichik yosh  ·  Keksalik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Mastlik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Alkogol yoki narkotik  ·  Gangituvchi moddalar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G‘iyosov, 296-bet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G‘ayritabiiy usul va besoqolbozlik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119-modda ≠ 120-modda. Birida zo‘rlik, qo‘rqitish yoki ojizlik bor, ikkinchisida zo‘rliksiz kelishuv.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Aktiv qatnashchida qon, soch, axlat zarralari va moysimon modda jinsiy olat toj egatchasida uzoq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Passiv qatnashchida shilinma, qon quyilish, yoriq; kam aloqada o‘zgarish topilmasligi ham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119-modda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Zo‘rlik, qo‘rqitish yoki ojizlik bilan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aktiv qatnashchi javobgar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120-modda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Zo‘rliksiz, erkak bilan erkak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Aktiv ham, passiv ham javobgar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119 va 120-moddalar farqi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297–298, 297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Gumondorlar va g‘ayritabiiy usul ekspertizasi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G‘ayritabiiy usulda og‘iz bo‘shlig‘i va atrofi, orqa chiqaruv teshigi va atrofi, to‘g‘ri ichak pastki qismi tekshiriladi.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Shu sohalardan laboratoriya tekshiruvi uchun surtma va bosmalar olinadi.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Nomusga tegishda gumondorlarni ham ekspertizadan o‘tkazish maqsadga muvofiq: qontalash, shilinma, tishlanma izlar topilishi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Jinsiy a’zo va qovda ayolga tegishli qon izlari, soch topilsa, ular laboratoriya tekshiruviga olinadi.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Besoqolbozlikda gumon qilingan shaxslar imkon qadar qisqa vaqtda sud-tibbiy ekspertizadan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G‘ayritabiiy usul (119)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Og‘iz bo‘shlig‘i va atrofi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Orqa teshik va atrofi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To‘g‘ri ichak pastki qismi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Surtma va bosmalar olinadi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Gumondor ko‘rigi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Qontalash, shilinma, tishlanma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Olat va qovda ayol qon izi, soch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Namunalar laboratoriyaga olinadi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G‘iyosov, 297-bet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Besoqolbozlikda xato talqin xavfi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Kam sonli jinsiy aloqada katta yoshdagi passiv qatnashchida orqa teshik va to‘g‘ri ichak sohasida jarohat yoki o‘zgarish topilmasligi ham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Qabziyat, ich ketishi, proktit, paraproktit, bavosil, to‘g‘ri ichak tushishi yoki o‘tgan jarrohlik izlari noto‘g‘ri talqin etilishi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so‘rovda bu holatlarga e’tibor beriladi, kerak bo‘lsa mutaxassis-proktologning maslahati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zo‘rlik, qo‘rqitish yoki ojizlikdan foydalanilsa, faqat aktiv qatnashchi 119-modda bo‘yicha javobgar; passiv qatnashchi jabrlanuvchi.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297, 298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Fahsh harakatlari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o‘n olti yoshga to‘lmagan shaxsga qaratilgan, shahvoniy xususiyatli uyatsiz-buzuq harakatlardir.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 – o‘z ehtiyojini qondirish yoki bolada hissiyotni qo‘zg‘atish.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Misollar: jinsiy a’zolarga qo‘l yoki olat tegizish, ularning oldida yalang‘ochlanish, pornografik tasvir va filmlar ko‘rsatish.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 kodeksida oilaga, yoshlarga va axloqqa qarshi jinoyatlar guruhiga kiradi; javobgarlik 129-moddada belgilangan.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Qizarish, shilinma, qontalash, qizlik pardasida qon quyilishi yoki noto‘liq yorilish bo‘lishi mumkin; ayrim hollarda hech qanday iz qolmaydi.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Tanosil kasalliklari va OIV/OITSni tarqatish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OIV – odam immunitet tanqisligi virusi, OITS – orttirilgan immun tanqisligi sindromi.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Ekspertizada dermatovenerolog va OITS mutaxassisi ishtirok etadi; kech bosqichdagi shaxs jinoyat sub’ekti.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Xizmat vazifasini lozim bajarmay OIV/OITS yuqtirish ham javobgarlik; bu tibbiyot xodimlariga taalluqli.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3008"/>
                <a:gridCol w="1337310"/>
                <a:gridCol w="204765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Jinoyat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Nomusga tegish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118-modda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erkinlikka qarshi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Besoqolbozlik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120-modda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erkinlikka qarshi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Fahsh harakatlari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129-modda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Oila, yoshlar, axloqqa qarshi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Tanosil, OIV/OITS tarqatish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113-modda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yoki sog‘liq uchun xavfli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Jinsiy jinoyatlar va modda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jinsiy jinoyatlar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ayol nomusga tegish gumoni bilan ko‘rikka keltirildi. Voqeadan keyin qisqa vaqt o‘tgan, sonlarida qontalash va qin ichida maniy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avval qaror, hodisa joyi bayonnomasi va tibbiy hujjatlarni o‘rganadi. Keyin so‘rov o‘tkazadi va ginekologik anamnez yig‘adi.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Qin ichidan surtma, qov, oraliq va sondan bosmalar imkon qadar tez olinadi. Vaqt o‘tgan sari spermatozoid topilish ehtimoli kamayadi.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gumondor ham ko‘rikdan o‘tkazilishi kerakmi va unda nimalar izlanadi?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296, 295, 297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Eslab qolish: takrorlash va xatolar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Maniy qinda odatda 3-5 kun saqlanadi. Namuna qancha tez olinsa, natija shunchalik ishonchli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Qizlik pardasi butunligi buzilgan muddatni faqat dastlabki haftalarda aniqlash mumkin. Uch haftadan so‘ng bu masalani hal etib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Fahsh harakatlari 16 yoshga to‘lmagan shaxslarga nisbatan uyatsiz-buzuq harakatlar qilishni anglatadi (129-modda).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119-modda ≠ 120-modda. 119-moddada zo‘rlik bor va faqat aktiv qatnashchi javobgar. 120-moddada zo‘rlik yo‘q va ikkovi ham javobgar.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292, 291, 298, 297-298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holatlar ekspertizasi jins, jinsiy yetuklik, bokiralik, nasl qoldirish qobiliyati, homiladorlik, tug‘ruq va abortni aniqlash uchun tayinlanadi.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jinoyatlar qatoriga nomusga tegish, besoqolbozlik va fahsh harakatlari kiradi. Ekspert ularda ob’ektiv tibbiy-biologik belgilarni izlaydi.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xatosi xavfi: proktit, bavosil yoki jarrohlik izlari passiv besoqolbozlik belgisi deb noto‘g‘ri talqin qilinishi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1) ekspertiza algoritmi bosqichlari; 2) 118, 119, 120-moddalar farqi; 3) namunani nega tez olish kerak?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288, 295, 298, 300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(uchlik): simulyasiya — yo‘q kasallikni bor deb ko‘rsatish; aggravatsiya — bor kasallikni og‘irroq ko‘rsatish; dissimulyasiya — bor kasallikni yashirish. Birinchi ikkisi “ko‘rsatish”, uchinchisi “yashirish”. Dissimulyasiya asosan sog‘liqqa alohida talab qo‘yiladigan kasblarda uchraydi: uchuvchi, g‘avvos, haydovchi.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sog‘liq buzilishi 6 kungacha bo‘lsa jarohat yengil, 6 kundan ortiq, lekin 21 kundan oshmasa qisqa muddatli buzilishga olib kelgan yengil, 21 kundan ortiq bo‘lsa o‘rtacha og‘ir hisoblanadi. Bunda davolanishga kech murojaat yoki davolashdagi kamchilik muddatga hisoblanmaydi.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Diqqat, taqqoslang: bir ko‘zda ko‘rishning to‘liq yo‘qolishi umumiy mehnat qobiliyatining uchdan biridan ortig‘ini yo‘qotadi va og‘ir jarohat hisoblanadi. Bir quloqda eshitishning yo‘qolishi esa uchdan biridan kamrog‘ini yo‘qotadi va o‘rtacha og‘ir deb baholanadi.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Vaqt omili (qizlik pardasi): jarohat chetlari birinchi haftada qonaydi va shishadi, ikkinchi haftaning oxiri — uchinchi haftada chandiq hosil bo‘ladi. Shuning uchun yorilish muddati faqat dastlabki haftalarda aniqlanadi, uch haftadan so‘ng bu masalani hal etib bo‘lmaydi.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Dalil tez yo‘qoladi: maniy qinda odatda 3-5 kungacha saqlanadi, shuning uchun namuna qancha tez olinsa, natija shuncha ishonchli bo‘ladi. Yoriqlar ko‘pincha pastki segmentda, soat siferblati bo‘yicha 5-7 oralig‘ida bo‘ladi. Tabiiy o‘yiqlar esa har xil segmentda joylashishi mumkin.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12. Tirik shaxslar sud-tibbiy ekspertizasi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