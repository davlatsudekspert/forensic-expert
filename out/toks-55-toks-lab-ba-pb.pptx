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avval cho‘kma ajratiladi? Doskada: reja (2 band). Tipik xato: bariy va qo‘rg‘oshinni filtratdan qidirish; kitobda ular cho‘kmada tekshiriladi, filtratda esa rux va boshqa kationlar.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«chinlik» nimani anglatadi? (Kationning aniq bu element ekanini tasdiqlash.) Doskada: 4 natija. Tipik xato: xulosani imzosiz topshirish.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ro‘yxat bo‘yicha reaktivlarni mashg‘ulotdan oldin tayyorlang. Doskada: Ba va Pb uchun reaktivlar. Eslatma: asbob-uskunalar ro‘yxati kitobda umumiy berilgan, slayddagi reaktivlar esa metod bayonidan jamlandi.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cho‘kma nima uchun 0,1% H2SO4 bilan yuviladi? (Kitobda sabab ko‘rsatilmagan.) Doskada: sxema. Tipik xato: yuvindini tashlab yuborish; kitobda u filtratga qo‘shiladi.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cho‘kma iflos ko‘kish bo‘lsa nimani taxmin qilasiz? Doskada: jadval. Tipik xato: oq cho‘kmani faqat bariy sulfat deb hisoblash; kitobda kalsiy sulfat ham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sulfat erishiga ko‘ra ajratiladi? Doskada: sxema. Kitobda reaksiya tenglamasini yozish topshirig‘i berilgan (matnda tenglama yo‘q). Tipik xato: filtr va filtratni almashtirish: bariy filtrda, qo‘rg‘oshin filtratda.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mikrokristallarning shakli tahlilda nimaga xizmat qiladi? (Kationning chinligini tasdiqlashga.) Doskada: (Q, x) shakli. Tipik xato: sovitmasdan mikroskopda ko‘rish.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platina simdan foydalaniladi? (Kitobda sabab yozilmagan.) Doskada: reaksiya bosqichlari. Kitobda alanga rangi ko‘k deb yozilgan: bu bariy uchun odatiy emas, kitobda xato bo‘lishi mumkin; slaydga alanga rangi kiritilmadi, o‘qituvchi aniqlashtirsin. Tipik xato: kristallarni chizmaslik.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xromat cho‘kmasi bilan qo‘rg‘oshin xromat o‘rtasidagi farq nima? (BaCrO4 — och sariq; PbCrO4 — ishqorda eriydigan sariq: 200-bet.) Doskada: jadval. Kitobda har reaksiya uchun tenglamani yozish topshirig‘i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pH 7,5 ga keltiriladi? (Kitobda sabab yo‘q; ditizon reaksiyasi muhit pH ga bog‘liq — o‘qituvchi izohi.) Doskada: reagent tartibi. Tipik xato: pH ni tekshirmasdan ditizon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reaksiya chiqmasa nima qilinadi? (Kitobda: qo‘rg‘oshin uchun tekshirish to‘xtatiladi — 200-bet.) Doskada: sxema. Kitobda har bir reaksiyaga sud-kimyoviy tahlil talablari bo‘yicha izoh berish talab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reaksiya rangi bo‘yicha eng ishonchli? Doskada: jadval. Tipik xato: sariq cho‘kmaning ishqorda erishini tekshirmaslik.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ikkala mikrokristall reaksiyani solishtiring (shakl va rang). Doskada: kvadrat va ninasimon kristallar. Tipik xato: kristallarni oldin quritmay mikroskop ostiga qo‘yish; kitobda eritma avval bug‘latiladi.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jadvalni to‘ldirishda qaysi reaksiya faqat Pb uchun, qaysi biri faqat Ba uchun? Doskada: bo‘sh jadval (7 qator, 2 ustun). Kitobda to‘ldirilgan javob berilmagan; talabalar mashg‘ulot mazmuniga tayanadi.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rentgen tekshiruvida qaysi modda ishlatiladi va qaysi kationga tahlil qilinadi? Doskada: muammo turi, sabablari, hal etish yo‘llari jadvali. Kitobda jadval bo‘sh; keyingi slayddagi masala shu keys bilan bog‘liq (bariy sulfat suyuqligi).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tahlil rejasini tuzing: cho‘kma, ajratish, bariy va qo‘rg‘oshin reaksiyalari. Doskada: reja. Yechimni ish daftarida rasmiylashtirish talab qilinadi; kitobda javob berilmagan. Eslatma: 54-dars (toks 196-197) vaziyatli masalasida ditizon va kaliy yodid bilan sinovlar ham qo‘rg‘oshin tahlili bilan bog‘lanadi.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javoblarni mashg‘ulot mazmuni asosida bering. Doskada: 4 savol. Kitobda javoblar berilmagan; miqdoriy usullar va tetraetilqo‘rg‘oshin bu mashg‘ulotda bayon etilmagan (toks 201 savol sifatida beriladi).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BaSO4 ni eritish masalasi (5-savol) — bu mashg‘ulotda yechimi berilmagan. Doskada: 4 savol. Kitobda javoblar yo‘q; ularni lektsion materiallar (toks 58-62) bilan bog‘lash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xloroform va kislotalar bilan ishlashda nimalarga e’tibor beriladi? Doskada: 3 qoida. Kitobning bu mashg‘ulotida alohida xavfsizlik bo‘limi yo‘q; slaydga faqat ehtiyotlik bilan qizdirish va reaktivlar ro‘yxati kiritildi. Kitobda shaxsiy himoya vositalari ko‘rsatilmagan (qo‘lqop/niqob talabi 166-betdagi kirish mashg‘ulotida).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sxemani o‘z so‘zingiz bilan qayta aytib bering. Doskada: sxema. Slayd mashg‘ulot bayonidagi bosqichlarni (198-200-betlar) birlashtiradi. Tipik xato: filtrat bilan filtrni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kristall shakli chizib olinadi? (Natijani hujjatlashtirish uchun — o‘qituvchi izohi.) Doskada: 4 xil kristall shakli. Tipik xato: faqat rangni yozib, shaklni chizmaslik.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xulosada nimalar bo‘lishi kerak? (Aniqlangan kation, ishlatilgan reaksiyalar, ularning belgilari.) Doskada: daftar tuzilmasi. Daftar tarkibi kitobda batafsil berilmagan; qavs ichidagi tavsiya o‘qituvchi izohi.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Mineralizat cho‘kmasini ajratish; Ba va Pb ni aniqlash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mineralizatdan bariy kationini aniqlash; 2) mineralizatdan qo‘rg‘oshin kationini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sulfat va nitrat kislotalar bilan mineralizatsiyalab ajratilgan ayrim metall zaharlarning toksikologik ahamiyati va tahlil usullari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bariy va qo‘rg‘oshin saqlovchi moddalarni toza eritmalarida hamda noma’lum tarkibli eritmadan tahlil sharoitlarini o‘zlashtiradilar.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198; Yuldashev Z.A., Nurmatova M.I., Toksikologik kimyo modulidan o‘quv-uslubiy majmua, betlar: 201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Mineralizat tarkibidagi cho‘kmani ajratib olish.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Cho‘kmadan bariy va qo‘rg‘oshin sulfatlarini bir-biridan ajratish.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Bariy va qo‘rg‘oshin kationlarining chinligini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O‘qituvchi bergan noma’lum moddani aniqlab, natijani ish daftarida umumlashtirish; xulosani guruh o‘qituvchisiga tasdiqlatib imzo qo‘ydirish.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Asbob-uskunalar va reaktivlar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asbob-uskunalar: mineralizat, filtr qog‘ozi, voronka, reaktivlar, probirkalar, ko‘rgazmali materiallar, skotch, qog‘oz.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Bariy tahlilida buyum oynachasi, platina sim, mikroskop; reaktivlar — konsentrlangan H2SO4, 10% HCl, 10% kaliy yodat, kaliy xromat/bixromat, natriy rodizonat.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Qo‘rg‘oshin tahlilida ditizon (xloroformda 0,01%), gidroksilamin gidroxlorid 10%, ammiak 10%, xloroform, 1n HNO3 va NaOH, universal indikator.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198; Yuldashev Z.A., Nurmatova M.I., Toksikologik kimyo modulidan o‘quv-uslubiy majmua, betlar: 201-202, 202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Cho‘kmani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Mineralizatda cho‘kma bo‘lsa, filtrlab ajratiladi va filtrat 200 ml li o‘lchov kolbasiga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Filtrdagi cho‘kma 10 ml 0,1% sulfat kislota va 10 ml suv bilan yuviladi.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Yuvindi filtratga qo‘shilib, aralashma hajmi 200 ml gacha yetkaziladi.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Mineralizatni filtrlash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Filtrat 200 ml kolbaga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Cho‘kmani yuvish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Yuvindini filtratga qo‘shish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Hajm 200 ml gacha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Cho‘kmani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Cho‘kma va filtratning vazifasi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Cho‘kma bariy va qo‘rg‘oshinga, filtrat esa rux va boshqa kationlarga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Cho‘kma rangi tarkibiga bog‘liq: oq yoki iflos ko‘kish.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530"/>
                <a:gridCol w="335744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Tarkibi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Cho‘kma — 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Ba, Pb, Ca sulfatlari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Cho‘kma — iflos ko‘kish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Cr, Cu, Fe, Al kationlari birga cho‘kishi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Cho‘kma tekshiriladi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Bariy va qo‘rg‘oshin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Filtrat tekshiriladi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Rux va boshqa kationlar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Cho‘kma va filtrat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Bariy va qo‘rg‘oshin sulfatlarini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Cho‘kma 5-10 ml ortiqcha sirka kislotali issiq ammoniy atsetat eritmasi bilan tomchilab yuviladi.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Bariy sulfat filtr qog‘ozida erimagan cho‘kma holida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Qo‘rg‘oshin sulfat ammoniy atsetatda erib, filtratga o‘tadi.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Sulfatlar cho‘kmasi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Issiq ammoniy atsetat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Filtr: BaSO4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Filtrat: Pb (atsetat)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 va Pb ni 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Bariy: sulfatni qayta kristallash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Cho‘kmaning bir qismi buyum oynachasiga o‘tkazilib, ustiga 1-2 tomchi konsentrlangan sulfat kislota tomiziladi.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Past alangada ehtiyotlik bilan oq par hosil bo‘lguncha qizdiriladi; jarayon 2-3 marta takrorlanadi.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Sovutilgach mikroskopda (Q, x) shaklini eslatuvchi rangsiz mikrokristallar ko‘rinadi; shakli daftarga chiziladi.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Bariy: yodat mikrokristallari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Cho‘kmaning bir qismi platina simiga o‘tkazilib, bir necha soniya alangada tutiladi.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Platina simning cho‘kma saqlagan qismi 1-2 tomchi 10% xlorid kislotaga tushiriladi; jarayon 2-3 marta takrorlanadi.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Buyum oynachasidagi eritmaga 1-2 tomchi 10% kaliy yodat tomiziladi; bir necha daqiqadan so‘ng bariy yodatning tayoqcha shaklidagi mikrokristallari ko‘rinadi.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Bariy: cho‘ktiruvchi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 va bixromat reaksiyasida bariy xromatining och sariq cho‘kmasi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rodizonati bilan qizil-qo‘ng‘ir rang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969"/>
                <a:gridCol w="1927859"/>
                <a:gridCol w="1314147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Eruvchanligi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 xromat/bixromat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Och sariq BaCrO4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Mineral kislotada eriydi, sirkada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H2SO4 yoki sulfatlar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 cho‘kma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Mineral kislota, ishqorda erimaydi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Natriy rodizonat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Qizil-qo‘ng‘ir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Kitobda ko‘rsatilmagan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Bariy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Qo‘rg‘oshin: ditizon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ditizonat reaksiyasidan boshlanadi; ijobiy bo‘lsa, makro- va mikroreaksiyalar bajariladi.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 7,5 da 5 ml xloroform va ditizonning 0,01% xloroformli eritmasi qo‘shilib, 30 soniya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Qo‘rg‘oshin bo‘lsa, xloroform qatlami qizil-pushti rangga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0,5 ml Pb atsetat eritmasi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+ 1 ml 10% gidroksilamin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+ 1 ml 10% ammiak, pH 7,5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+ 5 ml xloroform, ditizon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30 soniya chayqatish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Ditizon reaksiyasi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Qo‘rg‘oshinni ajratib olish va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Musbat bo‘lsa, butun filtrat ditizon va xloroform bilan 2-3 marta ekstraksiya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Birlashgan xloroform qatlami 5 ml 1n HNO3 bilan 1 daqiqa chayqatiladi; Pb nitrat holida suvli qatlamga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qatlam 1n NaOH bilan pH 5 ga keltirilib, beshga bo‘linadi va sifat reaksiyalari bajariladi.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Filtratni ekstraksiyalash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qatlami + 1n HNO3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qatlam: Pb nitrat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NaOH bilan pH 5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qismga bo‘lish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Pb ni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199, 200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Qo‘rg‘oshin: cho‘ktirish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Qo‘rg‘oshin sulfid, sulfat va xromat reaksiyalari buyum oynachasida bajariladi.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reaksiyaga tenglama yoziladi va sud-kimyoviy talablar bo‘yicha izoh beriladi.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5131"/>
                <a:gridCol w="2832843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Sulfid kislotali suv (H2S)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Qora cho‘kma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10% sulfat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cho‘kma yoki loyqa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10% K xromat yoki bixromat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cho‘kma, ishqorda eriydi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Qo‘rg‘oshin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200; Yuldashev Z.A., Nurmatova M.I., Toksikologik kimyo modulidan o‘quv-uslubiy majmua, betlar: 202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Qo‘rg‘oshin: mikrokristalloskopik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Geksonitrit: buyum oynachasida 3-4 tomchi eritma bug‘latilib, qoldiqqa mis atsetat va bir bo‘lakcha kaliy nitrit tushiriladi; mikroskopda kvadrat shaklli qo‘ng‘ir kristallar ko‘rinadi.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Seziy xlorid va KI: 4-5 tomchi eritma quriguncha bug‘latilib, qoldiqqa 2-3 tomchi 30% sirka kislota tomiziladi; bir tomondan seziy xlorid, qarshi tomondan kaliy yodid kristali tushiriladi.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Qo‘rg‘oshin bo‘lsa, ikkinchi reaksiyada sariq-yashil ninasimon kristallar hosil bo‘ladi; kristallar shakli daftarga chiziladi.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«Charxpalak» treningi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Jadval 7 ta reaksiyani o‘z ichiga oladi: ditizon, seziy xlorid + KI, sulfat kislota, vodorod sulfid, mis atsetat + kaliy nitrit, kaliy xromat, natriy rodizonat.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reaksiya bariy va qo‘rg‘oshin ustunlari bo‘yicha to‘ldiriladi.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Topshiriq: bariy va qo‘rg‘oshin kationlariga xos rangli reaksiyalarni to‘g‘ri tanlang va reaksiya kimyosini ko‘rsating.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9-keys: rentgen tekshiruvidan keyingi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«X» ismli shaxs rentgenga tushib tekshiruvdan o‘tgach uyiga kelib sog‘lig‘i yomonlashgan, kechga borib vafot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ekspertizasiga uning oshqozoni ichidagi massasi bilan yuborilgan.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Topshiriq: hodisani izohlash, qaysi modda uchun tahlil olib borilishini aniqlash va sud-kimyo tahlilini o‘tkazish.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203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masala: Sh. Aliev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Shahar sud-tibbiy laboratoriya bo‘linmasiga 2000 yilda tug‘ilgan Sh. Aliev murdasining ichki a’zo bo‘laklari alohida muhrlangan 500 g li shisha bankalarda keltirilgan.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dalil: jigar — 100 g, buyrak — 250 g, oshqozon va ichak bo‘laklari — 300 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Tergovga ko‘ra, u benzin va botinka moylarini hidlab toksikomaniya holatida yurgan; rentgen uchun oshqozoniga bariy sulfat suyuqligi ichirilgan, nojo‘ya ta’sir tufayli vafot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tekshiruvi: qo‘rg‘oshin va bariy metallariga tahlil olib borilsin.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Qo‘rg‘oshin va bariy kationlarini bir-biridan ajratish uchun qanday reaksiya qo‘llaniladi?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Toksikologik tekshiruvda qo‘rg‘oshinni aniqlashda qanday kimyoviy reaksiyalar qo‘llaniladi?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Qo‘rg‘oshin kationining miqdorini aniqlash usullarini ayting.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Turli ob’ektlardan tetraetilqo‘rg‘oshinni ajratib olish, sifati va miqdorini aniqlash usullarini ayting.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Bariy sulfat cho‘kmasidan bariy kationi qanday usul bilan eruvchan holatga o‘tkaziladi?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Bariy kationining sifati qanday reaksiyalarga asoslangan?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Bariy sulfat va bariy yodatning hosil bo‘lish reaksiyalari qanday kimyoviy ahamiyatga ega?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Toksikologik kimyo tahlillarida bariy ionining miqdorini aniqlash uchun qaysi usullar qo‘llaniladi?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Bariy sulfatni qayta kristallashda konsentrlangan sulfat kislota tomchilab qo‘shilib, past alangada ehtiyotlik bilan qizdiriladi.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Qo‘rg‘oshin aniqlashda xloroform va ditizon eritmasi, 1n nitrat kislota va natriy ishqori bilan ishlanadi.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Ishni tugallagan talaba natijalarning to‘g‘riligini o‘qituvchiga tekshirtiradi.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199, 198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 va Pb ni aniqlash: umumiy ketma-ketlik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Mineralizatdan cho‘kma ajratiladi: cho‘kma — bariy va qo‘rg‘oshinga, filtrat — rux va boshqa kationlarga.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Issiq ammoniy atsetat bilan BaSO4 filtrda qoladi, Pb filtratga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Bariy bir necha reaksiya bilan, qo‘rg‘oshin ditizon reaksiyasidan boshlab tasdiqlanadi.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Mineralizatni filtrlash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Cho‘kma: sulfatlar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Issiq ammoniy atsetat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Filtrda: BaSO4 (Ba reaksiyalari)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Filtratda: Pb (ditizon, ...)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Umumiy sxema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198, 199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Daftarga chiziladigan mikrokristallar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Bariy sulfat: (Q, x) shaklini eslatuvchi rangsiz mikrokristallar; reaksiya tenglamasi yoziladi va shakl daftarga chiziladi.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Bariy yodat: tayoqcha shaklidagi mikrokristallar; tenglamalar yoziladi, shakl chiziladi.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Qo‘rg‘oshin: geksonitritning kvadrat shaklli qo‘ng‘ir kristallari va seziy xlorid + KI bilan sariq-yashil ninasimon kristallar chiziladi.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199, 200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rasmiylashtirish va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O‘qituvchi bergan noma’lum moddalar ajratilib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Aniqlangan moddaning to‘g‘riligi ashyoviy dalil bo‘yicha o‘qituvchiga tekshirtiriladi.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Natijalar amaliy ish daftarida umumlashtirilib, xulosa yoziladi va guruh o‘qituvchisi tasdiqlab imzo qo‘yadi.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Cho‘kma rangi oq (Ba, Pb, Ca sulfatlar) yoki iflos ko‘kish (Cr, Cu, Fe, Al birga cho‘kishi) bo‘lishi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Ditizon bilan qo‘rg‘oshin reaksiyasida pH 7,5 da 5 ml xloroform va ditizonning 0,01% eritmasi ishlatiladi, chayqatish 30 soniya davom etadi.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Qo‘rg‘oshin geksonitriti kvadrat shaklli qo‘ng‘ir kristallar beradi.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Mineralizat cho‘kmasini ajratish; Ba va Pb 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198-201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201-203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