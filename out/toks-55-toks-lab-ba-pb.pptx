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avval cho‘kma ajratiladi? Doskada: reja (2 band). Tipik xato: bariy va qo‘rg‘oshinni filtratdan qidirish; kitobda ular cho‘kmada tekshiriladi, filtratda esa rux va boshqa kationlar.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«chinlik» nimani anglatadi? (Kationning aniq bu element ekanini tasdiqlash.) Doskada: 4 natija. Tipik xato: xulosani imzosiz topshirish.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ro‘yxat bo‘yicha reaktivlarni mashg‘ulotdan oldin tayyorlang. Doskada: Ba va Pb uchun reaktivlar. Eslatma: asbob-uskunalar ro‘yxati kitobda umumiy berilgan, slayddagi reaktivlar esa metod bayonidan jamlandi.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metall eng kuchli zahar (kadmiy 0,03 g)? Doskada: ko‘rsatkichlar. Tipik xato: LD50 ni o‘lik doza bilan bir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belgilar qaysi metallni taxmin qildiradi? Doskada: daraxt. Tipik xato: belgi bo‘yicha metallni yakuniy aniqlash.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miqdorni aniqlash shart (mikroelement)? Doskada: daraxt. Tipik xato: topilgan metallni darhol zahar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bariy sulfat rentgenda ishlatilsa-yu, nega zaharli emas? (erimaydi — 9-keys.) Doskada: daraxt. Tipik xato: barcha bariy tuzlarini bir xil zaharli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es-hush saqlanishi nimani anglatadi? Doskada: ko‘rsatkichlar. Tipik xato: bariyni nerv zahari deb hisoblash — kitobda yurak mushaklari ishdan chiqishi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cho‘kma nima uchun 0,1% H2SO4 bilan yuviladi? (Kitobda sabab ko‘rsatilmagan.) Doskada: sxema. Tipik xato: yuvindini tashlab yuborish; kitobda u filtratga qo‘shiladi.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cho‘kma iflos ko‘kish bo‘lsa nimani taxmin qilasiz? Doskada: jadval. Tipik xato: oq cho‘kmani faqat bariy sulfat deb hisoblash; kitobda kalsiy sulfat ham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sulfat erishiga ko‘ra ajratiladi? Doskada: sxema. Kitobda reaksiya tenglamasini yozish topshirig‘i berilgan (matnda tenglama yo‘q). Tipik xato: filtr va filtratni almashtirish: bariy filtrda, qo‘rg‘oshin filtratda.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bariy sulfat erimay qoladi? Doskada: PbSO4 + 2NH4CH3COO → Pb(CH3COO)2 + (NH4)2SO4. Tipik xato: bariy va qo‘rg‘oshin sulfatlarini birga tekshirish.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mikrokristallarning shakli tahlilda nimaga xizmat qiladi? (Kationning chinligini tasdiqlashga.) Doskada: (Q, x) shakli. Tipik xato: sovitmasdan mikroskopda ko‘rish.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platina simdan foydalaniladi? (Kitobda sabab yozilmagan.) Doskada: reaksiya bosqichlari. Kitobda alanga rangi ko‘k deb yozilgan: bu bariy uchun odatiy emas, kitobda xato bo‘lishi mumkin; slaydga alanga rangi kiritilmadi, o‘qituvchi aniqlashtirsin. Tipik xato: kristallarni chizmaslik.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BaSO4 ni avval eruvchan holatga o‘tkazish kerak? Doskada: 4 tenglama. Tipik xato: alanga rangini qo‘rg‘oshinga ham xos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xromat cho‘kmasi bilan qo‘rg‘oshin xromat o‘rtasidagi farq nima? (BaCrO4 — och sariq; PbCrO4 — ishqorda eriydigan sariq: 200-bet.) Doskada: jadval. Kitobda har reaksiya uchun tenglamani yozish topshirig‘i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trilon B vazifasi. Doskada: ikki ustun. Tipik xato: indikator rangi o‘zgarishini teskari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stronsiydan farqlash qanday amalga oshadi? Doskada: reaksiya sxemasi. Tipik xato: HCl ta’siridagi rang o‘zgarishini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TEQ alohida ajratish usulini talab qiladi? (uchuvchan organik birikma — 62-bet.) Doskada: daraxt. Tipik xato: qo‘rg‘oshin faqat siydik bilan chiqadi deb o‘ylash (asosiy qismi axlat bilan).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pH 7,5 ga keltiriladi? (Kitobda sabab yo‘q; ditizon reaksiyasi muhit pH ga bog‘liq — o‘qituvchi izohi.) Doskada: reagent tartibi. Tipik xato: pH ni tekshirmasdan ditizon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reaksiya manfiy ahamiyatli? (ditizon boshqa metallar bilan ham rangli birikma beradi — kitobda to‘liq izohlanmagan.) Doskada: reaksiya sxemasi. Tipik xato: KCN ni nordon eritmaga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reekstraksiya kerak? (qo‘rg‘oshinni boshqa metallardan va ditizondan tozalash.) Doskada: (HDz)2Pb + 2HNO3 → Pb(NO3)2 + 2HDz. Tipik xato: suvli va organik qatlamlarni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reaksiya chiqmasa nima qilinadi? (Kitobda: qo‘rg‘oshin uchun tekshirish to‘xtatiladi — 200-bet.) Doskada: sxema. Kitobda har bir reaksiyaga sud-kimyoviy tahlil talablari bo‘yicha izoh berish talab qilinadi.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reaksiya rangi bo‘yicha eng ishonchli? Doskada: jadval. Tipik xato: sariq cho‘kmaning ishqorda erishini tekshirmaslik.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usul ditizon reaksiyasiga tayanadi? Doskada: daraxt. Kitobdagi bixromat-yodometriya tenglamalari to‘liq emas — slaydda yozilmadi. Tipik xato: FEK va kompleksonometriyani bir usul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ikkala mikrokristall reaksiyani solishtiring (shakl va rang). Doskada: kvadrat va ninasimon kristallar. Tipik xato: kristallarni oldin quritmay mikroskop ostiga qo‘yish; kitobda eritma avval bug‘latiladi.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mikroskopda shakl muhim? Doskada: kristall shakli. Kitobdagi tenglamada zaryadlar to‘liq tenglashtirilmagan — tenglama yozilmadi. Tipik xato: kristall rangini qo‘rg‘oshinga xos emas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avval eritma bug‘latiladi? Doskada: Pb2+ + CsCl + 3KI → Cs[PbI3] + KCl + 2K+ (kitobdagi yozuv). Tipik xato: tomchilarni ortiqcha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etillangan benzin rangga bo‘yaladi? (farqlash uchun — 62-bet.) Doskada: ko‘rsatkichlar. Tipik xato: TEQ ni mineral qo‘rg‘oshin tuzlari kabi ajratish.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yod qo‘shiladi? (kitobda mexanizm izohlanmagan; sxemadagi tenglama ilmiy muharrir qaroriga ko‘ra olib tashlangan.) Doskada: daraxt. Tipik xato: TEQ ni ho‘l mineralizatsiya bilan ajratish.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jadvalni to‘ldirishda qaysi reaksiya faqat Pb uchun, qaysi biri faqat Ba uchun? Doskada: bo‘sh jadval (7 qator, 2 ustun). Kitobda to‘ldirilgan javob berilmagan; talabalar mashg‘ulot mazmuniga tayanadi.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rentgen tekshiruvida qaysi modda ishlatiladi va qaysi kationga tahlil qilinadi? Doskada: muammo turi, sabablari, hal etish yo‘llari jadvali. Kitobda jadval bo‘sh; keyingi slayddagi masala shu keys bilan bog‘liq (bariy sulfat suyuqligi).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tahlil rejasini tuzing: cho‘kma, ajratish, bariy va qo‘rg‘oshin reaksiyalari. Doskada: reja. Yechimni ish daftarida rasmiylashtirish talab qilinadi; kitobda javob berilmagan. Eslatma: 54-dars (toks 196-197) vaziyatli masalasida ditizon va kaliy yodid bilan sinovlar ham qo‘rg‘oshin tahlili bilan bog‘lanadi.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javoblarni mashg‘ulot mazmuni asosida bering. Doskada: 4 savol. Kitobda javoblar berilmagan; miqdoriy usullar va tetraetilqo‘rg‘oshin bu mashg‘ulotda bayon etilmagan (toks 201 savol sifatida beriladi).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BaSO4 ni eritish masalasi (5-savol) — bu mashg‘ulotda yechimi berilmagan. Doskada: 4 savol. Kitobda javoblar yo‘q; ularni lektsion materiallar (toks 58-62) bilan bog‘lash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xloroform va kislotalar bilan ishlashda nimalarga e’tibor beriladi? Doskada: 3 qoida. Kitobning bu mashg‘ulotida alohida xavfsizlik bo‘limi yo‘q; slaydga faqat ehtiyotlik bilan qizdirish va reaktivlar ro‘yxati kiritildi. Kitobda shaxsiy himoya vositalari ko‘rsatilmagan (qo‘lqop/niqob talabi 166-betdagi kirish mashg‘ulotida).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sxemani o‘z so‘zingiz bilan qayta aytib bering. Doskada: sxema. Slayd mashg‘ulot bayonidagi bosqichlarni (198-200-betlar) birlashtiradi. Tipik xato: filtrat bilan filtrni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kristall shakli chizib olinadi? (Natijani hujjatlashtirish uchun — o‘qituvchi izohi.) Doskada: 4 xil kristall shakli. Tipik xato: faqat rangni yozib, shaklni chizmaslik.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xulosada nimalar bo‘lishi kerak? (Aniqlangan kation, ishlatilgan reaksiyalar, ularning belgilari.) Doskada: daftar tuzilmasi. Daftar tarkibi kitobda batafsil berilmagan; qavs ichidagi tavsiya o‘qituvchi izohi.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Mineralizat cho‘kmasini ajratish; Ba va Pb ni aniqlash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mineralizatdan bariy kationini aniqlash; 2) mineralizatdan qo‘rg‘oshin kationini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sulfat va nitrat kislotalar bilan mineralizatsiyalab ajratilgan ayrim metall zaharlarning toksikologik ahamiyati va tahlil usullari bilan tanishtirish.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bariy va qo‘rg‘oshin saqlovchi moddalarni toza eritmalarida hamda noma’lum tarkibli eritmadan tahlil sharoitlarini o‘zlashtiradilar.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198; Yuldashev Z.A., Nurmatova M.I., Toksikologik kimyo modulidan o‘quv-uslubiy majmua, betlar: 201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Mineralizat tarkibidagi cho‘kmani ajratib olish.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Cho‘kmadan bariy va qo‘rg‘oshin sulfatlarini bir-biridan ajratish.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Bariy va qo‘rg‘oshin kationlarining chinligini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O‘qituvchi bergan noma’lum moddani aniqlab, natijani ish daftarida umumlashtirish; xulosani guruh o‘qituvchisiga tasdiqlatib imzo qo‘ydirish.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Asbob-uskunalar va reaktivlar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asbob-uskunalar: mineralizat, filtr qog‘ozi, voronka, reaktivlar, probirkalar, ko‘rgazmali materiallar, skotch, qog‘oz.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Bariy tahlilida buyum oynachasi, platina sim, mikroskop; reaktivlar — konsentrlangan H2SO4, 10% HCl, 10% kaliy yodat, kaliy xromat/bixromat, natriy rodizonat.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Qo‘rg‘oshin tahlilida ditizon (xloroformda 0,01%), gidroksilamin gidroxlorid 10%, ammiak 10%, xloroform, 1n HNO3 va NaOH, universal indikator.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198; Yuldashev Z.A., Nurmatova M.I., Toksikologik kimyo modulidan o‘quv-uslubiy majmua, betlar: 201-202, 202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Metall zaharlarning LD50 qiymatlari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Margimush va surma birikmalari uchun LD50 = 0,08-0,1 g, talliy — 0,5 g, xrom — 0,2-1 g, kadmiy — 0,03 g, simob — 0,2-0,3 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ZnCl2 uchun LD50 = 5,0 g, KMnO4 uchun 15-20 g; xrom va marganetsning yuqori valentli birikmalari kuchliroq ta’sir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Simobning organik birikmalari kuchli zaharli ta’sir etadi.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As, Sb birikmalari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0,08-0,1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Talliy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0,5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Xrom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0,2-1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Kadmiy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0,03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Simob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0,2-0,3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ZnCl2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5,0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LD50 (58-bet)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Metall zaharlanishning umumiy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Og‘ir metall tuzlari va margimush bilan zaharlanganda chanqash, qayd qilish, ich ketishi, oshqozonda og‘riq, ichki a’zolardan qon ketishi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Qusuq massasi metallga xos: xrom va mis — yashil, marganets — qo‘ng‘ir; jabrlanuvchi og‘zida metall ta’mi sezadi.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Qo‘rg‘oshinda tish milkida qora dog‘lar, vismut va simobda oq dog‘lar; kadmiyda ichki qon ketish, misda burun qonashi.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Metall zaharlanish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Umumiy belgilar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Chanqash, qayd, ich ketishi  ·  Oshqozonda og‘riq, qon ketishi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Qusuq rangi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Xrom, mis — yashil  ·  Marganets — qo‘ng‘ir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Xos belgilar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Pb: milkda qora dog‘lar  ·  Bi, Hg: oq dog‘lar  ·  Cd: qon ketishi; Cu: burun qonashi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Mis, rux: harorat 40 °C dan yuqori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Belgilar (58-bet)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Metall zaharlarni tekshirish ob’ektlari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Metall saqlovchi moddalar organizmda mikroelementlar va fermentlar tarkibida bo‘lgani uchun zaharli kation miqdorini aniqlash zarur shart.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Margimush, qo‘rg‘oshin va simob organizmda to‘planish xususiyatiga ega; margimush va simob bilan zaharlanishda 50% holda o‘lim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Metallar parenxima a’zolarida yog‘ yig‘ilishiga sabab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Sud-kimyo ob’ektlari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Ichki a’zolar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Oshqozon, ingichka, yo‘g‘on ichak  ·  Jigar va o‘t pufagi, buyrak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Suyuqlik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Peshob, qusuq massasi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Soch, tirnoq, suyaklar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Ob’ektlar (58-bet)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Bariy birikmalari: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Bariy karbonat sichqon va kalamushlarni yo‘qotishda un bilan aralashtirib ishlatiladi; bolalar iste’mol qilib qo‘yishi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Bariy xlorid, nitrat va gidroksid reaktiv sifatida, bariy xlorid to‘qimachilik va rezina sanoatida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Bariy karbonat oyna va chinni ishlab chiqarishda; BaCO3 va BaSeO3 qishloq xo‘jaligida zararkunandalarga qarshi ishlatiladi.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Bariy birikmalari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BaCO3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Kemiruvchilarga qarshi (un bilan)  ·  Oyna va chinni ishlab chiqarish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BaCl2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Reaktiv  ·  To‘qimachilik, rezina sanoati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Nitrat, gidroksid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Xalq xo‘jaligi, laboratoriya reaktivi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BaSeO3: zararkunandalarga qarshi  ·  Qog‘oz ishlab chiqarish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Bariy (58-bet)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Bariy zaharlanishi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Bariy birikmalari zaharli: BaCO3 ning 0,8-0,9 g zaharli doza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Zaharlanganda oshqozon va og‘izda achishish, so‘lak oqishi, ko‘ngil aynishi, qorin og‘rig‘i, qusish, ich ketish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Yurak mushaklari ishdan chiqadi, bemor es-hushini yo‘qotmagan holda o‘lim sodir bo‘ladi: yurak paralichi.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BaCO3 zaharli doza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0,8-0,9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Yurak urishi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ritmi buziladi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Qon bosimi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ko‘tariladi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O‘lim sababi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yurak paralichi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Es-hush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saqlanadi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Bariy zaharlanishi (59-bet)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Cho‘kmani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Mineralizatda cho‘kma bo‘lsa, filtrlab ajratiladi va filtrat 200 ml li o‘lchov kolbasiga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Filtrdagi cho‘kma 10 ml 0,1% sulfat kislota va 10 ml suv bilan yuviladi.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Yuvindi filtratga qo‘shilib, aralashma hajmi 200 ml gacha yetkaziladi.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Mineralizatni filtrlash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Filtrat 200 ml kolbaga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Cho‘kmani yuvish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Yuvindini filtratga qo‘shish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Hajm 200 ml gacha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Cho‘kmani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Cho‘kma va filtratning vazifasi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Cho‘kma bariy va qo‘rg‘oshinga, filtrat esa rux va boshqa kationlarga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Cho‘kma rangi tarkibiga bog‘liq: oq yoki iflos ko‘kish.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530"/>
                <a:gridCol w="3357444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Qism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Tarkibi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Cho‘kma — 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Ba, Pb, Ca sulfatlari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Cho‘kma — iflos ko‘kish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Cr, Cu, Fe, Al kationlari birga cho‘kadi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Cho‘kma tekshiriladi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Bariy va qo‘rg‘oshin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Filtrat tekshiriladi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Rux va boshqa kationlar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Cho‘kma va filtrat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Bariy va qo‘rg‘oshin sulfatlarini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Cho‘kma 5-10 ml ortiqcha sirka kislotali issiq ammoniy atsetat eritmasi bilan tomchilab yuviladi.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Bariy sulfat filtr qog‘ozida erimagan cho‘kma holida 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Qo‘rg‘oshin sulfat ammoniy atsetatda erib, filtratga o‘tadi.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Sulfatlar cho‘kmasi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Issiq ammoniy atsetat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Filtr: BaSO4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Filtrat: Pb (atsetat)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 va Pb ni ajratish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Pb sulfatning ammoniy atsetatda erishi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Denitratsiyalangan mineralizatda bariy sulfat bilan birga qo‘rg‘oshin sulfat ham cho‘kmada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Bariy sulfat cho‘kmasi tekshirilishidan oldin qo‘rg‘oshin sulfat undan ajratib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Cho‘kma sirka kislota bilan nordonlashtirilgan ammoniy atsetatning qaynoq eritmasi bilan yuviladi.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PbSO4 (BaSO4 bilan)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NH4CH3COO (issiq)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Pb(CH3COO)2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(NH4)2SO4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Sirka kislotali muhit, qaynoq eritma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BaSO4 filtrda qoladi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Ajratish (59, 61-betlar)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Bariy: sulfatni qayta kristallash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Cho‘kmaning bir qismi buyum oynachasiga o‘tkazilib, ustiga 1-2 tomchi konsentrlangan sulfat kislota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Past alangada ehtiyotlik bilan oq par hosil bo‘lguncha qizdiriladi; jarayon 2-3 marta takrorlanadi.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Sovutilgach mikroskopda (Q, x) shaklini eslatuvchi rangsiz mikrokristallar ko‘rinadi; shakli daftarga chiziladi.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Namuna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Cho‘kmadan buyum oynachasiga 1-2 tomchi konsentr. H2SO4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Qizdirish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Past alangada oq par hosil bo‘lguncha (2-3 marta)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Sovitish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15-20 daqiqa sovitiladi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Mikroskop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Rangsiz mayda linza yoki «+» shaklli kristallar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Qayta kristallash (199, 59-betlar)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199, 59, 199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Bariy: yodat mikrokristallari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Cho‘kmaning bir qismi platina simiga o‘tkazilib, bir necha soniya alangada tutiladi.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Platina simning cho‘kma saqlagan qismi 1-2 tomchi 10% xlorid kislotaga tushiriladi; jarayon 2-3 marta takrorlanadi.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Buyum oynachasidagi eritmaga 1-2 tomchi 10% kaliy yodat tomiziladi; bir necha daqiqadan so‘ng bariy yodatning tayoqcha shaklidagi mikrokristallari ko‘rinadi.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Cho‘kma platina simida alangada tutiladi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1-2 tomchi 10% HCl ga tushiriladi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Oynachada 10% KIO3 qo‘shiladi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Tayoqcha shaklli Ba(IO3)2 kristallari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Yodat sinovi (199-bet)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Bariy tahlili: alanga va kimyoviy o‘zgarishlar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BaSO4 cho‘kmasi platina simida gaz alangasida qizdirilsa, alanga yashil rangga bo‘yaladi va qisman BaS gacha qaytariladi.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BaS xlorid kislota bilan BaCl2 ga o‘tadi; BaCl2 ga Na2SO4 qo‘shilsa yana BaSO4 cho‘kadi, KIO3 qo‘shilsa Ba(IO3)2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Ba(IO3)2 — sferoid shaklidagi yoyilgan rangsiz prizmatik kristallar.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Qaytarilish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BaSO4 + 4CO → BaS + 4CO2 (yashil alanga)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Xloridga o‘tish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BaS + 2HCl → BaCl2 + H2S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Sulfat qaytadan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BaCl2 + Na2SO4 → BaSO4 + 2NaCl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Yodat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BaCl2 + 2KIO3 → Ba(IO3)2 + 2KCl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Bariy reaksiyalari (59-bet)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Bariy: cho‘ktiruvchi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 va bixromat reaksiyasida bariy xromatining och sariq cho‘kmasi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Natriy rodizonati bilan qizil-qo‘ng‘ir rang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969"/>
                <a:gridCol w="1927859"/>
                <a:gridCol w="1314147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Eruvchanligi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 xromat/bixromat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Och sariq BaCrO4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Mineral kislotada eriydi, sirkada 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H2SO4 yoki sulfatlar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 cho‘kma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Mineral kislota, ishqorda erimaydi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Natriy rodizonat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Qizil-qo‘ng‘ir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Kitobda ko‘rsatilmagan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Bariy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Bariy miqdorini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Bariy miqdori ikki usulda aniqlanadi: og‘irlik va hajmiy usul.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Og‘irlik usulida cho‘kma trilon B ning ammiakli eritmasida eritilib, filtrlanadi; filtrat nordonlashtirilib, BaSO4 ajratiladi, quritiladi va tortiladi.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Hajmiy usulda cho‘kma trilon B eritmasida eritilib, ortiqcha trilon B eriokrom ko‘ki indikatorida ZnCl2 bilan titrlanadi.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Og‘irlik usuli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Trilon B ning ammiakli eritmasi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SiO2, Fe3+, Ca2+ dan tozalash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Nordonlash, BaSO4 ajratish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Quritib tortiladi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Hajmiy usul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Trilon B aniq eritmasida eritish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Ortiqchasi ZnCl2 bilan titrlanadi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Indikator: eriokrom ko‘ki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Ko‘k rang qizilga o‘tadi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Bariy miqdori (59-60-betlar)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59, 60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Natriy rodizonat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Bariy ioni natriy rodizonat bilan qizg‘ish-qo‘ng‘ir cho‘kma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tomchi xlorid kislota ta’sirida cho‘kma tiniq qizil rangga o‘tadi; agar rang stronsiydan hosil bo‘lgan bo‘lsa, o‘chib ketadi.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 va bixromat bilan bariy mineral kislotada eriydigan, sirka kislotasida erimaydigan sariq cho‘kma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Ba2+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Natriy rodizonat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Bariy rodizonati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1 tomchi HCl qo‘shiladi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Qizg‘ish-qo‘ng‘ir; HCl bilan tiniq qizil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Rodizonat (59-bet)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Qo‘rg‘oshin: qo‘llanilishi va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Qo‘rg‘oshin tipografiyada va akkumulyatorlarda; 2PbCO3·Pb(OH)2 (oq bo‘yoq) va PbSO4 bo‘yoq tayyorlashda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TEQ antidetonator sifatida benzinga qo‘shiladi; qo‘rg‘oshin atsetat asosi tibbiyotda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Qo‘rg‘oshin ioni ferment va oqsillardagi sulfgidril guruhlar bilan birikib, asab tizimini buzadi; qonga so‘rilgach 90% eritrotsitlar bilan birikadi.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Qo‘rg‘oshin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Qo‘llanilishi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Tipografiya, akkumulyator  ·  Oq bo‘yoq, PbSO4 bo‘yog‘i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Birikmalari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TEQ — antidetonator  ·  Qo‘rg‘oshin atsetat asosi — tibbiyot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Ta’siri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–SH guruhlar bilan birikadi  ·  Markaziy asab tizimi buziladi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Taqdiri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Qonda 90% eritrotsitlarda  ·  Asosan axlat bilan chiqadi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Qo‘rg‘oshin (60-bet)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Qo‘rg‘oshin: ditizon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Tekshiruv ditizonat reaksiyasidan boshlanadi; ijobiy bo‘lsa, makro- va mikroreaksiyalar bajariladi.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pH 7,5 da 5 ml xloroform va ditizonning 0,01% xloroformli eritmasi qo‘shilib, 30 soniya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Qo‘rg‘oshin bo‘lsa, xloroform qatlami qizil-pushti rangga bo‘yaladi.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0,5 ml Pb atsetat eritmasi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+ 1 ml 10% gidroksilamin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+ 1 ml 10% ammiak, pH 7,5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+ 5 ml xloroform, ditizon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30 soniya chayqatish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Ditizon reaksiyasi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Ditizonat va niqoblash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Cho‘kmadan eritib olingan eritmaga ditizonning xloroformli eritmasi qo‘shilsa, xloroform qatlami qizil alvon rangga bo‘yaladi.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Halal beruvchi ionlarni niqoblash uchun KCN yoki gidroksilamin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reaksiya manfiy sud-kimyoviy ahamiyatga ega; xloroform qatlami ajratilib nitrat kislota bilan chayqatiladi (reekstraksiya).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Pb(CH3COO)2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Ditizon (xloroformda)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Qo‘rg‘oshin ditizonati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CH3COOH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pH 7-10 oralig‘ida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Xloroform qatlami qizil alvon 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Ditizon reaksiyasi (60-61-betlar)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60, 61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Ditizonatni reekstraksiya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qatlami ajratib olinib, nitrat kislota eritmasi bilan chayqatiladi (reekstraksiya).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Qo‘rg‘oshin ditizonat parchalanib, Pb(NO3)2 holida suvli qatlamga o‘tadi; ditizon xloroformda 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qatlam ajratilib, qo‘rg‘oshin ioniga qo‘shimcha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(HDz)2Pb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2HNO3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Pb(NO3)2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2HDz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Xloroform qatlami + HNO3, chayqatish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Pb suvli qatlamga o‘tadi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Reekstraksiya (61-bet)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Qo‘rg‘oshinni ajratib olish va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Musbat bo‘lsa, butun filtrat ditizon va xloroform bilan 2-3 marta ekstraksiya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Birlashgan xloroform qatlami 5 ml 1n HNO3 bilan 1 daqiqa chayqatiladi; Pb nitrat holida suvli qatlamga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qatlam 1n NaOH bilan pH 5 ga keltirilib, beshga bo‘linadi va sifat reaksiyalari bajariladi.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Filtratni ekstraksiyalash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qatlami + 1n HNO3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Suvli qatlam: Pb nitrat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NaOH bilan pH 5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qismga bo‘lish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Pb ni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199, 200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Qo‘rg‘oshin: cho‘ktirish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Qo‘rg‘oshin sulfid, sulfat va xromat reaksiyalari buyum oynachasida bajariladi.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reaksiyaga tenglama yoziladi va sud-kimyoviy talablar bo‘yicha izoh beriladi.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131"/>
                <a:gridCol w="2832843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Sulfid kislotali suv (H2S)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Qora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10% sulfat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 cho‘kma yoki loyqa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10% K xromat yoki bixromat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cho‘kma, ishqorda eriydi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Qo‘rg‘oshin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200; Yuldashev Z.A., Nurmatova M.I., Toksikologik kimyo modulidan o‘quv-uslubiy majmua, betlar: 202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 miqdorini aniqlash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Qo‘rg‘oshin miqdori ditizon bilan hosil qilingan rangli eritmani FEK usulida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Kompleksonometrik (hajmiy-trilonometrik) usulda indikator — eriokrom qora.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Bixromat-yodometrik usul qo‘rg‘oshin xromatini hosil qilib, so‘ng yodometrik tugatishga asoslangan.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Qo‘rg‘oshin miqdori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FEK usuli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Ditizon bilan rangli eritma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Kompleksonometriya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Hajmiy-trilonometrik usul  ·  Indikator: eriokrom qora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Bixromat-yodometriya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PbCrO4 hosil qilinadi  ·  Yodometrik tugatish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Miqdoriy usullar (61-bet)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Qo‘rg‘oshin: mikrokristalloskopik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Geksonitrit: oynachada 3-4 tomchi eritma bug‘latilib, qoldiqqa mis atsetat va kaliy nitrit tushiriladi; mikroskopda kvadrat shaklli qo‘ng‘ir kristallar.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Seziy xlorid va KI: 4-5 tomchi eritma quriguncha bug‘latilib, qoldiqqa 2-3 tomchi 30% sirka kislota, bir tomondan CsCl, qarshi tomondan KI kristali tushiriladi.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Qo‘rg‘oshin bo‘lsa, ikkinchi reaksiyada sariq-yashil ninasimon kristallar hosil bo‘ladi; kristallar shakli daftarga chiziladi.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Qo‘rg‘oshin: geksanitrit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Ajratilgan eritmaning 1 tomchisiga buyum oynasida 1-2 tomchi 1% mis atsetat qo‘shilib, quriguncha bug‘latiladi.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ustiga 2-3 tomchi 30% sirka kislota va kaliy nitrit kristali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Qora-qo‘ng‘ir rangli, to‘rt burchakli kub shaklidagi mikrokristallar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Pb2+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Mis atsetat 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KNO2 (6 ekv.)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K2Cu[Pb(NO2)6]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30% sirka kislota muhiti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Qora-qo‘ng‘ir kub kristallar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Geksanitrit (61-bet)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Qo‘rg‘oshin: seziy xlorid va KI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Buyum oynasida 4-5 tomchi suvli eritma bug‘latilgach, 2-3 tomchi 30% sirka kislota, CsCl va KI kristallari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Sariq-yashil ninasimon kristallar Cs[PbI3]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Kristall shakli daftarga chiziladi.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Pb2+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CsCl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KI (3 ekv.)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Cs[PbI3]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KCl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30% sirka kislota muhiti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Sariq-yashil ninasimon kristallar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Seziy yodoplumbat (61-bet)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61, 200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Tetraetilqo‘rg‘oshin (TEQ):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TEQ — antidetonator: ichki yonish dvigatellari ishdan chiqishining oldini olish uchun yoqilg‘iga qo‘shiladigan elementorganik birikma.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TEQ rangsiz, qo‘lansa hidli suyuqlik, suvda erimaydi, benzinda yaxshi eriydi; 198-200 °C da parchalanish bilan qaynaydi.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Yonganda uzun ingichka alanga va sarg‘ish oq tutun hosil qiladi; tutun PbO zarrachalaridan iborat bo‘lgani uchun zaharli.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Rang va hid</a:t>
            </a:r>
          </a:p>
          <a:p>
            <a:pPr algn="l">
              <a:spcAft>
                <a:spcPts val="10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rangsiz, qo‘lansa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erimaydi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Benzinda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yaxshi eriydi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Qaynash (parchalanish)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198-200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Zaharlanish alomati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0,3 g / 100 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TEQ (62-bet)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61, 62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TEQ ni ob’ektdan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a’zolari va oziq-ovqatdan TEQ suv bug‘i bilan haydab ajratiladi; distillyat yodning to‘yingan spirtli eritmasiga yig‘iladi.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O‘simlik ob’ektlaridan (un, non, yorma) xloroform bilan 2 soat bo‘ktirib, filtratga yod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Benzin va kerosin: 20 ml benzin 20 ml 4% yodning spirtli eritmasi bilan aralashtiriladi, 30 daqiqadan so‘ng bug‘latiladi; qoldiq Pb2+ ga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TEQ ni ajratish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Murda a’zolari, go‘sht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Suv bug‘i bilan haydash  ·  Distillyat — yod eritmasiga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O‘simlik ob’ekti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Xloroform bilan 2 soat bo‘ktirish  ·  Filtratga 1 g yod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Benzin, kerosin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20 ml + 20 ml 4% yod (spirtda)  ·  30 daqiqa, bug‘latish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Keyin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Qoldiq Pb2+ ga tekshiriladi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TEQ (62-bet)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«Charxpalak» treningi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Jadval 7 ta reaksiyani o‘z ichiga oladi: ditizon, seziy xlorid + KI, sulfat kislota, vodorod sulfid, mis atsetat + kaliy nitrit, kaliy xromat, natriy rodizonat.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 bir reaksiya bariy va qo‘rg‘oshin ustunlari bo‘yicha to‘ldiriladi.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Topshiriq: bariy va qo‘rg‘oshin kationlariga xos rangli reaksiyalarni to‘g‘ri tanlang va reaksiya kimyosini ko‘rsating.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9-keys: rentgen tekshiruvidan keyingi o‘lim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«X» ismli shaxs rentgenga tushib tekshiruvdan o‘tgach uyiga kelib sog‘lig‘i yomonlashgan, kechga borib vafot etgan.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Sud-kimyo ekspertizasiga uning oshqozoni ichidagi massasi bilan yuborilgan.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Topshiriq: hodisani izohlash, qaysi modda uchun tahlil olib borilishini aniqlash va sud-kimyo tahlilini o‘tkazish.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Rentgen tekshiruvidan keyin o‘lim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Oshqozon massasi sud-kimyoga yuborildi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Mumkin sabab: bariy birikmasi (dori)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Tahlil: cho‘kma — Ba va Pb 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Keys yo‘li (203-bet)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Vaziyatli masala: Sh. Aliev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Shahar sud-tibbiy bo‘linmasiga 2000 yilda tug‘ilgan Sh. Aliev murdasining ichki a’zo bo‘laklari alohida muhrlangan 500 g li shisha bankalarda keltirilgan.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dalil: jigar — 100 g, buyrak — 250 g, oshqozon va ichak bo‘laklari — 300 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Tergovga ko‘ra, u benzin va botinka moylarini hidlab yurgan; rentgen uchun bariy sulfat suyuqligi ichirilgan, nojo‘ya ta’sir tufayli vafot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tekshiruvi: qo‘rg‘oshin va bariy metallariga tahlil olib borilsin.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Qo‘rg‘oshin va bariy kationlarini bir-biridan ajratish uchun qanday reaksiya qo‘llaniladi?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Toksikologik tekshiruvda qo‘rg‘oshinni aniqlashda qanday kimyoviy reaksiyalar qo‘llaniladi?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Qo‘rg‘oshin kationining miqdorini aniqlash usullarini ayting.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Turli ob’ektlardan tetraetilqo‘rg‘oshinni ajratib olish, sifati va miqdorini aniqlash usullarini ayting.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Bariy sulfat cho‘kmasidan bariy kationi qanday usul bilan eruvchan holatga o‘tkaziladi?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Bariy kationining sifati qanday reaksiyalarga asoslangan?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Bariy sulfat va bariy yodatning hosil bo‘lish reaksiyalari qanday kimyoviy ahamiyatga ega?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Toksikologik kimyo tahlillarida bariy ionining miqdorini aniqlash uchun qaysi usullar qo‘llaniladi?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Bariy sulfatni qayta kristallashda konsentrlangan sulfat kislota tomchilab qo‘shilib, past alangada ehtiyotlik bilan qizdiriladi.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Qo‘rg‘oshin aniqlashda xloroform va ditizon eritmasi, 1n nitrat kislota va natriy ishqori bilan ishlanadi.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Ishni tugallagan talaba natijalarning to‘g‘riligini o‘qituvchiga tekshirtiradi.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199, 198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 va Pb ni aniqlash: umumiy ketma-ketlik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Mineralizatdan cho‘kma ajratiladi: cho‘kma — bariy va qo‘rg‘oshinga, filtrat — rux va boshqa kationlarga.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Issiq ammoniy atsetat bilan BaSO4 filtrda qoladi, Pb filtratga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Bariy bir necha reaksiya bilan, qo‘rg‘oshin ditizon reaksiyasidan boshlab tasdiqlanadi.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Mineralizatni filtrlash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Cho‘kma: sulfatlar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Issiq ammoniy atsetat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Filtrda: BaSO4 (Ba reaksiyalari)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Filtratda: Pb (ditizon, ...)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Umumiy sxema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198, 199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Daftarga chiziladigan mikrokristallar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Bariy sulfat: (Q, x) shaklini eslatuvchi rangsiz mikrokristallar; reaksiya tenglamasi yoziladi va shakl daftarga chiziladi.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Bariy yodat: tayoqcha shaklidagi mikrokristallar; tenglamalar yoziladi, shakl chiziladi.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Qo‘rg‘oshin: geksonitritning kvadrat shaklli qo‘ng‘ir kristallari va seziy xlorid + KI bilan sariq-yashil ninasimon kristallar chiziladi.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199, 200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rasmiylashtirish va baholash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O‘qituvchi bergan noma’lum moddalar ajratilib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Aniqlangan moddaning to‘g‘riligi ashyoviy dalil bo‘yicha o‘qituvchiga tekshirtiriladi.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Natijalar amaliy ish daftarida umumlashtirilib, xulosa yoziladi va guruh o‘qituvchisi tasdiqlab imzo qo‘yadi.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Cho‘kma rangi oq (Ba, Pb, Ca sulfatlar) yoki iflos ko‘kish (Cr, Cu, Fe, Al birga cho‘kishi) bo‘lishi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Ditizon bilan qo‘rg‘oshin reaksiyasida pH 7,5 da 5 ml xloroform va ditizonning 0,01% eritmasi ishlatiladi, chayqatish 30 soniya davom etadi.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Qo‘rg‘oshin geksonitriti kvadrat shaklli qo‘ng‘ir kristallar beradi.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cho‘kmasini ajratish; Ba va Pb 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58-62, 198-201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201-203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