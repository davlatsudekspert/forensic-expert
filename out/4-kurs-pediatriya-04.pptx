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Klinik vrach va sud-tibbiy ekspertning maqsadi qanday farq qiladi? 2) Pediatr vrach yozgan jarohat tavsifi ekspertizada nega kerak bo‘ladi? Doskada chizish: ikki ustunli sxema — «Klinik travmatologiya» va «Sud-tibbiy travmatologiya» vazifalari. Tipik xato: talabalar sud-tibbiy travmatologiyani faqat davolash fani deb o‘ylaydi.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Huquqiy va sud-tibbiy ta’rif nimasi bilan farq qiladi? 2) Bolada ichki sabab bilan yuzaga kelgan holat nega jarohat sanalmaydi? Doskada chizish: «tashqi ta’sir → anatomik butunlik yoki funksiya buzilishi → tan jarohati» zanjiri. Tipik xato: kasallikni ham tan jarohati deb atash.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mexanik ta’sir fizik omillar ichida sanaladi? 2) Ruhiy ta’sir holatida qaysi ekspertiza tayinlanadi? Doskada chizish: to‘rt tarmoqli daraxt, fizik tarmoq beshta turchaga ajratilsin. Tipik xato: mexanikni alohida, fizikdan tashqari tur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 savollari: 1) Qum va tosh qaysi guruhga kiradi va nima uchun? 2) Elektr toki nima uchun jism ham, modda ham emas? Doskaga chizish: uch ustunli sxema (jism – modda – holat/hodisa), moddani esa uch holatga bo‘ling. Tipik xato: talabalar jism bilan moddani aralashtiradi. Diqqat: jism (turg‘un shakl) ≠ modda (turg‘un shakl yo‘q).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 savollari: 1) Bosh miya chayqalishi va qorindagi qontalash qaysi turga kiradi (kitobda – oddiy qo‘sh ko‘p)? 2) Klinik va sud-tibbiy diagnozda nega avval shu mezonlar aniqlanadi? Doskaga chizish: uch mezonli jadval va har biriga bittadan misol. Tipik xato: oddiy/murakkab (omillar soni) bilan cheklangan/qo‘sh (sohalar soni) 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 savollari: 1) Nega bosh miya chayqalishida morfologik o‘zgarish kam bo‘ladi? 2) Qontalash va shok qaysi guruhga kiradi? Doskaga chizish: ikki ustunli jadval, har ustunga 3 tadan misol. Tipik xato: guruhlar qat’iy bo‘lmaganini unutish. Diqqat: anatomik ≠ funksional.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6-8 daq. Javoblar: 1) oddiy cheklangan yakka; 2) oddiy qo‘sh ko‘p; 3) murakkab qo‘sh ko‘p. Muhokama: nega 3-holat murakkab, 2-holat esa oddiy? Qaysi mezon bo‘yicha “qo‘sh”? Doskada chizish: uch ustunli jadval (ta’sir turi / soha / soni) va har bir vaziyatni unga joylash. Tipik xato: murakkab jarohatni qo‘sh jarohat bilan, qo‘sh jarohatni ko‘p jarohat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5-6 daq. Muhokama: bolalar va o‘smirlar uchun qaysi travmatizm turlari (maktab, ko‘cha, maishiy, sport) xos bo‘lishi mumkin? Nega travmatizm tushunchasi guruhga nisbatan qo‘llanadi? Doskada chizish: travmatizm daraxti – 7 asosiy tur va 3 tasining kichik shoxlari. Tipik xato: travmatizmni bitta jarohatning o‘zi deb tushunish; u turdosh jarohatlar majmui.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pediatr sifatida bolalar travmatizmining oldini olishda qanday tavsiyalar bera olasiz? Sud-tibbiy ekspertiza profilaktikaga qanday hissa qo‘shadi? Doskada chizish: zanjir “qoidaga rioya qilmaslik / gangituvchi modda – jarohat – ekspertiza – tavsiya”. Tipik xato: sabablarni faqat tashqi jismga bog‘lab, insoniy omilni (qoidabuzarlik, intoksikatsiya) e’tibordan chetda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Nima uchun jarohat tasnifida omil turi, soha va soni hisobga olinadi? 2) Pediatriya amaliyotida qaysi travmatizm turlari uchrashi mumkin (maktab, maishiy)? Doskada: tasnif mezonlari (omil turi, soha, soni) uchta ustunli sxemasini chizdiring. Tipik xato: cheklangan jarohat bilan yakka jarohatni, oddiy jarohat bilan cheklangan jarohatni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Jarohat hayotiy yoki o‘limdan keyingi ekanini bilish tergov uchun nimani o‘zgartiradi? 2) Reanimatsiya paytida qanday jarohatlar paydo bo‘lishi mumkin? Doskada: ‘Hayotiy jarohat – reaksiya bor, o‘limdan keyingi jarohat – reaksiya yo‘q’ degan ikki ustunli solishtirishni yozing. Tipik xato: o‘limdan keyingi jarohatni faqat qasddan yetkazilgan deb o‘ylash; tasodifiy holatlar ham bor. Qo‘shimcha: ayrim filogenetik katta yoshli to‘qimalarda o‘limdan keyingi jarohat hayotiyga o‘xshashi mumkin (29-bet).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Nima uchun aspiratsiya va emboliya jonli organizmdagina rivojlanadi? 2) Qaysi belgilarni murdada tekshirish osonroq? Doskada: sakkizta umumiy belgini ro‘yxat qilib yozing va qon aylanishga aloqadorlarini belgilang. Tipik xato: umumiy belgilarni mahalliy belgilar (jarohat sohasidagi qon quyilishi, tromb, shish) bilan aralashtirish. Aniqlik jarohat turi, soni, ko‘lamiga va organizm xususiyatlariga bog‘liqligini eslating.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bitta belgiga tayanib xulosa qilish xavfli? 2) Mahalliy belgi umumiy belgidan nimasi bilan farq qiladi? Doskada jadvalni chizdiring: ustunlarga belgilarni guruhlab yozing. Tipik xato: umumiy belgilarni (qon ketishi, aspiratsiya, emboliya) mahalliy belgilar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Qaysi usul jarohat qachon yetkazilganini aniqlaydi? 2) Suyak sinishida qaysi usul birinchi tanlanadi? Doskada chizish: usullar jadvalini talabalar o‘zlari to‘ldirsin. Tipik xato: gistologik usulni faqat hayotiylik uchun deb o‘ylash, aslida u yetkazilish muddatini ham aniqlaydi.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Pediatr sifatida bolada topilgan jarohatni hujjatga nimalarni yozasiz? 2) Nega tibbiy hujjat keyinchalik sud uchun dalil bo‘lishi mumkin? Doskada chizish: jarohat tavsifining namunaviy sxemasi (joyi, shakli, o‘lchami, rangi). Tipik xato: faqat ’diagnoz’ yozib, jarohat belgilarini tavsiflamaslik.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Jarohatning o‘limdan keyin etkazilishi qanday holatlarda bo‘lishi mumkin? 2) Qaysi umumiy va mahalliy belgilar jarohat hayotiyligini tasdiqlaydi? Doskada chizish: ikki ustunli jadval — “umumiy belgilar” va “mahalliy belgilar”. Tipik xato: bitta belgiga tayanib xulosa chiqarish; belgilarning aniqligi jarohat turi, soni va organizm xususiyatlariga bog‘liq.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harakatsiz jism mexanik jarohat hosil qilmaydi? 2) Massa va tezlik oshsa, jarohat qanday o‘zgaradi? Doskada chizish: “massa + tezlik → kinetik energiya → jarohat ko‘lami” zanjiri. Tipik xato: faqat tezlikni hisobga olib, massani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Bolta qachon anjom, qachon hujum vositasi sifatida qaraladi? 2) Tosh nega jism hisoblanadi? Doskada chizish: uch ustunli jadval va unga mexanik jarohatlar bo‘linishi (o‘tmas, o‘tkir, o‘q otar). Tipik xato: qurol va anjomni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nega bir xil zarbdan bolada va kattalarda jarohat turlicha bo‘lishi mumkin? Massa va tezlik jarohat ko‘lamiga qanday ta’sir qiladi? Doskada chizing: uch ustunli sxema (vosita – soha – o‘zaro ta’sir) va har ustunga omillarni yozing. Tipik xato: talaba faqat jismning xususiyatlarini sanaydi, shikastlanayotgan sohaning va shaxsning xususiyatlarini unutadi.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nima uchun yurakning chayqalishi o‘limga olib keladi? Transport travmasida qaysi jarohatlar hayot bilan nomutanosib bo‘ladi? Doskada chizing: vaqt chizig‘i (shikast – daqiqalar – kunlar) va unda birlamchi hamda ikkilamchi sabablarni belgilang. Ikkilamchi sabablar darslikning 33-betida (infeksion asoratlar, intoksikatsiya). Tipik xato: qon yo‘qotish, shok va emboliyani faqat ikkilamchi deb hisoblash; ular birlamchi sabablar ro‘yxatida ham 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nima uchun bir xil qon yo‘qotishda sur’at hal qiluvchi bo‘lishi mumkin? Ko‘p qon yo‘qotishda taloq nima uchun qisqargan bo‘ladi? Doskada chizing: ikki ustunli taqqoslash jadvali va unda taloqning holatini belgilang. Diqqat: Minakov dog‘lari ≠ murda dog‘lari; birinchisi endokard ostidagi qon quyilishlar. Tipik xato: ‘ko‘p qon yo‘qotish’ni ‘o‘tkir qon yo‘qotish’ bilan aralashtirish va hajmni 2,5 l (50% dan ortiq) deb emas, 500 ml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shokda qon miqdori va qon tomir hajmi nega nomutanosib bo‘ladi? Qisilish turlarini jarohat joyiga qarab qanday ajratasiz? Doskada: shikast joyi (bosh, umurtqa, ko‘krak) → qisiluvchi a’zo → sabab (gematoma, gemotoraks) jadvalini chizdiring. Tipik xato: qon yo‘qotish bilan shokni aralashtirish — shok tizimlar faoliyatining buzilishidir.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nega havo emboliyasiga shubhada murda tekshiruvi ko‘krak qafasidan boshlanadi? Havo miqdori va tezligi oqibatga qanday ta’sir qiladi? Doskada: Sunsov sinamasi bosqichlarini (to‘sh olinadi, perikardga suv, qorincha teshiladi, pufak) strelkalar bilan chizdiring. Tipik xato: 5-7 kub sm va 10 kub sm chegaralarini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nega yog‘ emboliyasida o‘lim 2-3 kundan keyin bo‘ladi? Qaysi jarohatlarda qon aspiratsiyasi xavfi bor? Doskada: sinish → yog‘ zarralari → o‘pka tomirlari → (katta doira) → miya zanjirini chizdiring. Tipik xato: Sudan III (olovrang qizil) va Sudan IV (qora) ranglarini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infeksion asoratlar ikkilamchi sabab hisoblanadi? Bolalarda jarohatdan keyingi asoratlarni kuzatish nima uchun muhim? Doskada: ikki ustunli ro‘yxat chizing (birlamchi va ikkilamchi sabablar). Tipik xato: shokni va emboliyani faqat birlamchi sabab deb o‘ylash. Ular ikkilamchi bo‘lib ham kuzatilishi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Talabalar guruhda javob beradi. Muhokama: o‘tkir qon yo‘qotish bilan ko‘p qon yo‘qotishning murda belgilari qanday farqlanadi? Minakov dog‘lari nima sababdan hosil bo‘ladi? Doskada: ikki ustunli taqqoslash jadvali chizing (taloq, murda dog‘lari, mushak qotishi). Tipik xato: taloq kamqonligini har qanday qon yo‘qotishga xos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nima uchun o‘tmas jismlar sud-tibbiy amaliyotda etakchi o‘rinda turadi? Bevosita va bilvosita jarohatga o‘zingiz misol keltiring. Doskada: o‘tmas jism turlari va yuza tasnifining sxemasini chizing. Tipik xato: cheklangan va cheklanmagan yuzani mutlaq tushuncha deb o‘ylash. Aslida ular nisbiy, jism yuzasi shikastlangan soha yuzasi bilan solishtiriladi.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kichik massali jism faqat ta’sir sohasini shikastlaydi? 2) Aks zarb nima va qachon kutiladi? Doskada: ikki ustunli jadvalni (massa, jarohat joyi, umumiy ta’sir) talabalar bilan birga chizing. Tipik xato: impression va inersion travmani adashtirish, bilvosita jarohatni impressionga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Bolalarda silkinish sindromida nega kuchli chayqalish xavfli? 2) Siqilishda tashqi jarohat kam bo‘lsa ham ichki shikast nega og‘ir? Doskada: har mexanizm uchun kuch o‘qlarini (markazga, markazdan, burchak ostida, aylana) chizing. Tipik xato: siqilish bilan cho‘zilishni, bevosita va bilvosita jarohatni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Savollarni og‘zaki, juftlikda bering. Muhokama: qaysi mexanizmda bevosita, qaysi birida bilvosita jarohat ustun? Doskada: mexanizm — jarohat juftliklarini ro‘yxat qilib yozdiring. Tipik xato: buralishni cho‘zilish bilan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Qoplama rangi va sathi bosqichlarda qanday o‘zgaradi? 2) Pergament dog‘ini nima bilan farqlaymiz? Doskada: 4 bosqichli zanjirni chizib, har biriga muddat va asosiy belgini yozdiring. Eslatma: muddatlar shartli; yosh, teri xususiyati va chuqurlikka bog‘liq (qoplama 4-6 soatdan hosil bo‘lishi, iz 30 kundan ortiq saqlanishi mumkin). Tipik xato: muddatlarni qat’iy deb yodlash va pergament dog‘ini shilinma deb qabul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qontalash rangi o‘zgaradi? 2) Qontalashni murda dog‘idan qanday farqlash kerak? Doskada: rang o‘zgarish jadvalini chizdiring; ranglar chetdan boshlab o‘zgarishini ko‘rsating. Eslatma: muddatlar taxminiy; ko‘z, lab shilliq qavati, bo‘yin sohasida tuslanish bo‘lmaydi, bilvosita qontalash kech chiqadi. Tipik xato: rang bo‘yicha aniq kun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Yara chetlari va devorlari kesma yaradan qanday farq qiladi? 2) Yorilishni yaradan farqlash nega muhim? Doskada: yara va yorilish belgilarini yonma-yon jadvalda chizdiring (chetlari, uchlari, devori, tubi). Eslatma: yara tubi ham notekis bo‘ladi. Tipik xato: yorilishni yara deb baholash, bunda jarohat mexanizmi noto‘g‘ri aniqlanadi.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Yara shakli jismni aniqlashda nega kerak? 2) Perpendikulyar va burchak ostidagi ta’sirda cheklangan yuzali jism yarasi qanday farqlanadi? Doskada: dumaloq va to‘rtburchak yassi yuzaning burchak ostidagi izini chizdiring (yoysimon va burchaksimon yara). Tishlama yara: kurak tishdan uzunchoq, qoziq tishdan halqasimon, jag‘ tishidan to‘rtburchak. Diqqat: ikki chekkali qirrali jism yarasi chopma yaraga o‘xshaydi. Tipik xato: tikka va burchak ostidagi ta’sir natijalarini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Muvaqqat va doimiy deformatsiya o‘rtasida qanday farq bor? 2) Suyak sinishi tirik shaxs ekspertizasida nimani hal qiladi (tana jarohati og‘irlik darajasi)? Doskada: to‘liq va noto‘liq sinishni chizib, harakat yo‘nalishlarini strelka bilan ko‘rsating. Qo‘shimcha: o‘lim holatlarida suyak sinishiga qarab jarohat mexanizmi va quroli uzoq vaqt aniqlanishi mumkin. Tipik xato: ochiq sinishni teri butunligi bilan emas, jarohat hajmi bilan bog‘lash. Ochiq sinish suyakning tashqi muhit bilan aloqasi bilan belgilanadi.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Kuch qaysi tomondan tushganini sinish chetlariga qarab qanday aniqlaysiz? 2) Reanimatsiyada yurak massajidan so‘ng to‘sh va qobirg‘a sinishlarini zarbdan farqlash nega muhim? Doskada: egilgan naysimon suyak, cho‘zilish va siqilish tomonlarini belgilab chizing. Qo‘shimcha: chiqishlar doim bilvosita jarohat, ko‘proq qo‘l bo‘g‘imlarida uchraydi, tashqi jarohat xos emas. Diqqat: cho‘zilish tomoni ≠ siqilish tomoni, ularning belgilari teskari. Tipik xato: tekis, tishli chetni siqilish tomoniga, notekisini cho‘zilish tomoniga yozib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daq. Muhokama: 1) Passiv va aktiv yiqilish nimasi bilan farq qiladi? 2) Nima uchun boshning orqa tomoni bilan yiqilganda akszarb shikast kuchli bo‘ladi? Doskada: balandlikdan yiqilishning 6 bosqichini ketma-ket chizing va jarohat hosil bo‘ladigan bosqichni belgilang. Diqqat, tipik xato: bevosita jarohat (zarb joyida) bilan bilvosita jarohatni (boshqa sohada) aralashtirish. Bundan tashqari, boshning yon tomoni bilan urilganda ham akszarb shikastlanish jiddiyroq ekanini eslating. Tezkor savol: tana bilan tushganda ikkilamchi jarohat bo‘ladimi?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daq. Muhokama: 1) Bir pichoq nima uchun turli yara hosil qiladi? 2) Nima uchun kiyimni qog‘ozga o‘rab saqlash kerak? Doskada: sanchma yara kirish va chiqish teshigini sxematik chizing va farqini yozing. Tipik xato: o‘tkir jismdagi yarani o‘tmas jism yarasi bilan aralashtirish; o‘tkir jismda to‘qima ajralishi birlamchi, o‘tmasda ezilish bilan kechadi. Tezkor savol: sanchma yarada qon ketish ko‘proq tashqimi yoki ichkimi?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Tibbiy hujjatda faqat diagnoz yozish ekspertizaga qanday qiyinchilik tug‘diradi? 2) Birlamchi va ikkilamchi o‘lim sabablarini misol bilan ajrating. Doskada: mexanik jarohat tasnifining daraxtini (omil turi, soha, soni) chizdiring. Tipik xato: ruhiy ta’sir natijasini sud-tibbiy emas, sud psixiatriyasi o‘rganishini unutish. Tezkor savol: ko‘krak qafasidagi bitta sanchma yara qaysi toifaga kiradi?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№2. Maʻruza: Mexanik jarohatlar xaqidagi ma’lumot.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Mavzuning maqsadi va 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Travmatologiya (grekcha: trauma — shikast, logos — ta’limot) shikastlanishlar haqidagi fan. Klinikada u jarohatlarni aniqlash, davolash va oldini olish bilan shug‘ullanadi.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Sud-tibbiy travmatologiya tan jarohatlarida shikastlanish mexanizmi va vaqtini aniqlaydi, jarohat etkazgan jismni topadi.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klinik travmatologiya jarohatni davolaydi, sud-tibbiy travmatologiya esa uni sud-tibbiy jihatdan baholaydi va boshqa o‘ziga xos masalalarni hal 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Bob rejasi: tan jarohati tushunchasi va tasnifi, travmatizm, jarohat hayotiyligi, tekshirish usullari, mexanik jarohatlar.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Tan jarohati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Jinoyat huquqida tan jarohati — qasddan yoki ehtiyotsizlik oqibatida sodir etilgan g‘ayriqonuniy harakat natijasida sog‘liqqa etkazilgan ziyon.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tibbiyotida tan jarohati — tashqi ta’sir tufayli a’zo va to‘qimalar anatomik butunligi yoki fiziologik funksiyasining buzilishi. U sog‘liq buzilishi yoki o‘limga olib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xuddi shunday holat ichki ta’sir tufayli paydo bo‘lsa, u tan jarohati emas, kasallik deb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Eslab qoling: tashqi ta’sir — jarohat, ichki ta’sir — kasallik.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Shikastlovchi omillar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Shikastlovchi tashqi ta’sirning to‘rt turi farqlanadi: fizik, kimyoviy, biologik va ruhiy.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Fizik ta’sir: mexanik, termik, elektr, barometrik, nur; ba’zan omillar birgalikda ta’sir 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Ruhiy ta’sir oqibatini sud psixiatriyasi o‘rganadi, sud-psixiatrik ekspertiza tayinlanadi.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Omil turi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Ta’sir misoli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Fizik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Mexanik, termik, barometrik, elektr, nur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Kimyoviy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Zaharlar, kimyoviy moddalar, dori-darmonlar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Biologik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Toksinlar, kasallik chaqiruvchi mikroblar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Ruhiy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Kuchli hayajon, qo‘rquv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Shikastlovchi omillar (jadval 2.1)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Shikastlovchi omillar ko‘rinishi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Shikastlovchi omil jism, modda yoki holat (hodisa) ko‘rinishida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Jismlar turg‘un o‘lchamli shaklga ega bo‘ladi. Moddalar esa turg‘un shaklga ega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Moddalar qattiq (qum, tuproq), suyuq (kislota, ishqor) va gazsimon (is gazi, metan) holatda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Elektr toki va bosimning o‘zgarishi holat yoki hodisa qatoriga kiradi. Ba’zan bir necha omil birgalikda ta’sir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Travmaning tasnif mezonlari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Bitta omil ta’siri – oddiy jarohat, ikki va undan ortiq tur ta’siri – murakkab jarohat.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Misol: ko‘krak qafasidagi sanchma yara – oddiy cheklangan yakka shikastlanish.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Misol: qobirg‘a sinishi va termik kuyish birga bo‘lsa – murakkab qo‘sh ko‘p shikastlanish.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1455420"/>
                <a:gridCol w="2022805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Mezon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Atama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Mazmuni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Omil turi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Oddiy / murakkab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 ta omil / 2 va undan ortiq tur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Shikastlangan soha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Cheklangan / qo‘sh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Bir soha yoki segment / ikki va undan ortiq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Jarohat soni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Yakka / ko‘p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Soniga qarab ajratiladi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Tasnif mezonlari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Anatomik va funksional shikastlanishlar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Struktura va funksiya o‘zaro bog‘liq, shuning uchun bu ajratish shartli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Anatomik guruhga majaqlanish, chiqish va ichki a’zolar yorilishi ham kiradi.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Funksionalga refleksogen sohaga zarbdan shok va ichki a’zolar chayqalishi kiradi.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420"/>
                <a:gridCol w="1805099"/>
                <a:gridCol w="2027455"/>
              </a:tblGrid>
              <a:tr h="868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Asosiy 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Misollar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Anatomik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Morfologik o‘zgarish yaqqol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Shilinma, qontalash, yara, sinish, chiqish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Funksional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Funksiya buzilishi birinchi o‘rinda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Shok, chayqalish, aspiratsion asfiksiya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 guruh solishtirilishi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jarohatni tasniflash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Tasnif uch mezonga tayanadi: tashqi ta’sir turi, shikastlangan soha va jarohatlar soni. Klinik va sud-tibbiy tashxisda avval shu mezonlar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Bitta omil ta’siri – oddiy jarohat, ikki va undan ortiq tur – murakkab. Bir soha – cheklangan, ikki va undan ortiq soha – qo‘sh.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1) ko‘krak qafasida sanchma yara; 2) bosh miya chayqalishi va qorinda qontalashlar; 3) qobirg‘alar sinishi va termik kuyish. Har birini tasniflang.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xavfi! “Qo‘sh” va “ko‘p” bir narsa emas: qo‘sh – sohalar bo‘yicha, ko‘p – jarohatlar soni bo‘yicha belgilanadi.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Travmatizm va uning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Travmatizm – bir xil mehnat va turmush sharoitidagi shaxslar guruhida uchraydigan turdosh jarohatlar majmui.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Turlari faoliyat xususiyatiga bog‘liq: ishlab chiqarish, transport, harbiy, ko‘cha, sport, maktab, maishiy.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Ishlab chiqarish, transport va harbiy travmatizm o‘z navbatida kichik turlarga bo‘linadi.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Ko‘rinishlari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Ishlab chiqarish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sanoat, qishloq xo‘jaligi, qurilish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Transport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avto, moto, velosiped, temir yo‘l, havo, suv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Harbiy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urush va tinchlik davri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Boshqa turlar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ko‘cha, sport, maktab, maishiy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Travmatizm turlari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Travmatizmning sabablari va profilaktika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 hollarda shikastlanish belgilangan qoida va tartib talablariga rioya qilmaslik natijasida vujudga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Spirtli ichimlik, narkotiklar va boshqa gangituvchi moddalarni iste’mol qilish ham shu sabablar qatoriga kiradi.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Jahonda shikastlanishlar ko‘paymoqda, ular orasida murakkab jarohatlar ulushi ham ortib bormoqda.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materiallari asosida muhim omillar o‘rganilib, oldini olish chora-tadbirlari bo‘yicha aniq taklif va tavsiyalar beriladi.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27, 27-28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tasnif va travmatizm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1: shikastlovchi tashqi ta’sirning qaysi to‘rt turi farqlanadi? Javob: fizik, kimyoviy, biologik va ruhiy.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2: oddiy va murakkab jarohat nimasi bilan farqlanadi? Javob: oddiy jarohat bitta omildan, murakkab jarohat ikki va undan ortiq turdagi ta’sirdan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3: ko‘krak qafasidagi sanchma yara tasnifda qanday ataladi? Javob: oddiy cheklangan yakka shikastlanish.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4: travmatizm nima? Javob: bir xil mehnat va turmush sharoitidagi shaxslar guruhida kuzatiladigan turdosh jarohatlar majmui.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26,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Jarohatlar hayotiyligini aniqlash: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Sud-tibbiy ekspertiza amaliyotida jarohatlarning hayotiyligini aniqlash o‘ta muhim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Ba’zan jarohat o‘limdan so‘ng qasddan yetkaziladi: murdani qismlarga ajratish yoki o‘lim sababiga ko‘ra mavjud asl holatni o‘zgartirish.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Jarohat tasodifan ham yetkazilishi mumkin: reanimatsiya, murdani tekshirish, tashish jarayonida yoki hayvonlar, qushlar, baliqlar tomonidan.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Hayotiylik organizm yoki a’zoning shikastlanishga reaksiya belgilari orqali aniqlanadi. Asosan qon aylanish tizimidagi o‘zgarishlar amaliy ahamiyatga ega.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Hayotiylikning umumiy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Tashqi va ichki qon ketishi hamda ichki a’zolarning umumiy kamqonligi hayotiylikning umumiy belgilari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Nafas yo‘llarida qon va yot moddalar aspiratsiyasi; oshqozon-ichakda qon, yot moddalar, shikastlangan a’zolarda mayda bo‘lakchalar topiladi.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Siydik va buyrak naychalarida mioglobin bo‘ladi. Yog‘ to‘qimali soha shikastlansa, limfada eritrotsitlar va yog‘ topiladi.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Regional limfa tugunlarida eritrotsitlar (eritrofagiya) va embollar (havo, yog‘, to‘qima, yot modda)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Hayotiylikning mahalliy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Mahalliy belgilar: jarohat sohasida to‘qimaga qon quyilishi va qon tomirlarda tromblar topilishi.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Yana reaktiv shish, yallig‘lanish alomatlari, mushaklar qisqarishi va hujayralar nekrozi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Belgilar aniqligi jarohat turi, soni, ko‘lamiga hamda organizm va shikastlangan soha xususiyatlariga bog‘liq.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886"/>
                <a:gridCol w="3618088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Belgilar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 tomir va qon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 quyilishi, tromblar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Reaktiv jarayon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Reaktiv shish, yallig‘lanish alomatlari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To‘qima o‘zgarishi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Mushak qisqarishi, hujayra nekrozi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Kimyoviy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Gistokimyoviy o‘zgarishlar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Mahalliy belgilar guruhlari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28, 28-29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Jarohatlarni tekshirish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Avval makroskopik tekshiriladi: jarohat turi, joyi, shakli, rangi, yara uchlari, chetlari va tubi o‘rganiladi.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Barcha holatda o‘lchov olinadi; ba’zan jarohatning tananing aniq sohalaridan masofasi ham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Stereomikroskopiya fazoviy o‘rganish uchun, trasologik usul shikastlovchi jismni aniqlash uchun qo‘llanadi.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3407"/>
                <a:gridCol w="281456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Maqsad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Rentgenografiya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Yot jism, suyak shikasti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Rangli bosma, spektral analiz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Metall zarralari va izlari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Gistologik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Hayotiylik, yetkazilish muddati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Sud-biologik, kimyoviy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Ekspertiza masalalarini hal etish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Usul va uning maqsadi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Klinitsist vrach hujjatlari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Klinitsist vrach aniqlagan tan jarohatlari ham xuddi shu tartibda o‘rganilib, tibbiy hujjatda to‘liq tavsiflanishi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hujjatlar ma’lum muddatdan so‘ng tayinlangan sud-tibbiy ekspertiza ixtiyoriga taqdim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Jarohatni yuzaki o‘rganish, notо‘liq tavsif yoki faqat diagnoz bilan cheklanish ekspertiza vazifalarini bajarishda jiddiy qiyinchilik tug‘diradi.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faqat diagnoz yozish tavsif o‘rnini bosmaydi; jarohatning o‘zi batafsil yozilishi shart.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hayotiylik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murdada jarohat topildi. Savol: u tirikligida etkazilganmi yoki o‘limdan keyin hosil bo‘lganmi?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O‘limdan keyin jarohat qasddan (murdani qismlarga ajratish) yoki tasodifan (reanimatsiya, transport, hayvon, qush, baliq) etkazilishi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Hayotiylik organizmning shikastlanishga reaksiya belgilari orqali aniqlanadi. Amalda qon aylanish tizimidagi o‘zgarishlar muhim.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xavfi. Ayrim filogenetik katta yoshli to‘qimalarda o‘limdan keyingi jarohat hayotiy jarohatga o‘xshab ko‘rinishi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28,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Mexanik jarohatlar: asosiy shartlar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Sud-tibbiy ekspertiza amaliyotida mexanik jarohatlar shikastlanishlarning eng ko‘p uchraydigan turi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Mexanik jarohat paydo bo‘lishining asosiy sharti — harakat. Shikastlovchi jism yoki tana va uning qismlari harakatda bo‘lishi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Shikastlanish xususiyatlari o‘zaro ta’sir paytidagi kinetik energiya kattaligiga bog‘liq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Jarohatning yaqqolligi va ko‘lami harakatdagi omilning massasi hamda harakat tezligiga to‘g‘ri proporsional.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29, 29-30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Qurol, anjom va jism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Mexanik jarohat etkazuvchi vositalar orasida qurol, anjom va jism farqlanadi.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Mexanik jarohatlar o‘tmas jismlar, o‘tkir jismlar va o‘q otar qurollardan etkazilgan shikastlanishlarga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qurol ≠ anjom ≠ jism. Farq vositaning tayyorlanish va qo‘llanish maqsadida.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2422263"/>
                <a:gridCol w="1528401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Tushuncha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Ma’nosi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Qurol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Hujum yoki mudofaa uchun maxsus tayyorlangan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pistolet, miltiq, hanjar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Anjom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Ishlab chiqarish, uy-ro‘zg‘or va kundalik hayot mahsuloti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bolta, arra, qaychi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Jism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Aniq qo‘llanish maqsadi yo‘q narsa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tosh, tayoq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 tushuncha farqi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Jarohat xususiyatiga ta’sir etuvchi omillar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Jarohatning turi va ko‘lami shikastlovchi vosita, shikastlanayotgan soha va ularning o‘zaro ta’siriga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Vosita jihatdan: massasi, qattiqligi, tezligi, shikastlovchi yuza, o‘tkir uch yoki tig‘ning xususiyatlari.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Soha jihatdan: anatomik va fiziologik xususiyatlari, shaxsning yoshi va kasalliklarning mavjudligi.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Jarohatning yaqqolligi massa va tezlikka to‘g‘ri proporsional. Ta’sir soni, davomiyligi va muhit sharoiti ham ahamiyatli.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30, 29-30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Mexanik jarohatdan o‘lim: birlamchi va ikkilamchi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Birlamchida o‘lim shikastdan keyin darhol yoki qisqa vaqtda, ikkilamchida birmuncha muddatdan so‘ng yuz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Hayot bilan nomutanosib jarohat: boshning ajralishi, yurakning majaqlanishi, tananing ikkiga bo‘linishi.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Muhim a’zolar shikasti: bosh miya va yurak lat eyishi; yurak chayqalishi reflektor to‘xtashga olib keladi.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084"/>
                <a:gridCol w="2350211"/>
                <a:gridCol w="1997679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Birlamchi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Ikkilamchi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O‘lim vaqti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Darhol yoki qisqa vaqtda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Birmuncha muddatdan so‘ng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Sabab turi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Nomutanosib jarohat, muhim a’zo shikasti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Infeksion asorat, intoksikatsiya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Boshning ajralishi, yurak lat eyishi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Peritonit, gaz gangrenasi, qoqshol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 guruh sabablar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O‘tkir qon yo‘qotish va ko‘p qon yo‘qotish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yo‘qotishda yo‘qotilgan qon hajmi ham, qon yo‘qotish sur’ati ham ahamiyatli.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Yirik arteriya shikastida 500 ml gacha yo‘qotishda ham o‘lim yurak qorinchalari fibrillyatsiyasidan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Minakov dog‘lari: chap qorincha endokardi ostidagi tasmasimon qon quyilishlar; o‘tkir qon yo‘qotish belgisi.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2197135"/>
                <a:gridCol w="1871639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O‘tkir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Ko‘p (&gt;50%)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Kechishi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Dastlabki minutlarda o‘lim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Bir necha soat davomida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Ichki a’zolar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Faqat miya va yurak kamqon; taloq to‘yingan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Umumiy kamqonlik, taloq qisqargan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Murda dog‘lari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Odatdagidek, mushak qotishi ham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Kech va kam; mushak qotishi kuchli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Minakov dog‘lari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Xos belgi sifatida bo‘ladi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Faqat ayrim holatlarda topiladi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 holat belgilari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30,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Travmatik shok va qisilishlar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Travmatik shok — organizmning shikastlanishga javobi: markaziy nerv, yurak-qon tomir va endokrin tizimlar faoliyati jiddiy buziladi.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Shokda periferik qon aylanishi yetishmaydi. Odatda og‘ir, III-IV darajali shok o‘limga olib keladi; murdada venoz to‘laqonlik, jigar va taloqda qon depolanishi topilishi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Kalla-miya jarohatida suyak ichi gematomalari (epidural, subdural, subaraxnoidal) miyani qisadi. Bo‘yin va ko‘krak umurtqalari shikastida orqa miya qisiladi.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Ko‘krak qafasi shikastlanganda gemoperikard, pnevmotoraks va gemotoraks vujudga kelib, yurak va o‘pka qon yoki havo bilan qisiladi.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Havo emboliyasi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Havo emboliyasi yirik venalar shikastlanishida va jinoiy abortda rivojlanishi mumkin. Havoning venaga kirish tezligi va miqdori hal qiluvchi.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Oz miqdordagi havo (5-7 kub sm) sekin-asta qonda erib ketadi va xavfli oqibatga olib kelmasligi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 havo (10 kub sm va undan ortiq) venaga tez o‘tsa, yurak qorinchalari fibrillyatsiyasi va o‘lim bilan tugashi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Sunsov sinamasi: perikard bo‘shlig‘iga suv quyilib, o‘ng qorincha devori teshiladi; suvdan havo pufaklari chiqsa, natija musbat.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31,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Yog‘ emboliyasi va aspiratsion asfiksiya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Yog‘ emboliyasi asosan uzun naysimon suyaklar sinishida va teri osti yog‘ qavati majaqlanishida kuzatiladi. Yog‘ zarralari o‘pka tomirlarida to‘planadi.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 darhol emas, shikastdan 2-3 kun o‘tgach yuz beradi. Embollar katta qon doirasi orqali bosh miyaga ham yetib borishi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O‘pka va miyaning muzlatilgan kesmalari Sudan III yoki Sudan IV bilan bo‘yaladi: yog‘ tomchilari olovrang qizil (III) yoki qora (IV) ko‘rinadi.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Halqum, nafas yo‘llari jarohati, kalla asosi va burun suyaklari sinishida qon nafas yo‘llariga tushib, aspiratsion asfiksiyaga olib keladi.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Ikkilamchi o‘lim sabablari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Birlamchi sabablarda o‘lim jarohatdan so‘ng darhol yoki qisqa vaqtda yuz beradi. Ikkilamchi sabablarda esa birmuncha muddatdan keyin sodir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Infeksion asoratlar: sepsisga olib kelgan yiringli peritonit, plevrit, meningit, osteomielit; anaerob infeksiya (gaz gangrenasi) va qoqshol.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Intoksikatsiyalar (travmatik toksikoz) ham ikkilamchi sabab hisoblanadi. Shikastlanishdan keyin ikkilamchi qon yo‘qotish, shok va emboliya ham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Ayrim a’zo yoki to‘qimalarning shikastlangan sohasida xavfli o‘smalar rivojlanishi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30,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o‘lim sababi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Voqea: yirik arterial qon tomiri shikastlangan, yo‘qotilgan qon 500 ml dan oshmagan, o‘lim dastlabki daqiqalarda yuz bergan.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o‘limning mexanizmi qanday va murdani tekshirganda qaysi belgilarni kutish mumkin?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Javob: yurak qorinchalari fibrillyatsiyasi. Bosh miya va yurak mushagida kamqonlik, taloq qonga to‘yingan, chap qorincha endokardi ostida Minakov dog‘lari bor.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xavfi. 50% dan ortiq (2,5 l va undan ko‘p) qon yo‘qotishda taloq kamqon va qisqargan, murda dog‘lari kech paydo bo‘ladi va kam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O‘tmas jismlar va ularning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Tirik shaxslar ekspertizasining 80% dan ortig‘i, murdalarda esa zo‘raki o‘limning yarmiga yaqini o‘tmas jism jarohatlari bilan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Jism ma’lum yuza bilan ta’sir etsa, o‘tmas deyiladi: qattiq (tosh, tayoq), yumshoq (sharf, sochiq), elastik (rezina to‘p).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Ta’sir joyidagi jarohat bevosita, ta’sir joyidan boshqa sohada hosil bo‘lgan jarohat esa bilvosita deb ataladi.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Ta’sir yuzasi o‘lchami (cheklangan yoki cheklanmagan), shakli (yassi, egri, qirrali, murakkab) va relefi (silliq yoki g‘adir-budur) bo‘yicha tasniflanadi.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33, 33-34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Impression va inersion travma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Jarohat turi jismning massasi va ta’sir kuchiga bog‘liq. Shunga ko‘ra impression va inersion travma farqlanadi.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impression ≠ inersion. Farq jism massasini tananing shikastlangan soha massasi bilan solishtirishda.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Inersion (tezlanish) travmasida kalla-miya jarohatlarida aks zarb shikastlanishlari aniqlanadi.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090"/>
                <a:gridCol w="2060186"/>
                <a:gridCol w="2126698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Impression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Inersion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Kuch va massa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Jism massasi soha massasidan kichik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Kuch soha yoki tana massasidan katta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Jarohat joyi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Faqat ta’sir sohasida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Bilvosita jarohatlar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Umumiy ta’sir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Soha bilan cheklangan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Tananing umumiy chayqalishi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Impression va inersion travma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O‘tmas jismlarning ta’sir mexanizmlari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Zarb — bir tomonga yo‘nalgan qisqa ta’sir. Buralish va chayqalish ayrim hollarda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Chayqalish zarbdan keyin yoki silkinishda bo‘ladi. Kuchli chayqalish “bolalarning silkinish sindromi” asosida yotadi.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Ko‘pincha jarohat ikki va undan ortiq mexanizm orqali hosil bo‘ladi va xususiyatlariga ta’sir qiladi.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530"/>
                <a:gridCol w="1690841"/>
                <a:gridCol w="2023603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Mexanizm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Kuch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Jarohat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Siqilish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Markazga intiluvchi 2+ kuch, uzoq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Ichki a’zo, suyak jiddiy shikastlanadi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Cho‘zilish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Markazdan qochuvchi 2+ kuch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Yirtma yara, yorilish, qism ajralishi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Ishqalanish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Jism burchak ostida suriladi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Shilinma (faqat bevosita)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Buralish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Soat mili bo‘yicha va unga qarshi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Spiralsimon suyak sinishi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To‘rt mexanizm va jarohat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34-35, 36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mexanizmlar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1-savol: qaysi mexanizmda faqat bevosita jarohatlar, asosan shilinma hosil bo‘ladi? Javob: ishqalanish.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2-savol: suyaklarning spiralsimon sinishi qaysi mexanizmga xos? Javob: buralish — ikki qarama-qarshi aylanma kuch.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3-savol: yirtma yaralar va tana qismlarining ajralishi qaysi mexanizmda uchraydi? Javob: cho‘zilishda.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4-savol: kuchli chayqalish qaysi bolalar sindromi asosida yotadi? Javob: silkinish sindromi (Shaken baby syndrome).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35, 35-36, 36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Shilinmalar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Faqat epidermis zararlansa — yuzaki, so‘rg‘ichsimon qavatga o‘tsa — chuqur; chiziqsimoni — timalma.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Shilinma mexanik ta’sirni tasdiqlaydi, mexanizm va muddatni, ba’zan hodisa tafsilotini aniqlashga yordam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pergament dog‘i ≠ shilinma — sariq-jigarrang, qoplamasiz, hayotiy o‘zgarishlarsiz.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1. Yangi shilinma: 12 soatgacha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2. Qoplama: 2-3 sutkagacha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3. Epitelizatsiya: 7-9 sutka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4. Iz: 10-15 sutkada yo‘qoladi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Shilinma bosqichlari (shartli)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36, 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Qontalashlar va gematoma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tomir yorilib to‘qimaga qon quyilishi — qontalash; bo‘shliqda qon to‘planishi — gematoma.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Cheklanmagan yuza — dumaloq, oval qontalash; cheklangan yuza — jism shakliga o‘xshash.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qontalash ≠ murda dog‘i; murda dog‘i joylashadigan sohada farqlash qiyinroq.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613791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2400300"/>
                <a:gridCol w="2400300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Muddat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Sababi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Dastlabki kunlar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Qizg‘ish-ko‘kimtir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Oksigemoglobin qaytarilishi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3-4 sutka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Yashil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Verdogemoxromogen, biliverdin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6-8 sutka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Bilirubin, gemosiderin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Qontalash rangi dinamikasi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37, 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O‘tmas jismdan yaralar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Chetlari notekis, shilingan; uchlari odatda o‘tmas; devorlar orasida to‘qima ko‘prikchalari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Tashqi qon ketish kuchsiz; davolanmasa ikkilamchi tortilish bilan bitib, qo‘pol chandiq 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Yorilish ≠ yara: u bilvosita, uchlari o‘tkir, chetlari tekis, shilinishsiz, tubi yassi.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758"/>
                <a:gridCol w="354121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Yara turi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Mexanizm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Lat yara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Zarb va siqilish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Majaqlangan yara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Kuchli zarb va siqilish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Yirtma yara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Zarb va cho‘zilish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Laxtaksimon yara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O‘tkir burchak ostida zarb, cho‘zilish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Yara turi va mexanizmi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39, 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Yara shakli va jism yuzasi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Cheklanmagan yassi yuza shoxsimon, zigzagsimon, yulduzsimon, chetlari shilingan va majaqlangan yaralar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Cheklangan yassi yuza tikka tushsa, ko‘p nurli yulduzsimon yara chiqadi. Burchak ostida yara yuzaning o‘tkir burchagiga o‘xshaydi.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Sferik jism nurlari teng, markazi majaqlangan yulduzsimon yara qoldiradi. Silindr yuzali jism yoriqsimon yoki chiziqsimon yara qoldiradi.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 chekkali qirrali jism chopma yaraga o‘xshash yara qoldiradi, ko‘p chekkalisi yulduzsimon yara qoldiradi. Tishlama yara tish kesimiga mos.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39, 39-40, 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Suyaklarning sinishi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Ta’sirda suyak shakli o‘zgaradi. Muvaqqat deformatsiyada ta’sir tugagach shakl tiklanadi, doimiy deformatsiyada suyak sinadi.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To‘liq sinishda ikki va undan ortiq darajada harakat beruvchi yangi ikki yuza hosil bo‘ladi. Noto‘liq sinishda harakat faqat bir yo‘nalishda, ya’ni darz yoki chala sinish.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Teri va yumshoq to‘qima shikastiga ko‘ra ochiq va yopiq sinish farqlanadi. Ochiq sinishda suyak tashqi muhit bilan bevosita bog‘langan.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Sinish turlari: chiziqli, siniqli, teshiksimon, ayvonsimon, botiq. Chiziq yo‘nalishi: ko‘ndalang, bo‘ylama, diagonal, halqasimon, spiralsimon.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41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Suyak deformatsiyasi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Egilishda siqilish ta’sir tomonida, cho‘zilish qarama-qarshi tomonda bo‘ladi. Sinish avval cho‘zilish tomonida boshlanadi.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Siqilishda majaqlangan va kompression sinish, buralishda bilvosita spiralsimon sinish uchraydi. Cho‘zilish juda kam.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Qobirg‘ada bevosita sinishda tashqi plastinka siqiladi, ichki cho‘ziladi. Bilvosita sinishda teskarisi.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080"/>
                <a:gridCol w="1831491"/>
                <a:gridCol w="1292403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Cho‘zilish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Siqilish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Sinish chizig‘i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Bir to‘g‘ri chiziq, asosan ko‘ndalang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Bitta yoki ikkita, zigzagsimon, qiyshiq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Sinish yuzasi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Suyakka perpendikulyar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Suyakka burchak ostida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Chetlari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Tekis yoki mayda tishli, edirilishsiz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Notekis, yirik tishli, edirilish bilan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Yaqinlashtirilsa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Zich mos keladi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Sinish yuzalari mos tushmaydi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Egilishda sinish tomonlari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42, 42-43, 43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Yiqilish natijasidagi jarohatlar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Mexanik o‘limlarda yiqilish transport travmasidan keyin ikkinchi o‘rinda turadi.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Balandlikdan yiqilishda tashqi jarohat bir tomonda, ichki shikast esa tashqisidan jiddiyroq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Orqaga yiqilganda akszarb jarohat kuchli; yuz bilan yiqilganda akszarb jarohat bo‘lmaydi.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1924017"/>
                <a:gridCol w="1554207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Turi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Bosqich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Asosiy jarohat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Balandlikdan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6 bosqich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 bosqichda zarblanish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Yuzaga (o‘z bo‘yi)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 bosqich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III bosqichda zarblanish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Balandlikdan: turlari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Bevosita, bosqichli, erkin bo‘lmagan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Passiv yoki aktiv yiqilish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Ikkilamchi jarohat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Balandlikda: VI bosqich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Yuzaga yiqilishda bo‘lmaydi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Yiqilish turlarini solishtirish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43, 46, 47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O‘tkir jismlardan shikastlanish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O‘tkir uch yoki dam yoy radiusi 0,1 mm va undan kichik bo‘lganda hisoblanadi; jarohat hamisha bevosita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Avval to‘qimalar ajraladi, ezilish ikkilamchi bo‘ladi; arralovchi jism jarohatlari kam, asosan baxtsiz hodisada.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Kiyimni avaylab yechib, xona haroratida quritib, qog‘ozga o‘rab tergovchiga topshiring.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8410"/>
                <a:gridCol w="979636"/>
                <a:gridCol w="1789928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Jism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Ta’sir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Yara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Kesuvchi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O‘tkir dam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Chetlari tekis, uzunligi chuqurligidan katta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Sanchuvchi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O‘tkir uch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Chuqurligi tashqi o‘lchamdan katta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Sanchuvchi-kesuvchi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Uch va dam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Bir damli jismda P-simon yara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Chopuvchi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Zarb, katta massa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Ko‘lamli; ko‘pincha bosh va qo‘lda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O‘tkir jismlar yaralari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48, 48, 54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Tan jarohati — tashqi ta’sir tufayli a’zo va to‘qimalarning anatomik butunligi yoki funksiyasining buzilishi; ichki ta’sirdan bo‘lsa kasallik deyiladi.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Tasnif: shikastlovchi omil (fizik, kimyoviy, biologik, ruhiy), oddiy yoki murakkab, cheklangan yoki qo‘sh, yakka yoki ko‘p jarohat.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 sabablari birlamchi (qon yo‘qotish, shok, emboliya, miya qisilishi va b.) va ikkilamchi (infeksiya, intoksikatsiya)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Amaliy: vrach jarohatni to‘liq tavsiflashi, kiyim va poyafzalni shikastsiz saqlab huquqni muhofaza qiluvchilarga topshirishi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25, 25–26, 30–33, 29, 47–48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Bolalar uchun muhim: “bolalarning silkinish sindromi” (Shaken baby syndrome) asosida kuchli chayqalish mexanizmi yotadi. Kuchli chayqalishda ichki a’zolar va ularni ushlab turuvchi boylamlar shikastlanadi: qon quyilish, yorilish, uzilish.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Havo emboliyasini tekshirish (Sunsov sinamasi): perikard bo‘shlig‘iga yurak sathini yopadigan miqdorda suv quyiladi, so‘ng o‘ng qorincha devori teshiladi. Suvdan havo pufakchalari chiqsa, natija musbat hisoblanadi.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Minakov dog‘lari — o‘tkir qon yo‘qotishning xos belgisi. Bular yurak chap qorinchasi endokardi ostidagi tasmasimon qon quyilishlar. Ular yurak ichidagi bosim keskin pasayishi va adashgan nerv o‘ta ta’sirlanishi tufayli paydo bo‘ladi.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 (qontalash rangi): qizg‘ish-ko‘kimtir → yashil → sariq. Yashil tus 3-4 sutkada, sariq tus 6-8 sutkada paydo bo‘la boshlaydi. Muddatlar taxminiy, shikastlovchi jism va soha xususiyatlariga bog‘liq.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Suyak egilganda avval cho‘zilish tomoni sinadi. U yerda sinish chizig‘i to‘g‘ri, chetlari tekis, bo‘laklar zich mos keladi. Siqilish tomonida chetlar notekis, yirik tishli bo‘ladi va bo‘laklar mos tushmaydi. Bu kuch yo‘nalishini aniqlashga yordam beradi.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Maʻruza: Mexanik jarohatlar xaqidagi ma’lumot.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2. Sud-tibbiy travmatologiya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