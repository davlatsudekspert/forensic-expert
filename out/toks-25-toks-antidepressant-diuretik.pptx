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antidepressantlar va diuretiklar nega bitta ma’ruzada? (umumiy usullar: ekstraksiya, YuQX, UB-SF, TDSIS.) Doskada: 4 ta modda guruhi. Tipik xato: gipotiazid nomini kitobda topa olmaslik — kitobda gidroxlortiazid deb yozilgan. Hisobot: karbamazepin kitoblarning bu sahifalarida uchramaydi (malaka 063/069 faqat sarlavhada tilga oladi), shuning uchun u haqida slayd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uchinchi avlod nega kam toksik hisoblanadi? (kitob: samarali ta’sirli, kam toksik.) Doskada: avlodlar jadvali. Tipik xato: imipramin sintez yilini boshqa deb yozish — 1957.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amitriptilin va imipramin ta’siri nima bilan farqlanadi? (amitriptilin sedativ, imipramin stimulyator.) Doskada: jadvalni to‘ldiring. Tipik xato: bitta moddani ikki guruhga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xolinolitik belgilarni sanab bering. Doskada: belgilar ro‘yxati. Tipik xato: gallyusinatsiyani faqat narkotiklarga xos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peshobda o‘zgarmagan modda kam topiladi? Doskada: N-demetillanish sxemasi (amitriptilin -&gt; nortriptilin). Tipik xato: faqat o‘zgarmagan modda bo‘yicha xulosa qilish. Imipramin va paroksetin metabolizm sxemalari kitobda rasm sifatida berilgan (matni yo‘q).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o‘lim holida qon afzal? Doskada: ajratish sxemasi. Tipik xato: peshobni har doim yetarli ob’ekt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eruvchanlik ekstraksiya erituvchisini tanlashga qanday ta’sir qiladi? Doskada: eruvchanlik jadvali. Tipik xato: geksanni fluoksetin uchun erituvchi deb tanlash — geksanda erimaydi; kitobda umumiy ajratish sxemasida n-geksan ishlatiladi (umumiy tavsiya).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tayyor tyubik usulining qulayligi nimada? Doskada: sxema. Tipik xato: qon hajmini 5 ml deb olish — kitobda 2,5 ml qon + 2,5 ml suv.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bir nechta ochuvchi reagent ishlatiladi? Doskada: jadvalni yozing. Tipik xato: tizimlarni aralashtirish: har modda o‘z tizimida. Mirtazapin tizimi to‘liq: etilatsetat - metanol - suv - 25% ammoniy gidroksid (87:3:1,5:0,5) (kitob 134).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derivatizatsiya nima uchun kerak va nimani murakkablashtiradi? Doskada: GX va YuSSX afzallik-kamchilik jadvali. Tipik xato: YuSSX da derivatizatsiyani majburiy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Rf=0,42 qaysi sistemada olingan? Doskada: sistema va Rf. Tipik xato: Rf ni boshqa sistema bilan taqqoslash.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amitriptilin toksikomanlar uchun xavfli? (boshqa moddalar ta’sirini kuchaytiradi.) Doskada: ta’sir va yon ta’sirlar. Tipik xato: terapevtik 200-300 mg ni tabletka dozasi deb yozish — kitobda alkogolizm psixozlari uchun.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ajralma 4 ta idishga taqsimlanadi? (turli tahlillar uchun: YuQX, spektr, rangli reaksiya.) Doskada: sxema. Tipik xato: 30% NaOH ni ortiqcha qo‘shib pH ni 9-10 dan oshirish. Biologik ob’ektdan: nordonlashtirilgan suv va spirt usullarida ishqoriy ajratmadan tahlil (malaka 065).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amitriptilin va nortriptilin faqat kristall shakli bilan farqlanadi. Doskada: ninasimon va shohsimon kristallar. Tipik xato: rangli reaksiyalar bilan amitriptilinni nortriptilindan ajratish: ikkalasi bir xil rang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ikki marta ko‘tarishdan maqsad nima? Doskada: plastinka chizmasi. Tipik xato: guvoh dog‘siz xulosa qilish. Zonalar qirib olinib, xloroformda eritilgach spektral tahlil o‘tkaziladi (kitob 135).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YuQX zonasidan keyin spektr olinadi? Doskada: spektr qiymatlari. Tipik xato: UB maksimumlarini kitobdagi 0,1% HCl dan boshqa muhitda taqqoslash.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imipramin aniqlash reaksiyasi (HNO3, ko‘k rang) amitriptilindan nimasi bilan farq qiladi? Doskada: imipramin bo‘yicha reaksiyalar. Tipik xato: bu ma’lumotlarni kitobdan deb ko‘rsatish: kitobda imipramin bo‘yicha faqat tasnif va sintez yili bor, qolgani malaka 065 (2009) materialidan.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furosemid qaysi guruhga kirishini kitob qanday ko‘rsatadi? (3-band: «Furosemid, etakrin kislota» tiazidlar guruhi yonida alohida qavsda berilgan.) Doskada: tasnif. Tipik xato: gipotiazid nomini kitobda qidirish — kitobda gidroxlortiazid.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elektrolit buzilishlari klinik jihatdan nima beradi? Doskada: 4 guruh belgi. Tipik xato: faqat suv-elektrolit buzilishlarini sanab, yurak va allergik ta’sirlarni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NaCl bilan to‘yintiriladi? (tuzlash orqali organik fazaga o‘tishni yaxshilaydi.) Doskada: sxema. Tipik xato: asetonni qoldirib ekstraksiya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avval gidroliz kerak? (aromatik birlamchi amin hosil bo‘ladi.) Doskada: bosqichlar. Tipik xato: sulfamatni qo‘shmay naftil reagentni qo‘shish — ortiqcha nitrit xalaqit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har bir modda uchun nega alohida ochuvchi reagent? Doskada: modda - reagent jadvali. «Modifikatsiyalangan Dragendorf» Mune bo‘yicha. Gidroxlortiazid uchun kitobdagi Hg(II) + difenilkarbazid purkagichi o‘zgartirilmadi (difenilkarbazid ham Hg(II) bilan ko‘k-binafsha birikma beradi); barbituratlar uchun esa difenilkarbazon qabul qilingan.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maksimumlari yaqin moddalarni qanday farqlaymiz? (YuQX bilan birga.) Doskada: jadvalni yozing. Tipik xato: furosemid va uning metabolitini aralashtirish (274 va 267 nm).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kattalarda buyrak ishiga alohida e’tibor kerak? Doskada: dozalar jadvali. Tipik xato: maksimal sutkali dozani halokatli doza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oqsilga yuqori birikish nimani anglatadi? Doskada: kinetika jadvali. Kitobda: toks 138 da diklofenak natriy suyuqlanish harorati «25 °C» (xato); to‘g‘ri qiymat 283-285 °C (toks 252).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polimorfizm suyuqlanish haroratida qanday ko‘rinadi? Doskada: haroratlar. Tipik xato: indometatsin harorat oralig‘ini xato deb hisoblash — kitob uni polimorfizm bilan izohlaydi.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Rf lari yaqin (0,47-0,57) moddalarni qanday ajratamiz? (rangli reaksiya va UB bilan.) Doskada: modda - Rf jadvali. Tipik xato: Mandelin va Marki natijalari kitobda to‘liq o‘qilmaydi (matn buzilgan), shuning uchun ular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har bir moddaga alohida ekstragent? Doskada: modda - ekstragent. Tipik xato: ushlanish vaqtini boshqa kolonka sharoitida taqqoslash. UB: glibenklamid 275 va 300 nm, glikvidon 311 nm, gliklazid 263 va 274 nm, glipizid 275 nm, glimepirid 274 nm (kitob 140).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ajratishsiz tahlilning ustunligi va xavfi nima? Doskada: TDSIS ta’rifi. Tipik xato: TDSIS ni GX-MS bilan aralashtirish — bu boshqa, sirt ionlashuvi asosidagi usul.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etalon spektrlar banki nima uchun zarur? Doskada: yetti bosqichning besh asosiysi. Tipik xato: 7 bosqichni 5 deb o‘ylash — kitobda 7 bosqich: indikator PII-N-S «Iskovich-1» tayyorlash, namuna eritmasi, lentaga kiritish, tahlil, spektr olish va saqlash, etalon bilan solishtirish, natijani izohlash.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namuna hajmi mikrolitr bo‘lishi nimani anglatadi? Doskada: jadvalni yozing. Tipik xato: kitobda harorat «0S» deb OCR buzilgan; °C deb o‘qildi.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guruhlar orasida umumiy bosqich qaysi? Doskada: sxema. Tipik xato: faqat YuQX ga tayanish. Bu umumlashtirma: har bir band kitobdagi aniq bo‘limlardan.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dars boshidagi savollarga qayting. Doskada: 3 xulosa. Tipik xato: guruhlarni aralashtirish. Nazorat savollari: antidepressant avlodlari, amitriptilin ajratish pH, suvli aseton usuli, TDSIS bosqichlari.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Antidepressantlar (amitriptilin, imipramin), karbamazepin va diuretiklar; TDSIS usuli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azot saqlovchi sintetik dori vositalari; antidepressant dori moddalari tahlili; diuretik dori vositalari tahlili; yallig‘lanishga qarshi nosteroid dori vositalari tahlili.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furosemid, etakrin kislota, indometatsin, ibuprofen, ketotifen.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DVSSM majmuasida tayanch iboralarga fluoksetin, venlafaksin, mirtazapin, amitriptilin, atsetazolamid ham kiritilgan.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126; Yuldashev Z.A., Nurmatova M.I., Toksikologik kimyo modulidan o‘quv-uslubiy majmua, betlar: 130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Antidepressantlar: ta’rifi va avlodlari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Depressiyani davolaydi: kayfiyat yaxshilanadi, uyqu va ishtaha normallashadi.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avlod: tritsiklik; imipramin 1957 yil sintez qilingan, keyinchalik amitriptilin.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avlod: geterotsiklik; uchinchi avlod: selektiv ingibitorlar (fluoksetin).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5854"/>
                <a:gridCol w="2732120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Avlod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Birinchi (tritsiklik)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Imipramin, amitriptilin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Ikkinchi (geterotsiklik)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Trazodon, mianserin, maprotilin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Uchinchi (selektiv ingibitor)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Fluoksetin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 avlodlari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130-131, 131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Antidepressantlarning klinik sinflanishi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Sedativ (depressiv qo‘zg‘alishda): trimipramin, doksepin, amitriptilin, azafen va boshqalar.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Stimulyator (apatik holatda): imipramin, dezipramin, nortriptilin, fluoksetin.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Balanslovchi (har ikki holatda): maprotilin, tianeptin, sertralin, venlafaksin.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515"/>
                <a:gridCol w="306145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Sedativ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Amitriptilin, doksepin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Stimulyator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Imipramin, fluoksetin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Balanslovchi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Venlafaksin, sertralin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Klinik ta’sir bo‘yicha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Antidepressantlarning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 aylanishi, bosh og‘rig‘i, siydik tutilishi, ich qotishi, og‘izning qurishi, ko‘rishning xiralashuvi.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Terida toshmalar, eyforiya, uyqusizlik.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Gallyusinatsiya va psixik buzilishlar yuzaga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Antidepressantlar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Tezda jigarda metabolitlanadi: N-demetillanish, gidroksillanish, glyukuron kislota bilan konyugatsiya.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60-70% peshob orqali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5-10% atrofida o‘zgarmagan holda peshob orqali chiqariladi.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1283"/>
                <a:gridCol w="2286691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Shakl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Ulushi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Metabolitlar (peshob)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60-70%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O‘zgarmagan (peshob)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5-10%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chiqishi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 tanlash va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Skrining tahlillarda odatda peshob olinadi; kuchli zaharlanish yoki o‘lim holida peshobdan modda kam topilishi mumkin, shuning uchun qondan tahlil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Ajratishda suyuqlik-suyuqlik va qattiq fazali ekstraksiya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Namuna ishqoriy muhitda n-geksan kabi organik erituvchida ekstraksiyalanadi; organik qatlam kislotali eritmada qayta ekstraksiyalanib YuSSX da yoki organik erituvchida reekstraksiyalanib GX 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Fluoksetin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Fluoksetin (Depres, Prozac va boshqa nomlar) antidepressant, asos xossali; molekulyar massasi 345,8 (309,3).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 kristall kukun: metanolda (250 mg/ml), xloroformda (125 mg/ml), etanol va atsetonda eriydi; suvda kam (max 14 g/l, 25°C)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Benzol, toluol, siklogeksan va geksanda erimaydi; suyuqlanish harorati 157,5-158,7 °C.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132, 133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Venlafaksin va TOXI-TUBES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Venlafaksin: C17H27NO2, molekulyar massasi 277.4, asos xossali antidepressant.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ml peshob (yoki 2,5 ml qon + 2,5 ml suv) TOXI-TUBES-A tyubigiga solinadi, 5 daqiqa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Emulsiya 3000 ayl/daq sentrifugalanadi; qoldiq 1 ml spirtda eritilib, YuQX da tahlil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 ml peshob / qon + suv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 daqiqa chayqatish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Sentrifuga 3000 ayl/daq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Organik qatlamni quritish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ml spirt: YuQX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TOXI-TUBES-A tartibi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sistemalari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Paroksetin: benzol - dioksan - 25% ammiak (60:35:5) yoki etanol - 25% ammiak (100:1,5).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Fluoksetin (Depres): spirt - xloroform - benzol (2:1:2); venlafaksin: etilatsetat - spirt - NH3 (8,5:1:0,5).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Yorituvchi reagent: UB-nur, Dragendorf va Mandelin reaktivlari.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635243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88848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Tizim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Paroksetin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Benzol-dioksan-NH3 (60:35:5)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Fluoksetin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Spirt-xloroform-benzol (2:1:2)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Venlafaksin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Etilatsetat-spirt-NH3 (8,5:1:0,5)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Mirtazapin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Etilatsetat-metanol-suv-NH3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 tizimlari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 va YuSSX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GX tritsiklik antidepressantlar miqdorini aniqlashda keng qo‘llanadi (kapillyar kolonkalar); kamchiligi: triftorsirka angidridi bilan derivatizatsiya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YuSSX: C8 va C18 sorbent, perxlorat asosli yoki metilamin bilan shimdirilgan qo‘zg‘aluvchi faza; UB-detektor 254 nm; mobil faza atsetonitril/metanol.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Qondan ajratish mumkin: trimipramin, doksepin, amitriptilin, imipramin, dezmetildoksepin, nortriptilin, dezimipramin.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133, 133-134, 134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Mirtazapin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Mirtazapin: C17H19N3, molekulyar massasi 265,3; Remeron, Zispin va boshqa nomlar.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 kristall kukun: suvda qiyin, metil spirti va xloroformda eriydi; 114-116 oC da suyuqlanadi.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UB: 96% etil spirtdagi eritmasi λ=295 nm da yuqori nur yutadi.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etilatsetat - metanol - suv - 25% ammoniy gidroksid (87:3:1,5:0,5); Dragendorf bilan qo‘ng‘ir dog‘, Rf=0,42.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Amitriptilin: ta’siri va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Xolinolitik faol modda: og‘iz qurishi, ko‘z qorachig‘i kengayishi, peshob tutilishi; alkogolizm psixozlarida 200-300 mg gacha tavsiya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qo‘llanilishi hamda toksikomanlar gangituvchi modda sifatida iste’mol qilishi bilan ahamiyatli.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Narkotik, psixotrop va uyqu chaqiruvchi moddalar ta’sirini kuchaytiradi va ta’sir vaqtini uzaytiradi.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Uyquchanlik, bosh aylanishi, gangish, qo‘l muskullari tortilishi, allergiya, yurak ritmi buzilishi; tabletka va ampula (amitriptilin, triptizol).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134, 134-135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Amitriptilinni qon va peshobdan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ml qon yoki 50 ml peshob + 30% NaOH (pH=9-10), 2 marta 20 ml efir bilan ekstraksiya.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Efirli ajralmalar 50 ml li o‘lchov kolbasiga o‘tkazilib, efir bilan belgigacha to‘ldiriladi.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Ajralma 4 ta idishga 10, 10, 10 va 20 ml dan taqsimlanadi va quriguncha bug‘latiladi.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 ml qon / 50 ml peshob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30% NaOH: pH=9-10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 marta 20 ml efir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50 ml kolba, 4 idish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Quriguncha bug‘latish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Amitriptilin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Amitriptilin: rangli va kristall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Konsentrlangan H2SO4, Marki va Frede reaktivlari: novvot rang (amitriptilin va nortriptilin).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Mandelin reaktivi: qo‘ng‘ir, so‘ngra yashil rang.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Reyneke tuzi (0,1% HCl, 1 tomchi 0,1% eritma): amitriptilin ninasimon kristallar (sezgirlik 0,02 mkg), nortriptilin shohsimon kristallar (0,01 mkg).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Amitriptilin: ikki bosqichli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Ajralma plastinkaga nuqta va chiziq holida o‘tkaziladi; guvoh eritma sifatida amitriptilin va nortriptilin asoslari tomiziladi.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sistema: benzol - aseton (80:20), 10 sm; ikkinchi: benzol - dioksan - 25% ammiak (60:35:5), yana 10 sm; konsentrlangan H2SO4.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Amitriptilin Rf=0,74-0,78 (novvot dog‘), nortriptilin Rf=0,38-0,46 (sariq); aniqlash chegarasi 0,2 mkg.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Rf=0,74-0,78 da dog‘ bo‘lmasa amitriptilin yo‘q degan xulosa beriladi.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Amitriptilin: UB, IQ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UB: 0,1% HCl eritmasida 197, 202, 207 va 240 nm da yuqori nur yutadi.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IQ-spektr: 756, 746, 770, 969, 1014, 1258 sm-1.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Miqdori: fotoelektrokolorimetrik va UB-spektrofotometrik usullarda.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Imipramin (imizin)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tritsiklik antidepressant imipramin 1957 yil sintez qilingan; stimulyator guruhga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Xolinolitik faol, depressiv kechinmali kasalliklarda qo‘llaniladi; ko‘p iste’molda uyqusizlik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Metabolizmi: dezaminlanish, dezalkillanish, gidrolizlanish va konyugatlanish; metabolitlari peshob bilan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Konsentrlangan HNO3 bilan ko‘k rang (so‘ng xira yashil, qo‘ng‘ir); pikrin kislota bilan sariq cho‘kma; UB (0,01 M HCl) 220-350 nm da max 251 nm.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131; Malaka materiali №065 (TFI Toksikologik kimyo kafedrasi)., 9-ma’ruza: Efedrin, betlar: slayd 16, slayd 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Diuretik dori vositalari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Ksantin hosilalari; karboangidraza ingibitorlari (atsetazolamid) va osmotik diuretiklar.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Tiazidlar guruhi (gidroxlortiazid); furosemid, etakrin kislota.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Kaliyni saqlab qoluvchi diuretiklar: spironolakton, triamteren.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332"/>
                <a:gridCol w="313964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Ksantin hosilalari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Nefronga ta’sir etuvchi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Karboangidraza ingibitori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Atsetazolamid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Tiazidlar guruhi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Gidroxlortiazid; furosemid, etakrin k-ta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Kaliyni saqlovchi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Spironolakton, triamteren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135-136, 136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Diuretiklarning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bosimining tushishi, taxikardiya, kollaps, aritmiya, aplastik anemiya.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Gipokaliemiya, gipomagniemiya, giperglikemiya, xolesterin oshishi, podagra.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Ishtahaning yo‘qolishi, og‘iz qurishi, kuchli chanqash, ko‘ngil aynishi, qayt qilish, diareya, pankreatit.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 aylanishi, uyquchanlik, muskullar bo‘shashishi, eshitish va ko‘rish buzilishi; allergik reaksiyalar.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Diuretiklarni suvli aseton usulida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ob’ekt aseton - suv (5:3) aralashmasiga bo‘ktiriladi, so‘ng natriy xlorid bilan to‘yintiriladi.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uchiriladi; suvli qatlam kislotali va ishqoriy sharoitda etilatsetat bilan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qatlam xloroform bilan qayta ekstraksiyalanadi; organik qatlamlar YuQX da tozalanadi.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 + aseton:suv (5:3)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NaCl bilan to‘yintirish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Aseton uchirish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Etilatsetat: kislotali, ishqoriy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YuQX: tozalash va tahlil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Suvli aseton usuli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Furosemidni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Spirtdagi eritmasi p-dimetilaminobenzaldegid ta’sirida yashil birikma hosil qiladi, u to‘q qizil rangga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Azobo‘yoq: 1 mol/l HCl bilan qizdirib gidrolizlanadi; avval natriy nitrit, so‘ng ammoniy sulfamat va N-(1-naftil)-etilendiamin gidroxlorid qo‘shilganda qizil-binafsha azobo‘yoq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Ammoniy sulfamat eritmadagi natriy nitritning ortiqchasini parchalash uchun qo‘shiladi.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Gidroxlortiazid: reaksiyalar va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Kobalt xlorid ta’sirida havo rangli, mis (II) sulfat ta’sirida yashil-havo rangli cho‘kma.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tizimlari: xloroform - benzol - 2-propanol (2:4:1) va xloroform - etilatsetat - 2-propanol (10:5:1).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Ochuvchi reagentlar: gidroxlortiazid - Hg(II) sulfat va difenilkarbazid; furosemid - FeCl3; atsetazolamid - modifikatsiyalangan Dragendorf; etakrin kislota - 0,5% KMnO4.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Diuretiklar: UB-spektr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Furosemid (spirt): 274 nm; uning metaboliti 4-xlor-5-sulfamoilantranil kislota: 267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Gidroxlortiazid (spirt): 272 nm; atsetazolamid (spirt): 264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Etakrin kislota (spirt): 278 nm.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0615"/>
                <a:gridCol w="241736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nm (spirt)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Furosemid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274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Gidroxlortiazid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272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Atsetazolamid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264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Etakrin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278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 UB max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YaQNDV: xavfli ta’sirlari va dozalari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YaQNDV buyraklarda to‘planadi, faoliyatini izdan chiqaradi; qisqa muddatda ham oshqozon-ichak, buyrak va jigar faoliyati buziladi.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Belgilar: kuchli qorin og‘rig‘i, qonli qusish, oshqozon yarasi, qon bosimi oshishi, qon ketish xavfi, buyrak yetishmovchiligi, allergiya.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Maksimal sutkali dozalar: ibuprofen 2400 mg, naproksen 1250 mg, indometatsin 200 mg, piroksikam 30 mg, diklofenak natriy 150 mg, ketoprofen 3000 mg.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Ibuprofenni ko‘p miqdorda qabul qilib o‘z-o‘zini zaharlash holida o‘lim yurak-qon tomir yetishmovchiligidan va oshqozon yarasi teshilishidan sodir bo‘lgan.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137, 138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Diklofenak va ibuprofen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Diklofenak natriy: fenilsirka kislota hosilasi, suyuqlanish harorati 283-285 °C; 100 mg retard tabletka 4 soatda qonda 0,5 mkg/ml maksimum; 99% plazma albuminlari bilan bog‘lanadi.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Diklofenakning 50% jigarda metabolizmga uchraydi, 60% buyrak orqali chiqadi; yarim chiqarish davri 1-2 soat.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Ibuprofen: oq kristall kukun, suyuqlanish harorati 75-77 °C; suvda amalda erimaydi; qonda maksimum 1-2 soatda; yarim chiqarish davri 1,8-2,5 soat.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138, 252, 138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Indometatsin, ketoprofen, piroksikam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Indometatsin: suyuqlanish harorati 155-162 °C (polimorfizm); amalda suvda erimaydi; qonda maksimum 1-2 soatda (retard 2-4 soat); T½ 4-5 soat.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Ovqat indometatsin so‘rilishini sekinlashtiradi; shamchalar ko‘rinishida kamroq so‘riladi.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Ketoprofen: suyuqlanish harorati 93-96 °C; piroksikam: 198-200 °C.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YaQNDV: rangli reaksiyalar va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Liberman reaktivi: diklofenak qizg‘ish jigarrang, indometatsin to‘q kulrang, ibuprofen zarg‘aldoq, ketoprofen jigarrang, piroksikam qizg‘ish sariq.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xloroform:metanol (9:1), ochuvchi reaktiv Marki; Rf: diklofenak 0,47, indometatsin 0,38, ibuprofen 0,54, ketoprofen 0,57, piroksikam 0,48.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 (96% spirt): diklofenak 272 va 275 nm, indometatsin 278 nm, ibuprofen 257, 263, 272 nm.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Sulfanilmochevina hosilalari (SMH)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Qandli diabetga qarshi vositalardan sulfanilmochevina hosilalari ko‘p qo‘llanadi va zaharlanishga sabab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Suvli aseton usuli; ekstragent: glibenklamid - xloroform, glikvidon - benzol, glipizid - n-geptan, gliklazid va glimepirid - etilatsetat.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xloroform - aseton (9:1); YuSSX ushlanish vaqtlari: glipizid 8,45, gliklazid 9,97, glibenklamid 11,73, glimepirid 12,47, glikvidon 14,58 daqiqa.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139-140, 140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TDSIS usulining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Termodesorbsion sirt ionlashuv spektroskopiya yangi usul: yuqori sezgirlik, juda kam miqdordagi moddani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Azot saqlovchi qiyin uchuvchi fiziologik faol birikmalar qoldiqlarini aniqlash va tahlil qilishga imkon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Nanomiqdorni 1·10-11 g aniqlikda xromatografik ajratishsiz tahlil qilish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Mohiyati: molekulalar harorati dasturlashtirilgan yo‘sinda bug‘latilib, sirt ionlashuv detektorida termodesorbsion spektr sifatida qayd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TDSIS: detektor va tahlil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 anodi - qizdirilgan emitter, katodi - musbat ionlar kollektori.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Sifat: effektiv desorbsiya haroratlari va etalon spektr (ma’lumotlar banki) bilan taqqoslash.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Indikator tayyorlash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 eritmasi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Bug‘latgich lentasiga kiritish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TDSIS tahlili, spektr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Etalon bilan solishtirish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TDSIS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140-141, 141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TDSIS: tahlil sharoitlari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Emitter - iridiy qorishmali oksidlangan molibden; emitter kuchlanishi 405 V; emitter harorati 390-420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Bug‘latish harorati xona haroratidan 505 °C gacha; havo oqimi 50 l/soat (kompressor kuchlanishi 12 V).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uchun olingan namuna hajmi 1,0 mkl.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6192"/>
                <a:gridCol w="271178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Parametr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Emitter kuchlanishi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405 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Emitter harorati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390-420 °C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Bug‘latish harorati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Xonadan 505 °C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Namuna hajmi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1,0 mkl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TDSIS sharoiti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tahlil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yoki peshobdan ishqoriy muhitda organik erituvchi bilan ajratish; diuretiklar uchun suvli aseton usuli.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Tasdiqlash: rangli va kristall reaksiyalar, YuQX (ochuvchi reagentlar), UB- va IQ-spektr.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Miqdori: FEK, UB-spektrofotometriya, GX, YuSSX; TDSIS usuli ajratishsiz sezgir tahlil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Ajratish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Rangli va kristall reaksiya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YuQX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UB / IQ / TDSIS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Miqdori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Tahlil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132-136, 135-139, 133-141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Antidepressantlar (amitriptilin, imipramin, fluoksetin va boshqalar) jigarda metabolitlanadi; 5-10% o‘zgarmagan holda peshob bilan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Amitriptilin YuQX da Rf=0,74-0,78, nortriptilin Rf=0,38-0,46; diuretiklar suvli aseton usulida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TDSIS modda molekulalarini ajratishsiz, nanomiqdorda aniqlaydi; YaQNDV buyrak va oshqozon-ichakka xavfli.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131-135, 135-136, 137-141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tritsiklik antidepressant imipramin 1957 yilda sintez qilingan.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TDSIS usuli 1·10-11 g nanomiqdorni xromatografik ajratishsiz aniqlash imkonini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Ibuprofenni o‘z-o‘zini zaharlash maqsadida ko‘p qabul qilish halokatga olib kelgan holat kitobda keltirilgan.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Amitriptilin boshqa moddalar ta’sirini kuchaytiradi va ta’sir vaqtini uzaytiradi; toksikomanlar uni gangituvchi modda sifatida ishlatadi.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Antidepressantlar (amitriptilin, imipramin), karbamazepin va diuretiklar; TDSIS usuli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126, 130-141, 252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130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№065 (TFI Toksikologik kimyo kafedrasi). 9-ma’ruza: Efedrin (efedron), novokain, dikain, dimedrol, siklodol, amitriptilin, imizin (2009).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