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nasha ham «yengil» giyohvandlik vositasi deb hisoblanadimi? Doskada: ma’ruzaning 4 qismi: nasha, ta’sir, rangli reaksiyalar, xromatografiya. Tipik xato: nashani zaharlanish chaqirmaydigan modda deb o‘ylash. Izoh: sillabusda Δ9-TGK, kannabinol, kannabidiol va TGK-COOH (11-nor-9-karboksi-TGK) nomlangan; kitobda TGK-COOH ma’lumoti yo‘q — malaka №107 dan to‘ldirildi.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nashaning turli nomlarini sanang. Doskada: nomlar ro‘yxati: marixuana, gashish, bang, plan. Tipik xato: tarkibda tetragidrokannabinol bo‘lmasa ham nashani giyohvand deb hisoblash: bu keyingi slaydlarda aniqlanadi.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uch savolning har biriga qaysi usul javob beradi? Doskada: 3 savol: tarkib - ta’sir - kelib chiqish. Tipik xato: faqat bitta savolga javob berib xulosa chiqarish.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marixuana tarkibini murakkab aralashma deb nima uchun aytamiz? Doskada: raqamlar: 13-15% - 400 - 70 - 2000. Tipik xato: 70 kannabinoidning hammasini giyohvand deb hisoblash: faqat TGK giyohvand ta’sirga ega (65-bet).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qaysi vositada faol modda eng ko‘p? Doskada: uch vosita va foizlar jadvali. Tipik xato: foizlarni barcha namunalar uchun doimiy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nega bir davrda dori, keyin taqiqlangan vosita? Doskada: 1942 - 1992 - O‘zR ro‘yxati. Tipik xato: AQSh tarixini O‘zbekiston qonunchiligi bilan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nega nashavandlik birinchi o‘rinda turadi? Doskada: nasha vositalari ro‘yxati. Tipik xato: nashavandlikni faqat chekish bilan cheklash.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nima uchun yosh chekuvchilar yoqimsiz belgilarga qaramay davom etadi? Doskada: belgilar zanjiri: yoqimli - yoqimsiz - tashnalik. Tipik xato: birinchi qabul qilishdagi yoqimsiz belgilarni zaharlanish alomati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birinchi fazani qanday nomlaymiz? Doskada: faza 1: qo‘zg‘alish. Tipik xato: fazalarni tartibsiz aytish.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ikkinchi fazaning birinchisidan farqi nima? Doskada: faza 1 va faza 2 solishtirish. Tipik xato: tushkunlikni mastlik tugaganidan keyingi holat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2-6 oydan keyingi o‘zgarishlarni sanang. Doskada: dozaga bog‘liq belgilar: engil - o‘rtacha - psixoz. Tipik xato: nashadan zaharlanish bo‘lmaydi deb o‘ylash: kitobda bu fikr xato va xavfli deyilgan.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nashani spirt bilan birga qabul qilishning xavfi nima? Doskada: xavf omillari: doza, aralashma, uzoq muddat. Tipik xato: marixuanani «zaharsiz» deb hisoblash (kitobda tarixiy qarash sifatida keltirilgan).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nega qonda TGK tez kamayadi, ammo ta’sir uzoq? Doskada: vaqt o‘qi: 5-30 daqiqa - 1,5-3 soat - 5 kun. Tipik xato: siydik va axlat ulushlarini almashtirib yuborish. Kitobda: «20% siydik, 80% axlat bilan» (chiqqan qismga nisbatan, yig‘indisi 100) — boshqa variant. Bir xil qiymat uchun malaka 107 dagi dozaga nisbatan ulush olindi: siydik ~25%, axlat ~65% (14-slayd; 15-deck bilan bir xil).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kitob va malaka ma’lumotlari ulushlari nega farq qiladi? Doskada: metabolizm: o‘pka/jigar - metabolit - siydik/axlat. Kitobda (gmt 65): siydik 20%, axlat 80% — boshqa variant; malaka 107 qiymati (25% / 65%) qabul qilindi.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tasodifiy va surunkali iste’molchi namunalari nega farq qiladi? Doskada: 1-3 kun va 1 hafta. Tipik xato: metabolit topilishini hozirgi mastlik bilan tenglashtirish: u oldingi qabulni ko‘rsatishi mumkin. Izoh: malaka №107: skrining cutoff 100; 50; 20 ng/ml, tasdiqlash 15 ng/ml (asl manbada ehtimol 11-nor-Δ9-TGK kislota); AQSh me’yorlari.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cutoff nima va nima uchun skrining qiymati yuqori? Doskada: skrining &gt; tasdiqlash qiymati. Tipik xato: cutoff dan pastni «iste’mol qilmagan» deb yozish. Izoh: bu qiymatlar AQSh amaliyotidan (Cone, 1996) olingan; O‘zbekiston me’yori emas. Malaka 107 da yulduzcha izohi «ehtimol» deb berilgan; 15 ng/ml tasdiqlovchi chegara 11-nor-9-karboksi-TGK uchun (SAMHSA).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nega kannabinol va kannabidiol giyohvandlik isboti bo‘la olmaydi? Doskada: uch modda: CBN, CBD, TGK. Tipik xato: kannabinolni giyohvand ta’sirli modda deb hisoblash. Izoh: malaka №049 da kannabinol «boshlang‘ich narkotik ta’sir ko‘rsatadi» deyilgan, bu gmt p.65 ga zid — kitob varianti olindi.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nega rangli reaksiya ijobiy bo‘lsa ham yakuniy xulosa chiqarilmaydi? Doskada: bosqichlar zanjiri. Tipik xato: rangli reaksiyani tasdiqlovchi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reaksiyalarning umumiy sezgirligi nima uchun bir xil? (kitobda 1 mkg). Doskada: jadval. Tipik xato: reaktivlar tarkibini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nega spirt bilan ekstraksiya qilinadi? Doskada: 5 bosqichli sxema. Tipik xato: ekstraktni to‘g‘ridan-to‘g‘ri tasdiqlovchi natija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reaktiv tarkibi va rang ketma-ketligini ayting. Doskada: reaktivlar tarkibi va 3 rang. Tipik xato: ranglar tartibini almashtirish. Izoh: ekstrakt filtr qog‘ozga tomizilib, quritilgach yangi tayyorlangan reaktiv purkaladi.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Dyukenua reaktivi tarkibida nima bor? Doskada: 5 qadamli sxema. Tipik xato: reaktiv tarkibini Pauli bilan aralashtirish. Izoh: sillabusdagi «Dyukenua-Levin» nomi kitobda faqat «Dyukenua reaktivi» deb berilgan.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Buke reaksiyasining Pauli reaksiyasidan farqi nima? Doskada: tarkib: H2SO4 : spirt = 2 : 3. Tipik xato: ekstraksiyada spirt o‘rniga etilasetat ishlatilishini unutish.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nega rangli reaksiyalar manfiy bo‘lsa tahlil to‘xtatiladi? Doskada: tahlil zanjiri: rangli - xromatografiya. Tipik xato: musbat rangli reaksiyani nashaning isboti deb yozish.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«guvoh» eritma nima uchun kerak? Doskada: tayyorlash: 1 g - 10 ml - 24 soat - 3 oy. Tipik xato: guvoh eritmani qayta-qayta cheksiz ishlatish: muddati uch oy.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nega qog‘oz dimetilformamid bilan shimdiriladi? Doskada: fazalar: ostki - shimdirish, ustki - harakatlanuvchi. Tipik xato: fazalarni almashtirib yuborish.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Rf bo‘yicha tartibni ayting. Doskada: uch modda: Rf va rang. Tipik xato: Rf ning ±0,05 oralig‘ini e’tiborsiz qoldirish. Izoh: Pauli reaktivi bilan ranglar: kannabidiol - och sariq, kannabinol - sariq, TGK - to‘q sariq (68-bet).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nima uchun TGK hamma usulda yuqorida? Doskada: uch qatorli jadval. Tipik xato: Rf va Rf1 belgilarini adashtirish (Rf1 — ikki marta xromatogramma). Izoh: yupqa qatlam jadvalidagi KSK ustunida kannabinol ± belgisiz berilgan.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nega plastinka ikki marta xromatogramma qilinadi? Doskada: Rf1 va Rfn belgilari. Tipik xato: Rf1 ni oddiy Rf bilan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plastinka turi Rf ga qanday ta’sir qiladi? Doskada: to‘rt modda Rf1 jadvali. Tipik xato: qog‘oz va YuQX Rf qiymatlarini aralashtirish. Izoh: kitobdagi ± belgisi matndan tushib qolgan; jadvaldagi chegaralar 0,05 (TGK kremniy kislotasida 0,01).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GSX da kannabinoidlar tarkibi va miqdori qanday aniqlanadi? Doskada: kolonka - harorat - detektor. Tipik xato: ushlanish vaqtlari jadvalini yodlash: kitobdagi 7-jadval sonlari matndan to‘liq o‘qilmadi. Izoh: 7-jadvaldagi ushlanish vaqtlari (daqiqa-soniya) PDF matnida buzilgan; slaydga kiritilmadi.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ichki standart nima uchun kerak? Doskada: ichki standart: kokain gidroxlorid. Tipik xato: ichki standartni «guvoh» eritma bilan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farmakologik sinov qachon qo‘llanadi? Doskada: kamera: 70 l, 2 g, 30 daqiqa. Tipik xato: sinov hayvonini kokain eritmasidagi sinov bilan aralashtirish (u 34-darsda).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TGK aniqlanmasdan nasha deb xulosa berish mumkinmi? Doskada: xulosa sharti: TGK yoki farmakologik tasdiq. Tipik xato: rangli reaksiyalar asosida xulosa yozish.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nega qo‘ldan olingan tampon yolg‘iz yetarli emas? Doskada: uch ashyo: tampon, so‘lak, chayindi. Tipik xato: faqat qo‘ldan olingan ashyo bo‘yicha chekish haqida xulosa berish.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qaysi ketma-ketlik to‘g‘ri? Doskada: efir ekstrakti - rangli reaksiya - YuQX. Tipik xato: faqat qo‘ldan olingan paxtani chekish isboti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so‘lakda TGK topilishi nimani isbotlaydi? Doskada: ekstraksiya bosqichlari: 10 ml - 5 ml efir x2 - Na2SO4 - YuQX. Tipik xato: so‘lak va chayqalma hajmlarini aralashtirish: 10 ml va 50 ml.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chekish va ichga qabul qilish ta’sirini solishtiring. Doskada: ikki ustun: chekish / ichga. Tipik xato: dozalarni mg va mkg/kg birliklarida aralashtirish. Izoh: malaka №049 (2010) ma’lumoti; kitobda yo‘q.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keys yechimini bosqichma-bosqich ayting. Doskada: yechim zanjiri: ashyo - rangli - YuQX - xulosa. Tipik xato: keysda faqat bitta ashyoni tahlil qilish.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069080"/>
            <a:ext cx="2743200" cy="731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911535" cy="219456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Georgia"/>
              </a:rPr>
              <a:t>Nasha (kannabis) va kannabinoidlar: Δ9-TGK, kannabinol, kannabidiol; metabolizm (TGK-COOH), tahlil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C9A227"/>
                </a:solidFill>
                <a:latin typeface="Calibri"/>
              </a:rPr>
              <a:t>Sud tibbiyoti · ma’ruza taqdimoti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Ma’ruza rejasi va tayanch iboralar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Nasha (kannabis) va kannabinoidlar: Δ9-TGK, kannabinol, kannabidiol; metabolizm (TGK-COOH)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Ma’ruza mavzusi: kannabinoidlar, nasha, uning narkologik ahamiyati, ajratib olish va tahlil usullari.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Reja: nasha turlari, mastlik fazalari, toksikokinetika, rangli reaksiyalar, qog‘oz va yupqa qatlam xromatografiyasi, GSX, farmakologik sinov.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Tayanch so‘zlar: kannabinoid, tetragidrokannabinol, Pauli reaktivi, mustahkam ko‘k B, Dyukenua reaktivi, Buke reaktivi, «guvoh» eritma.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61, 61-70, 66-67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Nasha nima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Nasha (kannabis) va kannabinoidlar: Δ9-TGK, kannabinol, kannabidiol; metabolizm (TGK-COOH)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Nasha — gashish, marixuana, plan, bang, dur’, shira va boshqa nomlar bilan ma’lum: kanop gullaridan chiqadigan shira, barg va boshqa qismlar aralashmasi.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Nasha hind kanopi (Cannabis sativa) gullaridan ajraluvchi, faol giyohvand modda tetragidrokannabinol saqlovchi shiradan iborat.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BMT konvensiyasiga asosan nasha saqlagan har qanday tarkib giyohvandlik vositasi hisoblanadi va muomalasi taqiqlanadi.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Nasha (kanop o‘simligi)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2063496"/>
            <a:ext cx="0" cy="2731008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206349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Nomlari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gashish, marixuana, plan  ·  bang, dur’, shira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782824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782824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Faol modda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tetragidrokannabinol (TGK)  ·  hind kanopi gullari shirasi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479450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4148328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4148328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Huquqiy holati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BMT konvensiyasi: giyohvand vosita  ·  muomalasi taqiqlanadi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Nasha va uning nomlari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61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Nashaning o‘rganilishi va tahlil savollari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Nasha (kannabis) va kannabinoidlar: Δ9-TGK, kannabinol, kannabidiol; metabolizm (TGK-COOH)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1966-1968 yillarda nasha tarkibidagi asosiy moddalar xromatografiya qilinib, farmakologik ta’siri tajriba hayvonlarida o‘rganilgan.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Ashyoviy dalil tahlilida: mahsulot nimadan iborat, kanop qismlari bormi; giyohvand ta’sirga egami?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Uchinchi savol: tekshiriluvchi mahsulot nashaning ishonchli namunasi bilan bir xil kelib chiqishga ega emasmi?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Nasha saqlagan ashyoviy dalil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2063496"/>
            <a:ext cx="0" cy="2731008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206349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1. Tarkib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kanop qismlari bormi?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782824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782824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2. Ta’sir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giyohvand ta’sirga egami?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479450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4148328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4148328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3. Kelib chiqish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ishonchli namuna bilan bir xilmi?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Ashyoviy dalil tahlilidagi savollar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61-62, 62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Marixuana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Nasha (kannabis) va kannabinoidlar: Δ9-TGK, kannabinol, kannabidiol; metabolizm (TGK-COOH)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5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Marixuana o‘simlikning yuqori qismidagi barglar, gullar va mevalardan tashkil topadi.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Undagi biologik faol moddalar (tetragidrokannabinoidlar) miqdori 13-15% ni tashkil etadi.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Quritilgan marixuana tarkibida 400 ga yaqin kimyoviy birikma, 70 dan ziyod kannabinoid aniqlangan.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Chekish vaqtida tutundagi kimyoviy moddalar soni 2000 taga yetishi mumkin.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TGK miqdori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13-15</a:t>
            </a:r>
            <a:r>
              <a:rPr sz="1500" b="0">
                <a:solidFill>
                  <a:srgbClr val="6B7280"/>
                </a:solidFill>
                <a:latin typeface="Calibri"/>
              </a:rPr>
              <a:t>  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578443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8171" y="1417320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Kimyoviy birikmalar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400</a:t>
            </a:r>
            <a:r>
              <a:rPr sz="1500" b="0">
                <a:solidFill>
                  <a:srgbClr val="6B7280"/>
                </a:solidFill>
                <a:latin typeface="Calibri"/>
              </a:rPr>
              <a:t>  ga yaqin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3118104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40680" y="3209544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50408" y="3118104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Kannabinoidlar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70</a:t>
            </a:r>
            <a:r>
              <a:rPr sz="1500" b="0">
                <a:solidFill>
                  <a:srgbClr val="6B7280"/>
                </a:solidFill>
                <a:latin typeface="Calibri"/>
              </a:rPr>
              <a:t>  dan ziyod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3118104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8443" y="3209544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8171" y="3118104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Tutundagi moddalar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2000</a:t>
            </a:r>
            <a:r>
              <a:rPr sz="1500" b="0">
                <a:solidFill>
                  <a:srgbClr val="6B7280"/>
                </a:solidFill>
                <a:latin typeface="Calibri"/>
              </a:rPr>
              <a:t>  gacha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Marixuana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62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Gashish va gashish yog‘i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Nasha (kannabis) va kannabinoidlar: Δ9-TGK, kannabinol, kannabidiol; metabolizm (TGK-COOH)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6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Gashish suyuq, mumsimon, zangori yoki qoramtir; gashish yog‘i — quyuq ekstrakt yoki mumsimon suyuqlik.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Uzoq saqlanganda rangi va agregat holati o‘zgaradi; etil spirti yoki kunjut yog‘ida saqlash maqsadga muvofiq.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43987"/>
                <a:gridCol w="2643987"/>
              </a:tblGrid>
              <a:tr h="76809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Vosita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Faol modda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Marixuana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13-15%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Gashish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2-10%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Gashish yog‘i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10-60%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Faol modda miqdori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62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Huquqiy holati va qo‘llanish yo‘llari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Nasha (kannabis) va kannabinoidlar: Δ9-TGK, kannabinol, kannabidiol; metabolizm (TGK-COOH)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7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1942 yilda AQShda kanopdan olingan preparatlarni tibbiyotda qo‘llashga ruxsat etilgan; 1992 yilga kelib marixuana nazorat qilinadigan ro‘yxatga kiritilgan.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Bu vosita O‘zR giyohvandlik vositalari ro‘yxatiga kiritilgan, qo‘llash taqiqlangan.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Asosan chekiladi (tamakiga qo‘shib 500-750 mg yoki gashish yog‘ini tamakiga qo‘shib); og‘iz orqali chaynash, damlama, ovqatga qo‘shish; in’eksiya kam uchraydi.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1942: AQShda tibbiyotda ruxsat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2199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496312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Farmakopeya, dorixonada sotish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255264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529584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1992: nazorat ro‘yxatiga kiritildi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428853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4562856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O‘zR ro‘yxatida: qo‘llash taqiqlangan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Marixuana: huquqiy holat tarixi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62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Nashavandlik va nasha vositalari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Nasha (kannabis) va kannabinoidlar: Δ9-TGK, kannabinol, kannabidiol; metabolizm (TGK-COOH)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8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Nashaning turli vositalarini iste’mol qilishdan kelib chiqadigan moyillik (kasallik) nashavandlik deb ataladi.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Bu guruhga marixuana, gashish, bang, kif, xusus, plan, haras, dagga kabilar kiradi; o‘simlik Osiyo, Afrika va Janubiy Amerikada uchraydi.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Iste’mol qilinganda ta’siri 15-30 daqiqadan so‘ng boshlanadi; nashavandlik giyohvandlik vositalari orasida birinchi o‘rinda turadi.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63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Nasha mastligi: birinchi qabul qilish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Nasha (kannabis) va kannabinoidlar: Δ9-TGK, kannabinol, kannabidiol; metabolizm (TGK-COOH)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9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Birinchi marta chekilganda avval yoqimli his, so‘ng ko‘ngil aynishi, og‘izda achishish, so‘lak ajralishi, bosh aylanishi kuzatiladi.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Keyin tashnalik, ochlik, shilliq pardalarning yallig‘lanishi, badanga issiq yurish, vaznsizlik rivojlanadi.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Ko‘p kulish, diqqatning chalg‘uvchanligi, fikrlash sur’atining tezlashishi, nutq tig‘izligi paydo bo‘ladi.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63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Qo‘zg‘alish bosqichi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Nasha (kannabis) va kannabinoidlar: Δ9-TGK, kannabinol, kannabidiol; metabolizm (TGK-COOH)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10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Nashavand atrofdagilar bilan muloqotni yo‘qotadi, jahldor, qahrli holat namoyon bo‘ladi.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Emotsional keskin turlanish: gohida darg‘azablik, gohida ko‘tarinki ruh — ekzaltatsiya darajasigacha.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To‘xtovsiz fantaziyalar, illyuziyalar; atrof rang-barang ko‘rinadi, kuchli tovushlar va «aks-sado» eshitiladi.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63, 63-64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Tushkunlik bosqichi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Nasha (kannabis) va kannabinoidlar: Δ9-TGK, kannabinol, kannabidiol; metabolizm (TGK-COOH)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11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Ikkinchi faza — tushkunlikka tushish bosqichi; odatda birinchi bosqichdan ikkinchisiga tez o‘tiladi.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Ranglar xiralashadi, illyuziyalar yo‘qoladi, fantaziyalar o‘chadi, fikrlash keskin tormozlanadi.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O‘rniga qo‘rquv, ta’qibli uzuq-yuluq vasvasali g‘oyalar paydo bo‘ladi, kayfiyat keskin yomonlashadi, vegetativ krizislar sodir bo‘ladi.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1-faza: qo‘zg‘alish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ko‘p kulish, fikrlar tezlashadi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ekzaltatsiya, illyuziyalar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rang-barang tuyuladi, «aks-sado»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2-faza: tushkunlik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ranglar xiralashadi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fikrlash keskin tormozlanadi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qo‘rquv, vasvasali g‘oyalar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vegetativ krizislar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Nasha mastligining ikki fazasi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64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Mastlik og‘irligi va surunkali ta’sir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Nasha (kannabis) va kannabinoidlar: Δ9-TGK, kannabinol, kannabidiol; metabolizm (TGK-COOH)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12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Simptomlar qabul qilingan miqdorga, qabul tezligiga va shaxsning oliy nerv faoliyati xususiyatlariga bog‘liq.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O‘tkir mastlik 1-3 soat davom etib, og‘ir uyqu, behollik va loqaydlik bilan tugaydi.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Ko‘proq suiste’mol qilinsa psixoz: gallyusinatsiyalar, ta’qiblanish, vasvasali g‘oyalar, keskin harakat qo‘zg‘alishi.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Muntazam qabul qilinsa 2-6 oydan so‘ng psixik asteniya, xotira pasayishi, apatiya paydo bo‘ladi.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Engil mastlik (kam miqdor)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O‘tkir mastlik: 1-3 soat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Og‘ir uyqu, behollik, loqaydlik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Suiste’mol: psixoz, gallyusinatsiya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2-6 oydan so‘ng: psixik asteniya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Mastlik og‘irligi bo‘yicha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64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Nasha bilan zaharlanish xavfi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Nasha (kannabis) va kannabinoidlar: Δ9-TGK, kannabinol, kannabidiol; metabolizm (TGK-COOH)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13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Nashadan zaharlanish hollari bo‘lmaydi deb tushunish xato va xavfli.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Nasha inson oliy nerv sistemasiga kuchli ta’sir etishi oqibatida asab xastaliklariga olib keladi; organizm o‘sishiga katta zarar yetkazadi.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Nashani opiy bilan qo‘shib chekish yoki spirtli ichimliklar bilan qo‘llash alahsirash va psixik o‘zgarishlarga olib keladi.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64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Kannabinoidlar toksikokinetikasi (kitob)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Nasha (kannabis) va kannabinoidlar: Δ9-TGK, kannabinol, kannabidiol; metabolizm (TGK-COOH)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14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Chekishdan bir necha daqiqada so‘rilish boshlanadi; 5-30 daqiqada kannabinoidlar va 9-TGK yuqori ko‘rsatkichga ega, so‘ng qonda tez kamayadi.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Boshqa yo‘llar bilan tushganda ta’sir muddati 1,5-3 soat.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Kannabinoidlar asosan jigarda metabolizmga uchraydi; besh kun ichida dozaning 80-90% i organizmdan chiqariladi.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Eng yuqori ko‘rsatkich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5-30</a:t>
            </a:r>
            <a:r>
              <a:rPr sz="1500" b="0">
                <a:solidFill>
                  <a:srgbClr val="6B7280"/>
                </a:solidFill>
                <a:latin typeface="Calibri"/>
              </a:rPr>
              <a:t>  daqiqa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578443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8171" y="1417320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Boshqa yo‘llar: ta’sir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1,5-3</a:t>
            </a:r>
            <a:r>
              <a:rPr sz="1500" b="0">
                <a:solidFill>
                  <a:srgbClr val="6B7280"/>
                </a:solidFill>
                <a:latin typeface="Calibri"/>
              </a:rPr>
              <a:t>  soat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3118104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40680" y="3209544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50408" y="3118104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5 kunda chiqadi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80-90</a:t>
            </a:r>
            <a:r>
              <a:rPr sz="1500" b="0">
                <a:solidFill>
                  <a:srgbClr val="6B7280"/>
                </a:solidFill>
                <a:latin typeface="Calibri"/>
              </a:rPr>
              <a:t>  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3118104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8443" y="3209544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8171" y="3118104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Metabolizm joyi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jigar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Toksikokinetika (kitob)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65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TGK metabolizmi va ajralishi (malaka №107)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Nasha (kannabis) va kannabinoidlar: Δ9-TGK, kannabinol, kannabidiol; metabolizm (TGK-COOH)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15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TGK keng metabolizmga uchraydi: siydik bilan o‘zgarmagan holda 1% dan kam chiqadi; asosan siydik (25%) va axlat (65%) orqali chiqariladi.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Chekishda dastlabki metabolizm o‘pkada, og‘iz orqali qabul qilinganda jigarda boshlanadi.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72 soatdan so‘ng chekilgan TGK ning taxminan 50% i metabolit holida chiqadi.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Plazmada TGK yarim chiqish davri uzun, odatda 20 soatdan ortiq.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Siydikda o‘zgarmagan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&lt;1</a:t>
            </a:r>
            <a:r>
              <a:rPr sz="1500" b="0">
                <a:solidFill>
                  <a:srgbClr val="6B7280"/>
                </a:solidFill>
                <a:latin typeface="Calibri"/>
              </a:rPr>
              <a:t>  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578443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8171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Siydik orqali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25</a:t>
            </a:r>
            <a:r>
              <a:rPr sz="1500" b="0">
                <a:solidFill>
                  <a:srgbClr val="6B7280"/>
                </a:solidFill>
                <a:latin typeface="Calibri"/>
              </a:rPr>
              <a:t>  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40680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50408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Axlat orqali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65</a:t>
            </a:r>
            <a:r>
              <a:rPr sz="1500" b="0">
                <a:solidFill>
                  <a:srgbClr val="6B7280"/>
                </a:solidFill>
                <a:latin typeface="Calibri"/>
              </a:rPr>
              <a:t>  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8443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8171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72 soatdan so‘ng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~50</a:t>
            </a:r>
            <a:r>
              <a:rPr sz="1500" b="0">
                <a:solidFill>
                  <a:srgbClr val="6B7280"/>
                </a:solidFill>
                <a:latin typeface="Calibri"/>
              </a:rPr>
              <a:t>  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97096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40680" y="4288536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550408" y="4197096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Plazmada T1/2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&gt;20</a:t>
            </a:r>
            <a:r>
              <a:rPr sz="1500" b="0">
                <a:solidFill>
                  <a:srgbClr val="6B7280"/>
                </a:solidFill>
                <a:latin typeface="Calibri"/>
              </a:rPr>
              <a:t>  soat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TGK ajralishi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Malaka materiali №107., TGK metabolizmi va ajralishi; biosuyuqliklarda aniqlash muddatlari, betlar: metabolizm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9-karboksi-TGK: siydikda aniqlash muddati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Nasha (kannabis) va kannabinoidlar: Δ9-TGK, kannabinol, kannabidiol; metabolizm (TGK-COOH)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16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Chiqarilayotgan asosiy metabolit 9-karboksi-TGK; uning ajralishi uzoq davom etadi.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Tasodifiy iste’molchida metabolit siydikda 1-3 kun, surunkali chekuvchida oxirgi qabuldan keyin bir haftadan ortiq aniqlanadi.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CDRH 1997: kannabinoidlar siydikda qabuldan 1-3 soat o‘tgach paydo bo‘ladi va 1-7 kun aniqlanadi.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Tasodifiy iste’molchi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1-3</a:t>
            </a:r>
            <a:r>
              <a:rPr sz="1500" b="0">
                <a:solidFill>
                  <a:srgbClr val="6B7280"/>
                </a:solidFill>
                <a:latin typeface="Calibri"/>
              </a:rPr>
              <a:t>  kun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578443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8171" y="1417320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Surunkali chekuvchi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&gt;1</a:t>
            </a:r>
            <a:r>
              <a:rPr sz="1500" b="0">
                <a:solidFill>
                  <a:srgbClr val="6B7280"/>
                </a:solidFill>
                <a:latin typeface="Calibri"/>
              </a:rPr>
              <a:t>  hafta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3118104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40680" y="3209544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50408" y="3118104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CDRH: paydo bo‘lishi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1-3</a:t>
            </a:r>
            <a:r>
              <a:rPr sz="1500" b="0">
                <a:solidFill>
                  <a:srgbClr val="6B7280"/>
                </a:solidFill>
                <a:latin typeface="Calibri"/>
              </a:rPr>
              <a:t>  soat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3118104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8443" y="3209544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8171" y="3118104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CDRH: aniqlanishi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1-7</a:t>
            </a:r>
            <a:r>
              <a:rPr sz="1500" b="0">
                <a:solidFill>
                  <a:srgbClr val="6B7280"/>
                </a:solidFill>
                <a:latin typeface="Calibri"/>
              </a:rPr>
              <a:t>  kun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Metabolitni siydikda aniqlash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Malaka materiali №107., TGK metabolizmi va ajralishi; biosuyuqliklarda aniqlash muddatlari, betlar: metabolizm; Malaka materiali №042., Narkotiklarni siydikda aniqlash intervallari, betlar: kannabinoidlar qatori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Skrining va tasdiqlash chegarasi (malaka №107)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Nasha (kannabis) va kannabinoidlar: Δ9-TGK, kannabinol, kannabidiol; metabolizm (TGK-COOH)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17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Marixuana uchun siydik skriningida cutoff 100; 50 va 20 ng/ml qiymatlari berilgan.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Tasdiqlashda 15 ng/ml — 11-nor-9-karboksi-TGK (TGK ning asosiy metaboliti) uchun.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2606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43987"/>
                <a:gridCol w="2643987"/>
              </a:tblGrid>
              <a:tr h="86868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Bosqich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Qiymat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Skrining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100; 50; 20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Tasdiqlash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15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Marixuana cutoff, ng/ml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Malaka materiali №107., TGK metabolizmi va ajralishi; biosuyuqliklarda aniqlash muddatlari, betlar: cutoff jadvali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Nashaning kimyoviy tarkibi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Nasha (kannabis) va kannabinoidlar: Δ9-TGK, kannabinol, kannabidiol; metabolizm (TGK-COOH)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18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Nasha ko‘p komponentli murakkab aralashma; fenolli funksional guruhlar saqlovchi dibenzpiran hosilalari — kannabinollardan tarkib topgan.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Doimiy uchraydigan kannabinollar: kannabinol, kannabidiol va tetragidrokannabinol.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Ulardan faqat tetragidrokannabinol giyohvand ta’sirga ega, shuning uchun giyohvandlik xossasi TGK ni aniqlash bilan belgilanadi.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Nasha tarkibi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2063496"/>
            <a:ext cx="0" cy="2731008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206349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Kannabinol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giyohvand ta’sir yo‘q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782824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782824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Kannabidiol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giyohvand ta’sir yo‘q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479450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4148328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4148328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Tetragidrokannabinol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faqat shu giyohvand ta’sirli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Kannabinollar (dibenzpiran hosilalari)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65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Kannabinoidlar tahlilining umumiy sxemasi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Nasha (kannabis) va kannabinoidlar: Δ9-TGK, kannabinol, kannabidiol; metabolizm (TGK-COOH)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19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Ashyoviy dalilda avval morfologik tekshirish, so‘ngra kimyoviy reaksiyalar o‘tkaziladi.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Pauli, mustahkam ko‘k B, Dyukenua va Buke reaksiyalari nasha uchun xususiy emas; ijobiy bo‘lsa xromatografiya zarur.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Qog‘oz, yupqa qatlam va gaz-suyuqlik xromatografiya TGK ni aniqlash uchun; zarur bo‘lsa farmakologik sinov.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Morfologik tekshirish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Spirtli ekstrakt, rangli reaksiyalar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Qog‘oz, YuQX, GSX xromatografiya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TGK aniqlanadi (guvoh bilan)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Zarur bo‘lsa: farmakologik sinov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Nasha tahlili bosqichlari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62-63, 66-67, 67-70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Rangli reaksiyalar taqqoslash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Nasha (kannabis) va kannabinoidlar: Δ9-TGK, kannabinol, kannabidiol; metabolizm (TGK-COOH)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20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Pauli reaktivi va mustahkam ko‘k B: qizil-pushti, so‘ng ko‘kish, oxirida to‘q-pushti; sezgirlik 1 mkg.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Dyukenua reaktivi: pushti, ko‘k, so‘ng to‘q-pushti rang; sezgirlik 1 mkg.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Buke reaktivi: qizil-qo‘ng‘ir rang; sezgirlik 1 mkg.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7888"/>
                <a:gridCol w="2672776"/>
                <a:gridCol w="1337310"/>
              </a:tblGrid>
              <a:tr h="76809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Reaktiv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Rang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Sezgirlik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Pauli / ko‘k B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qizil-pushti, ko‘kish, to‘q-pushti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1 mkg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Dyukenua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pushti, ko‘k, to‘q-pushti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1 mkg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Buke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qizil-qo‘ng‘ir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1 mkg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Rangli reaksiyalar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66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Kannabinoidlarni ajratib olish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Nasha (kannabis) va kannabinoidlar: Δ9-TGK, kannabinol, kannabidiol; metabolizm (TGK-COOH)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21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1 g tekshiriluvchi namuna ustiga 10 ml 96% spirt qo‘shib yaxshilab aralashtiriladi.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1 soat bo‘ktirilgach filtrlanadi va kannabinoidlar borligi tekshiriladi.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Spirtli ekstrakt filtr qog‘ozga nuqta holida shimdiriladi, quritilgach reaktivlar purkaladi.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 g namuna + 10 ml 96% spirt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 soat bo‘ktirish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Filtrlash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Filtr qog‘ozga nuqta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Reaktiv purkash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Spirtli ekstrakt tayyorlash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66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Pauli reaktivi va mustahkam ko‘k 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Nasha (kannabis) va kannabinoidlar: Δ9-TGK, kannabinol, kannabidiol; metabolizm (TGK-COOH)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22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Pauli reaktivi: 0,05% diazotirlangan sulfanil kislotasining natriy karbonatning 10% eritmasidagi aralashmasi.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Mustahkam ko‘k B: 0,05% eritma, natriy karbonatning 10% yoki 1 M natriy ishqori eritmasida.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Kannabinoidlar bo‘lsa avval qizil-pushti, so‘ng ko‘kish, oxirida to‘q-pushti rang hosil bo‘ladi; sezgirligi 1 mkg.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933956"/>
            <a:ext cx="2278227" cy="91440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Spirtli ekstrakt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40680" y="2848356"/>
            <a:ext cx="2278227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C9A227"/>
                </a:solidFill>
                <a:latin typeface="Calibri"/>
              </a:rPr>
              <a:t>+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40680" y="3140964"/>
            <a:ext cx="2278227" cy="91440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Pauli reaktivi yoki ko‘k B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273387" y="2537460"/>
            <a:ext cx="2278227" cy="91440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Qizil-pushti, ko‘kish, to‘q-pushti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810347" y="2994660"/>
            <a:ext cx="1371600" cy="0"/>
          </a:xfrm>
          <a:prstGeom prst="line">
            <a:avLst/>
          </a:prstGeom>
          <a:ln w="50800">
            <a:solidFill>
              <a:srgbClr val="C9A22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5440680" y="4709160"/>
            <a:ext cx="6110935" cy="731520"/>
          </a:xfrm>
          <a:prstGeom prst="roundRect">
            <a:avLst>
              <a:gd name="adj" fmla="val 8000"/>
            </a:avLst>
          </a:prstGeom>
          <a:solidFill>
            <a:srgbClr val="FFF6D6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36576" bIns="36576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0B1F3A"/>
                </a:solidFill>
                <a:latin typeface="Calibri"/>
              </a:rPr>
              <a:t>Kuzatuv:  </a:t>
            </a:r>
            <a:r>
              <a:rPr sz="1500" b="0">
                <a:solidFill>
                  <a:srgbClr val="1F2937"/>
                </a:solidFill>
                <a:latin typeface="Calibri"/>
              </a:rPr>
              <a:t>sezgirligi 1 mkg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Pauli reaktivi va mustahkam ko‘k 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66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Dyukenua reaksiyasi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Nasha (kannabis) va kannabinoidlar: Δ9-TGK, kannabinol, kannabidiol; metabolizm (TGK-COOH)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23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Dyukenua reaktivi: 2 g vanilin 100 ml asetaldegidning spirtdagi 1% eritmasida eritiladi.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0,2 g namunaga 2 ml reaktiv qo‘shib 1 daqiqa chayqatiladi, so‘ng 1 ml kons. HCl qo‘shiladi.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Avval pushti, ko‘k, so‘ng to‘q-pushti rang hosil bo‘ladi; reaksiya sezgirligi 1 mkg.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0,2 g namuna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+ 2 ml reaktiv, 1 daqiqa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+ 1 ml kons. HCl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Pushti - ko‘k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To‘q-pushti rang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Dyukenua reaksiyasi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66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Buke reaksiyasi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Nasha (kannabis) va kannabinoidlar: Δ9-TGK, kannabinol, kannabidiol; metabolizm (TGK-COOH)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24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Buke reaktivi: 2 qism konsentrlangan sulfat kislota va 3 qism 96% etil spirti aralashmasi.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1 g namuna uch marta (5 ml dan) etilasetat bilan ekstraksiyalanadi; ekstrakt faollashtirilgan ko‘mir bilan tozalanadi va parlatiladi.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Qoldiq 1 ml asetonda eritilib, 0,5 ml yangi tayyorlangan Buke reaktivi qo‘shiladi: qizil-qo‘ng‘ir rang; sezgirligi 1 mkg.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2162556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Ekstraksiya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1 g namuna, 3 marta 5 ml etilasetat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8171" y="2162556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18523" y="1417320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Tozalash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faol ko‘mir, parlatish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3493008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4238244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3493008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Qoldiq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1 ml asetonda eritiladi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3493008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88171" y="4238244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8523" y="3493008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Reaktiv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0,5 ml Buke: qizil-qo‘ng‘ir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Buke reaksiyasi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66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Rangli reaksiyalarni baholash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Nasha (kannabis) va kannabinoidlar: Δ9-TGK, kannabinol, kannabidiol; metabolizm (TGK-COOH)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25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Yuqoridagi reaksiyalar nasha uchun xususiy emas: TGK saqlamagan nasha o‘simliklari va boshqa kannabinoidlar ham berishi mumkin.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Reaksiya natijalari ijobiy bo‘lmasa, qo‘shimcha tekshirishga hojat yo‘q: namuna nasha saqlamaydi degan xulosa beriladi.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Ijobiy natijada TGK borligini hal qilish uchun qog‘oz, yupqa qatlam va gaz-suyuqlik xromatografik tahlil o‘tkaziladi.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Salbiy natija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qo‘shimcha tekshirish shart emas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namuna nasha saqlamaydi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Ijobiy natija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reaksiyalar nasha uchun xususiy emas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TGK borligini hal qilish kerak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qog‘oz, yupqa qatlam, GSX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Rangli reaksiya natijasi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67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«Guvoh» eritmani tayyorlash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Nasha (kannabis) va kannabinoidlar: Δ9-TGK, kannabinol, kannabidiol; metabolizm (TGK-COOH)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26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Kannabinoidlarni alohida ajratish qiyin va ular barqaror emas, shuning uchun «guvoh» sifatida faol TGK saqlagan nasha navi olinadi.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1 g faol nasha 10 ml 96% etil spirti bilan 24 soat uy haroratida bo‘ktiriladi, filtrlanadi.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Ekstrakt qo‘ng‘ir germetik idishda 10 ml gacha spirt bilan to‘ldirilib sovitgichda saqlanadi; uch oy ishlatish mumkin.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Tortma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1 g faol nasha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8171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18523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Bo‘ktirish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10 ml 96% etil spirti, 24 soat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Filtrlash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ekstrakt ajratiladi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88171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8523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Saqlash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qo‘ng‘ir germetik idish, sovitgich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84904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550408" y="4584192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80760" y="4184904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Muddat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uch oy ishlatish mumkin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«Guvoh» eritma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67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Qog‘oz xromatografiya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Nasha (kannabis) va kannabinoidlar: Δ9-TGK, kannabinol, kannabidiol; metabolizm (TGK-COOH)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27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«S» markali xromatografik qog‘ozdan 3x30 sm tasma kesiladi.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Qo‘zg‘aluvchi faza: yangi haydalgan dimetilformamid va siklogeksan 1:5, ajratgich voronkasida 3 daqiqa chayqatiladi.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Ostki qism qog‘ozni shimdirishga, ustki siklogeksan qismi qo‘zg‘aluvchi faza sifatida ishlatiladi; faza 250 mm yuguradi, 60 °C da quritiladi.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Qog‘oz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«S» markali, 3x30 sm tasma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8171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18523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Faza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dimetilformamid:siklogeksan 1:5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Shimdirish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ostki qism qog‘ozga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88171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8523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Yugurish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ustki faza, 250 mm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84904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550408" y="4584192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80760" y="4184904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Quritish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60 °C, Pauli yoki ko‘k 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Qog‘oz xromatografiya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67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Qog‘oz xromatografiya natijalari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Nasha (kannabis) va kannabinoidlar: Δ9-TGK, kannabinol, kannabidiol; metabolizm (TGK-COOH)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28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Quritilgan xromatogramma Pauli yoki mustahkam ko‘k B bilan purkaladi; Rf bo‘yicha aniqlanadi.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Eng yuqori Rf — tetragidrokannabinol (0,83), eng pasti — kannabidiol (0,21).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36520"/>
                <a:gridCol w="605486"/>
                <a:gridCol w="2045969"/>
              </a:tblGrid>
              <a:tr h="76809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Modda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Rf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Ko‘k B bilan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Kannabidiol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0,21±0,05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sarg‘ish-pushti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Kannabinol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0,56±0,05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qizil-pushti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Tetragidrokannabinol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0,83±0,05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binafsha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4-jadval: Rf va ranglar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67, 68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Rf qiymatlarini taqqoslash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Nasha (kannabis) va kannabinoidlar: Δ9-TGK, kannabinol, kannabidiol; metabolizm (TGK-COOH)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29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Qog‘oz xromatografiyada kannabidiol 0,21, kannabinol 0,56, TGK 0,83 (±0,05).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Yupqa qatlamda kremniy kislotasi va KSK plastinkalarida Rf1 qiymatlari berilgan.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Har uch usulda TGK eng yuqori Rf ga ega, kannabidiol eng pastiga.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21560"/>
                <a:gridCol w="1195578"/>
                <a:gridCol w="575259"/>
                <a:gridCol w="1195578"/>
              </a:tblGrid>
              <a:tr h="768096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Modda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Qog‘oz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Kremniy k-ta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KSK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Kannabidiol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0,21±0,05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0,32±0,05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0,41±0,05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Kannabinol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0,56±0,05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0,75±0,05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0,75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Tetragidrokannabinol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0,83±0,05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0,98±0,01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0,91±0,05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Rf qiymatlari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68, 69, 68-69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Yupqa qatlam xromatografiyasi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Nasha (kannabis) va kannabinoidlar: Δ9-TGK, kannabinol, kannabidiol; metabolizm (TGK-COOH)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30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Silikagel KSK va kremniy kislotali plastinkalar 110 °C da 30 daqiqa faollashtiriladi.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Qo‘zg‘almas faza: dimetilformamid bilan to‘yintirilgan plastinka (dimetilformamid:benzol 1:1 idishda); keyin siklogeksan kamerasida 15 sm gacha ko‘tariladi.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Kannabinoidlar sekin harakatlangani uchun plastinka ikkinchi marta siklogeksanda xromatogramma qilinadi; Rf1 deb belgilanadi.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Faollash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110 °C da 30 daqiqa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8171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18523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To‘yintirish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dimetilformamid:benzol 1:1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Namuna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start chizig‘iga namuna va guvoh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88171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8523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Siklogeksan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15 sm gacha ko‘tariladi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84904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550408" y="4584192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80760" y="4184904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Takror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ikkinchi marta; Rf1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Yupqa qatlam xromatografiya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68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YuQX natijalari (5-jadval)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Nasha (kannabis) va kannabinoidlar: Δ9-TGK, kannabinol, kannabidiol; metabolizm (TGK-COOH)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31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Pauli reaktivi va mustahkam ko‘k B bilan purkab ranglar baholanadi.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TGK ning Rf1 qiymati kremniy kislotasida 0,98±0,01, KSK da 0,91±0,05.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36520"/>
                <a:gridCol w="959816"/>
                <a:gridCol w="1691639"/>
              </a:tblGrid>
              <a:tr h="61447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Modda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Rf1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Ko‘k B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Kannabidiol k-tasi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0,14 / 0,13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pushti-qizil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Kannabidiol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0,32 / 0,41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sariq-qizil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Kannabinol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0,75 / 0,75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pushti-qizil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Tetragidrokannabinol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0,98 / 0,91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pushti-qizil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Rf1: kremniy k-ta / KSK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69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GSX sharoitlari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Nasha (kannabis) va kannabinoidlar: Δ9-TGK, kannabinol, kannabidiol; metabolizm (TGK-COOH)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32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Kolonka 2000x4 mm; qo‘zg‘almas faza — 3% metilsilikon elastomeri (SE-30), qattiq faza xromosorb W,P yoki sferoxrom-1.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Kolonka harorati 212 °C, bug‘latgich va detektor harorati 250 °C; tashuvchi gaz — azot (yoki geliy).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Detektor — alanga-ionlanuvchi; tahlil namunasi 10 mikrolitr.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Kolonka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2000x4</a:t>
            </a:r>
            <a:r>
              <a:rPr sz="1500" b="0">
                <a:solidFill>
                  <a:srgbClr val="6B7280"/>
                </a:solidFill>
                <a:latin typeface="Calibri"/>
              </a:rPr>
              <a:t>  mm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578443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8171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Qo‘zg‘almas faza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SE-30 3%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40680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50408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Kolonka harorati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212</a:t>
            </a:r>
            <a:r>
              <a:rPr sz="1500" b="0">
                <a:solidFill>
                  <a:srgbClr val="6B7280"/>
                </a:solidFill>
                <a:latin typeface="Calibri"/>
              </a:rPr>
              <a:t>  °C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8443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8171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Bug‘latgich/detektor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250</a:t>
            </a:r>
            <a:r>
              <a:rPr sz="1500" b="0">
                <a:solidFill>
                  <a:srgbClr val="6B7280"/>
                </a:solidFill>
                <a:latin typeface="Calibri"/>
              </a:rPr>
              <a:t>  °C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97096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40680" y="4288536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550408" y="4197096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Namuna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10</a:t>
            </a:r>
            <a:r>
              <a:rPr sz="1500" b="0">
                <a:solidFill>
                  <a:srgbClr val="6B7280"/>
                </a:solidFill>
                <a:latin typeface="Calibri"/>
              </a:rPr>
              <a:t>  mkl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GSX sharoitlari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69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GSX: miqdoriy aniqlash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Nasha (kannabis) va kannabinoidlar: Δ9-TGK, kannabinol, kannabidiol; metabolizm (TGK-COOH)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33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GSX yordamida nasha kannabinoidlarining tarkibi va miqdori aniqlanadi.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Faol kannabinoidlarning miqdori harorat rejimi dasturlanadigan xromatograflarda ichki standartlash usulida bajariladi.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Ichki standart sifatida kokain gidroxloriddan foydalaniladi.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69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Farmakologik tekshirish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Nasha (kannabis) va kannabinoidlar: Δ9-TGK, kannabinol, kannabidiol; metabolizm (TGK-COOH)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34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Kimyoviy va fizik-kimyoviy usullar yetarli bo‘lmasa, qo‘shimcha farmakologik nazorat o‘tkazilishi mumkin; uni vrach-farmakolog va vrach-toksikologlar bajaradi.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Mushuklarda yoki sichqonlarda ingalyatsion usulda: 70 l kamerada 2 g nasha bo‘lagi yoqilib, hayvonlar 30 daqiqa saqlanadi.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Kutiladigan belgilar: qisqa muddatli serharakat qo‘zg‘alish, midriaz, salivatsiya, 2 soatgacha harakatsizlik.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Kamera hajmi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70</a:t>
            </a:r>
            <a:r>
              <a:rPr sz="1500" b="0">
                <a:solidFill>
                  <a:srgbClr val="6B7280"/>
                </a:solidFill>
                <a:latin typeface="Calibri"/>
              </a:rPr>
              <a:t>  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578443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8171" y="1417320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Nasha bo‘lagi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2</a:t>
            </a:r>
            <a:r>
              <a:rPr sz="1500" b="0">
                <a:solidFill>
                  <a:srgbClr val="6B7280"/>
                </a:solidFill>
                <a:latin typeface="Calibri"/>
              </a:rPr>
              <a:t>  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3118104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40680" y="3209544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50408" y="3118104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Hayvonlar saqlanadi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30</a:t>
            </a:r>
            <a:r>
              <a:rPr sz="1500" b="0">
                <a:solidFill>
                  <a:srgbClr val="6B7280"/>
                </a:solidFill>
                <a:latin typeface="Calibri"/>
              </a:rPr>
              <a:t>  daqiqa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3118104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8443" y="3209544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8171" y="3118104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Harakatsizlik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2</a:t>
            </a:r>
            <a:r>
              <a:rPr sz="1500" b="0">
                <a:solidFill>
                  <a:srgbClr val="6B7280"/>
                </a:solidFill>
                <a:latin typeface="Calibri"/>
              </a:rPr>
              <a:t>  soat gacha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Ingalyatsion sinov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70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Natijani baholash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Nasha (kannabis) va kannabinoidlar: Δ9-TGK, kannabinol, kannabidiol; metabolizm (TGK-COOH)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35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TGK aniqlamasdan yoki farmakologik tekshirmasdan «nasha» deb xulosa chiqarib bo‘lmaydi.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Chekuvchining og‘iz bo‘shlig‘i, labi, barmoqlari va kaftida nasha yuqi saqlanib qoladi.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Rangli reaksiyalar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Xromatografiya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TGK aniqlanadi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Yoki farmakologik sinov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Xulosa: nasha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Nasha deb xulosa berish sharti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70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Nasha chekilgan holatni aniqlash: ashyolar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Nasha (kannabis) va kannabinoidlar: Δ9-TGK, kannabinol, kannabidiol; metabolizm (TGK-COOH)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36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Gumon qilingan shaxsning qo‘li spirt shimdirilgan paxta yoki doka tampon bilan artib olinadi.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So‘lak va og‘iz bo‘shlig‘idan osh tuzi bilan to‘yintirilgan 50 ml 70% spirt bilan chayindi olinadi.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Tamponlar, so‘lak va chayindi ayrim idishlarda toksikologik laboratoriyaga yuboriladi.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Ashyolar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2063496"/>
            <a:ext cx="0" cy="2731008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206349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Qo‘l artmasi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spirt shimdirilgan paxta/doka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782824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782824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B1F3A"/>
                </a:solidFill>
                <a:latin typeface="Calibri"/>
              </a:rPr>
              <a:t>So‘lak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479450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4148328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4148328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Chayindi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50 ml 70% spirt, NaCl bilan to‘yingan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Ashyoviy dalillar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70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Kannabinoidlarni paxta va dokadan ajratish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Nasha (kannabis) va kannabinoidlar: Δ9-TGK, kannabinol, kannabidiol; metabolizm (TGK-COOH)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37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Paxta yoki doka bo‘laklari 2 marta 1 daqiqa 5 ml dietil efir bilan ekstraksiya qilinadi.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Efir 0,5-1 ml qolguncha parlatiladi; avval filtr qog‘ozdagi rangli reaksiyalar o‘tkaziladi.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Reaksiyalar ijobiy bo‘lsa, TGK yupqa qatlam xromatografiyada tekshiriladi; rangli dog‘ bo‘lmasa kannabinoidlar yo‘q.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70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So‘lak va chayindi tahlili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Nasha (kannabis) va kannabinoidlar: Δ9-TGK, kannabinol, kannabidiol; metabolizm (TGK-COOH)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38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Gumon qilingan shaxsdan 10 ml so‘lak va 50 ml osh tuzi bilan to‘yingan 70% spirtli chayqatma birga qo‘shib tekshiriladi.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Aralashmadan 10 ml olinib, 10 ml NaCl to‘yingan eritmasi bilan aralashtiriladi va 5 ml dietil efir bilan ikki marta 5 daqiqa ekstraksiyalanadi.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Efir qismlari birlashtirilib, 2 g suvsiz Na2SO4 dan o‘tkaziladi, 0,5 ml gacha parlatiladi va YuQX da tekshiriladi.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So‘lak va chayqalmada TGK aniqlansa, shaxs nasha chekkan degan xulosa berish mumkin.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Namuna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10 ml so‘lak + 50 ml chayqatma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8171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18523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NaCl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10 ml olinib, 10 ml to‘yingan NaCl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Ekstraksiya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5 ml dietil efir, 2x5 daqiqa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88171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8523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Quritish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2 g suvsiz Na2SO4 dan o‘tkaziladi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84904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550408" y="4584192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80760" y="4184904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YuQX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0,5 ml gacha parlatib tekshiriladi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So‘lak va chayindi tahlili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70-71, 71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Doza va qabul qilish (malaka №049)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Nasha (kannabis) va kannabinoidlar: Δ9-TGK, kannabinol, kannabidiol; metabolizm (TGK-COOH)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39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Minimal doza TGK 5 mg; og‘iz orqali ta’sirli doza 50-200 mg; chekishdagi ta’sirli doza 25-50 mkg/kg.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Chekishda ta’sir bir necha daqiqada, ichga qabul qilinganda 20-120 daqiqada ko‘rinadi.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Ta’sir chekishda 2-3 soat, ichga qabul qilishda 3-6 soat saqlanadi.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Minimal doza (TGK)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5</a:t>
            </a:r>
            <a:r>
              <a:rPr sz="1500" b="0">
                <a:solidFill>
                  <a:srgbClr val="6B7280"/>
                </a:solidFill>
                <a:latin typeface="Calibri"/>
              </a:rPr>
              <a:t>  mg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578443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8171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Og‘iz orqali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50-200</a:t>
            </a:r>
            <a:r>
              <a:rPr sz="1500" b="0">
                <a:solidFill>
                  <a:srgbClr val="6B7280"/>
                </a:solidFill>
                <a:latin typeface="Calibri"/>
              </a:rPr>
              <a:t>  mg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40680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50408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Chekishda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25-50</a:t>
            </a:r>
            <a:r>
              <a:rPr sz="1500" b="0">
                <a:solidFill>
                  <a:srgbClr val="6B7280"/>
                </a:solidFill>
                <a:latin typeface="Calibri"/>
              </a:rPr>
              <a:t>  mkg/kg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8443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8171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Ta’sir: chekish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2-3</a:t>
            </a:r>
            <a:r>
              <a:rPr sz="1500" b="0">
                <a:solidFill>
                  <a:srgbClr val="6B7280"/>
                </a:solidFill>
                <a:latin typeface="Calibri"/>
              </a:rPr>
              <a:t>  soat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97096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40680" y="4288536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550408" y="4197096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Ta’sir: ichga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3-6</a:t>
            </a:r>
            <a:r>
              <a:rPr sz="1500" b="0">
                <a:solidFill>
                  <a:srgbClr val="6B7280"/>
                </a:solidFill>
                <a:latin typeface="Calibri"/>
              </a:rPr>
              <a:t>  soat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Doza va ta’sir muddati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Malaka materiali №049 (TFI Toksikologik kimyo kafedrasi)., 4-ma’ruza: Nasha. Kannabinoidlar. Nashavandlik, betlar: doza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Amaliy keys va nazorat savollari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Nasha (kannabis) va kannabinoidlar: Δ9-TGK, kannabinol, kannabidiol; metabolizm (TGK-COOH)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40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Keys: giyohvand deb gumon qilingan shaxsning so‘lagi va barmoqlaridan olingan spirtli tampon ob’ekt sifatida keltirilgan; qaysi moddalarga tahlil kerak?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Yechim sxemasi: tampon - rangli reaksiyalar; so‘lak va chayindi - YuQX; TGK topilsa nasha chekilgan.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Nazorat: nasha nima; kannabinoidlar formulasi; chekish faktini aniqlash; ashyolar; xromatografik aniqlash; nashadan olinadigan vositalar.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Qo‘l tamponi: rangli reaksiyalar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2199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496312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So‘lak va chayindi: YuQX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255264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529584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TGK topildi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428853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4562856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Xulosa: nasha chekilgan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Keys yechimi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71, 70-71, 79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Qiziqarli ma’lumotlar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Nasha (kannabis) va kannabinoidlar: Δ9-TGK, kannabinol, kannabidiol; metabolizm (TGK-COOH)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41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Eslab qolish: Pauli reaktivi — 0,05% diazotirlangan sulfanil kislotasi (Na2CO3 10%); Dyukenua — vanilin va asetaldegid; Buke — H2SO4 va spirt 2:3.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Muhim farq: marixuanada faol modda 13-15%, gashishda 2-10%, gashish yog‘ida 10-60%.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Amaliy maslahat: rangli reaksiyalar nasha uchun xususiy emas, shuning uchun musbat natija xromatografiya bilan tasdiqlanadi.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Tarixiy: 1942 yilda AQShda kanopdan olingan preparatlar tibbiyotda qo‘llashga ruxsat etilgan va Farmakopeyaga kiritilgan edi.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Adabiyotlar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Nasha (kannabis) va kannabinoidlar: Δ9-TGK, kannabinol, kannabidiol; metabolizm (TGK-COOH)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42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Yuldashev Z.A., Zulfikariyeva D.A., Usmanaliyeva Z.U., Nurmatova M.I. Giyohvand moddalar tahlili. O‘quv qo‘llanma. Toshkent, 2024. b. 61-71, 79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Malaka materiali №042. Narkotiklarni siydikda aniqlash intervallari (CDRH, 1997). qo‘shimcha ma’lumot (kitobda bo‘lmagan joylar uchun)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Malaka materiali №049 (TFI Toksikologik kimyo kafedrasi). 4-ma’ruza: Nasha. Kannabinoidlar. Nashavandlik (2010). qo‘shimcha ma’lumot (kitobda bo‘lmagan joylar uchun)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Malaka materiali №107. TGK metabolizmi va ajralishi; biosuyuqliklarda aniqlash muddatlari, skrining va tasdiqlash cutoff qiymatlari (BMT 1993, CDRH 1997, Cone 1996 manbalaridan). qo‘shimcha ma’lumot (kitobda bo‘lmagan joylar uchun)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