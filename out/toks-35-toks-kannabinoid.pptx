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nasha ham «yengil» giyohvandlik vositasi deb hisoblanadimi? Doskada: ma’ruzaning 4 qismi: nasha, ta’sir, rangli reaksiyalar, xromatografiya. Tipik xato: nashani zaharlanish chaqirmaydigan modda deb o‘ylash. Izoh: sillabusda Δ9-TGK, kannabinol, kannabidiol va TGK-COOH (11-nor-9-karboksi-TGK) nomlangan; kitobda TGK-COOH ma’lumoti yo‘q — malaka №107 dan to‘ldirildi.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nashaning turli nomlarini sanang. Doskada: nomlar ro‘yxati: marixuana, gashish, bang, plan. Tipik xato: tarkibda tetragidrokannabinol bo‘lmasa ham nashani giyohvand deb hisoblash: bu keyingi slaydlarda aniqlanadi.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 savolning har biriga qaysi usul javob beradi? Doskada: 3 savol: tarkib - ta’sir - kelib chiqish. Tipik xato: faqat bitta savolga javob berib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marixuana tarkibini murakkab aralashma deb nima uchun aytamiz? Doskada: raqamlar: 13-15% - 400 - 70 - 2000. Tipik xato: 70 kannabinoidning hammasini giyohvand deb hisoblash: faqat TGK giyohvand ta’sirga ega (65-bet).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vositada faol modda eng ko‘p? Doskada: uch vosita va foizlar jadvali. Tipik xato: foizlarni barcha namunalar uchun doimiy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davrda dori, keyin taqiqlangan vosita? Doskada: 1942 - 1992 - O‘zR ro‘yxati. Tipik xato: AQSh tarixini O‘zbekiston qonunchiligi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nashavandlik birinchi o‘rinda turadi? Doskada: nasha vositalari ro‘yxati. Tipik xato: nashavandlikni faqat chekish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yosh chekuvchilar yoqimsiz belgilarga qaramay davom etadi? Doskada: belgilar zanjiri: yoqimli - yoqimsiz - tashnalik. Tipik xato: birinchi qabul qilishdagi yoqimsiz belgilarni zaharlanish alomati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birinchi fazani qanday nomlaymiz? Doskada: faza 1: qo‘zg‘alish. Tipik xato: fazalarni tartibsiz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ikkinchi fazaning birinchisidan farqi nima? Doskada: faza 1 va faza 2 solishtirish. Tipik xato: tushkunlikni mastlik tugaganidan keyingi holat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2-6 oydan keyingi o‘zgarishlarni sanang. Doskada: dozaga bog‘liq belgilar: engil - o‘rtacha - psixoz. Tipik xato: nashadan zaharlanish bo‘lmaydi deb o‘ylash: kitobda bu fikr xato va xavfli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nashani spirt bilan birga qabul qilishning xavfi nima? Doskada: xavf omillari: doza, aralashma, uzoq muddat. Tipik xato: marixuanani «zaharsiz» deb hisoblash (kitobda tarixiy qarash sifatida keltirilgan).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qonda TGK tez kamayadi, ammo ta’sir uzoq? Doskada: vaqt o‘qi: 5-30 daqiqa - 1,5-3 soat - 5 kun. Tipik xato: siydik va axlat ulushlarini almashtirib yuborish. Kitobda: «20% siydik, 80% axlat bilan» (chiqqan qismga nisbatan, yig‘indisi 100) — boshqa variant. Bir xil qiymat uchun malaka 107 dagi dozaga nisbatan ulush olindi: siydik ~25%, axlat ~65% (14-slayd; 15-deck bilan bir xil).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kitob va malaka ma’lumotlari ulushlari nega farq qiladi? Doskada: metabolizm: o‘pka/jigar - metabolit - siydik/axlat. Kitobda (gmt 65): siydik 20%, axlat 80% — boshqa variant; malaka 107 qiymati (25% / 65%)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tasodifiy va surunkali iste’molchi namunalari nega farq qiladi? Doskada: 1-3 kun va 1 hafta. Tipik xato: metabolit topilishini hozirgi mastlik bilan tenglashtirish: u oldingi qabulni ko‘rsatishi mumkin. Izoh: malaka №107: skrining cutoff 100; 50; 20 ng/ml, tasdiqlash 15 ng/ml (asl manbada ehtimol 11-nor-Δ9-TGK kislota); AQSh me’yorlari.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cutoff nima va nima uchun skrining qiymati yuqori? Doskada: skrining &gt; tasdiqlash qiymati. Tipik xato: cutoff dan pastni «iste’mol qilmagan» deb yozish. Izoh: bu qiymatlar AQSh amaliyotidan (Cone, 1996) olingan; O‘zbekiston me’yori emas. Malaka 107 da yulduzcha izohi «ehtimol» deb berilgan; 15 ng/ml tasdiqlovchi chegara 11-nor-9-karboksi-TGK uchun (SAMHSA).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kannabinol va kannabidiol giyohvandlik isboti bo‘la olmaydi? Doskada: uch modda: CBN, CBD, TGK. Tipik xato: kannabinolni giyohvand ta’sirli modda deb hisoblash. Izoh: malaka №049 da kannabinol «boshlang‘ich narkotik ta’sir ko‘rsatadi» deyilgan, bu gmt p.65 ga zid — kitob varianti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 bilan ekstraksiya qilinadi? Doskada: 5 bosqichli sxema. Tipik xato: ekstraktni to‘g‘ridan-to‘g‘ri tasdiqlovchi natija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 tarkibi va rang ketma-ketligini ayting. Doskada: reaktivlar tarkibi va 3 rang. Tipik xato: ranglar tartibini almashtirish. Izoh: ekstrakt filtr qog‘ozga tomizilib, quritilgach yangi tayyorlangan reaktiv purkaladi.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Dyukenua reaktivi tarkibida nima bor? Doskada: 5 qadamli sxema. Tipik xato: reaktiv tarkibini Pauli bilan aralashtirish. Izoh: sillabusdagi «Dyukenua-Levin» nomi kitobda faqat «Dyukenua reaktivi» deb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Buke reaksiyasining Pauli reaksiyasidan farqi nima? Doskada: tarkib: H2SO4 : spirt = 2 : 3. Tipik xato: ekstraksiyada spirt o‘rniga etilasetat ishlatilishini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rangli reaksiyalar manfiy bo‘lsa tahlil to‘xtatiladi? Doskada: tahlil zanjiri: rangli - xromatografiya. Tipik xato: musbat rangli reaksiyani nashaning isboti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«guvoh» eritma nima uchun kerak? Doskada: tayyorlash: 1 g - 10 ml - 24 soat - 3 oy. Tipik xato: guvoh eritmani qayta-qayta cheksiz ishlatish: muddati uch 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qog‘oz dimetilformamid bilan shimdiriladi? Doskada: fazalar: ostki - shimdirish, ustki - harakatlanuvchi. Tipik xato: fazalarni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bo‘yicha tartibni ayting. Doskada: uch modda: Rf va rang. Tipik xato: Rf ning ±0,05 oralig‘ini e’tiborsiz qoldirish. Izoh: Pauli reaktivi bilan ranglar: kannabidiol - och sariq, kannabinol - sariq, TGK - to‘q sariq (68-bet).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plastinka ikki marta xromatogramma qilinadi? Doskada: Rf1 va Rfn belgilari. Tipik xato: Rf1 ni oddiy Rf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plastinka turi Rf ga qanday ta’sir qiladi? Doskada: to‘rt modda Rf1 jadvali. Tipik xato: qog‘oz va YuQX Rf qiymatlarini aralashtirish. Izoh: kitobdagi ± belgisi matndan tushib qolgan; jadvaldagi chegaralar 0,05 (TGK kremniy kislotasida 0,01).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GSX da kannabinoidlar tarkibi va miqdori qanday aniqlanadi? Doskada: kolonka - harorat - detektor. Tipik xato: ushlanish vaqtlari jadvalini yodlash: kitobdagi 7-jadval sonlari matndan to‘liq o‘qilmadi. Izoh: 7-jadvaldagi ushlanish vaqtlari (daqiqa-soniya) PDF matnida buzilgan;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ichki standart nima uchun kerak? Doskada: ichki standart: kokain gidroxlorid. Tipik xato: ichki standartni «guvoh» eritma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farmakologik sinov qachon qo‘llanadi? Doskada: kamera: 70 l, 2 g, 30 daqiqa. Tipik xato: sinov hayvonini kokain eritmasidagi sinov bilan aralashtirish (u 34-darsda).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TGK aniqlanmasdan nasha deb xulosa berish mumkinmi? Doskada: xulosa sharti: TGK yoki farmakologik tasdiq. Tipik xato: rangli reaksiyalar asosida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qo‘ldan olingan tampon yolg‘iz yetarli emas? Doskada: uch ashyo: tampon, so‘lak, chayindi. Tipik xato: faqat qo‘ldan olingan ashyo bo‘yicha chekish haqida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ketma-ketlik to‘g‘ri? Doskada: efir ekstrakti - rangli reaksiya - YuQX. Tipik xato: faqat qo‘ldan olingan paxtani chekish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so‘lakda TGK topilishi nimani isbotlaydi? Doskada: ekstraksiya bosqichlari: 10 ml - 5 ml efir x2 - Na2SO4 - YuQX. Tipik xato: so‘lak va chayqalma hajmlarini aralashtirish: 10 ml va 50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chekish va ichga qabul qilish ta’sirini solishtiring. Doskada: ikki ustun: chekish / ichga. Tipik xato: dozalarni mg va mkg/kg birliklarida aralashtirish. Izoh: malaka №049 (2010) ma’lumoti; kitobda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keys yechimini bosqichma-bosqich ayting. Doskada: yechim zanjiri: ashyo - rangli - YuQX - xulosa. Tipik xato: keysda faqat bitta ashyoni tahlil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Nasha (kannabis) va kannabinoidlar: Δ9-TGK, kannabinol, kannabidiol; metabolizm (TGK-COOH),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Ma’ruza mavzusi: kannabinoidlar, nasha, uning narkologik ahamiyati,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nasha turlari, mastlik fazalari, toksikokinetika, rangli reaksiyalar, qog‘oz va yupqa qatlam xromatografiyasi, GSX, farmakologik sinov.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kannabinoid, tetragidrokannabinol, Pauli reaktivi, mustahkam ko‘k B, Dyukenua reaktivi, Buke reaktivi, «guvoh» eritma.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61, 61-70, 66-67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 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— gashish, marixuana, plan, bang, dur’, shira va boshqa nomlar bilan ma’lum, kanop o‘simligi gullaridan chiqadigan shira, barg va boshqa qismlar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hind kanopi (Cannabis sativa) gullaridan ajraluvchi, faol giyohvand modda tetragidrokannabinol saqlovchi shiradan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konvensiyasiga asosan nasha saqlagan har qanday tarkib giyohvandlik vositasi hisoblanadi va muomalasi taqiqlanadi.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Nashaning o‘rganilishi va tahlil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1966-1968 yillarda nasha tarkibidagi asosiy moddalar xromatografiya qilinib, farmakologik ta’siri tajriba hayvonlarida o‘rganilgan.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tahlilida: mahsulot nimadan iborat, kanop qismlari bormi; giyohvand ta’sirga egami?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Uchinchi savol: tekshiriluvchi mahsulot nashaning ishonchli namunasi bilan bir xil kelib chiqishga ega emasmi?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61-62,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Marixuana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Marixuana o‘simlikning yuqori qismidagi barglar, gullar va mevalardan tashkil topadi.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Undagi biologik faol moddalar (tetragidrokannabinoidlar) miqdori 13-15% ni tashkil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Quritilgan marixuana tarkibida 400 ga yaqin kimyoviy birikma, 70 dan ziyod kannabinoid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Chekish vaqtida tutundagi kimyoviy moddalar soni 2000 taga yetishi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Gashish va gashish yog‘i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Gashish suyuq, mumsimon, zangori yoki qoramtir; gashish yog‘i — quyuq ekstrakt yoki mumsimon suyuqlik.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saqlanganda rangi va agregat holati o‘zgaradi; etil spirti yoki kunjut yog‘ida saqlash maqsadga muvofiq.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Faol 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Marixuana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13-15%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Gashish yog‘i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10-60%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Faol modda miqdori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holati va qo‘llanish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1942 yilda AQShda kanopdan olingan preparatlarni tibbiyotda qo‘llashga ruxsat etilgan; 1992 yilga kelib marixuana nazorat qilinadigan ro‘yxatga kiritilgan.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vosita O‘zR giyohvandlik vositalari ro‘yxatiga kiritilgan, qo‘llash taqiqlangan.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Asosan chekiladi (tamakiga qo‘shib 500-750 mg yoki gashish yog‘ini tamakiga qo‘shib); og‘iz orqali chaynash, damlama, ovqatga qo‘shish; in’eksiya kam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Nashavandlik va nasha vositalari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Nashaning turli vositalarini iste’mol qilishdan kelib chiqadigan moyillik (kasallik) nashavandlik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guruhga marixuana, gashish, bang, kif, xusus, plan, haras, dagga kabilar kiradi; o‘simlik Osiyo, Afrika va Janubiy Amerikada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Iste’mol qilinganda ta’siri 15-30 daqiqadan so‘ng boshlanadi; nashavandlik giyohvandlik vositalari orasida birinchi o‘rinda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 mastligi: birinchi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marta chekilganda avval yoqimli his, so‘ng ko‘ngil aynishi, og‘izda achishish, so‘lak ajralishi, bosh aylanishi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tashnalik, ochlik, shilliq pardalarning yallig‘lanishi, badanga issiq yurish, vaznsizlik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kulish, diqqatning chalg‘uvchanligi, fikrlash sur’atining tezlashishi, nutq tig‘izligi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Qo‘zg‘alish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Nashavand atrofdagilar bilan muloqotni yo‘qotadi, jahldor, qahrli holat namoyon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Emotsional keskin turlanish: gohida darg‘azablik, gohida ko‘tarinki ruh — ekzaltatsiya darajasigacha.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To‘xtovsiz fantaziyalar, illyuziyalar; atrof rang-barang ko‘rinadi, kuchli tovushlar va «aks-sado» eshitiladi.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63, 63-64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Tushkunlik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faza — tushkunlikka tushish bosqichi; odatda birinchi bosqichdan ikkinchisiga tez o‘tiladi.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Ranglar xiralashadi, illyuziyalar yo‘qoladi, fantaziyalar o‘chadi, fikrlash keskin tormozlanadi.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O‘rniga qo‘rquv, ta’qibli uzuq-yuluq vasvasali g‘oyalar paydo bo‘ladi, kayfiyat keskin yomonlashadi, vegetativ krizislar sodir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Mastlik og‘irligi va surunkali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Simptomlar qabul qilingan miqdorga, qabul tezligiga va shaxsning oliy nerv faoliyati xususiyatlariga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O‘tkir mastlik 1-3 soat davom etib, og‘ir uyqu, behollik va loqaydlik bilan tugaydi.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Ko‘proq suiste’mol qilinsa psixoz: gallyusinatsiyalar, ta’qiblanish, vasvasali g‘oyalar, keskin harakat qo‘zg‘alishi.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Muntazam qabul qilinsa 2-6 oydan so‘ng psixik asteniya, xotira pasayishi, apatiya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 bilan zaharlanish xavfi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Nashadan zaharlanish hollari bo‘lmaydi deb tushunish xato va xavfli.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inson oliy nerv sistemasiga kuchli ta’sir etishi oqibatida asab xastaliklariga olib keladi; organizm o‘sishiga katta zarar yetkazadi.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Nashani opiy bilan qo‘shib chekish yoki spirtli ichimliklar bilan qo‘llash alahsirash va psixik o‘zgarishlarga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Kannabinoidlar toksikokinetikasi (kitob)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Chekishdan bir necha daqiqada so‘rilish boshlanadi; 5-30 daqiqada kannabinoidlar va 9-TGK yuqori ko‘rsatkichga ega, so‘ng qonda tez kamayadi.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yo‘llar bilan tushganda ta’sir muddati 1,5-3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asosan jigarda metabolizmga uchraydi; besh kun ichida dozaning 80-90% i organizmdan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TGK metabolizmi va ajralishi (malaka №107)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TGK keng metabolizmga uchraydi: siydik bilan o‘zgarmagan holda 1% dan kam chiqadi; asosan siydik (25%) va axlat (65%)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Chekishda dastlabki metabolizm o‘pkada, og‘iz orqali qabul qilinganda jigarda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72 soatdan so‘ng chekilgan TGK ning taxminan 50% i metabolit holida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Plazmada TGK yarim chiqish davri uzun, odatda 20 soatdan ortiq.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№107., TGK metabolizmi va ajralishi; biosuyuqliklarda aniqlash muddatlari, betlar: metabolizm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9-karboksi-TGK: siydikda aniqlash muddati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Chiqarilayotgan asosiy metabolit 9-karboksi-TGK; uning ajralishi uzoq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Tasodifiy iste’molchida metabolit siydikda 1-3 kun, surunkali chekuvchida oxirgi qabuldan keyin bir haftadan ortiq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CDRH 1997: kannabinoidlar siydikda qabuldan 1-3 soat o‘tgach paydo bo‘ladi va 1-7 kun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№107., TGK metabolizmi va ajralishi; biosuyuqliklarda aniqlash muddatlari, betlar: metabolizm; Malaka materiali №042., Narkotiklarni siydikda aniqlash intervallari, betlar: kannabinoidlar qatori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Skrining va tasdiqlash chegarasi (malaka №107)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Marixuana uchun siydik skriningida cutoff 100; 50 va 20 ng/ml qiymatlari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Tasdiqlashda 15 ng/ml — 11-nor-9-karboksi-TGK (TGK ning asosiy metaboliti) uchun.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Skrining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100; 50; 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Tasdiqlash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Marixuana cutoff, ng/ml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№107., TGK metabolizmi va ajralishi; biosuyuqliklarda aniqlash muddatlari, betlar: cutoff jadvali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Nashaning kimyoviy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Nasha ko‘p komponentli murakkab aralashma; fenolli funksional guruhlar saqlovchi dibenzpiran hosilalari — kannabinollardan tarkib topgan.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Doimiy uchraydigan kannabinollar: kannabinol, kannabidiol va tetragidrokannabinol.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Ulardan faqat tetragidrokannabinol giyohvand ta’sirga ega, shuning uchun giyohvandlik xossasi TGK ni aniqlash bilan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Kannabinoidlarni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g tekshiriluvchi namuna ustiga 10 ml 96% spirt qo‘shib yaxshilab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soat bo‘ktirilgach filtrlanadi va kannabinoidlar borligi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Spirtli ekstrakt filtr qog‘ozga nuqta holida shimdiriladi, quritilgach reaktivlar purkaladi.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g namuna + 10 ml 96% spirt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soat bo‘ktirish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 qog‘ozga nuqta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Reaktiv purkash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Spirtli ekstrakt tayyorlash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Pauli reaktivi va mustahkam ko‘k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Pauli reaktivi: 0,05% diazotirlangan sulfanil kislotasining natriy karbonatning 10% eritmasidagi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Mustahkam ko‘k B: 0,05% eritma, natriy karbonatning 10% yoki 1 M natriy ishqori eritmasida.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bo‘lsa avval qizil-pushti, so‘ng ko‘kish, oxirida to‘q-pushti rang hosil bo‘ladi; sezgirligi 1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Dyukenua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Dyukenua reaktivi: 2 g vanilin 100 ml asetaldegidning spirtdagi 1% eritmasida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0,2 g namunaga 2 ml reaktiv qo‘shib 1 daqiqa chayqatiladi, so‘ng 1 ml kons. HCl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pushti, ko‘k, so‘ng to‘q-pushti rang hosil bo‘ladi; reaksiya sezgirligi 1 mkg.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0,2 g namuna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+ 2 ml reaktiv, 1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kons. HCl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Pushti - ko‘k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To‘q-pushti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Dyukenua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Buke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Buke reaktivi: 2 qism konsentrlangan sulfat kislota va 3 qism 96% etil spirti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g namuna uch marta (5 ml dan) etilasetat bilan ekstraksiyalanadi; ekstrakt faollashtirilgan ko‘mir bilan tozalanadi va parlatiladi.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1 ml asetonda eritilib, 0,5 ml yangi tayyorlangan Buke reaktivi qo‘shiladi: qizil-qo‘ng‘ir rang; sezgirligi 1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Rangli reaksiyalarni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Yuqoridagi reaksiyalar nasha uchun xususiy emas: TGK saqlamagan nasha o‘simliklari va boshqa kannabinoidlar ham berishi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natijalari ijobiy bo‘lmasa, qo‘shimcha tekshirishga hojat yo‘q: namuna nasha saqlamaydi degan xulosa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Ijobiy natijada TGK borligini hal qilish uchun qog‘oz, yupqa qatlam va gaz-suyuqlik xromatografik tahlil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«Guvoh» eritmani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Kannabinoidlarni alohida ajratish qiyin va ular barqaror emas, shuning uchun «guvoh» sifatida faol TGK saqlagan nasha navi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g faol nasha 10 ml 96% etil spirti bilan 24 soat uy haroratida bo‘ktiriladi, filtrlanadi.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Ekstrakt qo‘ng‘ir germetik idishda 10 ml gacha spirt bilan to‘ldirilib sovitgichda saqlanadi; uch oy ishlatish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Qog‘oz xromatografiya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«S» markali xromatografik qog‘ozdan 3x30 sm tasma kesiladi.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Qo‘zg‘aluvchi faza: yangi haydalgan dimetilformamid va siklogeksan 1:5, ajratgich voronkasida 3 daqiqa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Ostki qism qog‘ozni shimdirishga, ustki siklogeksan qismi qo‘zg‘aluvchi faza sifatida ishlatiladi; faza 250 mm yuguradi, 60 °C da quritiladi.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Qog‘oz xromatografiya natijalari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Quritilgan xromatogramma Pauli yoki mustahkam ko‘k B bilan purkaladi; Rf bo‘yicha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yuqori Rf — tetragidrokannabinol (0,83), eng pasti — kannabidiol (0,21).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520"/>
                <a:gridCol w="605486"/>
                <a:gridCol w="204596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Ko‘k B bilan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0,21±0,05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sarg‘ish-pushti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0,56±0,05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Tetragidrokannabinol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0,83±0,05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4-jadval: Rf va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67,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Yupqa qatlam xromatografiyasi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Silikagel KSK va kremniy kislotali plastinkalar 110 °C da 30 daqiqa faollashtiriladi.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Qo‘zg‘almas faza: dimetilformamid bilan to‘yintirilgan plastinka (dimetilformamid:benzol 1:1 idishda); keyin siklogeksan kamerasida 15 sm gacha ko‘tariladi.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Kannabinoidlar sekin harakatlangani uchun plastinka ikkinchi marta siklogeksanda xromatogramma qilinadi; Rf1 deb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(5-jadval)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Pauli reaktivi va mustahkam ko‘k B bilan purkab ranglar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TGK ning Rf1 qiymati kremniy kislotasida 0,98±0,01, KSK da 0,91±0,05.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520"/>
                <a:gridCol w="959816"/>
                <a:gridCol w="169163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Rf1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Ko‘k 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 k-tasi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0,14 / 0,13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Kannabidiol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0,32 / 0,41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0,75 / 0,75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Tetragidrokannabinol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0,98 / 0,91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Rf1: kremniy k-ta / KSK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 2000x4 mm; qo‘zg‘almas faza — 3% metilsilikon elastomeri (SE-30), qattiq faza xromosorb W,P yoki sferoxrom-1.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 harorati 212 °C, bug‘latgich va detektor harorati 250 °C; tashuvchi gaz — azot (yoki geliy).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 — alanga-ionlanuvchi; tahlil namunasi 10 mikrolitr.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 yordamida nasha kannabinoidlarining tarkibi va miqdori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Faol kannabinoidlarning miqdori harorat rejimi dasturlanadigan xromatograflarda ichki standartlash usulida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standart sifatida kokain gidroxloriddan foydalaniladi.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Farmakologik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va fizik-kimyoviy usullar yetarli bo‘lmasa, qo‘shimcha farmakologik nazorat o‘tkazilishi mumkin; uni vrach-farmakolog va vrach-toksikologlar bajaradi.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Mushuklarda yoki sichqonlarda ingalyatsion usulda: 70 l kamerada 2 g nasha bo‘lagi yoqilib, hayvonlar 30 daqiqa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Kutiladigan belgilar: qisqa muddatli serharakat qo‘zg‘alish, midriaz, salivatsiya, 2 soatgacha harakatsizlik.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TGK aniqlamasdan yoki farmakologik tekshirmasdan «nasha» deb xulosa chiqarib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Chekuvchining og‘iz bo‘shlig‘i, labi, barmoqlari va kaftida nasha yuqi saqlanib 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reaksiyalar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Xromatografiya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TGK aniqlanadi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Yoki farmakologik sinov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Xulosa: nasha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deb xulosa berish sharti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Nasha chekilgan holatni aniqlash: ashyolar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Gumon qilingan shaxsning qo‘li spirt shimdirilgan paxta yoki doka tampon bilan artib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So‘lak va og‘iz bo‘shlig‘idan osh tuzi bilan to‘yintirilgan 50 ml 70% spirt bilan chayindi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Tamponlar, so‘lak va chayindi ayrim idishlarda toksikologik laboratoriyaga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Kannabinoidlarni paxta va dokadan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Paxta yoki doka bo‘laklari 2 marta 1 daqiqa 5 ml dietil efir bilan ekstraksiya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0,5-1 ml qolguncha parlatiladi; avval filtr qog‘ozdagi rangli reaksiyalar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 ijobiy bo‘lsa, TGK yupqa qatlam xromatografiyada tekshiriladi; rangli dog‘ bo‘lmasa kannabinoidlar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So‘lak va chayindi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Gumon qilingan shaxsdan 10 ml so‘lak va 50 ml osh tuzi bilan to‘yingan 70% spirtli chayqatma birga qo‘shib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Aralashmadan 10 ml olinib, 10 ml NaCl to‘yingan eritmasi bilan aralashtiriladi va 5 ml dietil efir bilan ikki marta 5 daqiqa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qismlari birlashtirilib, 2 g suvsiz Na2SO4 dan o‘tkaziladi, 0,5 ml gacha parlatiladi va YuQX 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So‘lak va chayqalmada TGK aniqlansa, shaxs nasha chekkan degan xulosa berish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70-71,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Doza va qabul qilish (malaka №049)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Minimal doza TGK 5 mg; og‘iz orqali ta’sirli doza 50-200 mg; chekishdagi ta’sirli doza 25-50 mkg/kg.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Chekishda ta’sir bir necha daqiqada, ichga qabul qilinganda 20-120 daqiqada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 chekishda 2-3 soat, ichga qabul qilishda 3-6 soat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№049 (TFI Toksikologik kimyo kafedrasi)., 4-ma’ruza: Nasha. Kannabinoidlar. Nashavandlik, betlar: doza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keys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Keys: giyohvand deb gumon qilingan shaxsning so‘lagi va barmoqlaridan olingan spirtli tampon ob’ekt sifatida keltirilgan; qaysi moddalarga tahlil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Yechim sxemasi: tampon - rangli reaksiyalar; so‘lak va chayindi - YuQX; TGK topilsa nasha chekilgan.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nasha nima; kannabinoidlar formulasi; chekish faktini aniqlash; ashyolar; xromatografik aniqlash; nashadan olinadigan vositalar.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71, 70-71,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Pauli reaktivi — 0,05% diazotirlangan sulfanil kislotasi (Na2CO3 10%); Dyukenua — vanilin va asetaldegid; Buke — H2SO4 va spirt 2:3.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marixuanada faol modda 13-15%, gashishda 2-10%, gashish yog‘ida 10-60%.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rangli reaksiyalar nasha uchun xususiy emas, shuning uchun musbat natija xromatografiya bilan tasdiqlanadi.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1942 yilda AQShda kanopdan olingan preparatlar tibbiyotda qo‘llashga ruxsat etilgan va Farmakopeyaga kiritilgan edi.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Nasha (kannabis) va kannabinoidlar: Δ9-TGK, kannabinol, kannabidiol; metabolizm (TGK-COOH)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61-71, 79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№042. Narkotiklarni siydikda aniqlash intervallari (CDRH, 1997).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№049 (TFI Toksikologik kimyo kafedrasi). 4-ma’ruza: Nasha. Kannabinoidlar. Nashavandlik (2010).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№107. TGK metabolizmi va ajralishi; biosuyuqliklarda aniqlash muddatlari, skrining va tasdiqlash cutoff qiymatlari (BMT 1993, CDRH 1997, Cone 1996 manbalaridan).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