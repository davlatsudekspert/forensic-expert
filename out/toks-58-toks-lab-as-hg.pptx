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mishyak va simob uchun nima uchun turli tayyorlash usullari kerak? Doskada: reja. Kitobda maqsad faqat mishyakni ko‘rsatadi, simob bayoni esa alohida bo‘limda berilgan.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ikki usul orasidagi farq nimada? Doskada: 3 natija. Kitobda kutilayotgan natijalarning birinchi bandi «mis kationini filtratdan aniqlash» deb yozilgan — bu mashg‘ulotga mos emas (oldingi darsdan ko‘chirilgan), kitobda xato; slaydga kiritilmadi.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Marsh moslamasining qismlarini sanab bering (3-rasm kitobda). Doskada: asbob ro‘yxati. Tipik xato: Zanger-Blek va Marsh moslamalarini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mishyak va simob turli tayyorlanadi? Doskada: daraxt sxemasi. Tipik xato: destruksiya va mineralizatsiyani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nima uchun rux mis bilan qoplanadi? (Kitobda 4-savol sifatida berilgan, javobi yo‘q.) Doskada: sxema. Tipik xato: qalay(II) xloridni suvli eritmada tayyorlash; kitobda u konsentrlangan sulfat kislotada.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paxtadagi qo‘rg‘oshin atsetat nima uchun kerak? (Kitobda sabab ko‘rsatilmagan; ishtirokchi gazlarni ushlash — o‘qituvchi izohi.) Doskada: jadval. Tipik xato: kutish vaqtini 30-40 daqiqadan kamaytirish.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qaysi qiymat Marshdan farq qiladi? Doskada: qiymatlar. Tipik xato: SnCl2 ni suvda eritish.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kalsiy xlorid nima uchun xlor kalsiyli trubkaga solinadi? (Gazni quritish uchun — o‘qituvchi izohi; kitobda sabab yo‘q.) Doskada: Marsh moslamasi (3-rasm). Tipik xato: kislotani birdan quyish.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portlash nimani bildiradi? (Moslamada havo qolganini.) Doskada: sxema. Tipik xato: sinovsiz vodorodni yoqish.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mineralizat aralashmasi tomchilab beriladi? Doskada: qiymatlar. Tipik xato: vodorod sinovini o‘tkazmay boshlash.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tahlildan oldin sof reaktivlarga sinov (nazorat) o‘tkaziladi? Doskada: 1 soat va dog‘siz natija. Tipik xato: nazorat sinovini o‘tkazmasdan mineralizatni solish.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ingichka qism sovitiladi? (Kitobda sabab yo‘q; hosil bo‘lgan moddaning cho‘kishi uchun — o‘qituvchi izohi.) Doskada: sxema. Tipik xato: tomchilab emas, birdan quyish.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arsinni topishda qaysi uch belgi muhim? Doskada: alanga, tovoqcha dog‘i, AgNO3 sinovi. Tipik xato: hidga tayanib xulosa qilish; kitobda belgilar jamlanmasi talab qilinadi.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naycha ehtiyotkorlik bilan buriladi? Doskada: sxema. Tipik xato: qora loyqalanishni boshqa gaz bilan adashtirish.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kristall shakli nimani ko‘rsatadi? Doskada: sxema. Tipik xato: kristall shaklini daftarga chizmaslik.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oq dog‘lar nima? (Kitobda tarkibi ko‘rsatilmagan.) Doskada: sxema. Tipik xato: kristall shaklini chizmaslik.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Muhokama: ikki usulda qaysi reaktivlar umumiy (misli rux, qalay(II) xlorid, H2SO4)? Doskada: bo‘sh diagramma. Kitobda diagramma bo‘sh; to‘ldirish talabalar vazifasi.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Muhokama: umumiy reagentlar nimani anglatadi? Doskada: 3 ustunli diagramma. Tipik xato: diagrammani kitobdagi bo‘sh holda qoldirish.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qaysi bosqichda tahlil to‘xtaydi? Doskada: sxema. Tipik xato: Marshdan oldin nazorat sinovini o‘tkazmaslik.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nazorat sinovi nimaga kerak? Doskada: taqqoslash. Tipik xato: nazorat sinovini o‘tkazmasdan mineralizatni solish.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sxema va tenglama nimani isbotlaydi? Doskada: jadval. Tipik xato: tenglamasiz natija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qaysi bosqich eng uzoq? Doskada: jadval. Tipik xato: vaqtlarni qisqartirish.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azot oksidlari kolba og‘zidan uchib chiqmasligi nima uchun muhim? (Kitobda «sababi?» deb savol qo‘yilgan, javob yo‘q.) Doskada: sxema. Tipik xato: sulfat kislotani birdan quyish.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qaysi qiymat kislotalarga tegishli? Doskada: qiymatlar. Tipik xato: kislotalarni birdan quyish.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tartibni to‘g‘ri tuzing. Doskada: 6 qadam. Tipik xato: filtrlashni sovitgandan keyin bajarish.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nega jigar va buyrak olinadi? Doskada: sxema. Tipik xato: destruktatni saqlamasdan tashlash.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destruktat nima uchun issiqligida filtrlanadi? (Kitobda 20-savol sifatida berilgan.) Doskada: hajmlar. Tipik xato: yuvindini tashlab yuborish.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simob destruktatdan, boshqa metallar esa mineralizatdan aniqlanadi? Doskada: jadval. Fotometrik usulning bayoni bu betlarda yo‘q. Kitobda formula «Cu2NgI4» deb yozilgan (Hg o‘rniga Ng): matn xatosi, slaydga formula kiritilmadi.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osilma rangi nimani ko‘rsatadi? (Simob borligini.) Doskada: 10 ml, qizil-binafsha — yana 30 ml. Tipik xato: osilmani rang o‘zgarishini kutmay ortiqcha qo‘shish.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nima uchun yod eritmasi hajmi cho‘kma rangiga qarab tanlanadi? Doskada: 6-100 ml diapazoni. Kitobda yuvish eritmasi «natriy sulfatning 1% eritmasi» deb yozilgan, ehtimol yozuv noaniqligi bor (sulfit bilan aralashgan); slaydga reagent nomi kiritilmadi, o‘qituvchi aniqlashtirsin. Kitob havola qilgan 1-jadval bu betlarda yo‘q.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12 daqiqa. Muhokama: tahlil rejasini tuzing: Zanger-Blek (dastlabki) va Marsh (tasdiqlovchi). Doskada: klaster markazida «Mishyak». Kitobda javob berilmagan.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daqiqa. Muhokama: buyrak nefrozi qaysi zahar uchun xos? (Kitobda keysning javobi berilmagan; destruksiya buyrak va jigardan olinishi 217-bet 18-savol sifatida so‘ralgan.) Doskada: muammo turi, sabablari, hal etish yo‘llari jadvali.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Muhokama: javoblar mashg‘ulot bayoniga tayanadi. Doskada: 4 savol. Kitobda 12 ta savol (mishyak), javoblari yo‘q.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nima uchun bir nechta belgi kerak? Doskada: 5 savol. Tipik xato: javobni kitobdan izlash: javoblar berilmagan.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tez reaksiya nimaga olib keladi? Doskada: 3 savol. Tipik xato: miqdoriy usullarni kitobdan izlash.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har reaktiv vazifasi. Doskada: 4 savol. Tipik xato: javoblarni kitobda bor deb izlash.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Muhokama: destruksiyada har reaktivning ahamiyati. Doskada: 4 savol. Kitobda 20 ta savol (211-217), javoblari yo‘q; shu bobda 20 g jigar va buyrak ishlatiladi (213-bet).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nima uchun kolba og‘zidan azot oksidlari chiqmasligi kerak? Doskada: 3 qoida. Kitobning bu mashg‘ulotida alohida xavfsizlik bo‘limi yo‘q; mishyak, simob(II) bromid, konsentrlangan kislotalar bilan ishlash ehtiyot choralari haqida qo‘shimcha ko‘rsatma bu betlarda berilmagan. Qo‘lqop/niqob talabi 166-betdagi kirish mashg‘ulotida.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Mishyak; jigar va buyrakni destruksiyalash; destruktatda simob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Mashg‘ulot maqsadi va rejasi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Mishyak; jigar va buyrakni destruksiyalash; destruktatda simob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Reja: mineralizatdan mishyak kationini aniqlash; jigar va buyrakni destruksiyalash; destruktatda simobni tahlil qilish.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Maqsad: biologik ob’ektdan mineralizatsiyalab ajratilgan metall zahar — mishyak kationining toksikologik ahamiyati va tahlil usullari bilan tanishtirish.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Dvssm majmuasida bu mashg‘ulot «mishyak va simob kationlarini aniqlash, destruksiya, destruktatda simob» deb nomlanadi.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211; Yuldashev Z.A., Nurmatova M.I., Toksikologik kimyo modulidan o‘quv-uslubiy majmua, betlar: 215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Kutilayotgan natijalar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Mishyak; jigar va buyrakni destruksiyalash; destruktatda simob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Mishyak kationini Zanger-Blek usulida aniqlash.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Mishyak kationini Marsh usulida aniqlash.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Jigar va buyrakni sulfat va nitrat kislotalar bilan destruksiyalab, destruktatda simobni aniqlash.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212; Yuldashev Z.A., Nurmatova M.I., Toksikologik kimyo modulidan o‘quv-uslubiy majmua, betlar: 218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Asbob-uskunalar va jihozlar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Mishyak; jigar va buyrakni destruksiyalash; destruktatda simob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Zarur asbob-uskunalar: mineralizat, Zanger-Blek va Marsh moslamalari, filtr qog‘ozi, voronka, reaktivlar, probirkalar, skotch, qog‘oz.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Laboratoriya jihozlari: maxsus laboratoriya vositalari bilan jihozlangan xona.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Destruksiya uchun 300 ml li kolbalar, qaynayotgan suv hammomi, 200 ml o‘lchov kolbasi ishlatiladi.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212; Yuldashev Z.A., Nurmatova M.I., Toksikologik kimyo modulidan o‘quv-uslubiy majmua, betlar: 218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Dars xaritasi: mishyak va simob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Mishyak; jigar va buyrakni destruksiyalash; destruktatda simob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Mishyak mineralizatdan Zanger-Blek va Marsh usullari bilan aniqlanadi.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Simob uchun jigar va buyrak konsentrlangan H2SO4 va HNO3 bilan destruksiyalanadi.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Destruktatda simob nefelometrik (mis(I) yodid) va ditizon ishtirokidagi fotometrik usullarda aniqlanadi.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Mishyak va simob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Mishyak: Zanger-Blek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Misli rux, SnCl2, H2SO4  ·  HgBr2 qog‘ozi: sariq-qo‘ng‘ir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Mishyak: Marsh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Arsin: zangori alanga  ·  Dog‘, oq kristallar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Destruksiya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20 g jigar/buyrak  ·  HNO3 + H2SO4, 200 ml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Simob usullari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Nefelometrik: CuI  ·  Fotometrik: ditizon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Mishyak va simob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212, 213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Zanger-Blek usuli: moslamani yig‘ish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Mishyak; jigar va buyrakni destruksiyalash; destruktatda simob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2 ml mineralizat moslamaga quyilib, 10 ml 4n H2SO4, 5 ml suv, 1 ml SnCl2 (10%, konts. H2SO4 da) qo‘shiladi.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2 g usti mis bilan qoplangan rux bo‘laklari tushirilib, moslama tiqin bilan berkitiladi.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 ml mineralizat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+ 10 ml 4n H2SO4, 5 ml suv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+ 1 ml SnCl2 (10%, H2SO4 da)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+ 2 g misli rux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Tiqin bilan berkitish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Zanger-Blek: yig‘ish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Zanger-Blek usuli: indikator qog‘oz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Mishyak; jigar va buyrakni destruksiyalash; destruktatda simob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Moslamaning boshlang‘ich qismiga qo‘rg‘oshin atsetat eritmasi shimdirilgan paxta joylanadi.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So‘ng HgBr2 (yoki HgCl2) shimdirilgan filtr qog‘ozi qo‘yilib, 30-40 daqiqa qoldiriladi.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Mishyak bo‘lsa, qog‘oz sariqdan qo‘ng‘ir ranggacha bo‘yaladi; chiqmasa, tekshiruv to‘xtatiladi.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9559"/>
                <a:gridCol w="2738415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Qism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Vazifa / belgi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Qo‘rg‘oshin atsetatli paxta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Boshlang‘ich qismga joylanadi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HgBr2 (HgCl2) li qog‘oz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30-40 daqiqa qoldiriladi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Natija: mishyak bor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Sariq → qo‘ng‘ir dog‘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Zanger-Blek natijasi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Zanger-Blek usuli: asosiy qiymatlar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Mishyak; jigar va buyrakni destruksiyalash; destruktatda simob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2 ml mineralizat moslamaga quyilib, 10 ml 4n H2SO4, 5 ml suv va 1 ml 10% SnCl2 (konsentrlangan H2SO4 da) qo‘shiladi.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2 g usti mis bilan qoplangan rux bo‘laklari tushirilib, moslama tiqin bilan berkitiladi.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Paxta va simob(II) bromidli qog‘oz joylanib, 30-40 daqiqaga qoldiriladi.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Mineralizat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</a:t>
            </a:r>
            <a:r>
              <a:rPr sz="1500" b="0">
                <a:solidFill>
                  <a:srgbClr val="6B7280"/>
                </a:solidFill>
                <a:latin typeface="Calibri"/>
              </a:rPr>
              <a:t>  ml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H2SO4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4</a:t>
            </a:r>
            <a:r>
              <a:rPr sz="1500" b="0">
                <a:solidFill>
                  <a:srgbClr val="6B7280"/>
                </a:solidFill>
                <a:latin typeface="Calibri"/>
              </a:rPr>
              <a:t>  n, 10 ml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Suv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5</a:t>
            </a:r>
            <a:r>
              <a:rPr sz="1500" b="0">
                <a:solidFill>
                  <a:srgbClr val="6B7280"/>
                </a:solidFill>
                <a:latin typeface="Calibri"/>
              </a:rPr>
              <a:t>  ml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SnCl2 (H2SO4 da)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10</a:t>
            </a:r>
            <a:r>
              <a:rPr sz="1500" b="0">
                <a:solidFill>
                  <a:srgbClr val="6B7280"/>
                </a:solidFill>
                <a:latin typeface="Calibri"/>
              </a:rPr>
              <a:t>  %, 1 ml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Misli rux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</a:t>
            </a:r>
            <a:r>
              <a:rPr sz="1500" b="0">
                <a:solidFill>
                  <a:srgbClr val="6B7280"/>
                </a:solidFill>
                <a:latin typeface="Calibri"/>
              </a:rPr>
              <a:t>  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8443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78443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8171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Kutish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30-40</a:t>
            </a:r>
            <a:r>
              <a:rPr sz="1500" b="0">
                <a:solidFill>
                  <a:srgbClr val="6B7280"/>
                </a:solidFill>
                <a:latin typeface="Calibri"/>
              </a:rPr>
              <a:t>  daqiqa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Zanger-Blek usuli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Marsh usuli: moslamani tayyorlash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Mishyak; jigar va buyrakni destruksiyalash; destruktatda simob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Marsh moslamasida reaksiya kolbasiga 10 g mis bilan qoplangan rux bo‘laklari solinadi.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Xlor kalsiyli trubka suvsizlantirilgan kalsiy xlorid kristallari bilan to‘ldiriladi, moslama shtativga o‘rnatiladi.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Tomchilagich voronkaga 50 ml 4n H2SO4 quyilib, sekin-asta reaksiya kolbasiga tomiziladi.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Reaksiya kolbasi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10 g mis bilan qoplangan rux bo‘laklari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Xlor kalsiyli trubka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Suvsizlantirilgan kalsiy xlorid kristallari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Shtativga o‘rnatish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Moslamaning barcha qismlari yig‘ilib o‘rnatiladi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Tomchilagich voronka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50 ml 4n H2SO4 quyiladi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Kislota berish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Kislota reaksiya kolbasiga sekin-asta tomiziladi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Marsh moslamasini yig‘ish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Moslamadan havoni siqib chiqarish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Mishyak; jigar va buyrakni destruksiyalash; destruktatda simob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Ajralayotgan vodorod moslamadan havoni 15-20 daqiqa davomida siqib chiqaradi.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Naycha uchiga to‘nkarilgan ingichka probirka qo‘yilib, og‘ziga yonib turgan alanga tutiladi.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Probirka toza vodorod bilan to‘lgan bo‘lsa, ovozsiz yonadi; aks holda shovqinli portlash sodir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Vodorod 15-20 daq ajraladi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Probirka naycha uchiga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Alanga tutish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Ovozsiz yonadi = toza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Portlash = havo bor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Vodorod sinovi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Marsh usuli: asosiy qiymatlar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Mishyak; jigar va buyrakni destruksiyalash; destruktatda simob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Reaksiya kolbasiga 10 g misli rux; tomchilagich voronkaga 50 ml 4n H2SO4.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Vodorod havoni 15-20 daqiqa siqib chiqaradi; reaktivlar tozaligi 1 soatdan so‘ng dog‘ bo‘lmasligi bilan tekshiriladi.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Mineralizat uchun 20 ml mineralizatga 1 ml SnCl2 qo‘shilib, bir soat davomida tomchilab tushiriladi.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Misli rux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10</a:t>
            </a:r>
            <a:r>
              <a:rPr sz="1500" b="0">
                <a:solidFill>
                  <a:srgbClr val="6B7280"/>
                </a:solidFill>
                <a:latin typeface="Calibri"/>
              </a:rPr>
              <a:t>  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H2SO4 (voronka)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4</a:t>
            </a:r>
            <a:r>
              <a:rPr sz="1500" b="0">
                <a:solidFill>
                  <a:srgbClr val="6B7280"/>
                </a:solidFill>
                <a:latin typeface="Calibri"/>
              </a:rPr>
              <a:t>  n, 50 ml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Havoni siqib chiqarish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15-20</a:t>
            </a:r>
            <a:r>
              <a:rPr sz="1500" b="0">
                <a:solidFill>
                  <a:srgbClr val="6B7280"/>
                </a:solidFill>
                <a:latin typeface="Calibri"/>
              </a:rPr>
              <a:t>  daqiqa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Mineralizat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20</a:t>
            </a:r>
            <a:r>
              <a:rPr sz="1500" b="0">
                <a:solidFill>
                  <a:srgbClr val="6B7280"/>
                </a:solidFill>
                <a:latin typeface="Calibri"/>
              </a:rPr>
              <a:t>  ml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SnCl2 (konts. H2SO4)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</a:t>
            </a:r>
            <a:r>
              <a:rPr sz="1500" b="0">
                <a:solidFill>
                  <a:srgbClr val="6B7280"/>
                </a:solidFill>
                <a:latin typeface="Calibri"/>
              </a:rPr>
              <a:t>  ml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8443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78443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8171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Tomchilatish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</a:t>
            </a:r>
            <a:r>
              <a:rPr sz="1500" b="0">
                <a:solidFill>
                  <a:srgbClr val="6B7280"/>
                </a:solidFill>
                <a:latin typeface="Calibri"/>
              </a:rPr>
              <a:t>  soat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Marsh usuli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Reaktivlar tozaligini tekshirish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Mishyak; jigar va buyrakni destruksiyalash; destruktatda simob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To‘liq vodorod chiqayotganiga ishonch hosil qilingach, moslama sochiq bilan yopilib, naychadan chiqayotgan vodorod yoqiladi.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Naychaning ingichka qismi doka piligi bilan sovitiladi, undan oldingi keng qismi kichik alanga bilan qizdiriladi.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Bir soatdan so‘ng sovutilgan qismda qo‘ng‘ir-kulrang dog‘ hosil bo‘lmasligi kerak.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Dog‘ning bo‘lmasligi reaktivlarning sud-kimyo nuqtai nazaridan tozaligini ko‘rsatadi.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Marsh usuli: mineralizatni tekshirish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Mishyak; jigar va buyrakni destruksiyalash; destruktatda simob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20 ml mineralizatga 1 ml SnCl2 (konts. H2SO4 da) qo‘shilib, tomchilagich voronkaga o‘tkaziladi.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Aralashma reaksiya kolbasiga bir soat davomida sekin-asta tomchilab tushiriladi.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Shu vaqtda qaytaruvchi naychaning ingichka qismi sovitiladi, yo‘g‘on qismi qizdirib turiladi.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20 ml mineralizat + 1 ml SnCl2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Tomchilagich voronkaga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 soat tomchilab tushirish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Ingichka qism sovitiladi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Yo‘g‘on qism qizdiriladi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Marsh: tekshirish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Arsinning belgilari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Mishyak; jigar va buyrakni destruksiyalash; destruktatda simob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Reaksiya natijasida arsin (AsH3) hosil bo‘lsa, qaytaruvchi naycha uchida zangori alanga paydo bo‘ladi va sarimsoq piyoz hidi seziladi.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Yonayotgan zangori alangaga sovuq chinni tovoqcha tutilsa, yaltiroq kulrang dog‘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Naycha ehtiyotkorlik bilan 180° ga burilib, uchi kumush nitratning ammiakli eritmasiga tutilsa, qora loyqalanish paydo bo‘ladi.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4168"/>
                <a:gridCol w="2523806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Sinov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Qaytaruvchi naycha uchi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Zangori alanga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Hid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Sarimsoq piyoz hidi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Sovuq chinni tovoqcha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Yaltiroq kulrang dog‘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AgNO3 (ammiakli eritma)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Qora loyqalanish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Arsinning belgilari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Arsin: kumush nitrat bilan sinov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Mishyak; jigar va buyrakni destruksiyalash; destruktatda simob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Qaytaruvchi naycha ehtiyotkorlik bilan 180° ga burilib, uchi kumush nitratning ammiakli eritmasiga tutiladi.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Naychadan arsin ajralganda eritmada qora loyqalanish paydo bo‘la boshlaydi.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Bir soatdan so‘ng naycha tekshiriladi: ingichka qismda yaltiroq kulrang dog‘ bor-yo‘qligi aniqlanadi.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933956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AsH3 (naycha uchidan)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3140964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AgNO3 ammiakli eritmasi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73387" y="2537460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Qora loyqalanish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18907" y="2217420"/>
            <a:ext cx="1554480" cy="713232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Naycha 180° ga burilgan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Arsin ajralayotganini bildiradi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Arsin AgNO3 eritmasida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Mishyak dog‘i: sublimatsiya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Mishyak; jigar va buyrakni destruksiyalash; destruktatda simob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Yaltiroq dog‘ kichik alangada qizdiriladi, biroz yuqorisi sovuq suv shimdirilgan pilik bilan sovitiladi.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Yaltiroq dog‘ yo‘qolib, sovitilgan qismda oq dog‘lar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Oq dog‘lar mikroskopda oktaedr va tetraedr shaklidagi kristallar ko‘rinishida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537460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Yaltiroq kulrang dog‘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73387" y="1933956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Oq dog‘lar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73387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73387" y="3140964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Oktaedr va tetraedr kristallar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18907" y="2217420"/>
            <a:ext cx="1554480" cy="713232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Kichik alanga, sovuq suvli pilik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Mikroskopda oktaedr va tetraedr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Dog‘ni qizdirish va sovitish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213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Naychadagi dog‘ni tekshirish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Mishyak; jigar va buyrakni destruksiyalash; destruktatda simob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Bir soatdan so‘ng alanga o‘chirilib, naycha sovutilgach, ingichka qismda yaltiroq kulrang dog‘ tekshiriladi.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Dog‘ kichik alangada qizdirilib, yuqorisi sovuq suvli pilik bilan sovitilsa, oq dog‘lar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Oq dog‘lar mikroskopda oktaedr va tetraedr shaklidagi kristallar ko‘rinishida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Naycha ajratiladi, sovitiladi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Yaltiroq kulrang dog‘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Kichik alangada qizdirish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Oq dog‘lar (sovitilgan qism)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Mikroskop: oktaedr, tetraedr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Dog‘ni tekshirish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212, 213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Daftarga yozish va Venna diagrammasi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Mishyak; jigar va buyrakni destruksiyalash; destruktatda simob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Talabalar ish daftariga Marsh moslamasi rasmini va unda boradigan reaksiyalarning kimyoviy tenglamalarini yozadi.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Venna diagrammasi Zanger-Blek va Marsh usullarini solishtirish uchun berilgan (bo‘sh).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Ikki usulning o‘xshash va farqli jihozlari kesishma doiralarida to‘ldiriladi.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213, 214; Yuldashev Z.A., Nurmatova M.I., Toksikologik kimyo modulidan o‘quv-uslubiy majmua, betlar: 216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Zanger-Blek va Marsh: Venna diagrammasi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Mishyak; jigar va buyrakni destruksiyalash; destruktatda simob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Venna diagrammasi Zanger-Blek va Marsh usullarini solishtirish uchun berilgan; diagramma kitobda bo‘sh.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Ikkala usulda ham misli rux, kislota va SnCl2 ishlatiladi.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Farqlar: Zanger-Blek — 2 ml mineralizat va HgBr2 qog‘ozi; Marsh — 20 ml mineralizat, arsin alangasi va dog‘.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Zanger-Blek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2 ml mineralizat, 2 g rux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Pb atsetatli paxta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HgBr2 qog‘ozi, 30-40 daqiqa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3378" y="1417320"/>
            <a:ext cx="1945538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Umumiy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23378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Mis bilan qoplangan rux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4n H2SO4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SnCl2 (konts. H2SO4 da)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6076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Marsh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6076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20 ml mineralizat, 10 g rux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Qaytaruvchi naycha, alanga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Dog‘ va oq kristallar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Zanger-Blek, umumiy, Marsh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214, 212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Mishyak tahlili: umumiy yo‘l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Mishyak; jigar va buyrakni destruksiyalash; destruktatda simob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Zanger-Blek reaksiyasi chiqmasa, tekshiruv to‘xtatiladi.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Marshda avval reaktivlar tozaligi tekshiriladi, so‘ng mineralizat bir soat tomchilab tushiriladi.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Arsin belgilari: zangori alanga, piyoz hidi, kulrang dog‘, AgNO3 da qora loyqa; oq dog‘lar mikroskopda kristall.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Zanger-Blek: 30-40 daqiqa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Qog‘oz sariq-qo‘ng‘ir: davom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Marsh: nazorat sinovi (1 soat)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Mineralizat: 1 soat tomchilash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Alanga, dog‘, AgNO3, kristallar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Mishyak tahlili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212, 213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Marsh: nazorat sinovi va namuna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Mishyak; jigar va buyrakni destruksiyalash; destruktatda simob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Nazorat sinovida (toza reaktivlar) bir soatdan so‘ng sovutilgan qismda qo‘ng‘ir-kulrang dog‘ hosil bo‘lmasligi kerak.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Dog‘ning bo‘lmasligi ishlatilayotgan reaktivlarning sud-kimyosi nuqtai nazaridan tozaligini ko‘rsatadi.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Mineralizat namunasida arsin bo‘lsa, naycha uchida zangori alanga, sarimsoq piyoz hidi va yaltiroq kulrang dog‘ paydo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Nazorat (toza reaktiv)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Bir soat davomida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Qo‘ng‘ir-kulrang dog‘ yo‘q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Reaktivlar toza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Mineralizat namunasi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20 ml + 1 ml SnCl2, 1 soat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Zangori alanga, piyoz hidi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Yaltiroq kulrang dog‘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Nazorat va namuna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212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Daftarga yoziladigan topshiriqlar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Mishyak; jigar va buyrakni destruksiyalash; destruktatda simob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Zanger-Blek reaksiyasining kimyoviy tenglamasi yoziladi; reaksiya chiqmasa, tekshiruv to‘xtatiladi.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Talabalar ish daftariga Marsh moslamasi rasmini va unda boradigan reaksiyalar tenglamalarini yozadi.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Klaster treningida mishyakning toksikologik ahamiyati va tahlil usullari sxema shaklida yoritiladi.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3530"/>
                <a:gridCol w="2306270"/>
                <a:gridCol w="1408174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Mavzu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Nima yoziladi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Bet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Zanger-Blek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Reaksiya tenglamasi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212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Marsh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Moslama rasmi, tenglamalar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213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Venna diagrammasi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Ikki usul taqqoslanadi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214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Klaster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Mishyak sxemasi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214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Daftarga yoziladi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212, 213, 214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Jarayonlar vaqti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Mishyak; jigar va buyrakni destruksiyalash; destruktatda simob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Zanger-Blek moslamasi 30-40 daqiqaga qo‘yib qo‘yiladi.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Marshda vodorod havoni 15-20 daqiqa siqib chiqaradi; nazorat sinovi va mineralizatni tomchilash — bir soatdan.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Destruksiyada nitrat oksidlari to‘xtaguncha 10-15 daqiqa, so‘ng suv hammomida 20 daqiqa qizdiriladi.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3723"/>
                <a:gridCol w="1954251"/>
              </a:tblGrid>
              <a:tr h="51206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Jarayon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Vaqt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Zanger-Blek: kutish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30-40 daqiqa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Marsh: havoni siqib chiqarish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15-20 daqiqa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Marsh: nazorat va mineralizat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 soat (har biri)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Destruksiya: suv hammomi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20 daqiqa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Nefelometriya: aralashtirish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30 daqiqa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Vaqt jadvali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212, 213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Destruksiya: reagentlarni qo‘shish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Mishyak; jigar va buyrakni destruksiyalash; destruktatda simob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20 g dan maydalangan jigar va buyrak alohida 300 ml li kolbalarga solinadi.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Ustiga 10 ml suv, 1 ml etil spirti va 10 ml konsentrlangan nitrat kislota qo‘shiladi.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Ehtiyotkorlik bilan tomchilab, doimiy aralashtirib, 10 ml konsentrlangan sulfat kislota qo‘shiladi.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20 g jigar/buyrak, 300 ml kolba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+ 10 ml suv, 1 ml spirt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+ 10 ml konts. HNO3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Tomchilab 10 ml konts. H2SO4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10-15 daq uy haroratida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Destruksiya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213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Destruksiya: asosiy qiymatlar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Mishyak; jigar va buyrakni destruksiyalash; destruktatda simob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20 g maydalangan jigar va buyrak alohida 300 ml li kolbalarga solinadi.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10 ml suv, 1 ml etil spirti, 10 ml konsentrlangan HNO3, keyin tomchilab 10 ml konsentrlangan H2SO4.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Destruktat sovigach, 200 ml o‘lchov kolbasida tozalangan suv bilan hajmga yetkaziladi.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Jigar / buyrak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20</a:t>
            </a:r>
            <a:r>
              <a:rPr sz="1500" b="0">
                <a:solidFill>
                  <a:srgbClr val="6B7280"/>
                </a:solidFill>
                <a:latin typeface="Calibri"/>
              </a:rPr>
              <a:t>  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Kolba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300</a:t>
            </a:r>
            <a:r>
              <a:rPr sz="1500" b="0">
                <a:solidFill>
                  <a:srgbClr val="6B7280"/>
                </a:solidFill>
                <a:latin typeface="Calibri"/>
              </a:rPr>
              <a:t>  ml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Konsentrlangan HNO3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10</a:t>
            </a:r>
            <a:r>
              <a:rPr sz="1500" b="0">
                <a:solidFill>
                  <a:srgbClr val="6B7280"/>
                </a:solidFill>
                <a:latin typeface="Calibri"/>
              </a:rPr>
              <a:t>  ml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Konsentrlangan H2SO4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10</a:t>
            </a:r>
            <a:r>
              <a:rPr sz="1500" b="0">
                <a:solidFill>
                  <a:srgbClr val="6B7280"/>
                </a:solidFill>
                <a:latin typeface="Calibri"/>
              </a:rPr>
              <a:t>  ml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Suv hammomi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20</a:t>
            </a:r>
            <a:r>
              <a:rPr sz="1500" b="0">
                <a:solidFill>
                  <a:srgbClr val="6B7280"/>
                </a:solidFill>
                <a:latin typeface="Calibri"/>
              </a:rPr>
              <a:t>  daqiqa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8443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78443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8171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O‘lchov kolbasi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200</a:t>
            </a:r>
            <a:r>
              <a:rPr sz="1500" b="0">
                <a:solidFill>
                  <a:srgbClr val="6B7280"/>
                </a:solidFill>
                <a:latin typeface="Calibri"/>
              </a:rPr>
              <a:t>  ml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Destruksiya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213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Destruksiya ketma-ketligi (blits topshiriq)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Mishyak; jigar va buyrakni destruksiyalash; destruktatda simob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Blits topshiriq: bioob’ektni sulfat va nitrat kislotalar bilan destruksiyalash ketma-ketligini to‘g‘ri yozing (8 bosqich).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Bosqichlar: maydalash; 300 ml kolbaga solish; suv, spirt va HNO3; H2SO4 tomchilab; uy harorati.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Keyin: 20 daqiqa qaynoq suv hammomi; issiqligida filtrlash; 200 ml o‘lchov kolbasiga o‘tkazish.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Maydalash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20 g ob’ekt maydalanib, 300 ml kolbaga solinadi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HNO3, suv, spirt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10 ml suv, 1 ml spirt, 10 ml konts. HNO3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H2SO4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Ehtiyotkorlik bilan tomchilab, aralashtirib, 10 ml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Uy harorati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Nitrat oksidlari ajralishi to‘xtaguncha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Suv hammomi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Qaynayotgan suv hammomida 20 daqiqa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8443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688171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18523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Filtrlash, 200 ml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Issiqligida filtrlanadi, 200 ml kolbaga o‘tkaziladi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Destruksiya ketma-ketligi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215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Simob uchun tahlil yo‘li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Mishyak; jigar va buyrakni destruksiyalash; destruktatda simob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Jigar va buyrak destruksiyalanadi; tayyor destruktat keyingi darsga kafedra laborantida qoldiriladi.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Destruktatda simob nefelometrik usulda mis(I) yodid osilmasi bilan aniqlanadi.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Cho‘kma yodli eritma bilan yuviladi; simob miqdori kolorimetrik probirkalarda aniqlanadi.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20 g jigar / buyrak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Destruksiya (HNO3 + H2SO4)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Destruktat, 200 ml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CuI osilmasi, 30 daqiqa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Yodli eritma, kolorimetriya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Simob tahlili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213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Destruksiya: qizdirish va filtrlash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Mishyak; jigar va buyrakni destruksiyalash; destruktatda simob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Sulfat kislota qo‘shilgach, 10-15 daqiqa nitrat oksidlari ajralishi to‘xtaguncha uy haroratida qoldirilib, qaynayotgan suv hammomida 20 daqiqa qizdiriladi.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Reaksiya tez ketsa, kolbaga 30-50 ml qaynoq suv quyiladi; destruktat ikki barobar issiq suv bilan aralashtirilib, ikki qavat filtr qog‘ozi orqali filtrlanadi.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Cho‘kma 3-4 marta issiq suv bilan yuviladi, yuvindi filtratga qo‘shiladi; destruktat sovugach, 200 ml o‘lchov kolbasida suv bilan hajmga yetkaziladi.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Tayyor destruktat keyingi darsga kafedra laborantida qoldiriladi.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Uy harorati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Nitrat oksidlari ajralishi to‘xtaguncha 10-15 daqiqa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Suv hammomi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Qaynayotgan suv hammomida 20 daqiqa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Qaynoq suv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Reaksiya tez ketsa, 30-50 ml qaynoq suv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Filtrlash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Issiq suv bilan aralashtirib, ikki qavat filtrdan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Hajmga yetkazish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Sovigach 200 ml o‘lchov kolbasida suv bilan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Qizdirish va filtrlash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213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Destruktatda simobni tahlil qilish usullari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Mishyak; jigar va buyrakni destruksiyalash; destruktatda simob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Simob sifati va miqdori ikki usulda aniqlanadi: nefelometrik (mis(I) yodid) va ditizonli fotometrik.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Nefelometrik usulda destruktatning aniq hajmiga reagentlar qo‘shiladi (keyingi slaydlar).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691"/>
                <a:gridCol w="3001283"/>
              </a:tblGrid>
              <a:tr h="8686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Usul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Asos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Nefelometrik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Mis(I) yodid osilmasi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Fotometrik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Ditizon ishtirokida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Simob uchun usullar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213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Nefelometrik usul: reagentlar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Mishyak; jigar va buyrakni destruksiyalash; destruktatda simob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Destruktatning aniq o‘lchab olingan hajmiga 5 ml 2,5n natriy sulfit eritmasi va 250 ml gacha tozalangan suv qo‘shiladi.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So‘ng 10 ml mis(I) yodid osilmasi qo‘shiladi; osilma qizil-binafsha rangga bo‘yalsa, yana 30 ml osilma qo‘shiladi.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Osilma rangi o‘zgarmasa, qo‘shimcha mis(I) yodid qo‘shilmaydi.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Natriy sulfit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2,5</a:t>
            </a:r>
            <a:r>
              <a:rPr sz="1500" b="0">
                <a:solidFill>
                  <a:srgbClr val="6B7280"/>
                </a:solidFill>
                <a:latin typeface="Calibri"/>
              </a:rPr>
              <a:t>  n, 5 ml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Suv bilan hajm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250</a:t>
            </a:r>
            <a:r>
              <a:rPr sz="1500" b="0">
                <a:solidFill>
                  <a:srgbClr val="6B7280"/>
                </a:solidFill>
                <a:latin typeface="Calibri"/>
              </a:rPr>
              <a:t>  ml gacha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CuI osilmasi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10</a:t>
            </a:r>
            <a:r>
              <a:rPr sz="1500" b="0">
                <a:solidFill>
                  <a:srgbClr val="6B7280"/>
                </a:solidFill>
                <a:latin typeface="Calibri"/>
              </a:rPr>
              <a:t>  ml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Qo‘shimcha CuI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30</a:t>
            </a:r>
            <a:r>
              <a:rPr sz="1500" b="0">
                <a:solidFill>
                  <a:srgbClr val="6B7280"/>
                </a:solidFill>
                <a:latin typeface="Calibri"/>
              </a:rPr>
              <a:t>  ml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Aralashtirish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30</a:t>
            </a:r>
            <a:r>
              <a:rPr sz="1500" b="0">
                <a:solidFill>
                  <a:srgbClr val="6B7280"/>
                </a:solidFill>
                <a:latin typeface="Calibri"/>
              </a:rPr>
              <a:t>  daqiqa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8443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78443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8171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Filtrat pH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5-6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Nefelometrik usul: reagentlar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213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Nefelometrik usul: cho‘kmani ishlash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Mishyak; jigar va buyrakni destruksiyalash; destruktatda simob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Aralashma vaqti-vaqti bilan aralashtirilib, 30 daqiqadan so‘ng filtrlanadi.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Filtrdagi cho‘kma sariq rang yo‘qolguncha va filtrat pH 5-6 bo‘lguncha yuviladi.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Cho‘kma 3% kaliy yodiddagi 0,35% yod eritmasi bilan yuviladi; yod eritmasi 6 ml dan 100 ml gacha olinishi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Simob miqdori eritmadan aniqlanadi: yodli eritmadan 3 ta kolorimetrik probirkaga turli hajmda olinadi.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30 daqiqa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Vaqti-vaqti bilan aralashtirilib, so‘ng filtrlanadi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Yuvish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Sariq rang yo‘qolguncha, filtrat pH 5-6 gacha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Yodli eritma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3% KI dagi 0,35% yod eritmasi bilan yuviladi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Hajm tanlash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Yod eritmasi cho‘kma rangiga qarab 6-100 ml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Kolorimetriya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3 ta kolorimetrik probirkaga turli hajmda olinadi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Cho‘kmani ishlash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213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12-keys va «Klaster» treningi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Mishyak; jigar va buyrakni destruksiyalash; destruktatda simob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12-keys: sud-kimyo ekspertizasiga murda a’zolari keltirilgan, yo‘llanmada mishyak metaliga tahlil olib borish zarurligi yozilgan.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Topshiriq: sud-kimyo tahlilini o‘tkazish; javob jadvali: muammo turi, sabablari, hal etish yo‘llari.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Klaster: mishyakning toksikologik ahamiyati va tahlil usullari klaster usulida yoritiladi.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Guruhlar 4 ga bo‘linadi: mavzuni yoritish, sxema chizish, jarayonni tushuntirish, kimyoviy tenglamalarni yozish.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214, 216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13-keys: simob zaharlanishi alomatlari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Mishyak; jigar va buyrakni destruksiyalash; destruktatda simob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13-keys: zaharlanish yuz bergan.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Patologoanatomik tekshiruv ichki a’zolar shilliq qavatida qizarishlar, a’zolarning shishgan holati va buyrakda sulema nefrozini ko‘rsatgan.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Topshiriq: sud-kimyo tahlilini o‘tkazish.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215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Nazorat savollari: mishyak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Mishyak; jigar va buyrakni destruksiyalash; destruktatda simob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Mishyak kationini Marsh usulida aniqlash nimalarga asoslangan?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Mishyak kationini aniqlashda rux bo‘laklarini mis bilan qoplashning ahamiyati nimada?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Marsh moslamasining qaytaruvchi naychasida hosil bo‘lgan mishyak va surma dog‘larini bir-biridan qanday farqlash mumkin?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Nima uchun toksikologik tekshiruvlarda bioob’ekt tarkibidagi mishyak miqdorini aniqlash shart?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216, 217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Nazorat savollari: mishyak (2)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Mishyak; jigar va buyrakni destruksiyalash; destruktatda simob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Mishyak kationi kasrli usulda qanday reja asosida aniqlanadi?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Mishyakni kasrli usulda aniqlashda qaysi reaksiya asosiy hisoblanadi va uning toksikologik ahamiyati nimada?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Marsh usulining boshqa usullardan afzalliklari nimada?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Marsh usulida qanday xatoliklarga yo‘l qo‘yilishi mumkin, sabablari va ularning oldini olish?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Qaytaruvchi naychada hosil bo‘lgan mishyak oksidini surma oksididan qanday farqlash mumkin?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216, 217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Nazorat savollari: mishyak (3)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Mishyak; jigar va buyrakni destruksiyalash; destruktatda simob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Marsh moslamasida reaksiyaning tez borishi kimyoviy tekshiruvlarga qanday ta’sir qilishi mumkin?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Mishyakni kasrli usulda aniqlashda ba’zi ionlarning salbiy ta’sirini qanday yo‘qotish mumkin?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Mishyak kationini miqdorini aniqlashda qanday usullarni bilasiz?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217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Nazorat savollari: simob (2)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Mishyak; jigar va buyrakni destruksiyalash; destruktatda simob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Bioob’ektlarni mineralizatsiyalashning qanday usullarini bilasiz?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Destruksiya usulida qo‘llaniladigan har bir reaktivning ahamiyatini tushuntiring.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Simob saqlovchi birikmalarning toksikologik ahamiyati qanday?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Destruktat nima maqsadda filtrlanadi?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217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Nazorat savollari: simob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Mishyak; jigar va buyrakni destruksiyalash; destruktatda simob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Simob birikmalari bilan zaharlanganda sud-kimyosi tekshiruvi uchun murdaning qaysi ichki a’zolari va qancha miqdorda olinadi?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Simob birikmalarini biologik ob’ektdan ajratishda qaysi usul qo‘llaniladi? Usulni asoslab bering.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Destruksiya usuli ob’ektni konsentrlangan H2SO4 va HNO3 bilan chuqur mineralizatsiyalashdan qanday farqlanadi?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Nima uchun simob kationiga tekshirish uchun buyrak va jigar olinadi?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217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Xavfsizlik va ish tartibi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Mishyak; jigar va buyrakni destruksiyalash; destruktatda simob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Vodorod to‘liq chiqmasdan alanga tutilsa, shovqinli portlash sodir bo‘ladi; sinov ingichka probirka bilan olib boriladi.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Naychani 180° ga burish ehtiyotkorlik bilan bajariladi; yonayotgan vodorod sochiq bilan yopilgan moslamadan chiqadi.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Destruksiyada kislotalar tomchilab, doimiy aralashtirib qo‘shiladi; azot oksidlari kolba og‘zidan uchib chiqmasligi kerak.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212, 213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Mishyak; jigar va buyrakni destruksiyalash; destruktatda simob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Marshda reaktivlar toza bo‘lsa, sovutilgan qismda hech qanday qo‘ng‘ir-kulrang dog‘ hosil bo‘lmaydi; bu tahlildan oldingi nazorat.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Marsh usulida arsin kumush nitratning ammiakli eritmasida qora loyqalanish beradi.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Simobni aniqlash uchun jigar va buyrak 20 g dan olinib, destruksiya uchun 10 ml konsentrlangan HNO3 va 10 ml konsentrlangan H2SO4 ishlatiladi.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Mishyak; jigar va buyrakni destruksiyalash; destruktatda simob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Umarova G.Q. Toksikologik kimyo modulidan o‘quv-uslubiy majmua (Farmatsiya). Toshkent farmatsevtika instituti, 2025. b. 211-217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Nurmatova M.I. Toksikologik kimyo modulidan o‘quv-uslubiy majmua (DVSSM). Toshkent farmatsevtika instituti, 2025. b. 215-219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