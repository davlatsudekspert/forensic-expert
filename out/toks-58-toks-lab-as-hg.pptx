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mishyak va simob uchun nima uchun turli tayyorlash usullari kerak? Doskada: reja. Kitobda maqsad faqat mishyakni ko‘rsatadi, simob bayoni esa alohida bo‘limda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ikki usul orasidagi farq nimada? Doskada: 3 natija. Kitobda kutilayotgan natijalarning birinchi bandi «mis kationini filtratdan aniqlash» deb yozilgan — bu mashg‘ulotga mos emas (oldingi darsdan ko‘chirilgan), kitobda xato;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Marsh moslamasining qismlarini sanab bering (3-rasm kitobda). Doskada: asbob ro‘yxati. Tipik xato: Zanger-Blek va Marsh moslamalarini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rux mis bilan qoplanadi? (Kitobda 4-savol sifatida berilgan, javobi yo‘q.) Doskada: sxema. Tipik xato: qalay(II) xloridni suvli eritmada tayyorlash; kitobda u konsentrlangan sulfat kislotada.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paxtadagi qo‘rg‘oshin atsetat nima uchun kerak? (Kitobda sabab ko‘rsatilmagan; ishtirokchi gazlarni ushlash — o‘qituvchi izohi.) Doskada: jadval. Tipik xato: kutish vaqtini 30-40 daqiqadan kamaytirish.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kalsiy xlorid nima uchun xlor kalsiyli trubkaga solinadi? (Gazni quritish uchun — o‘qituvchi izohi; kitobda sabab yo‘q.) Doskada: Marsh moslamasi (3-rasm). Tipik xato: kislotani birdan quyish.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portlash nimani bildiradi? (Moslamada havo qolganini.) Doskada: sxema. Tipik xato: sinovsiz vodorodni yoqish.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tahlildan oldin sof reaktivlarga sinov (nazorat) o‘tkaziladi? Doskada: 1 soat va dog‘siz natija. Tipik xato: nazorat sinovini o‘tkazmasdan mineralizatni solish.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ingichka qism sovitiladi? (Kitobda sabab yo‘q; hosil bo‘lgan moddaning cho‘kishi uchun — o‘qituvchi izohi.) Doskada: sxema. Tipik xato: tomchilab emas, birdan quyish.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arsinni topishda qaysi uch belgi muhim? Doskada: alanga, tovoqcha dog‘i, AgNO3 sinovi. Tipik xato: hidga tayanib xulosa qilish; kitobda belgilar jamlanmasi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oq dog‘lar nima? (Kitobda tarkibi ko‘rsatilmagan.) Doskada: sxema. Tipik xato: kristall shaklini chizmaslik.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ikki usulda qaysi reaktivlar umumiy (misli rux, qalay(II) xlorid, H2SO4)? Doskada: bo‘sh diagramma. Kitobda diagramma bo‘sh; to‘ldirish talabalar vazifasi.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azot oksidlari kolba og‘zidan uchib chiqmasligi nima uchun muhim? (Kitobda «sababi?» deb savol qo‘yilgan, javob yo‘q.) Doskada: sxema. Tipik xato: sulfat kislotani birdan quyish.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destruktat nima uchun issiqligida filtrlanadi? (Kitobda 20-savol sifatida berilgan.) Doskada: hajmlar. Tipik xato: yuvindini tashlab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simob destruktatdan, boshqa metallar esa mineralizatdan aniqlanadi? Doskada: jadval. Fotometrik usulning bayoni bu betlarda yo‘q. Kitobda formula «Cu2NgI4» deb yozilgan (Hg o‘rniga Ng): matn xatosi, slaydga formula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osilma rangi nimani ko‘rsatadi? (Simob borligini.) Doskada: 10 ml, qizil-binafsha — yana 30 ml. Tipik xato: osilmani rang o‘zgarishini kutmay ortiqcha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yod eritmasi hajmi cho‘kma rangiga qarab tanlanadi? Doskada: 6-100 ml diapazoni. Kitobda yuvish eritmasi «natriy sulfatning 1% eritmasi» deb yozilgan, ehtimol yozuv noaniqligi bor (sulfit bilan aralashgan); slaydga reagent nomi kiritilmadi, o‘qituvchi aniqlashtirsin. Kitob havola qilgan 1-jadval bu betlarda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tahlil rejasini tuzing: Zanger-Blek (dastlabki) va Marsh (tasdiqlovchi). Doskada: klaster markazida «Mishyak». Kitobda javob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buyrak nefrozi qaysi zahar uchun xos? (Kitobda keysning javobi berilmagan; destruksiya buyrak va jigardan olinishi 217-bet 18-savol sifatida so‘ralgan.) Doskada: muammo turi, sabablari, hal etish yo‘llari jadvali.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javoblar mashg‘ulot bayoniga tayanadi. Doskada: 4 savol. Kitobda 12 ta savol (mishyak), javoblari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destruksiyada har reaktivning ahamiyati. Doskada: 4 savol. Kitobda 20 ta savol (211-217), javoblari yo‘q; shu bobda 20 g jigar va buyrak ishlatiladi (213-bet).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kolba og‘zidan azot oksidlari chiqmasligi kerak? Doskada: 3 qoida. Kitobning bu mashg‘ulotida alohida xavfsizlik bo‘limi yo‘q; mishyak, simob(II) bromid, konsentrlangan kislotalar bilan ishlash ehtiyot choralari haqida qo‘shimcha ko‘rsatma bu betlarda berilmagan. Qo‘lqop/niqob talabi 166-betdagi kirish mashg‘ulotida.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Mishyak; jigar va buyrakni destruksiyalash; destruktatda simob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mineralizatdan mishyak kationini aniqlash; jigar va buyrakni destruksiyalash; destruktatda simobni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biologik ob’ektdan mineralizatsiyalab ajratilgan metall zahar — mishyak kationining toksikologik ahamiyati va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majmuasida bu mashg‘ulot «mishyak va simob kationlarini aniqlash, destruksiya, destruktatda simob» deb nomlanadi.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211; Yuldashev Z.A., Nurmatova M.I., Toksikologik kimyo modulidan o‘quv-uslubiy majmua, betlar: 215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Mishyak kationini Zanger-Blek usulida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Mishyak kationini Marsh usulida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 va buyrakni sulfat va nitrat kislotalar bilan destruksiyalab, destruktatda simobni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212; Yuldashev Z.A., Nurmatova M.I., Toksikologik kimyo modulidan o‘quv-uslubiy majmua, betlar: 218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asbob-uskunalar: mineralizat, Zanger-Blek moslamasi, Marsh moslamasi, filtr qog‘ozi, voronka, reaktivlar, probirkalar,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Destruksiya uchun 300 ml li kolbalar, qaynayotgan suv hammomi, 200 ml o‘lchov kolbasi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212; Yuldashev Z.A., Nurmatova M.I., Toksikologik kimyo modulidan o‘quv-uslubiy majmua, betlar: 218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Zanger-Blek usuli: moslamani yig‘ish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ml mineralizat moslamaga quyilib, 10 ml 4n H2SO4, 5 ml suv, 1 ml SnCl2 (10%, konts. H2SO4 da)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g usti mis bilan qoplangan rux bo‘laklari tushirilib, moslama tiqin bilan berkitiladi.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ml mineralizat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+ 10 ml 4n H2SO4, 5 ml suv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 ml SnCl2 (10%, H2SO4 da)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+ 2 g misli rux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Tiqin bilan berkitish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Zanger-Blek: yig‘ish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Zanger-Blek usuli: indikator qog‘oz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Moslamaning boshlang‘ich qismiga qo‘rg‘oshin atsetat eritmasi shimdirilgan paxta joylanadi.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HgBr2 (yoki HgCl2) shimdirilgan filtr qog‘ozi qo‘yilib, 30-40 daqiqa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Mishyak bo‘lsa, qog‘oz sariqdan qo‘ng‘ir ranggacha bo‘yaladi; chiqmasa, tekshiruv to‘xtatiladi.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9559"/>
                <a:gridCol w="273841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 /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Qo‘rg‘oshin atsetatli paxta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Boshlang‘ich qismga joylanadi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HgBr2 (HgCl2) li qog‘oz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30-40 daqiqa qoldiriladi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Natija: mishyak bor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→ qo‘ng‘ir dog‘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Zanger-Blek natijasi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 usuli: moslamani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Marsh moslamasida reaksiya kolbasiga 10 g mis bilan qoplangan rux bo‘laklari solinadi.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 kalsiyli trubka suvsizlantirilgan kalsiy xlorid kristallari bilan to‘ldiriladi, moslama shtativga o‘rnatiladi.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Tomchilagich voronkaga 50 ml 4n H2SO4 quyilib, sekin-asta reaksiya kolbasiga tomiziladi.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Moslamadan havoni siqib chiqarish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Ajralayotgan vodorod moslamadan havoni 15-20 daqiqa davomida siqib chiqaradi.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Naycha uchiga to‘nkarilgan ingichka probirka qo‘yilib, og‘ziga yonib turgan alanga tutiladi.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Probirka toza vodorod bilan to‘lgan bo‘lsa, ovozsiz yonadi; aks holda shovqinli portlash sodir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Vodorod 15-20 daq ajraladi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Probirka naycha uchiga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Alanga tutish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Ovozsiz yonadi = toza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Portlash = havo bor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Vodorod sinovi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tozaligini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To‘liq vodorod chiqayotganiga ishonch hosil qilingach, moslama sochiq bilan yopilib, naychadan chiqayotgan vodorod yoqiladi.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Naychaning ingichka qismi doka piligi bilan sovitiladi, undan oldingi keng qismi kichik alanga bilan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soatdan so‘ng sovutilgan qismda qo‘ng‘ir-kulrang dog‘ hosil bo‘lmasligi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Dog‘ning bo‘lmasligi reaktivlarning sud-kimyo nuqtai nazaridan tozaligini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Marsh usuli: mineralizatni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 ml mineralizatga 1 ml SnCl2 (konts. H2SO4 da) qo‘shilib, tomchilagich voronkaga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reaksiya kolbasiga bir soat davomida sekin-asta tomchilab tushiriladi.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vaqtda qaytaruvchi naychaning ingichka qismi sovitiladi, yo‘g‘on qismi qizdirib turiladi.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20 ml mineralizat + 1 ml SnCl2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Tomchilagich voronkaga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soat tomchilab tushirish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Ingichka qism sovitiladi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Yo‘g‘on qism qizdiriladi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Marsh: tekshirish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Arsinning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natijasida arsin (AsH3) hosil bo‘lsa, qaytaruvchi naycha uchida zangori alanga paydo bo‘ladi va sarimsoq piyoz hidi seziladi.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Yonayotgan zangori alangaga sovuq chinni tovoqcha tutilsa, yaltiroq kulrang dog‘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Naycha ehtiyotkorlik bilan 180° ga burilib, uchi kumush nitratning ammiakli eritmasiga tutilsa, qora loyqalanish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Naychadagi dog‘ni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soatdan so‘ng alanga o‘chirilib, naycha sovutilgach, ingichka qismda yaltiroq kulrang dog‘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 kichik alangada qizdirilib, yuqorisi sovuq suvli pilik bilan sovitilsa, oq dog‘lar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 dog‘lar mikroskopda oktaedr va tetraedr shaklidagi kristallar ko‘rinishida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Naycha ajratiladi, sovitiladi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Yaltiroq kulrang dog‘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Kichik alangada qizdirish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Oq dog‘lar (sovitilgan qism)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Mikroskop: oktaedr, tetraedr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Dog‘ni tekshirish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212, 213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Daftarga yozish va Venna diagrammasi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ish daftariga Marsh moslamasi rasmini va unda boradigan reaksiyalarning kimyoviy tenglamalarini yozadi.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Venna diagrammasi Zanger-Blek va Marsh usullarini solishtirish uchun berilgan (bo‘sh).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 usulning o‘xshash va farqli jihozlari kesishma doiralarida to‘ldiriladi.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213, 214; Yuldashev Z.A., Nurmatova M.I., Toksikologik kimyo modulidan o‘quv-uslubiy majmua, betlar: 216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Destruksiya: reagentlarni qo‘shish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 g dan maydalangan jigar va buyrak alohida 300 ml li kolbalarga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Ustiga 10 ml suv, 1 ml etil spirti va 10 ml konsentrlangan nitrat kislota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Ehtiyotkorlik bilan tomchilab, doimiy aralashtirib, 10 ml konsentrlangan sulfat kislota qo‘shiladi.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20 g jigar/buyrak, 300 ml kolba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+ 10 ml suv, 1 ml spirt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+ 10 ml konts. HNO3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Tomchilab 10 ml konts. H2SO4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10-15 daq uy haroratida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Destruksiya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Destruksiya: qizdirish va filtrlash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Sulfat kislota qo‘shilgach, 10-15 daqiqa nitrat oksidlari ajralishi to‘xtaguncha uy haroratida qoldirilib, qaynayotgan suv hammomida 20 daqiqa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tez ketsa, kolbaga 30-50 ml qaynoq suv quyiladi; destruktat ikki barobar issiq suv bilan aralashtirilib, ikki qavat filtr qog‘ozi orqali filtrlanadi.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Cho‘kma 3-4 marta issiq suv bilan yuviladi, yuvindi filtratga qo‘shiladi; destruktat sovugach, 200 ml o‘lchov kolbasida suv bilan hajmga yetkaziladi.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Tayyor destruktat keyingi darsga kafedra laborantida qoldiriladi.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Destruktatda simobni tahlil qilish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 sifati va miqdori ikki usulda aniqlanadi: nefelometrik (mis(I) yodid) va ditizonli fotometrik.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Nefelometrik usulda destruktatning aniq hajmiga reagentlar qo‘shiladi (keyingi slaydlar).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691"/>
                <a:gridCol w="300128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Nefelometrik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Mis(I) yodid osilmasi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Fotometrik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Ditizon ishtirokida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Simob uchun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Nefelometrik usul: reagentlar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Destruktatning aniq o‘lchab olingan hajmiga 5 ml 2,5n natriy sulfit eritmasi va 250 ml gacha tozalangan suv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 10 ml mis(I) yodid osilmasi qo‘shiladi; osilma qizil-binafsha rangga bo‘yalsa, yana 30 ml osilma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Osilma rangi o‘zgarmasa, qo‘shimcha mis(I) yodid qo‘shilmaydi.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Nefelometrik usul: cho‘kmani ishlash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 vaqti-vaqti bilan aralashtirilib, 30 daqiqadan so‘ng filtrlanadi.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Filtrdagi cho‘kma sariq rang yo‘qolguncha va filtrat pH 5-6 bo‘lguncha yuviladi.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Cho‘kma 3% kaliy yodiddagi 0,35% yod eritmasi bilan yuviladi; yod eritmasi 6 ml dan 100 ml gacha olinishi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miqdori eritmadan aniqlanadi: yodli eritmadan 3 ta kolorimetrik probirkaga turli hajmda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12-keys va «Klaster» treningi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12-keys: sud-kimyo ekspertizasiga murda a’zolari keltirilgan, yo‘llanmada mishyak metaliga tahlil olib borish zarurligi yozilgan.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sud-kimyo tahlilini o‘tkazish; javob jadvali: muammo turi, sabablari, hal etish yo‘llari.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Klaster: mishyakning toksikologik ahamiyati va tahlil usullari klaster usulida yoritiladi.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Guruhlar 4 ga bo‘linadi: mavzuni yoritish, sxema chizish, jarayonni tushuntirish, kimyoviy tenglamalarni yozish.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214, 216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13-keys: simob zaharlanishi alomatlari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13-keys: zaharlanish yuz bergan.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Patologoanatomik tekshiruv ichki a’zolar shilliq qavatida qizarishlar, a’zolarning shishgan holati va buyrakda sulema nefrozini ko‘rsatgan.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sud-kimyo tahlilini o‘tkazish.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savollari: mishyak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Mishyak kationini Marsh usulida aniqlash nimalarga asoslangan?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Mishyak kationini aniqlashda rux bo‘laklarini mis bilan qoplashning ahamiyati nimada?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Marsh moslamasining qaytaruvchi naychasida hosil bo‘lgan mishyak va surma dog‘larini bir-biridan qanday farqlash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Nima uchun toksikologik tekshiruvlarda bioob’ekt tarkibidagi mishyak miqdorini aniqlash shart?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216, 217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savollari: simob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birikmalari bilan zaharlanganda sud-kimyosi tekshiruvi uchun murdaning qaysi ichki a’zolari va qancha miqdorda olinadi?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birikmalarini biologik ob’ektdan ajratishda qaysi usul qo‘llaniladi? Usulni asoslab bering.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Destruksiya usuli ob’ektni konsentrlangan H2SO4 va HNO3 bilan chuqur mineralizatsiyalashdan qanday farqlanadi?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Nima uchun simob kationiga tekshirish uchun buyrak va jigar olinadi?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Vodorod to‘liq chiqmasdan alanga tutilsa, shovqinli portlash sodir bo‘ladi; sinov ingichka probirka bilan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Naychani 180° ga burish ehtiyotkorlik bilan bajariladi; yonayotgan vodorod sochiq bilan yopilgan moslamadan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Destruksiyada kislotalar tomchilab, doimiy aralashtirib qo‘shiladi; azot oksidlari kolba og‘zidan uchib chiqmasligi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212, 213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Marshda reaktivlar toza bo‘lsa, sovutilgan qismda hech qanday qo‘ng‘ir-kulrang dog‘ hosil bo‘lmaydi; bu tahlildan oldingi nazorat.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Marsh usulida arsin kumush nitratning ammiakli eritmasida qora loyqalanish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Simobni aniqlash uchun jigar va buyrak 20 g dan olinib, destruksiya uchun 10 ml konsentrlangan HNO3 va 10 ml konsentrlangan H2SO4 ishlatiladi.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Mishyak; jigar va buyrakni destruksiyalash; destruktatda simob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211-217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215-216, 218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