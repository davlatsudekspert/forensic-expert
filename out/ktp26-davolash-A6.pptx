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bosh miya gipoksiyaga eng sezgir? Doskada: Vaqt chegarasi: 5–10 daq. Tipik xato: Barcha to‘qimalar kislorod tanqisligiga bir xil chidaydi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Ekzogen va endogen gipoksiya qanday farq qiladi? Doskada: Ikki ustunli jadval. Tipik xato: Gipoksiya turlarini aralashtirib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Mexanik asfiksiya qaysi gipoksiya turiga kiradi? Doskada: Har turga bir misol. Tipik xato: Respirator va gemik gipoksiyani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faqat tez rivojlanuvchi turlar sud-tibbiy ahamiyatga ega? Doskada: Vaqt shkalasi. Tipik xato: Surunkali gipoksiyani mexanik asfiksiya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Asfiksiya va gipoksiya farqini ayting. Doskada: Asfiksiya = gipoksiya + giperkapniya. Tipik xato: Asfiksiyani faqat kislorod tanqisligi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bir tur uchun misol keltiring. Doskada: Tasnif daraxti. Tipik xato: Cho‘kishni qisilishdan asfiksiya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Hodisa joyida qanday dalillar shu holatni tasdiqlaydi? Doskada: Qaror sxemasi: hodisa joyi → turi. Tipik xato: Bunday o‘limni darhol o‘z-o‘zini o‘ldirish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Kompensatsiya nimaga xizmat qiladi? Doskada: Davr uzunligi. Tipik xato: Preasfiktik davrni asfiktik davrning bir bosqichi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Talvasa jarohatlarini qanday ajratamiz? Doskada: Ikki bosqich jadvali. Tipik xato: Talvasa jarohatlarini doim qotillik belgisi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bosqich eng uzun? Doskada: Zanjir: 5 bosqich. Tipik xato: Yurak nafas bilan bir vaqtda to‘xtaydi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ayrim murdalarda asfiksiya belgilari yo‘q? Doskada: Sabab zanjiri: retseptor ta’siri → yurak to‘xtashi. Tipik xato: Belgisiz murda asfiksiyadan 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Klinitsist uchun nega muhim? Doskada: Davrlar jadvali. Tipik xato: Postasfiktik holatni faqat o‘limga olib keluvchi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Komadan chiqish tartibini ayting. Doskada: Bosqichlar zanjiri. Tipik xato: Talvasalarni karaxtlik davriga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Qoldiq oqibatlarni qanday baholaymiz? Doskada: Muddat va oqibatlar ro‘yxati. Tipik xato: Hush tiklangach tiklanish tugagan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muddatda qaysi o‘lim sababi yetakchi? Doskada: Vaqt shkalasi. Tipik xato: Barcha o‘limlarni bir sababga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belgi eng ishonchli? Doskada: Belgilar ro‘yxati. Tipik xato: Sianozni mutlaq belgi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Asfiktik yurak qanday hosil bo‘ladi? Doskada: Kichik doira bosimi → o‘ng yurak. Tipik xato: Suyuq qonni faqat asfiksiyaga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belgilar majmuasi kerak? Doskada: Belgilar jadvali. Tipik xato: Bitta belgiga tayanib tashxis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Osilish nega ko‘pincha o‘z-o‘zini o‘ldirish? Doskada: Tipik va notipik osilish. Tipik xato: Osilishni doim qotillik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tugunni buzmaslik kerak? Doskada: Sirtmoq turlari. Tipik xato: Sirtmoqni tugundan yechib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omillar birgalikda ishlaydi? Doskada: To‘rt omil zanjiri. Tipik xato: O‘limni faqat havo yo‘li yopilishi bilan izohlash.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Egat nimani ko‘rsatadi? Doskada: Egat xususiyatlari ro‘yxati. Tipik xato: Egatni sirtmoqdan mustaqil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Yumshoq sirtmoqda egat ko‘rinmasa nima qilamiz? Doskada: Qattiq va yumshoq sirtmoq qiyosi. Tipik xato: Egat yo‘q — osilish yo‘q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Bo‘yin cho‘zilishiga xos belgilarni ayting. Doskada: Belgi—nom juftliklari. Tipik xato: Cho‘zilish belgilarini sirtmoq bilan bo‘g‘ishda ham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Hayotiylik nega muhim? Doskada: Uch usul ro‘yxati. Tipik xato: Egat bor — hayotiy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Osilish va bo‘g‘ishning farqi nima? Doskada: Qiyoslash jadvali. Tipik xato: Ikkala holatda egatni bir xil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Qotilning holatini jarohatlardan qanday aniqlaymiz? Doskada: Old va orqa tomondan bo‘g‘ish jadvali. Tipik xato: Tashqi jarohat yo‘qligidan bo‘g‘ish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Pozitsion asfiksiya qachon uchraydi? Doskada: Holatlar ro‘yxati. Tipik xato: Bo‘yin burmasini strangulyatsion egat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Qarshiliksiz holatda tashxis nimaga tayanadi? Doskada: Belgilar jadvali. Tipik xato: Xos belgi yo‘qligi sababli asfiksiyani inkor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Qusuq aspiratsiyasini postmortem tushishdan qanday ajratamiz? Doskada: Ikki holat qiyosi. Tipik xato: Qusuq topilsa — obturatsion asfiksiya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Cho‘kishda o‘lim mexanizmida nimalar bor? Doskada: Uch tur sxemasi. Tipik xato: Cho‘kishni faqat suv bilan to‘lish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Rasskazov-Lukomskiy-Paltauf dog‘i Tarde dog‘idan nimasi bilan farq qiladi? Doskada: Ikki dog‘ qiyosi. Tipik xato: Ikkala dog‘ni bir xil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Qon xususiyatlari qanday o‘zgaradi? Doskada: Belgi—ma’no jadvali. Tipik xato: Fegerlund belgisini faqat asfiktik cho‘kishga xos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Chuchuk va sho‘r suvdagi farqni tushuntiring. Doskada: Ikki suv jadvali. Tipik xato: Dengiz suvida ham gemodilyusiya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Sunsov sinamasi nimani aniqlaydi? Doskada: Asfiktik cho‘kish belgilari. Tipik xato: Yurak havo emboliyasini o‘ng qorinchadan tekshirish.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Belgilarni juftlab ayting. Doskada: Jadval to‘ldiriladi. Tipik xato: Umumasfiktik belgilar faqat bir turga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yurakni qo‘shimcha tekshirish kerak? Doskada: Usullar ro‘yxati. Tipik xato: Suvdagi o‘limni doim cho‘kish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O‘pkada plankton topilishi nega yetarli emas? Doskada: Qadamlar: tushish → qon → a’zolar. Tipik xato: O‘pkada plankton topilsa hayotiy cho‘kdi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usul qaysi savolga javob beradi? Doskada: Usullar jadvali. Tipik xato: Faqat bitta usulga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Suvda bo‘lish muddatini qanday baholaymiz? Doskada: Muddatlar jadvali. Tipik xato: Suvda bo‘lish belgilarini o‘lim sababi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Ekximotik niqob qanday hosil bo‘ladi? Doskada: Qisilish joylari sxemasi. Tipik xato: Mexanik jarohatlarni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bolalar xavfliroq? Doskada: CO2 foizlari jadvali. Tipik xato: CO2 va kislorod rolini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Mexanik asfiksiya (osish, cho‘kish). Mexanik asfiksiyaning tasnifi. Mexanik asfiksiyadan o‘lim hollarida murda sud-tibbiy ekspertizasini o‘tkazish, diagnostikasi.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kislorod va gipoksiya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kislorodning 98,5–99,0% nafas a’zolari orqali olinadi, qolgani teri, oshqozon va ichaklar orqali.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Tinch holatda organizmga bir minutda 6–8 litr havo kerak; jismoniy zo‘riqishda ehtiyoj 10–20 barobargacha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Markaziy nerv tizimida to‘qima nafasi 5–10 minut to‘xtasa, tiklanmaydigan o‘zgarishlar yuzaga keladi; mushak va biriktiruvchi to‘qimada bu vaqt ancha uzun.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Gipoksiya holatlari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Ekzogen gipoksiya gipoksik, giperoksik va giperkapnik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Endogen gipoksiya respirator, gemik, sirkulyator, sitotoksik va fiziologik turlarga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Ekzogen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Gipoksik, giperoksik, giperkapnik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Endogen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Respirator, gemik, sirkulyator, sitotoksik, fiziologik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Gipoksiya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Ekzogen va endogen turlarning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 kislorod odatda 20,93%; gipoksik gipoksiyada kamroq (tog‘ kasalligi, kam kislorodli gaz aralashmasi). Giperkapnikda yopiq muhitda CO2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Respirator gipoksiya bo‘yin a’zolarining qisilishi, nafas yo‘llari va teshiklari yopilishida; gemik — gemoglobin kamayganda yoki bog‘lash xususiyati buzilganda.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Sirkulyator gipoksiya qon aylanishi buzilganda; sitotoksik — asosan zaharlanishlarda to‘qima nafasi buzilishi tufayli.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Rivojlanish jadalligi bo‘yicha turlar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Chaqmoqsimon (soniyalarda), o‘tkir (daqiqalarda), biroz o‘tkir (soatlarda) va surunkali (kunlar, haftalar, oylar) gipoksiya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uchun chaqmoqsimon va o‘tkir gipoksiya ahamiyatli: tashqi ta’sirdan sog‘liq buzilishi va o‘lim shu tarzda ko‘p uchraydi.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Chaqmoqsimon: soniya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O‘tkir: daqiqa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Biroz o‘tkir: soat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Surunkali: kun va undan ko‘p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Jadallik bo‘yicha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«Asfiksiya» grekcha so‘z bo‘lib, tub ma’noda pulsning yo‘qligini anglatadi (a — inkor, sphygmos — puls).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— tashqi nafasning buzilishi tufayli kislorod tanqisligi va karbonat angidrid ko‘payishidan hayotiy tizimlarning o‘tkir buzilishi.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omil ta’sirida tashqi nafas buzilishidan vujudga kelgan holat mexanik asfiksiya deyiladi.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104, 104–105, 105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tasnifda uch tur: qisilishdan, yopilishdan va cheklangan muhitdagi asfiksiya.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Qisilishdan: bo‘yin qisilishi (strangulyatsion) va ko‘krak-qorin qisilishi (kompression).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Qisilishdan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Strangulyatsion; kompression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Yopilishdan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teshiklari; nafas yo‘llari; cho‘kish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Cheklangan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Yopiq yoki qisman yopiq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Autoasfiksiofiliya (seksual asfiksiya)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qo‘zg‘alish gipoksiya va giperkapniya sharoitida sodir bo‘ladigan hodisa; ko‘pincha jinsiy chetlanishga moyil o‘rta yoshdagi yolg‘iz erkaklarda.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Asfiktik jarayon qo‘l-oyoq va moslamalar bilan boshqariladi: bo‘yin sirtmoqda qisiladi yoki boshga polietilen qopcha kiyiladi.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bilan tugasa, baxtsiz hodisa deb baholanadi; hodisa joyini sinchiklab ko‘zdan kechirish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105–106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kechishi: preasfiktik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Preasfiktik davr o‘rtacha 20–30 soniya davom etadi: nafas qisqa to‘xtaydi, so‘ng sekinlashadi.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 kompensator mexanizmlarni ishga soladi: aylanuvchi qon ko‘payadi, qon suyuqlashadi, qon hayotiy a’zolar foydasiga qayta taqsimlanadi.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bu davrda asfiksiya belgilari rivojlanmaydi.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davr: inspirator va ekspirator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Inspirator hansirash: nafas olish tezlashadi va uzayadi; hush odatda 40–60 soniyada yo‘qoladi; taxminan bir minut davom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Ekspirator hansirash: nafas chiqarish kuchayadi, siydik, maniy va axlat ajralishi bilan klonik talvasalar; taxminan bir minut.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Talvasalarda tananing atrofdagi jismlarga urilishidan jarohatlar paydo bo‘lishi mumkin va ularni o‘zga shaxs yetkazganidan farqlash qiyin.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davr: keyingi bosqichlar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Nafasning qisqa to‘xtashi (nisbiy tinchlik) 30–40 soniya: nafas to‘xtaydi, bosim pasayadi, mushaklar bo‘shashadi.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Terminal nafas olish: noritmik nafas harakatlari, 5 minutgacha davom etishi mumkin; arterial bosim keskin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To‘liq to‘xtash: nafas markazi falajidan nafas to‘xtaydi, yurak yana 3–10 minut urishi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106–107, 107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Davrlar shartliligi va yurakning reflektor to‘xtashi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Davr va bosqichlarning davomiyligi shartli, taxminiy; ular tugallanmagan asfiksiya kuzatuvlari tahliliga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Asfiksiyaning kechishiga ta’sir turi, jadallik va organizm salomatligi ta’sir qiladi; N. Minovici 1905 yilda osilish bo‘yicha o‘zida tajriba o‘tkazgan.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30 soniyagacha reflektor to‘xtasa, umumasfiktik belgilar rivojlanib ulgurmaydi va murdada aniqlanmasligi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holat: to‘rt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ta’sir o‘limsiz tugasa (masalan, cho‘kayotgan qutqarilsa), qator o‘zgarishlar majmuyi postasfiktik holat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 davr: asfiktik koma, karaxtlik, dezorientatsiya va xotira buzilishi, qoldiq oqibatlar.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1. Asfiktik koma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Arefleksiya; keyin rigidlik va talvasalar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2. Karaxtlik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Sopor → chuqur → yengil → uyquchanlik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3. Dezorientatsiya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Xotira buzilishi, konfabulyasiya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4. Qoldiq oqibatlar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Tiklanish yoki surunkali buzilishlar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Postasfiktik davrlar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107–108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Koma va karaxtlik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Komada mushaklar atonik, qorachiqlar kengaygan, reflekslar chaqirilmaydi; keyin detserebratsion rigidlik va tonik talvasalar, tana harorati ko‘tariladi.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tonik-klonik talvasalar va giperkinezlar kuzatiladi; reflekslar asta tiklanadi.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Karaxtlik davrida hush asta tiklanadi: sopor, chuqur karaxtlik, yengil karaxtlik, uyquchanlik.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Dezorientatsiya va qoldiq oqibatlar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Hush tiklangach zamon va makondagi orientatsiya buziladi; konfabulyasiya belgilari bilan retrograd amneziya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To‘laqon yordam ko‘rsatilganda yengil o‘zgarishlar 1–2 hafta ichida qoldiqsiz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holatlarda xotira va diqqat buzilishi, doimiy bosh og‘rig‘i, parezlar, intellekt pasayishi, ko‘rish va eshitish buzilishi qolishi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108, 108–109, 109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holatda ichki a’zolar va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 minut va undan ko‘p asfiksiyada turg‘un gipotoniya, ichki a’zolar ishemiyasi, ba’zan miokard infarkti vujudga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soatlarda o‘pka shishishi noxush prognostik belgi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minut va soatlarda o‘lim asfiktik komadan; birinchi sutkada o‘pka va bosh miya shishishidan; keyinroq gipostatik pnevmoniyadan.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 va bo‘yin sianozi turg‘un emas; murda chalqancha yotganda qon oqishi tufayli yo‘qolishi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Ko‘lamli ko‘kimtir-binafsha murda dog‘lari tez (bir soatgacha) paydo bo‘ladi — qon suyuq va CO2 ga to‘yingani sababli.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Subkonyunktival mayda qon quyilishlar hansirash bosqichidagi bosim o‘zgarishidan; midriaz noturg‘un belgi.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110–111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ichki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va yirik venalarda to‘q qizil suyuq qon — giperkapniya va o‘pkada fibrinogenaza faolligi oshishi bilan tushuntiriladi.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O‘ng yurak kameralari chapga nisbatan qonga to‘lgan (asfiktik yurak); ichki a’zolar venoz to‘laqon.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O‘pkalarning qisman emfizemasi hansirash bosqichlarida vujudga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111–112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Tarde dog‘lari va Sabinskiy belgisi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Visseral plevra va epikard ostida diametri 2–3 mm to‘q qizil qon quyilishlar — Tarde dog‘lari; ko‘proq o‘pka bo‘laklari orasi, diafragmal plevra va yurak orqa yuzasida.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Kamqon, qisqargan taloq (Sabinskiy belgisi) preasfiktik davrda depolardagi qonning chiqarilishidan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o‘zgarishlar spetsifik emas; tashxisda ularning majmuasi hisobga olinadi, asfiktik yurak va qisqargan taloq esa nisbatan patognomonik.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111–112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asfiksiya va osilish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Strangulyatsion asfiksiya bo‘yin a’zolari qisilishi bilan bog‘liq: osilish, sirtmoq, qo‘l, o‘tmas jism bilan qisish, pozitsion asfiksiya.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 mexanik asfiksiyaning eng ko‘p turi: o‘limlarning 65–70%; ko‘pincha o‘z-o‘zini o‘ldirish usuli, baxtsiz hodisa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Tipik (to‘liq) osilishda tana sirtmoqda erkin osiladi; notipik (to‘liqmas) osilishda tananing bir qismi tayanchga ega.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112–113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Tizzaga tayanib osilishda sirtmoq tana massasining 20% iga teng kuch bilan, yotgan holda faqat boshning massasi (4–5 kg) bilan tortiladi.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yumshoq (sochiq, sharf, galstuk), yarim qattiq (arqon, kamar) yoki qattiq (sim, zanjir)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tuguni kriminalistik ahamiyatli; sirtmoq olishda tugun buzilmasligi uchun tugunga qarama-qarshi tomoni kesiladi.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112–113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 qisilganda havo yo‘li torayadi, ammo faqat ayrim holatlarda butunlay yopiladi.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Bo‘yinturuq venalar qisilishi qon oqishini qiyinlashtiradi; umurtqa arteriyalari orqali qon borib, kalla ichi bosimi keskin oshadi.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Adashgan nerv, yuqori hiqildoq nervi va sinokarotid tugun qisilishi yurakning reflektor to‘xtashiga olib kelishi mumkin; keskin tipik osilishda orqa miya yorilishi ham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Osilishning asosiy belgisi — bo‘yinda strangulyatsion egat; u shilinma ko‘rinishida bo‘lib, sirtmoq xususiyatlariga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Tugallanmagan asfiksiyada yarim qattiq sirtmoqdan hosil bo‘lgan egat 10–15 kun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Egatning joylashishi, yo‘nalishi, tutashganligi, kengligi, chuqurligi, zichligi va relefi o‘rganiladi, so‘ng sirtmoq bilan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Egat turlari va yumshoq sirtmoq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Tipik osilishda egat bo‘yin yuqorisida, til osti suyagidan baland, qiyshiq-vertikal; atipik osilishda pastroq va vertikalligi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Qattiq sirtmoq zichroq, chuqurroq egat qoldiradi; tuguniga qarama-qarshi tomonda egat yaqqolroq.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Yumshoq sirtmoq terida egat yaqqol qoldirmaydi, ammo ichki tekshiruvda bo‘yin yumshoq to‘qimalarida oqimtir yo‘lka — «mis sim belgisi» (Kasper)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114–115, 115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Osilishdagi ichki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Til osti suyagi va qalqonsimon tog‘ay shikastlanishi osilish uchun xos emas; sirtmoq pastroq bo‘lsa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Halqum orti sohasida ko‘lamli qon quyilish; uyqu arteriyasi intimasining ko‘ndalang yorilishi (Amyuss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Uyqu arteriyasi tashqi qavatida qon quyilish (Martin), to‘sh-o‘mrov-so‘rg‘ichsimon mushak pastki uchida (Valxer), umurtqalararo disklarda (Simon).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116–117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laxtagi teri osti yog‘idan tozalanib, ikki predmet oynasi orasida o‘tuvchi yorug‘likda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 burmachasida to‘laqonlik va qon quyilish belgilari hayotiylikdan dalolat beradi (Bokarius sinamasi).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Mikroskopik tekshiruvda qon aylanishi buzilishi (Neyding) va reaktiv yallig‘lanish (Kasyanov) egatning hayotiy yetkazilganini tasdiqlaydi.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116–117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Bo‘yinning sirtmoq bilan qisilishi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tana og‘irligi bilan emas, o‘zga kuch ta’sirida qisiladi; aksariyat hollarda qotillikda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Egat gorizontal, odatda qalqonsimon tog‘ay sathida va undan pastda, ko‘pincha tutashgan, bir xil kenglik va chuqurlikda.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Til osti suyagi shikastlanishi xos emas; Amyuss, Valxer, Simon belgilari hosil bo‘lmaydi; kurash va o‘zini himoya jarohatlari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116–117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 bilan bo‘g‘ish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qotillik; yurakning reflektor to‘xtashi nisbatan ko‘proq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Bo‘yinda barmoqlardan dumaloq yoki oval qontalashlar, ustida tirnoqdan yoysimon shilinmalar.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jarohatlar tashqiga nisbatan yaqqolroq: til osti suyagi shoxchalari, qalqonsimon tog‘ay, ba’zan uzuksimon va kekirdak tog‘aylari sinadi; yumshoq to‘qimalarga qon quyiladi.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 bilan bo‘g‘ish va pozitsion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 (tayoq, stul suyanchig‘i) bilan bo‘g‘ishda jarohatlar ta’sir yuzasi proeksiyasida: qontalash, shilinma, qon quyilish, til osti suyagi va tog‘ay shikastlari.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Pozitsion asfiksiya boshning uzoq vaqt bukilgan holatida rivojlanadi; odatda hushsiz shaxslarda. Strangulyatsion egat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 hodisa tafsilotlari va o‘limning boshqa sabablarini istisno qilishga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teshiklarining yopilishi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Og‘iz va burunni qo‘l yoki yumshoq jism bilan yopish qotillikda yosh bolalar yoki holsizlangan kattalarga nisbatan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Tasodifan yopilish asosan hushsiz (koma) holatdagi shaxslarda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Qarshilik bo‘lmaganda umumasfiktik belgilardan tashqari xos belgi yo‘q; qarshilikda og‘iz-burun atrofida qontalash, shilinma, yumshoq jism tolalari topilishi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119–120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Nafas yo‘llarining yopilishi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Yot jismlar (danak, tugma, suyak, go‘sht bo‘lagi, o‘yinchoq, tish protezi), sochiluvchan moddalar va suyuqliklar (qon, qusuq) sabab bo‘ladi; aksariyat baxtsiz hodisa.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Retseptor ta’sirlanishidan ovoz boylamlari reflektor spazmi yoki yurakning reflektor to‘xtashi bo‘lishi mumkin — asfiksiya belgilari to‘liq rivojlanmaydi.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Qusuq massasi nafas yo‘llarida murdada har doim obturatsiyani bildirmaydi; reanimatsiya, tashish va chirishda ham tushishi mumkin, lekin oz va kichik bronxlarga yetmaydi.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120, 120–121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Cho‘kish: umumiy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Cho‘kish — nafas yo‘llarining suyuqlik bilan yopilishi; mexanik asfiksiyadan o‘limlarda osilishdan keyingi o‘rinda; yiliga uch yuz mingdan ortiq o‘lim qayd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Aksariyat hollarda baxtsiz hodisa; ayrim hollarda o‘z-o‘zini o‘ldirish; kamdan-kam qotillik.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Turlari: chin (aspiratsion, «ho‘l»), asfiktik (spastik, «quruq») va aralash.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cho‘kish: tashqi va o‘pka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 cho‘kish issiq mavsum, iliq suv, mast shaxslarda ko‘proq; og‘iz-burun atrofida mayda pufakli oq ko‘pik (Krushevskiy belgisi), keyin pushti tus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O‘pkalar gipergidriyada: xamirsimon, hajmi katta, qovurg‘a izlari bor, tashqi yuzasi «marmarsimon».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Visseral plevra ostida kattaroq pushti-qizg‘ish Rasskazov-Lukomskiy-Paltauf dog‘lari — Tarde dog‘larining suv bilan gemolizi; epikard ostida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cho‘kish: qon va a’zolardagi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qonga o‘tib qon suyuladi (gemodilyusiya), osmotik gemoliz; murda dog‘lari pushti-qizg‘ish.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Yurakning chap kameralaridagi qon o‘ngdagidan ochroq (Kasper belgisi); qorin bo‘shlig‘ida 100 ml atrofida suyuqlik (Moro belgisi).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Oshqozonda 300 ml gacha suv (Fegerlund belgisi); qutqarishga urinishdan muskullarga qon quyilishi (Paltauf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122, 122–123, 123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Dengiz suvida cho‘kish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Sho‘r suvning osmotik bosimi qonnikidan ancha baland: alveoladagi suv qonga o‘tmaydi, aksincha qonning suyuq qismi alveolaga, elektrolitlar qonga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gipovolemiya va qon quyuqlashuvi; Rasskazov-Lukomskiy-Paltauf dog‘lari hosil bo‘lmaydi; ayrim hollarda o‘pka shishishi.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1834603"/>
                <a:gridCol w="1726685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Chuchuk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Sho‘r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Suyulish, gemoliz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Quyuqlashish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Paltauf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Chuchuk va sho‘r suv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cho‘kish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nafas yo‘llariga o‘tmaydi; yuz ko‘kimtirligi va subkonyunktival qon quyilishlar yaqqol; og‘iz-burunda oz noturg‘un oq ko‘pik.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O‘pka keskin emfizemada, quruq; faqat Tarde dog‘lari; gemodilyusiya va osmotik gemoliz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havo emboliyasi (Sunsov sinamasi bilan chap qorincha teshiladi) va ko‘krak limfa yo‘lida limfogemiya; oshqozonda 1 litrgacha suv.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Chin va asfiktik cho‘kish: qiyoslash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suv alveolalargacha yetadi; asfiktik cho‘kishda hiqildoq spazmi tufayli suv traxeya va bronxlargacha boradi.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cho‘kishda kalla asosi bo‘shlig‘ida 5–15 ml suyuqlik (Sveshnikov belgisi) va o‘rta-ichki quloqda qon quyilishlar (Ulrix—Rostoshinskiy)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3439"/>
                <a:gridCol w="2005783"/>
                <a:gridCol w="145875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Asfiktik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Turg‘un, mayda pufakli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Oz, noturg‘un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Nafas yo‘llarida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Gemodilyusiya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Oshqozonda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300 ml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l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Cho‘kish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121, 123–124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Suvdagi o‘lim va hayotiylikni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Suvga tushishi bilan yurak va nafas reflektor to‘xtashi mumkin; bunda asfiksiya belgilari rivojlanmaydi — buni suvdagi to‘satdan o‘lim deb baholash to‘g‘riroq.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urish, o‘ta charchash, oshqozonning to‘laligi, mastlik suvda to‘satdan o‘limga moyillik yaratadi.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Suvga tushishning hayotiyligi makroskopik va laboratoriya usullari bilan aniqlanadi: diatom planktoni, psevdoplankton, bakteriologik, krioskopik va boshqalar.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Diatom planktoni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Diatom planktoni — kremniy qobiqli bir hujayrali suv o‘simligi; deyarli barcha suv havzalarida bor, har havza o‘ziga xos.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Chin cho‘kishda plankton qonga o‘tib ichki a’zolarga tarqaladi; parenximatoz a’zolar va suyak iligida topilishi hayotiylikdan dalolat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Plankton havza suviga mos bo‘lishi lozim, shu sababli havzadan 1 l suv namunasi olinadi; asfiktik cho‘kishda kalla asosi suyuqligi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124–125, 125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laboratoriya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Psevdoplankton — mayda qum, o‘simlik changi va suv o‘simliklari qismlari; polyarizatsion mikroskopiyada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 bakteriyalari (asosan Pseudomonas putida, P. fluorescens) murda ichki a’zolarida topilsa, suvga hayotiy tushganlik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Krioskopik, refraktometrik, quyuqlik va elektr o‘tkazuvchanlik tekshiruvlari yurakning chap va o‘ng kameralaridagi qonni taqqoslashga asoslanadi.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Suvdan olingan murda: jarohat va suvda bo‘lish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Jarohatlar hayotiy yoki o‘limdan keyin bo‘lishi mumkin: suv tubiga urilish, kema qismlari, baliq va suv hayvonlari, reanimatsiya.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Qo‘l-oyoq barmoqlari bir necha soatda oqarib bujmayadi; 2–5 kunda kaft, 5–8 kunda tovon qoplanadi; 2–3 haftada teri «o‘lim qo‘lqopi» bo‘lib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10–15 kunda sochlar oson sug‘uriladi. Bu o‘zgarishlar o‘lim sabablari bilan bog‘liq emas; suv harorati va kiyim tezligiga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126, 127–128, 128–129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 va qorinning o‘tmas jismlar bilan qisilishi; ko‘pincha tabiiy yoki texnogen falokatlarda va olomon qisilishida.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Tananing frontal qisilishi yonlama qisilishdan xavfliroq; ko‘krak va qorin birga qisilganda faqat ko‘krak qisilishiga nisbatan o‘lim tezroq.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Yuz, bo‘yin, ko‘krak yuqorisida «ekximotik niqob» (Olive—Danjer) va o‘pkaning «karmin shishishi» (Lakkasan belgisi).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Cheklangan yopiq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Yopiq muhitda kislorod asta kamayib, karbonat angidrid ortadi; o‘limda CO2 ko‘payishi yetakchi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 CO2 0,5% ga yetganda nafas tezlashadi; kattalarda 8–10% da o‘lim, bolalarda 2,0–2,5% hayot uchun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Plastik qopcha, sovutkich kamerasi, chuqur quduq, silos o‘rasi misol; ko‘pincha baxtsiz hodisa. Qotillikda boshga plastik qopcha kiydirish ham uchraydi.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129–130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Strangulyatsion egatning hayotiyligini Bokarius sinamasi (burmachada to‘laqonlik va qon quyilish), Neyding va Kasyanov belgilari tasdiqlaydi.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N. Minovici 1905 yilda assistentlari yordamida o‘zida osilish bo‘yicha tajribalar o‘tkazgan — asfiksiya kechishiga doir yagona tajriba.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cho‘kishda yurak havo emboliyasi va limfogemiya ilk bor V. A. Sveshnikov va Yu. S. Isaev (1986) tomonidan aniqlangan.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Kompression asfiksiyada tananing frontal qisilishi yonlama qisilishdan xavfliroq.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Mexanik asfiksiya (osish, cho‘kish). Mexanik asfiksiyaning tasnifi. Mexanik asfiksiyadan 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45 / 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5. Kislorod tanqisligi (asfiksiya)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4-modul. Kislorod tanqisligi (asfiksiya, cho‘kish), harorat, elektr, bosim, radiatsiya; bet 315-374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VII bo‘lim (16-18-boblar). Mexanik asfiksiya; bet 139-153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XI-bob. Mexanik asfiksiya; bet 202-234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15. Asphyxia, pp. 151–162; Chapter 16. Immersion and drowning, pp. 163–168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