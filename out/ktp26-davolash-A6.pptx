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bosh miya gipoksiyaga eng sezgir? Doskada: Vaqt chegarasi: 5–10 daq. Tipik xato: Barcha to‘qimalar kislorod tanqisligiga bir xil chidaydi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Ekzogen va endogen gipoksiya qanday farq qiladi? Doskada: Ikki ustunli jadval. Tipik xato: Gipoksiya turlarini aralashtirib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Mexanik asfiksiya qaysi gipoksiya turiga kiradi? Doskada: Har turga bir misol. Tipik xato: Respirator va gemik gipoksiyani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faqat tez rivojlanuvchi turlar sud-tibbiy ahamiyatga ega? Doskada: Vaqt shkalasi. Tipik xato: Surunkali gipoksiyani mexanik asfiksiya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Asfiksiya va gipoksiya farqini ayting. Doskada: Asfiksiya = gipoksiya + giperkapniya. Tipik xato: Asfiksiyani faqat kislorod tanqisligi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Har bir tur uchun misol keltiring. Doskada: Tasnif daraxti. Tipik xato: Cho‘kishni qisilishdan asfiksiya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Hodisa joyida qanday dalillar shu holatni tasdiqlaydi? Doskada: Qaror sxemasi: hodisa joyi → turi. Tipik xato: Bunday o‘limni darhol o‘z-o‘zini o‘ldirish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Kompensatsiya nimaga xizmat qiladi? Doskada: Davr uzunligi. Tipik xato: Preasfiktik davrni asfiktik davrning bir bosqichi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Talvasa jarohatlarini qanday ajratamiz? Doskada: Ikki bosqich jadvali. Tipik xato: Talvasa jarohatlarini doim qotillik belgisi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bosqich eng uzun? Doskada: Zanjir: 5 bosqich. Tipik xato: Yurak nafas bilan bir vaqtda to‘xtaydi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ayrim murdalarda asfiksiya belgilari yo‘q? Doskada: Sabab zanjiri: retseptor ta’siri → yurak to‘xtashi. Tipik xato: Belgisiz murda asfiksiyadan o‘lmagan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Klinitsist uchun nega muhim? Doskada: Davrlar jadvali. Tipik xato: Postasfiktik holatni faqat o‘limga olib keluvchi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Komadan chiqish tartibini ayting. Doskada: Bosqichlar zanjiri. Tipik xato: Talvasalarni karaxtlik davriga xos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Qoldiq oqibatlarni qanday baholaymiz? Doskada: Muddat va oqibatlar ro‘yxati. Tipik xato: Hush tiklangach tiklanish tugagan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muddatda qaysi o‘lim sababi yetakchi? Doskada: Vaqt shkalasi. Tipik xato: Barcha o‘limlarni bir sababga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belgi eng ishonchli? Doskada: Belgilar ro‘yxati. Tipik xato: Sianozni mutlaq belgi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Asfiktik yurak qanday hosil bo‘ladi? Doskada: Kichik doira bosimi → o‘ng yurak. Tipik xato: Suyuq qonni faqat asfiksiyaga xos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belgilar majmuasi kerak? Doskada: Belgilar jadvali. Tipik xato: Bitta belgiga tayanib tashxis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Osilish nega ko‘pincha o‘z-o‘zini o‘ldirish? Doskada: Tipik va notipik osilish. Tipik xato: Osilishni doim qotillik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tugunni buzmaslik kerak? Doskada: Sirtmoq turlari. Tipik xato: Sirtmoqni tugundan yechib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omillar birgalikda ishlaydi? Doskada: To‘rt omil zanjiri. Tipik xato: O‘limni faqat havo yo‘li yopilishi bilan izohlash.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Egat nimani ko‘rsatadi? Doskada: Egat xususiyatlari ro‘yxati. Tipik xato: Egatni sirtmoqdan mustaqil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Yumshoq sirtmoqda egat ko‘rinmasa nima qilamiz? Doskada: Qattiq va yumshoq sirtmoq qiyosi. Tipik xato: Egat yo‘q — osilish yo‘q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Bo‘yin cho‘zilishiga xos belgilarni ayting. Doskada: Belgi—nom juftliklari. Tipik xato: Cho‘zilish belgilarini sirtmoq bilan bo‘g‘ishda ham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Hayotiylik nega muhim? Doskada: Uch usul ro‘yxati. Tipik xato: Egat bor — hayotiy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Osilish va bo‘g‘ishning farqi nima? Doskada: Qiyoslash jadvali. Tipik xato: Ikkala holatda egatni bir xil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Qotilning holatini jarohatlardan qanday aniqlaymiz? Doskada: Old va orqa tomondan bo‘g‘ish jadvali. Tipik xato: Tashqi jarohat yo‘qligidan bo‘g‘ish bo‘lmagan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Pozitsion asfiksiya qachon uchraydi? Doskada: Holatlar ro‘yxati. Tipik xato: Bo‘yin burmasini strangulyatsion egat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Qarshiliksiz holatda tashxis nimaga tayanadi? Doskada: Belgilar jadvali. Tipik xato: Xos belgi yo‘qligi sababli asfiksiyani inkor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Qusuq aspiratsiyasini postmortem tushishdan qanday ajratamiz? Doskada: Ikki holat qiyosi. Tipik xato: Qusuq topilsa — obturatsion asfiksiya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Cho‘kishda o‘lim mexanizmida nimalar bor? Doskada: Uch tur sxemasi. Tipik xato: Cho‘kishni faqat suv bilan to‘lish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Rasskazov-Lukomskiy-Paltauf dog‘i Tarde dog‘idan nimasi bilan farq qiladi? Doskada: Ikki dog‘ qiyosi. Tipik xato: Ikkala dog‘ni bir xil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Qon xususiyatlari qanday o‘zgaradi? Doskada: Belgi—ma’no jadvali. Tipik xato: Fegerlund belgisini faqat asfiktik cho‘kishga xos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Chuchuk va sho‘r suvdagi farqni tushuntiring. Doskada: Ikki suv jadvali. Tipik xato: Dengiz suvida ham gemodilyusiya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Sunsov sinamasi nimani aniqlaydi? Doskada: Asfiktik cho‘kish belgilari. Tipik xato: Yurak havo emboliyasini o‘ng qorinchadan tekshirish.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Belgilarni juftlab ayting. Doskada: Jadval to‘ldiriladi. Tipik xato: Umumasfiktik belgilar faqat bir turga xos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Nima uchun yurakni qo‘shimcha tekshirish kerak? Doskada: Usullar ro‘yxati. Tipik xato: Suvdagi o‘limni doim cho‘kish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O‘pkada plankton topilishi nega yetarli emas? Doskada: Qadamlar: tushish → qon → a’zolar. Tipik xato: O‘pkada plankton topilsa hayotiy cho‘kdi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usul qaysi savolga javob beradi? Doskada: Usullar jadvali. Tipik xato: Faqat bitta usulga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Suvda bo‘lish muddatini qanday baholaymiz? Doskada: Muddatlar jadvali. Tipik xato: Suvda bo‘lish belgilarini o‘lim sababi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Ekximotik niqob qanday hosil bo‘ladi? Doskada: Qisilish joylari sxemasi. Tipik xato: Mexanik jarohatlarni hisobga 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bolalar xavfliroq? Doskada: CO2 foizlari jadvali. Tipik xato: CO2 va kislorod rolini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Mexanik asfiksiya (osish, cho‘kish). Mexanik asfiksiyaning tasnifi. Mexanik asfiksiyadan o‘lim hollarida murda sud-tibbiy ekspertizasini o‘tkazish, diagnostikasi.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kislorod va gipoksiya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Zarur kislorodning 98,5–99,0% nafas a’zolari orqali olinadi, qolgani teri, oshqozon va ichaklar orqali.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Tinch holatda organizmga bir minutda 6–8 litr havo kerak; jismoniy zo‘riqishda ehtiyoj 10–20 barobargacha ortadi.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Markaziy nerv tizimida to‘qima nafasi 5–10 minut to‘xtasa, tiklanmaydigan o‘zgarishlar yuzaga keladi; mushak va biriktiruvchi to‘qimada bu vaqt ancha uzun.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Kislorod: nafas a’zolari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98,5–99,0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Tinch holatda havo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6–8</a:t>
            </a:r>
            <a:r>
              <a:rPr sz="1500" b="0">
                <a:solidFill>
                  <a:srgbClr val="6B7280"/>
                </a:solidFill>
                <a:latin typeface="Calibri"/>
              </a:rPr>
              <a:t>  l/min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Zo‘riqishda ehtiyoj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10–20</a:t>
            </a:r>
            <a:r>
              <a:rPr sz="1400" b="0">
                <a:solidFill>
                  <a:srgbClr val="6B7280"/>
                </a:solidFill>
                <a:latin typeface="Calibri"/>
              </a:rPr>
              <a:t>  barobar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MNT: tiklanmas o‘zgarish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5–10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Kislorod ehtiyoji va MNT chidamliligi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Gipoksiya holatlari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Ekzogen gipoksiya gipoksik, giperoksik va giperkapnik turlarga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Endogen gipoksiya respirator, gemik, sirkulyator, sitotoksik va fiziologik turlarga 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Gipoksiya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404872"/>
            <a:ext cx="0" cy="2048256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Ekzogen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Gipoksik  ·  Giperoksik  ·  Giperkapnik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3465576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65576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Endogen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Respirator, gemik  ·  Sirkulyator  ·  Sitotoksik, fiziologik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Gipoksiya turlari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Ekzogen va endogen turlarning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Havoda kislorod odatda 20,93%; gipoksik gipoksiyada kamroq (tog‘ kasalligi, kam kislorodli gaz aralashmasi). Giperkapnikda yopiq muhitda CO2 ortadi.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Respirator gipoksiya bo‘yin a’zolarining qisilishi, nafas yo‘llari va teshiklari yopilishida; gemik — gemoglobin kamayganda yoki bog‘lash xususiyati buzilganda.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Sirkulyator gipoksiya qon aylanishi buzilganda; sitotoksik — asosan zaharlanishlarda to‘qima nafasi buzilishi tufayli.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Ekzogen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Havoda O2 odatda 20,93%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Gipoksik: tog‘ kasalligi, kam O2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Giperkapnik: yopiq muhitda CO2 ortadi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Endogen (1)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Respirator: bo‘yin qisilishi, yo‘llar yopilishi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Gemik: gemoglobin kamayishi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Endogen (2)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Sirkulyator: qon aylanishi buzilgan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Sitotoksik: zaharlanishlarda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Gipoksiya turlarining mohiyati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Rivojlanish jadalligi bo‘yicha turlar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Chaqmoqsimon (soniyalarda), o‘tkir (daqiqalarda), biroz o‘tkir (soatlarda) va surunkali (kunlar, haftalar, oylar) gipoksiya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 uchun chaqmoqsimon va o‘tkir gipoksiya ahamiyatli: tashqi ta’sirdan sog‘liq buzilishi va o‘lim shu tarzda ko‘p uchraydi.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Chaqmoqsimon: soniya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O‘tkir: daqiqa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Biroz o‘tkir: soat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Surunkali: kun va undan ko‘p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Jadallik bo‘yicha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Asfiksiya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«Asfiksiya» grekcha so‘z bo‘lib, tub ma’noda pulsning yo‘qligini anglatadi (a — inkor, sphygmos — puls).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Asfiksiya — tashqi nafasning buzilishi tufayli kislorod tanqisligi va karbonat angidrid ko‘payishidan hayotiy tizimlarning o‘tkir buzilishi.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Mexanik omil ta’sirida tashqi nafas buzilishidan vujudga kelgan holat mexanik asfiksiya deyiladi.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Grekcha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 — inkor, sphygmos — puls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Ta’rif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Tashqi nafas buzilishi: O2 tanqisligi, CO2 ortishi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Hayotiy tizimlarning o‘tkir buzilishi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Mexanik asfiksiya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Mexanik omildan tashqi nafas buzilishi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Asfiksiya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104, 104–105, 105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asfiksiya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tasnifda uch tur: qisilishdan, yopilishdan va cheklangan muhitdagi asfiksiya.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Qisilishdan: bo‘yin qisilishi (strangulyatsion) va ko‘krak-qorin qisilishi (kompression).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Mexanik asfiksiya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Qisilishdan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Strangulyatsion (bo‘yin)  ·  Kompression (ko‘krak-qorin)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Yopilishdan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Nafas teshiklari  ·  Nafas yo‘llari  ·  Cho‘kish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Cheklangan muhit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Yopiq yoki qisman yopiq muhit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Sud-tibbiy tasnif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Autoasfiksiofiliya (seksual asfiksiya)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Jinsiy qo‘zg‘alish gipoksiya va giperkapniya sharoitida sodir bo‘ladigan hodisa; ko‘pincha jinsiy chetlanishga moyil o‘rta yoshdagi yolg‘iz erkaklarda.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Asfiktik jarayon qo‘l-oyoq va moslamalar bilan boshqariladi: bo‘yin sirtmoqda qisiladi yoki boshga polietilen qopcha kiyiladi.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bilan tugasa, baxtsiz hodisa deb baholanadi; hodisa joyini sinchiklab ko‘zdan kechirish muhim.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Gipoksiya, giperkapniya sharoitida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Jinsiy qo‘zg‘alish (yolg‘iz erkaklar)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Sirtmoq yoki polietilen qopcha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Baxtsiz hodisa deb baholanadi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Hodisa joyi sinchiklab ko‘riladi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Autoasfiksiofiliya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105, 105–106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Asfiksiya kechishi: preasfiktik davr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Preasfiktik davr o‘rtacha 20–30 soniya davom etadi: nafas qisqa to‘xtaydi, so‘ng sekinlashadi.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 kompensator mexanizmlarni ishga soladi: aylanuvchi qon ko‘payadi, qon suyuqlashadi, qon hayotiy a’zolar foydasiga qayta taqsimlanadi.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sababli bu davrda asfiksiya belgilari rivojlanmaydi.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Preasfiktik davr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20–30</a:t>
            </a:r>
            <a:r>
              <a:rPr sz="1500" b="0">
                <a:solidFill>
                  <a:srgbClr val="6B7280"/>
                </a:solidFill>
                <a:latin typeface="Calibri"/>
              </a:rPr>
              <a:t>  soniya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Nafas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qisqa to‘xtash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suyuqlashadi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Asfiksiya belgilari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rivojlanmaydi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Preasfiktik davr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Asfiktik davr: inspirator va ekspirator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Inspirator hansirash: nafas olish tezlashadi va uzayadi; hush odatda 40–60 soniyada yo‘qoladi; taxminan bir minut davom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Ekspirator hansirash: nafas chiqarish kuchayadi, siydik, maniy va axlat ajralishi bilan klonik talvasalar; taxminan bir minut.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Talvasalarda tananing atrofdagi jismlarga urilishidan jarohatlar paydo bo‘lishi mumkin va ularni o‘zga shaxs yetkazganidan farqlash qiyin.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Inspirator hansirash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Nafas olish tezlashadi, uzayadi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Hush 40–60 soniyada yo‘qoladi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~1 daqiqa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Ekspirator hansirash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Nafas chiqarish kuchayadi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Siydik, maniy, axlat ajralishi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Klonik talvasalar, ~1 daqiqa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Diqqat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Talvasada urilish jarohatlari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Boshqa shaxs jarohatidan farqlash qiyin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Hansirash bosqichlari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Asfiktik davr: keyingi bosqichlar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Nafasning qisqa to‘xtashi (nisbiy tinchlik) 30–40 soniya: nafas to‘xtaydi, bosim pasayadi, mushaklar bo‘shashadi.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Terminal nafas olish: noritmik nafas harakatlari, 5 minutgacha davom etishi mumkin; arterial bosim keskin pasayadi.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To‘liq to‘xtash: nafas markazi falajidan nafas to‘xtaydi, yurak yana 3–10 minut urishi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Nisbiy tinchlik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30–40 soniya: nafas to‘xtaydi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Terminal nafas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Noritmik, 5 daqiqagacha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Bosim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Arterial bosim keskin pasayadi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To‘liq to‘xtash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Nafas markazi falaji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Yurak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Yana 3–10 daqiqa urishi mumkin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Asfiktik davrning keyingi bosqichlari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106, 106–107, 107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Davrlar shartliligi va yurakning reflektor to‘xtashi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Davr va bosqichlarning davomiyligi shartli, taxminiy; ular tugallanmagan asfiksiya kuzatuvlari tahliliga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Asfiksiyaning kechishiga ta’sir turi, jadallik va organizm salomatligi ta’sir qiladi; N. Minovici 1905 yilda osilish bo‘yicha o‘zida tajriba o‘tkazgan.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 30 soniyagacha reflektor to‘xtasa, umumasfiktik belgilar rivojlanib ulgurmaydi va murdada aniqlanmasligi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Davrlarning shartliligi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Davomiylik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Shartli, taxminiy  ·  Tugallanmagan asfiksiya kuzatuvidan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Ta’sir etuvchilar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Ta’sir turi, jadallik  ·  Organizm salomatligi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Minovici (1905)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Osilishda o‘zida tajriba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Reflektor to‘xtash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Yurak 30 soniyagacha to‘xtasa  ·  Umumasfiktik belgi bo‘lmaydi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Davrlar va yurakning reflektor to‘xtashi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Postasfiktik holat: to‘rt davr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Asfiktik ta’sir o‘limsiz tugasa (masalan, cho‘kayotgan qutqarilsa), qator o‘zgarishlar majmuyi postasfiktik holat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To‘rt davr: asfiktik koma, karaxtlik, dezorientatsiya va xotira buzilishi, qoldiq oqibatlar.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93467" y="22951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093467" y="38953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7043840" y="38953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43840" y="22951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0307" y="1417320"/>
            <a:ext cx="201168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Asfiktik koma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39935" y="3017520"/>
            <a:ext cx="201168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Karaxtlik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0307" y="4617720"/>
            <a:ext cx="201168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Dezorientatsiya, amneziya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3017520"/>
            <a:ext cx="201168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Qoldiq oqibatlar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Postasfiktik holatning 4 davri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107, 107–108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Koma va karaxtlik davri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Komada mushaklar atonik, qorachiqlar kengaygan, reflekslar chaqirilmaydi; keyin detserebratsion rigidlik va tonik talvasalar, tana harorati ko‘tariladi.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 tonik-klonik talvasalar va giperkinezlar kuzatiladi; reflekslar asta tiklanadi.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Karaxtlik davrida hush asta tiklanadi: sopor, chuqur karaxtlik, yengil karaxtlik, uyquchanlik.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Mushak atoniyasi, qorachiq kengaygan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Rigidlik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Detserebratsion rigidlik, tonik talvasa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Talvasa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Tonik-klonik, giperkinez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Karaxtlik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Sopor → chuqur → yengil → uyquchanlik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Koma va karaxtlik davri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Dezorientatsiya va qoldiq oqibatlar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Hush tiklangach zamon va makondagi orientatsiya buziladi; konfabulyasiya belgilari bilan retrograd amneziya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To‘laqon yordam ko‘rsatilganda yengil o‘zgarishlar 1–2 hafta ichida qoldiqsiz yo‘qoladi.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Boshqa holatlarda xotira va diqqat buzilishi, doimiy bosh og‘rig‘i, parezlar, intellekt pasayishi, ko‘rish va eshitish buzilishi qolishi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Dezorientatsiya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Zamon va makonda orientatsiya buziladi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Konfabulyasiya, retrograd amneziya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Yengil o‘zgarishlar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To‘laqon yordamda 1–2 haftada o‘tadi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Qoldiq oqibatlar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Xotira, diqqat buzilishi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Doimiy bosh og‘rig‘i, parez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Intellekt, ko‘rish, eshitish pasayishi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Tiklanish va oqibatlar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108, 108–109, 109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Postasfiktik holatda ichki a’zolar va o‘lim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 minut va undan ko‘p asfiksiyada turg‘un gipotoniya, ichki a’zolar ishemiyasi, ba’zan miokard infarkti vujudga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soatlarda o‘pka shishishi noxush prognostik belgi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minut va soatlarda o‘lim asfiktik komadan; birinchi sutkada o‘pka va bosh miya shishishidan; keyinroq gipostatik pnevmoniyadan.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Postasfiktik asoratlar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≥3 daqiqa asfiksiyada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Turg‘un gipotoniya  ·  Ichki a’zolar ishemiyasi  ·  Ba’zan miokard infarkti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Noxush belgi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Dastlabki soatlarda o‘pka shishi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O‘lim sabablari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Dastlab: asfiktik koma  ·  1-sutka: o‘pka va miya shishi  ·  Keyin: gipostatik pnevmoniya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O‘lim sabablari dinamikasi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asfiksiyaning umumiy tashqi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Yuz va bo‘yin sianozi turg‘un emas; murda chalqancha yotganda qon oqishi tufayli yo‘qolishi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Ko‘lamli ko‘kimtir-binafsha murda dog‘lari tez (bir soatgacha) paydo bo‘ladi — qon suyuq va CO2 ga to‘yingani sababli.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Subkonyunktival mayda qon quyilishlar hansirash bosqichidagi bosim o‘zgarishidan; midriaz noturg‘un belgi.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Umumiy tashqi belgilar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Sianoz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Yuz va bo‘yin, turg‘un emas  ·  Chalqancha yotganda yo‘qolishi mumkin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 dog‘lari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Ko‘kimtir-binafsha, ko‘lamli  ·  Bir soatgacha paydo bo‘ladi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 quyilishlar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Subkonyunktival mayda  ·  Hansirash davridagi bosimdan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Midriaz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Noturg‘un belgi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Umumiy tashqi belgilar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110–111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ichki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 va yirik venalarda to‘q qizil suyuq qon — giperkapniya va o‘pkada fibrinogenaza faolligi oshishi bilan tushuntiriladi.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O‘ng yurak kameralari chapga nisbatan qonga to‘lgan (asfiktik yurak); ichki a’zolar venoz to‘laqon.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O‘pkalarning qisman emfizemasi hansirash bosqichlarida vujudga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Umumiy ichki belgilar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To‘q qizil, suyuq  ·  Giperkapniya, fibrinogenaza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Yurak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O‘ng kameralar to‘lgan  ·  «Asfiktik yurak»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A’zolar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Venoz to‘laqonlik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O‘pka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Qisman emfizema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Umumiy ichki belgilar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111–112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Tarde dog‘lari va Sabinskiy belgisi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Visseral plevra va epikard ostida 2–3 mm to‘q qizil qon quyilishlar — Tarde dog‘lari; ko‘proq o‘pka bo‘laklari orasi, diafragmal plevra, yurak orqa yuzasida.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Kamqon, qisqargan taloq (Sabinskiy belgisi) preasfiktik davrda depolardagi qonning chiqarilishidan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o‘zgarishlar spetsifik emas; tashxisda ularning majmuasi hisobga olinadi, asfiktik yurak va qisqargan taloq esa nisbatan patognomonik.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Tarde dog‘lari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Plevra va epikard ostida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2–3 mm, to‘q qizil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O‘pka bo‘laklari orasi, diafragmal plevra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Sabinskiy belgisi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Kamqon, qisqargan taloq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Preasfiktik davrda qon chiqarilishidan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Tashxisda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Spetsifik emas; majmua hisobga olinadi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Asfiktik yurak, taloq nisbatan patognomonik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Tarde dog‘lari va Sabinskiy belgisi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111–112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Strangulyatsion asfiksiya va osilish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Strangulyatsion asfiksiya bo‘yin a’zolari qisilishi bilan bog‘liq: osilish, sirtmoq, qo‘l, o‘tmas jism bilan qisish, pozitsion asfiksiya.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Osilish mexanik asfiksiyaning eng ko‘p turi: o‘limlarning 65–70%; ko‘pincha o‘z-o‘zini o‘ldirish usuli, baxtsiz hodisa kam.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Tipik (to‘liq) osilishda tana sirtmoqda erkin osiladi; notipik (to‘liqmas) osilishda tananing bir qismi tayanchga 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Strangulyatsion asfiksiya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Turlari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Osilish, sirtmoq  ·  Qo‘l, o‘tmas jism bilan  ·  Pozitsion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Osilish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O‘limlarning 65–70%  ·  Ko‘pincha o‘z-o‘zini o‘ldirish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Tipik osilish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Tana erkin osiladi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Notipik osilish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Tana qismi tayanchda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Strangulyatsion asfiksiya va osilish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112–113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Sirtmoq xususiyatlari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Tizzaga tayanib osilishda sirtmoq tana massasining 20% iga teng kuch bilan, yotgan holda faqat boshning massasi (4–5 kg) bilan tortiladi.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Sirtmoq yumshoq (sochiq, sharf, galstuk), yarim qattiq (arqon, kamar) yoki qattiq (sim, zanjir)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Sirtmoq tuguni kriminalistik ahamiyatli; sirtmoq olishda tugun buzilmasligi uchun tugunga qarama-qarshi tomoni kesiladi.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Sirtmoq turlari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Yumshoq: sochiq, sharf, galstuk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Yarim qattiq: arqon, kamar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Qattiq: sim, zanjir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Tortish kuchi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Tizzaga tayansa: tana massasining 20%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Yotgan: faqat bosh massasi 4–5 kg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Tugun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Kriminalistik ahamiyatli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Tugunga qarama-qarshi kesiladi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Sirtmoq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112–113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Osilishda o‘lim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Bo‘yin qisilganda havo yo‘li torayadi, ammo faqat ayrim holatlarda butunlay yopiladi.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Bo‘yinturuq venalar qisilishi qon oqishini qiyinlashtiradi; umurtqa arteriyalari orqali qon borib, kalla ichi bosimi keskin oshadi.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Adashgan, yuqori hiqildoq nervi va sinokarotid tugun qisilishi yurak reflektor to‘xtashiga olib kelishi mumkin; keskin tipik osilishda orqa miya yorilishi ham.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O‘lim mexanizmi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Havo yo‘li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Torayadi, ayrimda yopiladi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 oqimi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Bo‘yinturuq venalar qisiladi  ·  Kalla ichi bosimi oshadi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Reflektor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Adashgan nerv, sinokarotid tugun  ·  Yurakning reflektor to‘xtashi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Orqa miya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Keskin tipik osilishda yorilishi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Osilishda o‘lim mexanizmi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Strangulyatsion egat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Osilishning asosiy belgisi — bo‘yinda strangulyatsion egat; u shilinma ko‘rinishida bo‘lib, sirtmoq xususiyatlariga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Tugallanmagan asfiksiyada yarim qattiq sirtmoqdan hosil bo‘lgan egat 10–15 kun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Egatning joylashishi, yo‘nalishi, tutashganligi, kengligi, chuqurligi, zichligi va relefi o‘rganiladi, so‘ng sirtmoq bilan taqqoslanadi.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Asosiy belgi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egat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Yarim qattiq sirtmoq izi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10–15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Egat ko‘rinishi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shilinma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O‘rganiladi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 xususiyat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Strangulyatsion egat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Egat turlari va yumshoq sirtmoq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Tipik osilishda egat bo‘yin yuqorisida, til osti suyagidan baland, qiyshiq-vertikal; atipik osilishda pastroq va vertikalligi kam.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Qattiq sirtmoq zichroq, chuqurroq egat qoldiradi; tuguniga qarama-qarshi tomonda egat yaqqolroq.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Yumshoq sirtmoq terida egat yaqqol qoldirmaydi, ammo ichki tekshiruvda bo‘yin yumshoq to‘qimalarida oqimtir yo‘lka — «mis sim belgisi» (Kasper) topiladi.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Tipik osilish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Egat bo‘yin yuqorisida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Til osti suyagidan baland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Qiyshiq-vertikal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Atipik osilish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Pastroq, vertikalligi kam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Yumshoq sirtmoq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Egat yaqqol emas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Bo‘yin to‘qimasida oqimtir yo‘lka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«Mis sim belgisi» (Kasper)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Egat turlari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114–115, 115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Osilishdagi ichki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Til osti suyagi va qalqonsimon tog‘ay shikastlanishi osilish uchun xos emas; sirtmoq pastroq bo‘lsa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Halqum orti sohasida ko‘lamli qon quyilish; uyqu arteriyasi intimasining ko‘ndalang yorilishi (Amyuss belgisi).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Uyqu arteriyasi tashqi qavatida qon quyilish (Martin), to‘sh-o‘mrov-so‘rg‘ichsimon mushak pastki uchida (Valxer), umurtqalararo disklarda (Simon).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Osilishdagi ichki belgilar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Amyuss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Uyqu arteriyasi intimasi yorilishi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Martin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Uyqu arteriyasi tashqi qavatida qon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Valxer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To‘sh-o‘mrov-so‘rg‘ich mushak uchi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Simon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Umurtqalararo disklarda qon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Til osti suyagi, tog‘ay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Osilish uchun xos emas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Ichki belgilar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116–117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Strangulyatsion egat hayotiyligi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Teri laxtagi teri osti yog‘idan tozalanib, ikki predmet oynasi orasida o‘tuvchi yorug‘likda ko‘riladi.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Egat burmachasida to‘laqonlik va qon quyilish belgilari hayotiylikdan dalolat beradi (Bokarius sinamasi).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Mikroskopik tekshiruvda qon aylanishi buzilishi (Neyding) va reaktiv yallig‘lanish (Kasyanov) egatning hayotiy yetkazilganini tasdiqlaydi.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Teri laxtagi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Yog‘dan tozalanib, ikki oyna orasida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Bokarius sinamasi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Burmada to‘laqonlik, qon quyilish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Neyding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Qon aylanishi buzilishi (mikroskop)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Kasyanov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Reaktiv yallig‘lanish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Xulosa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Egat hayotiy yetkazilgan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Hayotiylikni aniqlash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116–117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Bo‘yinning sirtmoq bilan qisilishi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Sirtmoq tana og‘irligi bilan emas, o‘zga kuch ta’sirida qisiladi; aksariyat hollarda qotillikda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Egat gorizontal, odatda qalqonsimon tog‘ay sathida va undan pastda, ko‘pincha tutashgan, bir xil kenglik va chuqurlikda.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Til osti suyagi shikastlanishi xos emas; Amyuss, Valxer, Simon belgilari hosil bo‘lmaydi; kurash va o‘zini himoya jarohatlari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Sirtmoq bilan qisish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Tana og‘irligi emas, o‘zga kuch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Aksariyat qotillik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Egat gorizontal, tutashgan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Joylashuv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Qalqonsimon tog‘ay sathida va pastda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 xil kenglik va chuqurlik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Belgilar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Til osti suyagi shikasti xos emas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Amyuss, Valxer, Simon yo‘q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Kurash jarohatlari mumkin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Sirtmoq bilan bo‘g‘ish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116–117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Qo‘l bilan bo‘g‘ish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Odatda qotillik; yurakning reflektor to‘xtashi nisbatan ko‘proq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Bo‘yinda barmoqlardan dumaloq yoki oval qontalashlar, ustida tirnoqdan yoysimon shilinmalar.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Ichki jarohat tashqidan yaqqolroq: til osti suyagi shoxchalari, qalqonsimon, ba’zan uzuksimon va kekirdak tog‘aylari sinadi; yumshoq to‘qimaga qon quyiladi.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Qo‘l bilan bo‘g‘ish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Holat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Odatda qotillik  ·  Reflektor to‘xtash ko‘proq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Tashqi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Dumaloq/oval qontalash  ·  Tirnoqdan yoysimon shilinma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Ichki (yaqqolroq)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Til osti suyagi, tog‘aylar sinadi  ·  Yumshoq to‘qimaga qon quyiladi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Qo‘l bilan bo‘g‘ish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O‘tmas jism bilan bo‘g‘ish va pozitsion asfiksiya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O‘tmas jism (tayoq, stul suyanchig‘i) bilan bo‘g‘ishda jarohat ta’sir yuzasi proeksiyasida: qontalash, shilinma, qon quyilish, til osti suyagi, tog‘ay shikasti.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Pozitsion asfiksiya boshning uzoq vaqt bukilgan holatida rivojlanadi; odatda hushsiz shaxslarda. Strangulyatsion egat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Diagnostika hodisa tafsilotlari va o‘limning boshqa sabablarini istisno qilishga asoslanadi.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O‘tmas jism bilan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Tayoq, stul suyanchig‘i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Ta’sir yuzasi proeksiyasida jarohat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Til osti suyagi, tog‘ay shikasti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Pozitsion asfiksiya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Boshning uzoq bukilishi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Odatda hushsiz shaxslarda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Strangulyatsion egat yo‘q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Tashxis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Hodisa tafsilotlari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Boshqa sabablarni istisno qilish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O‘tmas jism va pozitsion asfiksiya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Nafas teshiklarining yopilishi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Og‘iz va burunni qo‘l yoki yumshoq jism bilan yopish qotillikda yosh bolalar yoki holsizlangan kattalarga nisbatan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Tasodifan yopilish asosan hushsiz (koma) holatdagi shaxslarda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Qarshilik bo‘lmaganda umumasfiktik belgilardan tashqari xos belgi yo‘q; qarshilikda og‘iz-burun atrofida qontalash, shilinma, jism tolalari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Qotillikda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Qo‘l yoki yumshoq jism bilan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Yosh bolalar, holsiz kattalar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Tasodifan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Asosan hushsiz (koma) shaxslarda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Belgilar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Qarshilik yo‘q: faqat umumasfiktik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Qarshilikda: qontalash, shilinma, tolalar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Og‘iz va burunni yopish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119, 119–120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Nafas yo‘llarining yopilishi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Yot jismlar (danak, tugma, suyak, go‘sht bo‘lagi, o‘yinchoq, tish protezi), sochiluvchan modda va suyuqlik (qon, qusuq) sabab bo‘ladi; aksariyat baxtsiz hodisa.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Retseptor ta’sirlanishidan ovoz boylamlari reflektor spazmi yoki yurakning reflektor to‘xtashi bo‘lishi mumkin — asfiksiya belgilari to‘liq rivojlanmaydi.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Murdada nafas yo‘llaridagi qusuq har doim obturatsiyani bildirmaydi; reanimatsiya, tashish, chirishda ham tushadi, lekin oz va kichik bronxlarga yetmaydi.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Nafas yo‘llari yopilishi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Sabablar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Yot jism: danak, tugma, suyak  ·  Sochiluvchan modda, suyuqlik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Tabiati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Aksariyat baxtsiz hodisa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Reflektor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Ovoz boylamlari spazmi  ·  Yurakning reflektor to‘xtashi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Qusuq massasi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Doim obturatsiya emas  ·  Chirish va reanimatsiyada ham tushadi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Obturatsion asfiksiya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120, 120–121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Cho‘kish: umumiy ma’lumot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Cho‘kish — nafas yo‘llarining suyuqlik bilan yopilishi; mexanik asfiksiyadan o‘limlarda osilishdan keyin; yiliga 300 mingdan ortiq o‘lim qayd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Aksariyat hollarda baxtsiz hodisa; ayrim hollarda o‘z-o‘zini o‘ldirish; kamdan-kam qotillik.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Turlari: chin (aspiratsion, «ho‘l»), asfiktik (spastik, «quruq») va aralash.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Cho‘kish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Ta’rif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Nafas yo‘llari suyuqlik bilan yopilishi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Epidemiologiya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Osilishdan keyin 2-o‘rin  ·  Yiliga &gt;300 ming o‘lim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Tabiati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Aksariyat baxtsiz hodisa  ·  Ayrim o‘z-o‘zini o‘ldirish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Turlari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Chin (aspiratsion, «ho‘l»)  ·  Asfiktik («quruq»)  ·  Aralash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Cho‘kish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Chin cho‘kish: tashqi va o‘pka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 cho‘kish issiq mavsum, iliq suv, mast shaxslarda ko‘proq; og‘iz-burun atrofida mayda pufakli oq ko‘pik (Krushevskiy belgisi), keyin pushti tus 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O‘pkalar gipergidriyada: xamirsimon, hajmi katta, qovurg‘a izlari bor, tashqi yuzasi «marmarsimon».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Visseral plevra ostida kattaroq pushti-qizg‘ish Rasskazov-Lukomskiy-Paltauf dog‘lari — Tarde dog‘larining suv bilan gemolizi; epikard ostida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Chin cho‘kish: belgilar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Sharoit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Issiq mavsum, iliq suv, mastlik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Krushevskiy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Mayda pufakli oq ko‘pik, keyin pushti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O‘pka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Gipergidriya, xamirsimon  ·  Marmarsimon yuza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R-L-P dog‘lari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Plevra ostida pushti-qizg‘ish  ·  Epikard ostida bo‘lmaydi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Chin cho‘kish: tashqi va o‘pka belgilari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Chin cho‘kish: qon va a’zolardagi o‘zgarishlar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qonga o‘tib qon suyuladi (gemodilyusiya), osmotik gemoliz; murda dog‘lari pushti-qizg‘ish.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Yurakning chap kameralaridagi qon o‘ngdagidan ochroq (Kasper belgisi); qorin bo‘shlig‘ida 100 ml atrofida suyuqlik (Moro belgisi).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Oshqozonda 300 ml gacha suv (Fegerlund belgisi); qutqarishga urinishdan muskullarga qon quyilishi (Paltauf belgisi).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Chap kamera qoni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ochroq (Kasper)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Qorin suyuqligi (Moro)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~100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Oshqozonda suv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≤300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Qutqarish izi</a:t>
            </a:r>
          </a:p>
          <a:p>
            <a:pPr algn="l">
              <a:spcAft>
                <a:spcPts val="100"/>
              </a:spcAft>
            </a:pPr>
            <a:r>
              <a:rPr sz="1900" b="1">
                <a:solidFill>
                  <a:srgbClr val="0B1F3A"/>
                </a:solidFill>
                <a:latin typeface="Calibri"/>
              </a:rPr>
              <a:t>mushak qon quyilishi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Qon</a:t>
            </a:r>
          </a:p>
          <a:p>
            <a:pPr algn="l">
              <a:spcAft>
                <a:spcPts val="10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suyulish, gemoliz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Chin cho‘kishda belgilar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122, 122–123, 123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Dengiz suvida cho‘kish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Sho‘r suvning osmotik bosimi qonnikidan ancha baland: alveoladagi suv qonga o‘tmaydi, aksincha qonning suyuq qismi alveolaga, elektrolitlar qonga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Natijada gipovolemiya va qon quyuqlashuvi; Rasskazov-Lukomskiy-Paltauf dog‘lari hosil bo‘lmaydi; ayrim hollarda o‘pka shishishi.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Chuchuk suv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 qonga o‘tadi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suyuladi, gemoliz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R-L-P dog‘lari bor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Sho‘r suv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Qonning suyuq qismi alveolaga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quyuqlashadi, gipovolemiya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R-L-P dog‘lari yo‘q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Ba’zan o‘pka shishi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Chuchuk va sho‘r suvda cho‘kish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Asfiktik cho‘kish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nafas yo‘llariga o‘tmaydi; yuz ko‘kimtirligi va subkonyunktival qon quyilishlar yaqqol; og‘iz-burunda oz noturg‘un oq ko‘pik.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O‘pka keskin emfizemada, quruq; faqat Tarde dog‘lari; gemodilyusiya va osmotik gemoliz yo‘q.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 havo emboliyasi (Sunsov sinamasi bilan chap qorincha teshiladi) va ko‘krak limfa yo‘lida limfogemiya; oshqozonda 1 litrgacha suv.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Asfiktik cho‘kish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Nafas yo‘llariga o‘tmaydi  ·  Oshqozonda 1 l gacha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Tashqi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Yuz ko‘kimtirligi  ·  Subkonyunktival qon quyilish  ·  Oz, noturg‘un ko‘pik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O‘pka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Keskin emfizema, quruq  ·  Faqat Tarde dog‘lari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Gemodilyusiya yo‘q  ·  Yurak havo emboliyasi (Sunsov)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Asfiktik cho‘kish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Chin va asfiktik cho‘kish: qiyoslash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 cho‘kishda suv alveolalargacha yetadi; asfiktik cho‘kishda hiqildoq spazmi tufayli suv traxeya va bronxlargacha boradi.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Asfiktik cho‘kishda kalla asosi bo‘shlig‘ida 5–15 ml suyuqlik (Sveshnikov belgisi) va o‘rta-ichki quloqda qon quyilishlar (Ulrix—Rostoshinskiy) bo‘lishi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439"/>
                <a:gridCol w="2005783"/>
                <a:gridCol w="1458751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Asfiktik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Ko‘pik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Turg‘un, mayda pufakli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Oz, noturg‘un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Nafas yo‘llarida suv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Yo‘q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Gemodilyusiya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Oshqozonda suv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300 ml 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 l 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Cho‘kish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121, 123–124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Suvdagi o‘lim va hayotiylikni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Suvga tushishi bilan yurak va nafas reflektor to‘xtashi mumkin; bunda asfiksiya belgilari rivojlanmaydi — buni suvdagi to‘satdan o‘lim deb baholash to‘g‘riroq.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Issiq urish, o‘ta charchash, oshqozonning to‘laligi, mastlik suvda to‘satdan o‘limga moyillik yaratadi.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Suvga tushishning hayotiyligi makroskopik va laboratoriya usullari bilan aniqlanadi: diatom planktoni, psevdoplankton, bakteriologik, krioskopik va boshqalar.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Suvdagi o‘lim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To‘satdan o‘lim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Reflektor yurak/nafas to‘xtashi  ·  Asfiksiya belgisiz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Moyillik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Issiq urish, charchash  ·  To‘la oshqozon, mastlik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Hayotiylik usullari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Diatom planktoni, psevdoplankton  ·  Bakteriologik, krioskopik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Suvdagi o‘lim va hayotiylik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Diatom planktoni tekshiruvi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Diatom planktoni — kremniy qobiqli bir hujayrali suv o‘simligi; deyarli barcha suv havzalarida bor, har havza o‘ziga xos.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 cho‘kishda plankton qonga o‘tib ichki a’zolarga tarqaladi; parenximatoz a’zolar va suyak iligida topilishi hayotiylikdan dalolat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Plankton havza suviga mos bo‘lishi lozim, shu sababli havzadan 1 l suv namunasi olinadi; asfiktik cho‘kishda kalla asosi suyuqligi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Mohiyati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Kremniy qobiqli bir hujayrali suv o‘simligi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Chin cho‘kish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Plankton qonga o‘tib a’zolarga tarqaladi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Hayotiylik belgisi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Parenximatoz a’zo, suyak iligida topiladi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Namuna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Havzadan 1 l suv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Asfiktik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Kalla asosi suyuqligi tekshiriladi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Diatom planktoni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124–125, 125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laboratoriya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Psevdoplankton — mayda qum, o‘simlik changi va suv o‘simliklari qismlari; polyarizatsion mikroskopiyada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bakteriyalari (asosan Pseudomonas putida, P. fluorescens) murda ichki a’zolarida topilsa, suvga hayotiy tushganlik tasdiqlanadi.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Krioskopik, refraktometrik, quyuqlik va elektr o‘tkazuvchanlik tekshiruvlari yurakning chap va o‘ng kameralaridagi qonni taqqoslashga asoslanadi.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Psevdoplankton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Qum, o‘simlik changi, suv o‘simligi qismi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Polyarizatsion mikroskopiya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Bakteriologik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Pseudomonas putida, P. fluorescens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Ichki a’zolarda topilsa — hayotiy tushgan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Fizik-kimyoviy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Krioskopik, refraktometrik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Chap va o‘ng yurak qonini taqqoslash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Hayotiylikni aniqlash usullari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Suvdan olingan murda: jarohat va suvda bo‘lish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Jarohatlar hayotiy yoki o‘limdan keyin bo‘lishi mumkin: suv tubiga urilish, kema qismlari, baliq va suv hayvonlari, reanimatsiya.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Qo‘l-oyoq barmoqlari bir necha soatda oqarib bujmayadi; 2–5 kunda kaft, 5–8 kunda tovon qoplanadi; 2–3 haftada teri «o‘lim qo‘lqopi» bo‘lib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10–15 kunda sochlar oson sug‘uriladi. Bu o‘zgarishlar o‘lim sabablari bilan bog‘liq emas; suv harorati va kiyim tezligiga ta’sir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Barmoqlar bujmayadi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soatlarda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Kaft qoplanadi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2–5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Tovon qoplanadi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5–8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«O‘lim qo‘lqopi»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2–3</a:t>
            </a:r>
            <a:r>
              <a:rPr sz="1500" b="0">
                <a:solidFill>
                  <a:srgbClr val="6B7280"/>
                </a:solidFill>
                <a:latin typeface="Calibri"/>
              </a:rPr>
              <a:t>  hafta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Soch oson sug‘uriladi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10–15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Suvda bo‘lish belgilari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126, 127–128, 128–129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Kompression asfiksiya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Ko‘krak va qorinning o‘tmas jismlar bilan qisilishi; ko‘pincha tabiiy yoki texnogen falokatlarda va olomon qisilishida.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Tananing frontal qisilishi yonlama qisilishdan xavfliroq; ko‘krak va qorin birga qisilganda faqat ko‘krak qisilishiga nisbatan o‘lim tezroq.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Yuz, bo‘yin, ko‘krak yuqorisida «ekximotik niqob» (Olive—Danjer) va o‘pkaning «karmin shishishi» (Lakkasan belgisi).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Kompression asfiksiya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Sabab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Falokatlar, olomon qisilishi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Xavfliligi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Frontal &gt; yonlama  ·  Ko‘krak+qorin &gt; faqat ko‘krak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Belgilar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«Ekximotik niqob» (Olive—Danjer)  ·  O‘pka «karmin shishishi» (Lakkasan)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Kompression asfiksiya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Cheklangan yopiq muhitdagi asfiksiya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Yopiq muhitda kislorod asta kamayib, karbonat angidrid ortadi; o‘limda CO2 ko‘payishi yetakchi ahamiyatga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Havoda CO2 0,5% ga yetganda nafas tezlashadi; kattalarda 8–10% da o‘lim, bolalarda 2,0–2,5% hayot uchun xavfli.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Plastik qopcha, sovutkich kamerasi, chuqur quduq, silos o‘rasi misol; ko‘pincha baxtsiz hodisa. Qotillikda boshga plastik qopcha kiydirish ham uchraydi.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CO2 nafasni tezlatadi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Kattalarda o‘lim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8–10</a:t>
            </a:r>
            <a:r>
              <a:rPr sz="1500" b="0">
                <a:solidFill>
                  <a:srgbClr val="6B7280"/>
                </a:solidFill>
                <a:latin typeface="Calibri"/>
              </a:rPr>
              <a:t>  % CO2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Bolalarda xavfli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2,0–2,5</a:t>
            </a:r>
            <a:r>
              <a:rPr sz="1400" b="0">
                <a:solidFill>
                  <a:srgbClr val="6B7280"/>
                </a:solidFill>
                <a:latin typeface="Calibri"/>
              </a:rPr>
              <a:t>  % CO2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Misollar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qopcha, quduq, silos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Yopiq muhitda CO2 ko‘rsatkichlari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129–130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Strangulyatsion egatning hayotiyligini Bokarius sinamasi (burmachada to‘laqonlik va qon quyilish), Neyding va Kasyanov belgilari tasdiqlaydi.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N. Minovici 1905 yilda assistentlari yordamida o‘zida osilish bo‘yicha tajribalar o‘tkazgan — asfiksiya kechishiga doir yagona tajriba.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Asfiktik cho‘kishda yurak havo emboliyasi va limfogemiya ilk bor V. A. Sveshnikov va Yu. S. Isaev (1986) tomonidan aniqlangan.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Kompression asfiksiyada tananing frontal qisilishi yonlama qisilishdan xavfliroq.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 (osish, cho‘kish). Mexanik asfiksiyaning tasnifi. Mexanik asfiksiyadan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5. Kislorod tanqisligi (asfiksiya)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Проспект. 2017. 4-modul. Kislorod tanqisligi (asfiksiya, cho‘kish), harorat, elektr, bosim, radiatsiya; bet 315-374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ГЭОТАР-Медиа. 2006. VII bo‘lim (16-18-boblar). Mexanik asfiksiya; bet 139-153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Iskandarov A.I., Qo‘ldoshev D.R. Sud tibbiyoti (tibbiyot instituti talabalari uchun), Toshkent. XI-bob. Mexanik asfiksiya; bet 202-234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 2011. Chapter 15. Asphyxia, pp. 151–162; Chapter 16. Immersion and drowning, pp. 163–168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