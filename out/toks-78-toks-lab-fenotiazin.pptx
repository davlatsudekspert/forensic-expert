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fenotiazinlar «narkologik ahamiyatga ega» deyiladi? (boshqa moddalar ta’sirini kuchaytiradi). Doskada: mashg‘ulot rejasi (4 bosqich). Tipik xato: FPN-testni tasdiqlovchi usul deb hisoblash — kitobga ko‘ra bu dastlabki tekshiruv, ijobiy natijada boshqa usullar bilan tasdiqlanadi.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har bir natijani qaysi bosqichda olasiz? Doskada: 4 natija. Tipik xato: Rf st va oddiy Rf ni aralashtirish — 16-jadvalda qiymat aminazin dog‘iga nisbatan berilgan (aminazin =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reaktivlar ro‘yxatini bosqichlar bo‘yicha guruhlang. Doskada: reaktivlar jadvali. Kitobda: p.120 da 2-usul reaktivi «20% nitrat va 20% xlorat kislota» (xato) — to‘g‘ri tarkib 7-slaydda.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konsentrlangan kislotalar, perxlorat kislota va n-geptan bilan ishlashda qanday ehtiyot choralari kerak? Tipik xato: qo‘lqopsiz ishlash. Manba malaka 117 (sanasi va raqami ko‘rsatilmagan qoidalar loyihasi) — lex.uz da amaldagi tahririni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aminazin va etaperazin qaysi guruhga kiradi va ta’siri nimasi bilan farq qiladi? Doskada: 3 guruh jadvali. Kitobda piperazinli guruhda ftorfenazin ham sanalgan (p.119). Tipik xato: tizersinni alohida guruh deb o‘ylash: kitobda tizersin = levomepromazin (p.128).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peshob fenotiazinlar uchun qulay ob’ekt? Doskada: aminazin metabolizm yo‘llari. Tipik xato: faqat o‘zgarmagan modda izlash — asosiy metabolitlar peshob bilan ajraladi, ba’zilari sulfat va glyukuron kislotalari bilan konyugat.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aminazinni peshobdan to‘g‘ridan-to‘g‘ri aniqlash mumkin? Doskada: raqamlar. Tipik xato: metabolitlar sonini 2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Doskada: ikki usul jadvali. Tipik xato: reaktivni boshqa nisbatda tayyorlash. Kitobda: p.120 da 5 ml FeCl3 + 45 ml 20% HNO3 + 45 ml 20% «xlorat kislota» (xato). Qaror: 5:45:50 — 5% FeCl3, 20% perxlorat kislota, 50% nitrat kislota (gmt p.125, malaka 081; 28-deck bilan bir xil).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salitsilat qabul qilgan odam peshobi FPN-testda qanday natija beradi va nima qilish kerak? Doskada: qaror sxemasi: rang yo‘q — xulosa; rang bor — tasdiqlash. Tipik xato: ijobiy FPN-testni yakuniy xulosa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nima uchun ekstrakt ikkiga bo‘linadi? Doskada: 5 bosqichli sxema. Tipik xato: ekstraktni geptan bilan to‘yintirmasdan yuvish (kitobda birlashtirilgan ekstrakt geptan bilan to‘yintirilib, suv bilan yuviladi).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qizdiriladi? Doskada: raqamlar. Tipik xato: pH ni 9-10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nima uchun spirtli ajralmalar yig‘ilib umumlashtiriladi? Doskada: 5 bosqich. Fenotiazinlar biologik ob’ektdan Ye.M. Salomatin ishlab chiqqan nordonlashtirilgan spirt usulida ajratiladi (gmt p.120). Tipik xato: bug‘latishda haroratni oshirib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nordon efir qatlami nima uchun? Doskada: qadamlar. Tipik xato: reekstraksiya hajmlarini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nordon efir qatlami tashlanmasdan barbituratlar uchun ishlatilishi mumkin? Doskada: 2 qismli sxema. Tipik xato: pH=13 ga yetkazmay ekstraksiya qilish — natijada fenotiazinlar suvli qatlamda qoladi.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guvoh eritma nima uchun kerak? (Rf st aminazinga nisbatan hisoblanadi.) Doskada: plastinka sxemasi: namuna + guvoh. Tipik xato: guvohsiz plastinka ishlatish.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ikkita sistema nima uchun kerak? Doskada: ikki sistema tarkibi. Eslatma: aminazinning alohida YuQX tavsifida (gmt p.123) boshqa sistema — benzol-dioksan-25% ammiak 70:20:5 — ko‘rsatilgan; 16-jadval 1-sistema (60:35:5) uchun. Tipik xato: sistemalarni almashtirish va ularning Rf qiymatlarini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sistema tanlash nimaga bog‘liq? Doskada: jadval. Tipik xato: 60:35:5 va 70:20:5 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Rf st &gt; 1 nimani bildiradi? (dog‘ aminazindan yuqoriga ko‘tarilgan.) Doskada: jadvaldan 4 qator. Kitobda tizersin = levomepromazin (p.128). Tipik xato: Rf st va Rf qiymatlarini bir xil deb o‘qish: aminazin uchun Rf=0,93 alohida tavsifda berilgan (p.123). Kitobda: 16-jadval sarlavhasida «9:1» (xato); matnda 1:9.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reaktiv faqat guvoh zonasiga tomiziladi? (namuna zonasi reaktiv bilan buzilmasligi uchun.) Doskada: tozalash bosqichlari. Tipik xato: reaktivni namuna zonasiga ham tomizish.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gigroskoplik va yorug‘lik ta’siri saqlashga qanday talab qo‘yadi? Doskada: aminazin tuzilishi (fenotiazin yadrosi, 2-xlor, yon zanjir). Tipik xato: aminazin kukunini yorug‘likda ochiq qoldirish — qoramtir rangga o‘tadi.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toksikomanlar aminazin iste’mol qiladi? Doskada: daraxt. Tipik xato: ongni o‘chiradi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ranglarni vaqt bo‘yicha kuzating — «avval» va «turishi natijasida» so‘zlariga e’tibor bering. Doskada: reaktiv — rang jadvali. Tipik xato: rangni darhol emas, turgandan keyin ham yozmaslik. Mandelin reaktivi tarkibini kitob bu betda ko‘rsatmagan; boshqa betlardagi tarkib xatosi (volframat/vanadat) slaydga olinmadi.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aminazin va uning sulfoksidini UB-spektr bo‘yicha qanday farqlaymiz? Doskada: 255/307 nm va 239/274/300/341 nm. Tipik xato: sulfoksid spektrini aminazinniki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sulfoksidning uzoq muddat aniqlanishi ekspertiza uchun nima beradi? Doskada: diprazinning sinonimlari. Tipik xato: faqat dastlabki qabul qilingan moddani izlash — sulfoksid 14 kungacha topiladi.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farqlash uchun qaysi ko‘rsatkich qulay? Doskada: ikki ustun. Tipik xato: Rf larni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nisbat kichik bo‘lsa eruvchanlik qanday? Doskada: jadval. Tipik xato: nisbatni teskari talqin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diprazinni aminazindan qaysi ranglar bo‘yicha farqlash mumkin? (Marki bilan: diprazin alvon, aminazin avval yashil, so‘ng qizil pushti.) Doskada: ikki modda taqqosi. Kitobda diprazin uchun Vitali-Moren reaksiyasi ham qayd etilgan (p.126); shartlari berilmagan, slaydga kiritilmadi. Nitrat kislotada rang turishi bilan sariqqa o‘tadi.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sulfoksid spektri nega farq qiladi? Doskada: jadval. Tipik xato: muhitlarni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tizersin 16-jadvalda qaysi nom bilan uchraydi? (levomepromazin.) Doskada: sinonimlar. Tipik xato: jadvalda tizersin qatorini topa olmay, ma’lumot yo‘q deb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bu moddalarni qanday farqlaymiz? Doskada: jadval. Tipik xato: peritsiazinni kuchli antipsixotik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qizdirishning vazifasi nima? (dog‘ rangi paydo bo‘lishi.) Doskada: reaktiv — rang. Eslatma: kitobda tizersin YuQX erituvchilar nisbati noaniq yozilgan (ammiak-etanol 1:1, etil asetat, aseton 4:90:45) — slaydga olinmadi, SOP dan tekshiring. Tipik xato: plastinkani qizdirmasdan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modda uchun rangli reaksiya asosidagi FEK, qaysi biri uchun to‘g‘ridan-to‘g‘ri UB? Doskada: modda — usul jadvali. Tipik xato: FEK uchun rang barqarorligini nazorat qilmaslik.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aminazin va diprazin dog‘lari ranglari bir xil bo‘lsa, qanday ajratamiz? (Rf st: 1 va 0,74 yoki 2,9.) Doskada: ajratish usullari ro‘yxati. Tipik xato: rang bo‘yicha bitta moddani tasdiqlash: kitob farqlash uchun xromatografik va spektral usullarni talab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guruhlarda «muammo — sabab — yechim» jadvalini to‘ldiring (kitobdagi shakl, p.132). Doskada: yechim bosqichlari: FPN → ajratish → YuQX → UB. Tipik xato: faqat rangga qarab modda nomini aytish; FPN rangi guruh belgisi, ayrim modda emas.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anesteziyada qaysi biri? Doskada: ikki ustun. Tipik xato: reaktiv ranglarini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fenotiazinlardan farqi nimada? Doskada: qadamlar. Tipik xato: 10 daqiqa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kalibrlash grafigi nima uchun? Doskada: raqamlar. Tipik xato: to‘lqin uzunligini 567 nm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savollarni juftlikda javoblang. Manba: kitobning bo‘lim yuzasidan nazorat savollari (gmt p.131-132). Doskada: savollar ro‘yxati. Tipik xato: peshobdan ajratish va dastlabki tekshirishni bitta usul deb javob berish.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hisobotga qaysi natijalar kiradi? Doskada: hisobot tuzilishi (ob’ekt, FPN, YuQX, UB, miqdor). Hisobot tarkibi — kitob bosqichlarining yig‘indisi, alohida shablon kitobda berilmagan. Tipik xato: dastlabki va tasdiqlovchi natijalarni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Fenotiazinlar: FPN-test (siydik), YuQX, UB-SF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Mashg‘ulot maqsadi va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Fenotiazinlar: FPN-test (siydik),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Aminazin, diprazin, tizersin va boshqa fenotiazin hosilalari toksikologik hamda narkologik ahamiyatga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Maqsad: fenotiazin hosilalarini peshobdan FPN-testi bilan dastlabki tekshirish, ajratib olish va YuQX hamda UB-spektr bilan aniqlashni o‘rganish.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1) peshobni dastlabki tekshirish; 2) qon va peshobdan ajratish; 3) YuQX; 4) aminazin, diprazin, tizersinni rang reaksiyalari va UB-spektr bilan aniqlash.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120, 120-122, 120-129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Kutilayotgan natijalar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Fenotiazinlar: FPN-test (siydik),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Peshobda FPN-testi natijasini rang bo‘yicha baholash: to‘q-qizil-pushti yoki och qizil pushti rang.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 va peshobdan fenotiazinlarni ishqoriy muhitda n-geptan bilan ajratib olish.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 da dog‘larni Rf st va rangi bo‘yicha aminazin guvohiga nisbatan baholash (16-jadval).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Aminazin, diprazin va tizersinni rang reaksiyalari va UB-spektr maksimumlari bilan tasdiqlash.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120, 120-121, 121-122, 123-129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Reaktivlar va jihozlar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Fenotiazinlar: FPN-test (siydik),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Peshobni dastlabki tekshirish: 10% sulfat kislota va 5% temir (III) xlorid aralashmasi (1-usul) yoki FPN-reaktiv (2-usul; tarkibi 7-slaydda).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Ajratish: natriy gidroksidning 50% eritmasi (pH=13), 3% izoamil spirtli n-geptan, suv hammomi, ajratgich voronka.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YuQX: aminazin standart namunasi (guvoh), xloroform, ochuvchi — konsentrlangan sulfat kislota va etanol 1:9 yoki Marki reaktivi.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Qayta ekstraksiya va tozalash: 0,5 M sulfat kislota (10, 10, 10, 5 ml); etanol va 25% ammiak 1:1.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120, 120-121, 121, 120-122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Xavfsizlik va tayyorgarlik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Fenotiazinlar: FPN-test (siydik),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Talaba laboratoriya ishi uchun o‘zi bilan rezina qo‘lqop, salfetka va yuzga tutish uchun niqob keltiradi.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ventilyatsiya va so‘rish shkafi bor, ish tugagach berkitiladigan va muhrlanadigan xonalarda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Infeksiyali (sil, gepatit, OITS) shaxslardan ob’ektlar maxsus konteynerda keladi va hujjatlarda belgilanadi.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166; Malaka materiali №117 (O‘zR SSV, loyiha matni)., Sud-kimyo ekspertiza va tekshiruvlarini o‘tkazish qoidalari, betlar: 6-band, 7-band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Fenotiazinlar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Fenotiazinlar: FPN-test (siydik),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1945 yilga kelib azotdagi vodorodni alkilaminoalkil radikallariga almashtirib, kuchli faol birikmalar olindi.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Fenotiazinning o‘zi hozir tibbiyotda ishlatilmaydi.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guruh sedativ, ikkinchisi stimullovchi, uchinchisi kuchsizroq antipsixotik, gipnosedativ ta’sirsiz.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7418"/>
                <a:gridCol w="3210556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Vakillari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Alifatik hosilalari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aminazin, propazin, levomepromazin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Piperazinli hosilalari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meteperazin, etaperazin, triftazin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Piperidin hosilalari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tioredazin, peritsiazin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Kimyoviy tuzilishiga ko‘ra guruhlar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Toksikologik va narkologik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Fenotiazinlar: FPN-test (siydik),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Fenotiazin hosilalaridan ayrimlari giyohvand va gangituvchi moddalar ta’sirini kuchaytiradi.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Aminazin uyqu chaqiruvchi dorilar, barbituratlar, giyohvandlar, analgetiklar va mahalliy anestetiklar ta’sirini kuchaytiradi.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Aminazinning 20 xildan ortiq metaboliti aniqlangan: sulfooksidlanish, demetillanish, N-oksidlanish, gidroksillanish.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Oz qismi o‘zgarmagan holda peshobga chiqqani uchun aminazinni peshobdan to‘g‘ridan-to‘g‘ri aniqlash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120, 123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Aminazin: doza va metabolizm raqamlari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Fenotiazinlar: FPN-test (siydik),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Aminazinning sutkalik dozasi 0,075 g dan 0,6 g gacha etadi; davolash 3-4 haftadan 3-4 oygacha davom etishi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Aminazinning 20 xildan ortiq metaboliti aniqlangan.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Aminazin va tizersin metabolitlari sulfat va glyukuron kislotalari bilan konyugat hosil qiladi.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Sutkalik doza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0,075-0,6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Davolash muddati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3-4</a:t>
            </a:r>
            <a:r>
              <a:rPr sz="1500" b="0">
                <a:solidFill>
                  <a:srgbClr val="6B7280"/>
                </a:solidFill>
                <a:latin typeface="Calibri"/>
              </a:rPr>
              <a:t>  hafta-oy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Metabolitlar soni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&gt;20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Tizersin: peshobda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~10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Aminazin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123, 123-129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Peshobni dastlabki tekshirish: FPN-test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Fenotiazinlar: FPN-test (siydik),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1-usul: 1 ml peshobga 1 ml reaktiv (60 ml 10% H2SO4 + 20 ml 5% temir (III) xlorid).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Fenotiazin hosilalari bo‘lsa, to‘q-qizil-pushti rang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2-usul (FPN-reaktiv): 1 ml peshobga 1 ml reaktiv (5 ml 5% FeCl3, 45 ml 20% HClO4, 50 ml 50% HNO3).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8069"/>
                <a:gridCol w="2549906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1-usul (H2SO4 + FeCl3)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to‘q-qizil-pushti rang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2-usul (FPN: FeCl3 + HClO4 + HNO3)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och qizil pushti rang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FPN-test: peshobga reaktiv qo‘shish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120; Malaka materiali №081 (TFI Toksikologik kimyo kafedrasi)., 7-NMT: fenotiazin hosilalari, betlar: 2-usul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FPN-test natijasini baholash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Fenotiazinlar: FPN-test (siydik),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Rang hosil bo‘lmasa, fenotiazin hosilalari yo‘q degan xulosa berish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Reaksiya ijobiy bo‘lsa, borligini tasdiqlash uchun qon va peshobdan suyuqlik-suyuqlik ekstraksiyasi bilan ajratib, boshqa usullarda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Propazin FPN-reaktivi bilan pushti-binafsha rang beradi; salitsilatlar va boshqa soekstraktiv moddalar halaqit beradi.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120, 125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 va peshobdan ajratib 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Fenotiazinlar: FPN-test (siydik),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 ml peshob, 2 ml qon ayrim idishlarda 50% NaOH bilan pH=13 ga keltirilib, 10 daqiqa qizdiriladi.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Sovitilgan gidrolizat 3% izoamil spirtli n-geptan bilan 20 ml dan ikki marta ekstraksiyalanadi.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Ekstrakt teng ikkiga bo‘linadi: bir qismi YuQX uchun, ikkinchisi chinlik va miqdor uchun.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Namuna + NaOH 50%, pH=13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Qaynoq suv hammomi, 10 daqiqa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Sovitish; n-geptan 2 x 20 ml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Birlashtirish, suv bilan yuvish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Ikki qism: YuQX va miqdor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Peshob va qondan ajratish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120-121, 121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 va peshobdan ajratish: raqamlar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Fenotiazinlar: FPN-test (siydik),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 ml peshob va 2 ml qon ayrim idishlarda 50% NaOH bilan pH=13 ga keltirilib, 10 daqiqa qaynoq suv hammomida qizdiriladi.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Sovitilgan gidrolizat 3% izoamil spirtli n-geptan bilan 20 ml dan ikki marta ekstraksiya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Ekstrakt teng ikki qismga bo‘linadi: YuQX uchun va chinlik hamda miqdor uchun.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Peshob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Qon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NaOH eritmasi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Muhit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13</a:t>
            </a:r>
            <a:r>
              <a:rPr sz="1500" b="0">
                <a:solidFill>
                  <a:srgbClr val="6B7280"/>
                </a:solidFill>
                <a:latin typeface="Calibri"/>
              </a:rPr>
              <a:t>  pH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Qizdirish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</a:t>
            </a:r>
            <a:r>
              <a:rPr sz="1500" b="0">
                <a:solidFill>
                  <a:srgbClr val="6B7280"/>
                </a:solidFill>
                <a:latin typeface="Calibri"/>
              </a:rPr>
              <a:t>  daqiqa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n-geptan (2 marta)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20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Fenotiazinlar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120, 121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Salomatin usuli: nordonlashtirilgan spirt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Fenotiazinlar: FPN-test (siydik),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Ob’ekt oksalat kislotasining 10% spirtli eritmasi bilan 2 soat (3 marotaba) bo‘ktiriladi.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Spirtli ajralmalar 40 °C da quyuq qiyomgacha bug‘latiladi; yot moddalar 96% etil spirti bilan cho‘ktiriladi.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Qoldiq issiq suvda eritilib, oksalat kislotaning 5% eritmasi bilan (pH=2-3) nordonlashtiriladi.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Ob’ekt + 10% oksalat (spirt)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 soat bo‘ktirish, 3 marta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Bug‘latish (40 °C); 96% spirt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Qoldiq: 5% oksalat, pH=2-3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Dietil efir bilan ekstraksiya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Salomatin usuli (1-qism)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Salomatin usuli: umumiy qadamlar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Fenotiazinlar: FPN-test (siydik),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Ob’ekt oksalat kislotasining 10% spirtli eritmasi bilan 2 soatdan 3 marta bo‘ktiriladi.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Spirtli ajralma 40 °C da quyuq qiyomgacha bug‘latiladi, yot moddalar 96% spirt bilan cho‘ktiriladi.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Ishqoriy (pH=13) efirli ekstraktdan fenotiazinlar 0,5 M H2SO4 (10, 10, 10, 5 ml) bilan reekstraksiya qilinadi.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Bo‘ktirish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10% oksalat spirt, 3 × 2 soat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Bug‘latish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40 °C da quyuq qiyomgacha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Cho‘ktirish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96% spirt; issiq suv, pH=2-3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Efir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nordon muhitda: barbituratlar; tashlanadi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Ishqorlash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50% NaOH, pH=13; efir 3 marta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8171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8523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Reekstraksiya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0,5 M H2SO4 (10, 10, 10, 5 ml)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Salomatin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Salomatin usuli: ishqoriy ekstraksiya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Fenotiazinlar: FPN-test (siydik),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Nordon muhitdagi efir qatlami barbituratlarni aniqlash uchun qo‘llanadi yoki tashlab yuboriladi.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Suvli eritma 50% NaOH bilan pH=13 gacha keltirilib, dietil efiri bilan 3 qayta ekstraksiyalanadi.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Efirdan fenotiazinlar 0,5 M sulfat kislota (10, 10, 10, 5 ml) bilan qayta ekstraksiya qilinadi.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Nordon efir: tashlanadi/qoladi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Suvli qatlam: NaOH 50%, pH=13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Dietil efir bilan 3 marta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Qayta ekstraksiya: 0,5 M H2SO4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10, 10, 10 va 5 ml — tahlilga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Salomatin usuli (2-qism)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YuQX: namunani tayyorlash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Fenotiazinlar: FPN-test (siydik),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Ajralmaning bir qismi issiq havo oqimida quriguncha bug‘latiladi, qoldiq 0,2-0,5 ml xloroformda eritiladi.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Eritma 2 ta YuQX plastinkaning start chizig‘iga kapillyar naycha bilan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Namuna qatoriga albatta aminazin standart namunasi (guvoh) yoki taxmin qilingan fenotiazin eritmasi tomiziladi.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YuQX: xromatografik sistemalar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Fenotiazinlar: FPN-test (siydik),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1-sistema: benzol, dioksan, 25% ammiak eritmasi 60:35:5 nisbatda.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2-sistema: etilasetat, aseton va 25% ammiakning etil spirti bilan 1:1 aralashmasi 50:45:4 nisbatda.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Dog‘lar konsentrlangan sulfat kislota va etanol 1:9 aralashmasi purkab yoki Marki reaktivi tomizib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 sistemalari: fenotiazinlar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Fenotiazinlar: FPN-test (siydik),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1-sistema: benzol, dioksan, 25% ammiak 60:35:5; 2-sistema: etilasetat, aseton, ammiak-spirt 50:45:4.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Aminazin va propazin uchun yangi tayyorlangan benzol-dioksan-25% ammiak 70:20:5 sistemasi ishlatiladi.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Tizersin uchun ammiak-etanol (1:1), etilasetat va aseton aralashmasi (4:90:45) qo‘llanadi.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3537"/>
                <a:gridCol w="3935729"/>
                <a:gridCol w="288708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Maqsad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Erituvchilar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Nisbat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1-sistema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benzol-dioksan-ammiak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60:35:5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2-sistema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etilasetat-aseton-ammiak/spirt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50:45:4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Aminazin, propazin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benzol-dioksan-ammiak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70:20:5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Tizersin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ammiak/etanol-etilasetat-aseton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4:90:45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YuQX sistemalari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121, 123-125, 129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16-jadval: YuQX natijalari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Fenotiazinlar: FPN-test (siydik),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Rf st aminazin dog‘iga nisbatan berilgan (aminazin = 1).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Dog‘ rangi sulfat kislota va etanol (1:9) hamda Marki reaktivida bir xil.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Tizersin (levomepromazin) ko‘k, boshqalari qizil yoki to‘q qizil rang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667"/>
                <a:gridCol w="1613280"/>
                <a:gridCol w="1434027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Rf st (1; 2)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Dog‘ rangi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Aminazin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1; 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to‘q qizil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Diprazin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0,74; 2,9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to‘q qizil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Levomepromazin (tizersin)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1,56; 1,87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Etaperazin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0,34; 0,48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to‘q qizil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Rf st (1- va 2-sistema) va dog‘ rangi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121, 121-122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 natijasini baholash va tozalash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Fenotiazinlar: FPN-test (siydik),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Baholashda Rf st dan tashqari boshqa dog‘lar hosil bo‘lishiga ham e’tibor beriladi.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Qo‘shimcha dog‘lar bo‘lsa, geptanli alikvotning ikkinchi qismi YuQX da tozalanadi.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Dog‘ zonasi faqat guvoh zonasiga reaktiv tomizib aniqlanadi; sorbent qirib olinib, etanol va 25% ammiak 1:1 bilan elyuatsiya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Elyuat filtrlanib quriguncha bug‘latiladi; sifat va miqdoriy tahlil o‘tkaziladi.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Rf st va boshqa dog‘lar baholanadi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Qo‘shimcha dog‘: qism tozalanadi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Dog‘ zonasi guvoh bo‘yicha topiladi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Sorbent qirilib, elyuatsiya qilinadi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Elyuat bug‘latilib, tahlil qilinadi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Tozalash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Aminazin: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Fenotiazinlar: FPN-test (siydik),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2-xlor-10-(3-dimetilaminopropil)-fenotiazin gidroxlorid; sinonimlari: xlorpromazin, xlorazin, largaktil, plegomazin.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Oq yoki och qizg‘ish mayda kristall kukun; juda gigroskopik, quyosh nurida qoramtir rangga o‘tadi.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Suv, etil spirti va xloroformda yaxshi eriydi, dietil efirida deyarli erimaydi; ishqoriy muhitda organik erituvchilarda yaxshi eriydi.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Aminazin ta’sirlari: guruhlar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Fenotiazinlar: FPN-test (siydik),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Aminazin markaziy nerv tizimiga kuchli sedativ ta’sir etadi, skelet muskullarini bo‘shatadi, ong sezgirligi saqlanadi.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Uyqu chaqiruvchi dorilar, barbituratlar, giyohvandlar, analgetiklar va anestetiklar ta’sirini kuchaytiradi.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Qayt qilishga qarshi kuchli ta’sir etadi, xiqchoqni tinchlantiradi; gipotermik ta’sirga ega.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Aminazin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Markaziy ta’sir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kuchli sedativ  ·  muskullarni bo‘shatadi  ·  ong saqlanadi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Kuchaytirish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barbituratlar  ·  giyohvandlar, analgetiklar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Boshqa ta’sirlar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qayt qilishga qarshi  ·  gipotermik  ·  xiqchoqni tinchlantiradi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Narkologik ahamiyati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122, 123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Aminazin: rangli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Fenotiazinlar: FPN-test (siydik),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Mandelin reaktivi bilan avval yashil, turishi natijasida qizil rang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Dragendorf reaktivi bilan avval amorf cho‘kma, so‘ng to‘rt burchakli qo‘ng‘ir kristallar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Marki reaktivi bilan avval yashil, turishi natijasida qizil pushti rang hosil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0211"/>
                <a:gridCol w="2937763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Rang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Konsentrlangan H2SO4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 alvon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Konsentrlangan HNO3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 pushti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Konsentrlangan HCl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avval pushti, so‘ng qizil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Aminazin: konsentrlangan kislotalar bilan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Aminazin: YuQX va UB-spektr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Fenotiazinlar: FPN-test (siydik),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YuQX: yangi tayyorlangan benzol-dioksan-25% ammiak 70:20:5 sistemasi; ochuvchi — Marki yoki sulfat kislota:etanol 1:9.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Aminazin bo‘lsa Rf=0,93 atrofida pushti-binafsha rang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UB: 0,1 M sulfat kislotada 255 va 307 nm; asosiy metaboliti sulfoksidi 239, 274, 300 va 341 nm.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Miqdori UB-spektrofotometriya yoki konsentrlangan H2SO4 bilan hosil qilingan qizil rang optik zichligi (FEK) bilan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123, 123-124, 124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Diprazin: xossalari va metabolizmi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Fenotiazinlar: FPN-test (siydik),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Diprazin (pipolfen, prometazin, protazin) oq kristall kukun; suv (1:60), etil spirti (1:9), xloroform (1:2) da yaxshi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Sedativ ta’sirli antigistamin; giyohvand, uxlatuvchi, neyroleptik va analgetik moddalar ta’sirini kuchaytiradi.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Asosiy metabolitlaridan biri sulfoksidi; uni 14 kundan keyin ham peshobdan aniqlash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Diprazin bog‘lanmagan holda ham peshob orqali ajraladi; biologik ob’ektdan boshqa fenotiazinlar kabi ajratiladi.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125, 125-126, 126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Aminazin va diprazin: taqqoslash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Fenotiazinlar: FPN-test (siydik),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Aminazin oq yoki och qizg‘ish gigroskopik kukun; sinonimlari xlorpromazin, largaktil; YuQX da Rf=0,93.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Diprazin (pipolfen, prometazin) oq kristall kukun; antigistamin sedativ; YuQX da Rf=0,72.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Diprazinning sulfoksidi peshobda 14 kundan keyin ham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Aminazin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xlorpromazin, largaktil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gigroskopik, nurda qoraydi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YuQX: Rf=0,93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UB (H2SO4): 255, 307 nm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Diprazin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pipolfen, prometazin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antigistamin sedativ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YuQX: Rf=0,72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UB (H2SO4): 249, 300 nm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Taqqoslash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122-123, 125-126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Eruvchanlik: diprazin, galoperidol, droperidol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Fenotiazinlar: FPN-test (siydik),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Diprazin suvda 1:60, etil spirtida 1:9, xloroformda 1:2 eriydi; efirda deyarli erimaydi.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Galoperidol etanolda 1:50, xloroformda 1:20, dietil efirda 1:200, metanolda 1:55 eriydi.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Droperidol etanolda 1:140, xloroformda 1:40, efirda 1:500 eriydi.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0302"/>
                <a:gridCol w="1243685"/>
                <a:gridCol w="1400302"/>
                <a:gridCol w="1243685"/>
              </a:tblGrid>
              <a:tr h="768096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Etanolda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Xloroformda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Efirda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Diprazin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1:9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1:2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deyarli erimaydi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Galoperidol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1:50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1:20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1:200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Droperidol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1:140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1:40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1:500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Eruvchanlik nisbati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125, 130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Diprazinni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Fenotiazinlar: FPN-test (siydik),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Mandelin reaktivi bilan avval yashil, so‘ng alvon rang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YuQX: Rf=0,72; UB: suv-etanol 1:1 da 252, 301 nm; 0,1 M H2SO4 da 249, 300 nm.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Miqdori UB-spektri bo‘yicha spektrofotometrik yoki fotoelektrokolorimetrik usulda aniqlanadi.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332"/>
                <a:gridCol w="3139643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Rang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Konsentrlangan H2SO4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 alvon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Konsentrlangan HNO3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avval och qizil, so‘ng qizil alvon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Konsentrlangan HCl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qizg‘ish pushti, so‘ng alvon-pushti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Marki reaktivi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alvon rang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Diprazin: rang reaksiyalari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126, 127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UB maksimumlar: aminazin, diprazin, tizersin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Fenotiazinlar: FPN-test (siydik),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Aminazin 0,1 M H2SO4 da 255 va 307 nm; sulfoksidi 239, 274, 300, 341 nm.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Diprazin suv-etanol (1:1) da 252, 301 nm; 0,1 M H2SO4 da 249, 300 nm.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Tizersin etil spirtida 255 va 310 nm; 0,1 M HCl da 251 va 302 nm.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4134"/>
                <a:gridCol w="1699706"/>
                <a:gridCol w="1794134"/>
              </a:tblGrid>
              <a:tr h="512064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Muhit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Maksimum, nm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Aminazin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0,1 M H2SO4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255; 307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Aminazin sulfoksidi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0,1 M H2SO4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239; 274; 300; 341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Diprazin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suv-etanol 1:1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252; 301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Diprazin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0,1 M H2SO4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249; 300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Tizersin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etanol / 0,1 M HCl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255; 310 / 251; 302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UB-SF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123-124, 126, 129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Tizersin: xossalari va metabolizmi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Fenotiazinlar: FPN-test (siydik),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Tizersin (levomepromazin, levopromozin, metatrimeprazin) oq kristall kukun; etil spirti, dietil efiri, xloroformda yaxshi, suvda yomon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Adrenolitik, antigistamin, analgetik ta’sirga ega; tez va kuchli sedativ vosita.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Oksidlanib, gidroksillanib, sulfoksidlanib, N-demetillanib metabolitlanadi; taxminan 10% peshob orqali ajraladi.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Biologik ob’ekt tarkibidan aminazin kabi ajratib olinadi.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128, 129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Propazin, etaperazin va peritsiazin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Fenotiazinlar: FPN-test (siydik),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Propazin FPN-reaktivi bilan pushti-binafsha rang beradi; YuQX da Rf=0,71 (70:20:5 sistema).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Etaperazin konsentrlangan H2SO4 bilan to‘q qizil rang beradi; YuQX da Rf=0,32.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Peritsiazin kuchsiz antipsixotik faollikka ega; farqlash uchun xromatografik va spektral usullar ishlatiladi.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3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6369"/>
                <a:gridCol w="2095235"/>
                <a:gridCol w="1596369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Rang reaksiyasi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YuQX Rf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Propazin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FPN: pushti-binafsha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0,71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Etaperazin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H2SO4: to‘q qizil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0,32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Peritsiazin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kuchsiz antipsixotik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Boshqa fenotiazinlar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125, 127-128, 128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Tizersinni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Fenotiazinlar: FPN-test (siydik),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Marki reaktivi bilan ko‘kish qizil, Frede reaktivi bilan qizil ko‘kish rang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Mandelin reaktivi qo‘shilib sovitilgach, konsentrlangan sulfat kislota qo‘shilsa, qizil pushti rang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YuQX: ochuvchi — sulfat kislotaning spirtdagi 50% eritmasi; plastinka 3-5 daqiqa 100 °C da qizdirilsa, qizil dog‘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UB: etil spirtida 255 va 310 nm, 0,1 M HCl da 251 va 302 nm; miqdori spektrofotometrik yoki FEK usulida.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Miqdoriy tahlil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Fenotiazinlar: FPN-test (siydik),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Aminazin: UB-spektr bo‘yicha yoki konsentrlangan H2SO4 bilan hosil qilingan qizil rangning optik zichligi (FEK) bo‘yicha.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Propazin: FPN-reaktivi bilan hosil qilingan rang asosida FEK yoki UB-spektrofotometrik usulda.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Diprazin va tizersin: UB-spektri bo‘yicha spektrofotometrik yoki fotoelektrokolorimetrik usulda.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Sezgir usul sifatida gaz-xromato-mass spektrometrik tahlil ham qo‘llanishi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124, 125, 127-129, 131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Natijani talqin qilish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Fenotiazinlar: FPN-test (siydik),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Fenotiazinlarning ajratish usullari va chinlik reaksiyalari o‘xshash; farqlashda YuQX, GSX, YuSSX va spektral usullar qo‘llanadi.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 da Rf st dan tashqari qo‘shimcha dog‘lar ham hisobga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Tizersin 16-jadvalda ko‘k dog‘ bilan (levomepromazin), aminazin va diprazin to‘q qizil dog‘ bilan ajraladi.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128, 122, 121-122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Keys-topshiriq (kitobdan)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Fenotiazinlar: FPN-test (siydik),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Sud-kimyo ekspertizasiga peshob keltirildi, rangi zarg‘aldoq edi; dastlabki tahlilda peshob qizil rangga bo‘yaldi.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qaysi moddalarga tahlil olib borish zarur va nima uchun peshob rangi qizil?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Yo‘nalish: FPN-testda to‘q-qizil-pushti yoki och qizil pushti rang fenotiazin hosilalariga ishora qiladi.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132, 120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Galoperidol va droperidol: taqqoslash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Fenotiazinlar: FPN-test (siydik),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Galoperidol kuchli neyroleptik; dozasi oshib ketsa, 15-22% hollarda o‘lim bilan tugaydi.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Droperidol tez va qisqa ta’sirli; 3-10 daqiqada ta’sir ko‘rsatadi, 10% o‘zgarmagan holda chiqadi.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UB: galoperidol 95% spirtda 246 nm; droperidol chumoli kislotada 247 va 276 nm.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Galoperidol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kuchli neyroleptik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Marki: sariq; Frede: zarg‘aldoq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Mandelin: to‘q sariq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UB: 246 nm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Droperidol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tez, qisqa ta’sir (3-10 daq.)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Marki: sariq; Frede: sariq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Mandelin: sariq-yashil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UB: 247, 276 nm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Butirofenonlar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130, 131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Galoperidol va droperidolni ajratish: qadamlar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Fenotiazinlar: FPN-test (siydik),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 ml peshob va 2 ml qonga 50% NaOH qo‘shilib, pH=13 da 30 daqiqa qaynoq suv hammomida qizdiriladi.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Sovitilgan gidrolizat uch marta etilasetat bilan ekstraksiya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Ajralmalar suvsiz Na2SO4 dan filtrlanib bug‘latiladi; qoldiq 95% spirtda eritilib, YuQX qilinadi (UB-254 nm, Dragendorf).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Ishqorlash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50% NaOH, pH=13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Qizdirish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30 daqiqa qaynoq suv hammomida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Ekstraksiya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etilasetat, 3 marta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Quritish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suvsiz Na2SO4 filtri; bug‘latish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Eritish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qoldiq 95% etil spirtida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8171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8523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YuQX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UB-254 nm va Dragendorf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Ajratish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130, 130-131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Droperidol miqdori: metiloranj usuli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Fenotiazinlar: FPN-test (siydik),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Droperidolning HCl dagi eritmasiga 12 ml asetatli bufer (pH=3,5), 2 ml metiloranj va 5 ml xloroform qo‘shib chayqatiladi.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Xloroform qatlami sariq rangga bo‘yaladi; optik zichlik 400 nm da, 10 mm kyuvetada o‘lchanadi.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Aniqlashning chiziqli diapazoni 1-10 mkg/ml.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Asetatli bufer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12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Bufer pH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3,5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Metiloranj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Xloroform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To‘lqin uzunligi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400</a:t>
            </a:r>
            <a:r>
              <a:rPr sz="1500" b="0">
                <a:solidFill>
                  <a:srgbClr val="6B7280"/>
                </a:solidFill>
                <a:latin typeface="Calibri"/>
              </a:rPr>
              <a:t>  nm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Chiziqli diapazon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1-10</a:t>
            </a:r>
            <a:r>
              <a:rPr sz="1500" b="0">
                <a:solidFill>
                  <a:srgbClr val="6B7280"/>
                </a:solidFill>
                <a:latin typeface="Calibri"/>
              </a:rPr>
              <a:t>  mkg/ml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Fotokolorimetriya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Fenotiazinlar: FPN-test (siydik),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Fenotiazin hosilalarini ashyoviy dalildan ajratib olish qanday bajariladi?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Fenotiazin hosilalarini peshobdan dastlabki tekshirish reaksiyalari va ularning ahamiyatini izohlang.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Peshobdan ajratilgan fenotiazin hosilalarini YuQX tahlili qanday bajariladi?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Fenotiazin hosilalarining miqdori qanday aniqlanadi?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131, 132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hisobot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Fenotiazinlar: FPN-test (siydik),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Peshobda FPN-testi dastlabki tekshiruv: rang yo‘q bo‘lsa fenotiazin yo‘q; ijobiy bo‘lsa boshqa usullarda tasdiqlanadi.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 va peshobdan pH=13 da n-geptan bilan ajratiladi; YuQX da Rf st va dog‘ rangi aminazin guvohiga nisbatan baholanadi.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Aminazin, diprazin va tizersin rang reaksiyalari va UB-spektr bilan tasdiqlanadi; miqdori UB yoki FEK usulida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120, 120-122, 123-129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Fenotiazinlar: FPN-test (siydik),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Fenotiazin avval antigelmint va antiseptik dori sifatida, keyinroq peshob yo‘llari shamollashini davolashda qo‘llanilgan; hozir tibbiyotda ishlatilmaydi.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Aminazin bilan davolash 3-4 haftadan 3-4 oygacha davom etishi mumkin; sutkalik dozasi 0,075 g dan 0,6 g gacha.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Droperidol 3-10 daqiqada o‘z ta’sirini ko‘rsatadigan tez, kuchli, qisqa ta’sirli neyroleptik vosita.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Galoperidol dozasi oshib ketganda 15-22% hollarda o‘lim bilan tugaydi.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Fenotiazinlar: FPN-test (siydik), YuQX,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166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Zulfikariyeva D.A., Usmanaliyeva Z.U., Nurmatova M.I. Giyohvand moddalar tahlili. O‘quv qo‘llanma. Toshkent, 2024. b. 119-132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№117 (O‘zR SSV, loyiha matni). Sud-kimyo ekspertiza va tekshiruvlarini o‘tkazish qoidalari (6-ilova; sanasi va raqami ko‘rsatilmagan loyiha). qo‘shimcha ma’lumot (kitobda bo‘lmagan joylar uchun)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№081 (TFI Toksikologik kimyo kafedrasi). 7-NMT: fenotiazin hosilalari (ma’ruza matni).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