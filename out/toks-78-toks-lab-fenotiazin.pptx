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fenotiazinlar «narkologik ahamiyatga ega» deyiladi? (boshqa moddalar ta’sirini kuchaytiradi). Doskada: mashg‘ulot rejasi (4 bosqich). Tipik xato: FPN-testni tasdiqlovchi usul deb hisoblash — kitobga ko‘ra bu dastlabki tekshiruv, ijobiy natijada boshqa usullar bilan tasdiqlanadi.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natijani qaysi bosqichda olasiz? Doskada: 4 natija. Tipik xato: Rf st va oddiy Rf ni aralashtirish — 16-jadvalda qiymat aminazin dog‘iga nisbatan berilgan (aminazin =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reaktivlar ro‘yxatini bosqichlar bo‘yicha guruhlang. Doskada: reaktivlar jadvali. Kitobda: p.120 da 2-usul reaktivi «20% nitrat va 20% xlorat kislota» (xato) — to‘g‘ri tarkib 7-slaydda.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konsentrlangan kislotalar, xlorat kislota va n-geptan bilan ishlashda qanday ehtiyot choralari kerak? Tipik xato: qo‘lqopsiz ishlash.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aminazin va etaperazin qaysi guruhga kiradi va ta’siri nimasi bilan farq qiladi? Doskada: 3 guruh jadvali. Kitobda piperazinli guruhda ftorfenazin ham sanalgan (p.119). Tipik xato: tizersinni alohida guruh deb o‘ylash: kitobda tizersin = levomepromazin (p.128).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peshob fenotiazinlar uchun qulay ob’ekt? Doskada: aminazin metabolizm yo‘llari. Tipik xato: faqat o‘zgarmagan modda izlash — asosiy metabolitlar peshob bilan ajraladi, ba’zilari sulfat va glyukuron kislotalari bilan konyugat.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Doskada: ikki usul jadvali. Tipik xato: reaktivni boshqa nisbatda tayyorlash. Kitobda: p.120 da 5 ml FeCl3 + 45 ml 20% HNO3 + 45 ml 20% «xlorat kislota» (xato). Qaror: 5:45:50 — 5% FeCl3, 20% perxlorat kislota, 50% nitrat kislota (gmt p.125, malaka 081; 28-deck bilan bir xil).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salitsilat qabul qilgan odam peshobi FPN-testda qanday natija beradi va nima qilish kerak? Doskada: qaror sxemasi: rang yo‘q — xulosa; rang bor — tasdiqlash. Tipik xato: ijobiy FPN-testni yakuniy xulosa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ekstrakt ikkiga bo‘linadi? Doskada: 5 bosqichli sxema. Tipik xato: ekstraktni geptan bilan to‘yintirmasdan yuvish (kitobda birlashtirilgan ekstrakt geptan bilan to‘yintirilib, suv bilan yuviladi).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spirtli ajralmalar yig‘ilib umumlashtiriladi? Doskada: 5 bosqich. Fenotiazinlar biologik ob’ektdan Ye.M. Salomatin ishlab chiqqan nordonlashtirilgan spirt usulida ajratiladi (gmt p.120). Tipik xato: bug‘latishda haroratni oshirib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nordon efir qatlami tashlanmasdan barbituratlar uchun ishlatilishi mumkin? Doskada: 2 qismli sxema. Tipik xato: pH=13 ga yetkazmay ekstraksiya qilish — natijada fenotiazinlar suvli qatlamda 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guvoh eritma nima uchun kerak? (Rf st aminazinga nisbatan hisoblanadi.) Doskada: plastinka sxemasi: namuna + guvoh. Tipik xato: guvohsiz plastinka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ikkita sistema nima uchun kerak? Doskada: ikki sistema tarkibi. Eslatma: aminazinning alohida YuQX tavsifida (gmt p.123) boshqa sistema — benzol-dioksan-25% ammiak 70:20:5 — ko‘rsatilgan; 16-jadval 1-sistema (60:35:5) uchun. Tipik xato: sistemalarni almashtirish va ularning Rf qiymatlarini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st &gt; 1 nimani bildiradi? (dog‘ aminazindan yuqoriga ko‘tarilgan.) Doskada: jadvaldan 4 qator. Kitobda tizersin = levomepromazin (p.128). Tipik xato: Rf st va Rf qiymatlarini bir xil deb o‘qish: aminazin uchun Rf=0,93 alohida tavsifda berilgan (p.123). Kitobda: 16-jadval sarlavhasida «9:1» (xato); matnda 1:9.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reaktiv faqat guvoh zonasiga tomiziladi? (namuna zonasi reaktiv bilan buzilmasligi uchun.) Doskada: tozalash bosqichlari. Tipik xato: reaktivni namuna zonasiga ham tomizish.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gigroskoplik va yorug‘lik ta’siri saqlashga qanday talab qo‘yadi? Doskada: aminazin tuzilishi (fenotiazin yadrosi, 2-xlor, yon zanjir). Tipik xato: aminazin kukunini yorug‘likda ochiq qoldirish — qoramtir rangga o‘tadi.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ranglarni vaqt bo‘yicha kuzating — «avval» va «turishi natijasida» so‘zlariga e’tibor bering. Doskada: reaktiv — rang jadvali. Tipik xato: rangni darhol emas, turgandan keyin ham yozmaslik. Mandelin reaktivi tarkibini kitob bu betda ko‘rsatmagan; boshqa betlardagi tarkib xatosi (volframat/vanadat) slaydga olinmadi.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aminazin va uning sulfoksidini UB-spektr bo‘yicha qanday farqlaymiz? Doskada: 255/307 nm va 239/274/300/341 nm. Tipik xato: sulfoksid spektrini aminazinniki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sulfoksidning uzoq muddat aniqlanishi ekspertiza uchun nima beradi? Doskada: diprazinning sinonimlari. Tipik xato: faqat dastlabki qabul qilingan moddani izlash — sulfoksid 14 kungacha topiladi.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diprazinni aminazindan qaysi ranglar bo‘yicha farqlash mumkin? (Marki bilan: diprazin alvon, aminazin avval yashil, so‘ng qizil pushti.) Doskada: ikki modda taqqosi. Kitobda diprazin uchun Vitali-Moren reaksiyasi ham qayd etilgan (p.126); shartlari berilmagan, slaydga kiritilmadi. Nitrat kislotada rang turishi bilan sariqqa o‘tadi.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tizersin 16-jadvalda qaysi nom bilan uchraydi? (levomepromazin.) Doskada: sinonimlar. Tipik xato: jadvalda tizersin qatorini topa olmay, ma’lumot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qizdirishning vazifasi nima? (dog‘ rangi paydo bo‘lishi.) Doskada: reaktiv — rang. Eslatma: kitobda tizersin YuQX erituvchilar nisbati noaniq yozilgan (ammiak-etanol 1:1, etil asetat, aseton 4:90:45) — slaydga olinmadi, SOP dan tekshiring. Tipik xato: plastinkani qizdirmasdan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uchun rangli reaksiya asosidagi FEK, qaysi biri uchun to‘g‘ridan-to‘g‘ri UB? Doskada: modda — usul jadvali. Tipik xato: FEK uchun rang barqarorligini nazorat qilmaslik.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aminazin va diprazin dog‘lari ranglari bir xil bo‘lsa, qanday ajratamiz? (Rf st: 1 va 0,74 yoki 2,9.) Doskada: ajratish usullari ro‘yxati. Tipik xato: rang bo‘yicha bitta moddani tasdiqlash: kitob farqlash uchun xromatografik va spektral usullarni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guruhlarda «muammo — sabab — yechim» jadvalini to‘ldiring (kitobdagi shakl, p.132). Doskada: yechim bosqichlari: FPN → ajratish → YuQX → UB. Tipik xato: faqat rangga qarab modda nomini aytish; FPN rangi guruh belgisi, ayrim modda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savollarni juftlikda javoblang. Manba: kitobning bo‘lim yuzasidan nazorat savollari (gmt p.131-132). Doskada: savollar ro‘yxati. Tipik xato: peshobdan ajratish va dastlabki tekshirishni bitta usul deb javob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hisobotga qaysi natijalar kiradi? Doskada: hisobot tuzilishi (ob’ekt, FPN, YuQX, UB, miqdor). Hisobot tarkibi — kitob bosqichlarining yig‘indisi, alohida shablon kitobda berilmagan. Tipik xato: dastlabki va tasdiqlovchi natijalarni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Fenotiazinlar: FPN-test (siydik), YuQX, UB-SF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Aminazin, diprazin, tizersin va boshqa fenotiazin hosilalari toksikologik hamda narkologik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fenotiazin hosilalarini peshobdan FPN-testi bilan dastlabki tekshirish, ajratib olish va YuQX hamda UB-spektr bilan aniqlashni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peshobni dastlabki tekshirish; 2) qon va peshobdan ajratish; 3) YuQX; 4) aminazin, diprazin, tizersinni rang reaksiyalari va UB-spektr bilan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120-122, 120-129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 FPN-testi natijasini rang bo‘yicha baholash: to‘q-qizil-pushti yoki och qizil pushti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peshobdan fenotiazinlarni ishqoriy muhitda n-geptan bilan ajratib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dog‘larni Rf st va rangi bo‘yicha aminazin guvohiga nisbatan baholash (16-jadval).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Aminazin, diprazin va tizersinni rang reaksiyalari va UB-spektr maksimumlari bilan tasdiqlash.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120-121, 121-122, 123-129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Peshobni dastlabki tekshirish: 10% sulfat kislota va 5% temir (III) xlorid aralashmasi (1-usul) yoki FPN-reaktiv (2-usul; tarkibi 7-slaydda).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natriy gidroksidning 50% eritmasi (pH=13), 3% izoamil spirtli n-geptan, suv hammomi, ajratgich voronka.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aminazin standart namunasi (guvoh), xloroform, ochuvchi — konsentrlangan sulfat kislota va etanol 1:9 yoki Marki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 ekstraksiya va tozalash: 0,5 M sulfat kislota (10, 10, 10, 5 ml); etanol va 25% ammiak 1:1.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120-121, 121, 120-122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Fenotiazinlar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1945 yilga kelib azotdagi vodorodni alkilaminoalkil radikallariga almashtirib, kuchli faol birikmalar olindi.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Fenotiazinning o‘zi hozir tibbiyotda ishlatilmaydi.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guruh sedativ, ikkinchisi stimullovchi, uchinchisi kuchsizroq antipsixotik, gipnosedativ ta’sirsiz.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418"/>
                <a:gridCol w="321055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Alifatik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aminazin, propazin, levomepromazin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Piperazinli hosilalari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meteperazin, etaperazin, triftazin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Piperidin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tioredazin, peritsiazin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Kimyoviy tuzilishiga ko‘ra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va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hosilalaridan ayrimlari giyohvand va gangituvchi moddalar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 uyqu chaqiruvchi dorilar, barbituratlar, giyohvandlar, analgetiklar va mahalliy anestetiklar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Aminazinning 20 xildan ortiq metaboliti aniqlangan: sulfooksidlanish, demetillanish, N-oksidlanish, gidroksillanish.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qismi o‘zgarmagan holda peshobga chiqqani uchun aminazinni peshobdan to‘g‘ridan-to‘g‘ri aniqlash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Peshobni dastlabki tekshirish: FPN-test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1-usul: 1 ml peshobga 1 ml reaktiv (60 ml 10% H2SO4 + 20 ml 5% temir (III) xlorid).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Fenotiazin hosilalari bo‘lsa, to‘q-qizil-pushti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2-usul (FPN-reaktiv): 1 ml peshobga 1 ml reaktiv (5 ml 5% FeCl3, 45 ml 20% HClO4, 50 ml 50% HNO3).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069"/>
                <a:gridCol w="254990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1-usul (H2SO4 + FeCl3)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to‘q-qizil-pushti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2-usul (FPN: FeCl3 + HClO4 + HNO3)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qizil pushti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FPN-test: peshobga reaktiv qo‘shish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120; Malaka materiali №081 (TFI Toksikologik kimyo kafedrasi)., 7-NMT: fenotiazin hosilalari, betlar: 2-usul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FPN-test natijasini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hosil bo‘lmasa, fenotiazin hosilalari yo‘q degan xulosa berish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ijobiy bo‘lsa, borligini tasdiqlash uchun qon va peshobdan suyuqlik-suyuqlik ekstraksiyasi bilan ajratib, boshqa usullarda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Propazin FPN-reaktivi bilan pushti-binafsha rang beradi; salitsilatlar va boshqa soekstraktiv moddalar halaqit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peshob, 2 ml qon ayrim idishlarda 50% NaOH bilan pH=13 ga keltirilib, 10 daqiqa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Sovitilgan gidrolizat 3% izoamil spirtli n-geptan bilan 20 ml dan ikki marta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Ekstrakt teng ikkiga bo‘linadi: bir qismi YuQX uchun, ikkinchisi chinlik va miqdor uchun.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+ NaOH 50%, pH=13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Qaynoq suv hammomi, 10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Sovitish; n-geptan 2 x 20 ml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Birlashtirish, suv bilan yuvish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 qism: YuQX va miqdor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 va qondan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120-121, 121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Salomatin usuli: nordonlashtirilgan spirt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oksalat kislotasining 10% spirtli eritmasi bilan 2 soat (3 marotaba) bo‘ktiriladi.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Spirtli ajralmalar 40 °C da quyuq qiyomgacha bug‘latiladi; yot moddalar 96% etil spirti bilan cho‘ktiriladi.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issiq suvda eritilib, oksalat kislotaning 5% eritmasi bilan (pH=2-3) nordonlashtiriladi.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+ 10% oksalat (spirt)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soat bo‘ktirish, 3 marta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 (40 °C); 96% spirt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Qoldiq: 5% oksalat, pH=2-3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Dietil efir bilan ekstraksiya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Salomatin usuli (1-qism)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Salomatin usuli: ishqoriy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muhitdagi efir qatlami barbituratlarni aniqlash uchun qo‘llanadi yoki tashlab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 50% NaOH bilan pH=13 gacha keltirilib, dietil efiri bilan 3 qayta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Efirdan fenotiazinlar 0,5 M sulfat kislota (10, 10, 10, 5 ml) bilan qayta ekstraksiya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efir: tashlanadi/qoladi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qatlam: NaOH 50%, pH=13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Dietil efir bilan 3 marta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Qayta ekstraksiya: 0,5 M H2SO4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10, 10, 10 va 5 ml — tahlilga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Salomatin usuli (2-qism)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namunani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Ajralmaning bir qismi issiq havo oqimida quriguncha bug‘latiladi, qoldiq 0,2-0,5 ml xloroformda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 2 ta YuQX plastinkaning start chizig‘iga kapillyar naycha bilan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 qatoriga albatta aminazin standart namunasi (guvoh) yoki taxmin qilingan fenotiazin eritmasi tomiziladi.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xromatografik sistemalar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1-sistema: benzol, dioksan, 25% ammiak eritmasi 60:35:5 nisbatda.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2-sistema: etilasetat, aseton va 25% ammiakning etil spirti bilan 1:1 aralashmasi 50:45:4 nisbatda.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Dog‘lar konsentrlangan sulfat kislota va etanol 1:9 aralashmasi purkab yoki Marki reaktivi tomizib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16-jadval: YuQX natijalari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st aminazin dog‘iga nisbatan berilgan (aminazin = 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 rangi sulfat kislota va etanol (1:9) hamda Marki reaktivida bir xil.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Tizersin (levomepromazin) ko‘k, boshqalari qizil yoki to‘q qizil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667"/>
                <a:gridCol w="1613280"/>
                <a:gridCol w="143402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 st (1; 2)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Aminazin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1; 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Diprazin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0,74; 2,9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Levomepromazin (tizersin)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1,56; 1,87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Etaperazin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0,34; 0,48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st (1- va 2-sistema) va dog‘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121, 121-122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natijasini baholash va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Baholashda Rf st dan tashqari boshqa dog‘lar hosil bo‘lishiga ham e’tibor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dog‘lar bo‘lsa, geptanli alikvotning ikkinchi qismi YuQX da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Dog‘ zonasi faqat guvoh zonasiga reaktiv tomizib aniqlanadi; sorbent qirib olinib, etanol va 25% ammiak 1:1 bilan elyuatsiya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Elyuat filtrlanib quriguncha bug‘latiladi; sifat va miqdoriy tahlil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2-xlor-10-(3-dimetilaminopropil)-fenotiazin gidroxlorid; sinonimlari: xlorpromazin, xlorazin, largaktil, plegomazin.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yoki och qizg‘ish mayda kristall kukun; juda gigroskopik, quyosh nurida qoramtir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Suv, etil spirti va xloroformda yaxshi eriydi, dietil efirida deyarli erimaydi; ishqoriy muhitda organik erituvchilarda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avval yashil, turishi natijasida 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avval amorf cho‘kma, so‘ng to‘rt burchakli qo‘ng‘ir kristallar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bilan avval yashil, turishi natijasida qizil pushti rang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alvon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pushti, so‘ng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Aminazin: konsentrlangan kislotalar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YuQX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yangi tayyorlangan benzol-dioksan-25% ammiak 70:20:5 sistemasi; ochuvchi — Marki yoki sulfat kislota:etanol 1:9.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 bo‘lsa Rf=0,93 atrofida pushti-binafsha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0,1 M sulfat kislotada 255 va 307 nm; asosiy metaboliti sulfoksidi 239, 274, 300 va 341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UB-spektrofotometriya yoki konsentrlangan H2SO4 bilan hosil qilingan qizil rang optik zichligi (FEK)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123, 123-124, 124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Diprazin: xossalari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Diprazin (pipolfen, prometazin, protazin) oq kristall kukun; suv (1:60), etil spirti (1:9), xloroform (1:2) 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Sedativ ta’sirli antigistamin; giyohvand, uxlatuvchi, neyroleptik va analgetik moddalar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metabolitlaridan biri sulfoksidi; uni 14 kundan keyin ham peshobdan aniqlash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Diprazin bog‘lanmagan holda ham peshob orqali ajraladi; biologik ob’ektdan boshqa fenotiazinlar kabi ajratiladi.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125, 125-126, 126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Diprazinni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avval yashil, so‘ng alvon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Rf=0,72; UB: suv-etanol 1:1 da 252, 301 nm; 0,1 M H2SO4 da 249, 300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UB-spektri bo‘yicha spektrofotometrik yoki fotoelektrokolorimetrik usulda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alvon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och qizil, so‘ng qizil alvon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qizg‘ish pushti, so‘ng alvon-pushti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alvon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Diprazin: rang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126, 127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Tizersin: xossalari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Tizersin (levomepromazin, levopromozin, metatrimeprazin) oq kristall kukun; etil spirti, dietil efiri, xloroformda yaxshi,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Adrenolitik, antigistamin, analgetik ta’sirga ega; tez va kuchli sedativ vosita.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Oksidlanib, gidroksillanib, sulfoksidlanib, N-demetillanib metabolitlanadi; taxminan 10% peshob orqali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 tarkibidan aminazin kabi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128, 129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ko‘kish qizil, Frede reaktivi bilan qizil ko‘kish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Mandelin reaktivi qo‘shilib sovitilgach, konsentrlangan sulfat kislota qo‘shilsa, qizil pushti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ochuvchi — sulfat kislotaning spirtdagi 50% eritmasi; plastinka 3-5 daqiqa 100 °C da qizdirilsa, qizil dog‘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etil spirtida 255 va 310 nm, 0,1 M HCl da 251 va 302 nm; miqdori spektrofotometrik yoki FEK usulida.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tahlil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Aminazin: UB-spektr bo‘yicha yoki konsentrlangan H2SO4 bilan hosil qilingan qizil rangning optik zichligi (FEK) bo‘yicha.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Propazin: FPN-reaktivi bilan hosil qilingan rang asosida FEK yoki UB-spektrofotometrik usulda.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Diprazin va tizersin: UB-spektri bo‘yicha spektrofotometrik yoki fotoelektrokolorimetrik usulda.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 usul sifatida gaz-xromato-mass spektrometrik tahlil ham qo‘llanishi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124, 125, 127-129, 131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Fenotiazinlarning ajratish usullari va chinlik reaksiyalari o‘xshash; ularni farqlashda YuQX, gaz-suyuqlik va yuqori samarali suyuqlik xromatografiya, spektral usullar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Rf st dan tashqari qo‘shimcha dog‘lar ham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Tizersin 16-jadvalda ko‘k dog‘ bilan (levomepromazin), aminazin va diprazin to‘q qizil dog‘ bilan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128, 122, 121-122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Keys-topshiriq (kitobdan)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peshob keltirildi, rangi zarg‘aldoq edi; dastlabki tahlilda peshob qizil rangga bo‘yaldi.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moddalarga tahlil olib borish zarur va nima uchun peshob rangi qizil?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Yo‘nalish: FPN-testda to‘q-qizil-pushti yoki och qizil pushti rang fenotiazin hosilalariga ishora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132, 120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hosilalarini ashyoviy dalildan ajratib olish qanday bajariladi?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hosilalarini peshobdan dastlabki tekshirish reaksiyalari va ularning ahamiyatini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Peshobdan ajratilgan fenotiazin hosilalarini YuQX tahlili qanday bajariladi?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hosilalarining miqdori qanday aniqlanadi?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131, 132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 FPN-testi dastlabki tekshiruv: rang yo‘q bo‘lsa fenotiazin yo‘q; ijobiy bo‘lsa boshqa usullarda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peshobdan pH=13 da n-geptan bilan ajratiladi; YuQX da Rf st va dog‘ rangi aminazin guvohiga nisbatan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Aminazin, diprazin va tizersin rang reaksiyalari va UB-spektr bilan tasdiqlanadi; miqdori UB yoki FEK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120-122, 123-129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Fenotiazin avval antigelmint va antiseptik dori sifatida, keyinroq peshob yo‘llari shamollashini davolashda qo‘llanilgan; hozir tibbiyotda ishlatilmaydi.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Aminazin bilan davolash 3-4 haftadan 3-4 oygacha davom etishi mumkin; sutkalik dozasi 0,075 g dan 0,6 g gacha.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Droperidol 3-10 daqiqada o‘z ta’sirini ko‘rsatadigan tez, kuchli, qisqa ta’sirli neyroleptik vosita.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Galoperidol dozasi oshib ketganda 15-22% hollarda o‘lim bilan tugaydi.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Fenotiazinlar: FPN-test (siydik),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119-132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№081 (TFI Toksikologik kimyo kafedrasi). 7-NMT: fenotiazin hosilalari (ma’ruza matni).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