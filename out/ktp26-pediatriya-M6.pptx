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tana harorati chegaralari nega tor? Doskada: 22–25 va 43–44 °C ni yozing. Tipik xato: umumiy va mahalliy ta’sirni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bir yoshgacha bolalar sezgir? Javob: termoregulyasiya mexanizmlari to‘liq shakllanmagan. Doskada: issiqlik ajralishi 55/27/15/3 %. Tipik xato: faqat tashqi haroratni sabab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qon quyuqlashishi gipoksiyaga qanday olib keladi? Doskada: zanjir: quyuq qon -&gt; sust aylanish -&gt; gipoksiya. Tipik xato: mexanizmni faqat terlash bilan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qo‘zg‘alish davrida qaysi belgilar bor? Javob: bezovtalik, bosh og‘rig‘i, taxikardiya, hansirash. Doskada: 3 davr. Tipik xato: holsizlik davrini yengil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issiq urish va quyosh urishining farqi nimada? Javob: quyosh urishida harorat salmoqli ko‘tarilmaydi. Doskada: murda belgilari. Tipik xato: bitta belgiga tayanib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kuyish chuqurligi nimaga bog‘liq? Javob: manba turi, harorati, ta’sir davomiyligi, soha. Doskada: I va II daraja belgilari. Tipik xato: pufaklarsiz kuyishni yo‘q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daraja chandiq qoldiradi? Doskada: yuzaki va chuqur kuyish chegarasi. Tipik xato: IV darajani qaynoq suvdan ham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oqmalar yo‘nalishi nimani bildiradi? Javob: issiq suyuqlikda past sohalarga, alanga tillari yuqoriga. Doskada: jadval. Tipik xato: qurumni suyuqlik kuyishida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qoida qaysi hollarda yetarli aniq emas? Javob: manbada maxsus jadvallar ham borligi aytilgan. Doskada: tana yuzasi taqsimoti. Tipik xato: kaftni 9 %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kasr shaklida yozishning foydasi nima? Doskada: 30 % (10 %) / II–III misoli. Tipik xato: darajani yuzasiz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bolalarda nega xavf yuqori? Doskada: 4 davr zanjiri. Tipik xato: rekonvalessensiyani davrlardan chiqarib tashlash.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qon namunasi qaysi joydan olinadi? Javob: yurak kameralari va chuqur tomirlardan; mushak namunasi chuqur mushaklardan. Doskada: 20 % va 60 %. Tipik xato: yuza tomir qoniga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mikroskopik tekshiruv zarur? Javob: ichki a’zolarning gistologik natijalari hayotiylikni aniqlashda muhim. Doskada: epidural gematoma shakllari. Tipik xato: bokser pozasini hayotiy ta’sir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alkogol nega issiqlik yo‘qotishini oshiradi? Javob: teri qon tomirlarini kengaytiradi. Doskada: ichki va tashqi omillar. Tipik xato: sovuq qotishni faqat manfiy haroratda kutish (+10 °C gacha ham mumkin).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dekompensatsiya qachon boshlanadi? Doskada: harorat bosqichlari. Tipik xato: o‘limni doim yurak to‘xtashidan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poza nimaga xizmat qiladi? Javob: issiqlik ajratuvchi yuzani kamaytiradi. Doskada: eponimlar (Rayskiy, Puparev). Tipik xato: qor ostidagi muz qatlamini spetsifik belgi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dog‘lar rangi nega pushti? Javob: qonda kislorod ko‘p. Doskada: eponimlar jadvali. Tipik xato: binafsha rangni doim past haroratga zid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tez o‘limda dog‘lar yo‘q? Javob: dog‘lar vazomotor o‘zgarish va diapedezdan hosil bo‘ladi, vaqt kerak. Doskada: 80–90 %, 6–9 oy. Tipik xato: dog‘lar yo‘qligidan sovuq qotishni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qon va siydikdagi alkogol nega farq qiladi? Javob: kuchli utilizatsiya bilan tushuntiriladi. Doskada: Kasyanov belgisi. Tipik xato: faqat qon tahliliga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eritishni tezlashtirishning kamchiligi nima? Doskada: +50 °C. Tipik xato: muzlash yoriqlarini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reaktiv davr qachon boshlanadi? Javob: sovuq ta’sir etgan soha isigandan keyin. Doskada: darajalar jadvali. Tipik xato: sovuq urish mezonlarini kuyish bilan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kam uchrasa-da, ahamiyati katta? Doskada: 1–2,5 %. Tipik xato: elektrotravmani doim qasddan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yuqori chastotali tok fizioterapiyada qo‘llanadi? Javob: u shikastlovchi ta’sir ko‘rsatmaydi. Doskada: 24 V, 220–380 V, 50/100 mA. Tipik xato: yuqori kuchlanishni doim o‘limga olib keladi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morfologik o‘zgarishlar nega teri va suyakda ko‘proq? Javob: qarshiligi katta. Doskada: qarshilik qatori. Tipik xato: kiyim izolyasiyasini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izolyatsiyalangan tananing bir qutbli ulanishi nega odatda xavfsiz? Doskada: 10–15, 25, 80 mA. Tipik xato: faqat kuchlanishga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qadam kuchlanishida xavf qanday paydo bo‘ladi? Javob: oyoq talvasasi bilan yiqilib, to‘liq tok sirtmog‘i hosil bo‘ladi. Doskada: 0,8 m va 10 m. Tipik xato: pastki sirtmoqni o‘ta xavfli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qutblarga qarab nekroz turi qanday farq qiladi? Doskada: anod/katod. Tipik xato: marvarid marjonlarini yog‘ to‘qimasiga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metallizatsiya ekspertga nima beradi? Javob: o‘tkazgich qaysi metalldan ekanini aniqlaydi. Doskada: rang-metall juftliklari. Tipik xato: elektr tamg‘a har doim tipik shaklda bo‘ladi deb bilish (10–20 % da hosil bo‘lmaydi).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uzilgan o‘lim nima? Javob: jabrlangan tokdan ozod bo‘lib o‘ziga kelgach, biroz muddatdan so‘ng o‘ladi. Doskada: 4 tur. Tipik xato: o‘lim belgisi bo‘lmasa-da, reanimatsiyani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figurani darhol suratga olish kerak? Javob: barqaror emas. Doskada: 4 shikastlovchi omil. Tipik xato: kiyim butun bo‘lsa, shikast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suv ostida olingan jarohat nega sezilmaydi? Javob: gidrostatik bosim teri retseptorlari sezgirligini pasaytiradi. Doskada: 10 m — 2, 20 m — 3. Tipik xato: bosim ta’sirini faqat kesson kasalligi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nafas to‘xtatilishi nega xavfli? Javob: o‘pkadagi havo hajmi oshadi. Doskada: 80/20 %. Tipik xato: niqob va naycha bilan sho‘ng‘ishda ham barotravma kutish (manbada bunday emas).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shlem ostida bosim pasayganda qon qayerga intiladi? Javob: boshga. Doskada: belgilar ro‘yxati. Tipik xato: quloq barotravmasini o‘limning sababi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kislorod bilan zaharlanishda murdada nima topiladi? Javob: spetsifik morfologik o‘zgarish yo‘q; tashxis o‘lim tafsilotlari va klinikaga tayanadi. Doskada: 2,5–3,0 va 1,0–1,5 MPa. Tipik xato: bolalarda ham neyrotoksik shakl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bosim asta pasayganda gazlar qayerga ketadi? Javob: o‘pka orqali chiqariladi. Doskada: tez va sekin pasayish. Tipik xato: gaz pufaklarini chirish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tog‘da topilgan murdada nimani hisobga olish kerak? Javob: o‘lim boshqa sabablardan ham bo‘lishi mumkin; hodisa joyini mutaxassis bilan ko‘zdan kechirish muhim. Doskada: balandlik chegaralari. Tipik xato: faqat gipoksiyaga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portlashda nega ikki turdagi jarohat bo‘ladi? Javob: yuqori va past bosim zonalari ketma-ket keladi. Doskada: zonalar tartibi. Tipik xato: portlashni faqat yuqori bosim deb bilish. Eslatma: manbada portlash mexanik omillari qisqa yoritilgan.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bo‘linish jadal to‘qimalar sezgir? Doskada: sezgir to‘qimalar ro‘yxati. Tipik xato: alfa zarrachalarni chuqur o‘tuvchan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latent davrda umumiy ahvol nega yaxshilangandek bo‘ladi? Doskada: doza-shakl jadvali. Tipik xato: 1 Gy = 100 rad ekanini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stomatolog nimani birinchi ko‘radi? Javob: og‘izdagi nekrotik gingivit va tishlarning qimirlashi. Doskada: 5 ekspert vazifasi. Tipik xato: erta o‘limda spetsifik belgilarni kutish (faqat tez o‘lim belgilari bo‘ladi).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Ayrim fizik omillarning organizmga ta’siri. Yuqori va past haroratlar, elektr toki, ionlashtiruvchi nurlanish, barometrik bosim, portlashning mexanik omillari.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fizik omillar va tana harorati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Normal sharoitda tana harorati 36–37 °C; 22–25 °C dan past yoki 43–44 °C dan yuqori bo‘lsa to‘qimalarda hayot bilan nomutanosib o‘zgarishlar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va past haroratning umumiy ta’siri issiq urish yoki sovuq qotishga, mahalliy ta’siri esa kuyish yoki sovuq urishiga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Harorat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Normal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 harorati 36–37 °C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Xavfli chegara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&lt;22–25 °C yoki &gt;43–44 °C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Yuqori harorat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Umumiy: issiq urish  ·  Mahalliy: termik kuyish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Past harorat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Umumiy: sovuq qotish  ·  Mahalliy: sovuq urish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Haroratning ta’siri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Issiqlik ajralishi va issiq urish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issiqlikning 55 % nurlanish, 27 % ter, 15 % o‘tkazish va 3 % turli ajratmalar bilan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 issiqlik ko‘p ishlab chiqarilib, kam ajratilganda: havo harorati va namligi baland, shamolsiz, issiq sex, og‘ir jismoniy ish sharoitida.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va namlik o‘tkazmaydigan kiyim, yurak-qon tomir kasalliklari, semizlik, keksalik moyillik yaratadi; bir yoshgacha bolalar o‘ta sezgir.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Nurlanish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O‘tkazish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Turli ajratmalar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Moyillik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yosh, semizlik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Issiqlik ajralish yo‘llari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urishning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o‘rinni gemodinamikaning buzilishi tutadi: qon quyuqlashadi, qon aylanish sustlashadi.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to‘qima gipertermiyasini kuchaytirib, to‘qima gipoksiyasini rivojlantiradi.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Stress reaksiyasida katexolaminlar va glyukokortikoidlar ajraladi; mikrotsirkulyatsiyada staz va o‘tkazuvchanlik buzilishi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quyuqlashadi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aylanishi sustlashadi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Gipertermiya kuchayadi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To‘qima gipoksiyasi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Stress: katexolamin, glyukokortikoid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Issiq urish mexanizmi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urishning shakllari va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shakl o‘rganmagan organizmda bo‘ladi: birdan hush yo‘qoladi, koma, qisqa muddatda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Uzaytirilgan shaklda uch davr: MNT faoliyati susayishi, qo‘zg‘alish, holsizlik.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Holsizlik davrida (predagonal) harorat 41–42 °C dan oshishi mumkin; 42–43 °C dan oshganda nafasning birlamchi to‘xtashidan o‘lim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O‘tkir shakl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Birdan hush yo‘qoladi, koma, qisqa o‘lim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1: MNT susayishi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Uzaytirilgan shakl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2: Qo‘zg‘alish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Uzaytirilgan shakl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3: Holsizlik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Predagonal, 41–42 °C dan oshishi mumkin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&gt;42–43 °C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birlamchi to‘xtaydi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 urish shakllari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183–184, 184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Quyosh urishi va murda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Quyosh urishi quyosh nurlarining boshga uzoq ta’siridan, bosh kiyimsiz bo‘lganda: bosh og‘rig‘i, hush xiralashuvi, gallyusinatsiya, talvasa.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 haroratining salmoqli ko‘tarilishi xos emas; terida I-darajali kuyish belgilari (eritema)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va quyosh urishidan o‘limda o‘zgarishlar o‘xshash, spetsifik emas: miya to‘laqonligi va shishi, mayda qon quyilishlar, qotish tez, dog‘lar kech va oz.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Quyosh urishi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kiyimsiz uzoq quyosh nuri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og‘rig‘i, gallyutsinatsiya, talvasa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ko‘tarilishi xos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Murda belgilari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 urishga o‘xshash, spetsifik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Miya to‘laqonligi, shishi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Qotish tez; dog‘lar kech va 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Quyosh urishi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Termik kuyish: sabablar va I–II daraja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va teri osti to‘qimalarida harorat 45–50 °C dan oshganda termik kuyish hosil bo‘ladi; yupqa teri sohasida chuqurroq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Sabablar: alanga, qaynoq quyushqoq moddalar (smola, napalm, bitum), 60 °C dan issiq suv, bug‘, gazlar, qizdirilgan jism.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daraja — eritema, 3–4 kunda izsiz o‘tadi; II daraja — seroz suyuqlikli pufaklar, 10–20 kunda chandiqsiz tuzaladi.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Chegara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Teri harorati 45–50 °C dan oshsa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Sabablar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Alanga, smola, napalm, bitum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Suyuqlik, bug‘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60 °C dan issiq suv, bug‘, gaz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Qizdirilgan jism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Kontakt kuyishi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Eritema, 3–4 kun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Pufaklar, 10–20 kun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Termik kuyish: sabablar, I–II daraja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III–IV daraja kuyishlar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daraja: ekssudativ yallig‘lanish bilan nekroz; III-A da epidermis va dermaning yuzaki qavati, III-B da to‘liq nekroz.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daraja: teri va chuqur to‘qimalar (mushak, boylam, suyak) nekrozi; II-III hafta granulyatsiya, so‘ng chandiq.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I–II daraja yuzaki, III–IV chuqur kuyish; IV daraja faqat alanga ta’sirida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III-A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Epidermis va derma yuza qavati nekrozi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III-B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To‘liq nekroz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Mushak, boylam, suyak nekrozi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Tuzalish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II–III haftada granulyatsiya, chandiq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Eslatma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IV daraja faqat alangada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III–IV daraja kuyishlar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185, 185–186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manbasini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suyuqlikda soch va kiyim shikastlanmaydi; kuyish yuzaki, oqmalar shaklida.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Alangadan: soch va kiyim shikastlanadi, yaralar tilsimon, chuqur, qurum izlari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Qizdirilgan jism chuqur, chegaralangan kuyish qoldiradi; nafas yo‘llari kuyishi faqat bug‘ va issiq gazlar uchun xos.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Issiq suyuqlik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Soch, kiyim shikastlanmaydi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Yuzaki, oqma shaklida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Alanga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 va kiyim shikastlanadi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Tilsimon chuqur yara, qurum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Qizdirilgan jism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Chuqur, chegaralangan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 yo‘llari kuyishi — bug‘/gaz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Manbani aniqlash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maydonini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Maydon “to‘qqizliklar qoidasi” (A. Wallace, 1951) bo‘yicha: bosh va bo‘yin 9 %, qo‘l 9 %, old yuza 18 %, orqa yuza 18 %.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Son — 9 %, boldir va tovon — 9 %, oraliq soha — 1 %; “qo‘l kafti qoidasi”da kaft taxminan 1 %.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 va bo‘yin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Qo‘l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Old/orqa yuza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Son; boldir va tovon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Oraliq soha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Kaft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To‘qqizliklar qoidasi (Wallace, 1951)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Kuyishning og‘irligi va tashxisni yozish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uchun xavfli: 10 % dan ortiq yuzaning III–IV daraja, 15 % dan ortiq III daraja, 20 % dan ortiq II daraja kuyishi.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yo‘llarining shishi va ovoz yorig‘ining torayishi bilan kechgan kuyish hayot uchun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Tashxisda kuyish kasr shaklida yoziladi: suratda yuza, maxrajda daraja, masalan 10 % / II.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III–IV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&gt;15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yo‘llari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shish, torayish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Diagnoz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kasr: 10 % / 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 uchun xavfli kuyish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187, 187–188, 188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daraja kuyish 50 % dan, II–IV daraja 10–15 % dan ortiq yuzani egallasa, kuyish kasalligi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shoki bir sutkagacha (ba’zan 2–3 sutka); toksemiya 1–2 hafta; septikotoksemiya 2–3 haftadan bir necha oygacha.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Kichik yoshdagi bolalarda kasallik maydon va chuqurlik katta bo‘lmaganda ham, kattalarga nisbatan og‘irroq kechadi.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Kuyish shoki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Toksemiya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Septikotoksemiya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Rekonvalessensiya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Kuyish kasalligi davrlari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Alanga ta’sirining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Yong‘in murdalarida o‘lim ko‘pincha is gazidan zaharlanishdan bo‘ladi, murda keyin ko‘mirlanadi.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yo‘llari, qizilo‘ngach, oshqozonda qurum — alanga hayot paytida ta’sir qilganini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keyingi ta’sirda karboksigemoglobin 20 % dan oshmaydi; hayotiy ta’sirda 60 % gacha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Alanga hayotiyligi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Yong‘in murdasida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 ko‘pincha is gazidan  ·  Murda keyin ko‘mirlanadi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yo‘llari, qizilo‘ngach, oshqozonda  ·  Hayot paytida alanga belgisi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COHb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O‘limdan keyin ≤20%  ·  Hayotiy ta’sirda 60% gacha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Alanga hayotiyligi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188–189, 189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boshqa belgilari va yongan murda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“G‘oz panjasi” belgisi (qovoq burmalari tubida kuyishning yo‘qligi), nafas yo‘llari kuyishi, arterial tromb, o‘pka yog‘ emboliyasi hayotiylikni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 kuyish pufaklarida oqsil miqdori o‘limdan keyingilarga nisbatan ikki barobar ko‘p.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Travmatik epidural gematoma urchuqsimon, o‘limdan keyingi — o‘roqsimon va qattiq pardaga birikmagan; murdada “bokser pozasi”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Hayotiylik belgilari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Teri, yo‘llar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«G‘oz panjasi»  ·  Nafas yo‘llari kuyishi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Tomir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Arterial tromb  ·  O‘pka yog‘ emboliyasi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Pufak suyuqligi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 2 barobar ko‘p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Epidural gematoma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Travmatik: urchuqsimon  ·  Keyingi: o‘roqsimon; «bokser pozasi»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 va yongan murda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189, 190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Past harorat: omillar va umumiy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namlik, shamol, mavsumga mos kelmaydigan kiyim, charchoq, ochlik, alkogol mastligi past harorat ta’sirini kuchaytiradi; bolalar va keksalar sezgir.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Deyarli barcha holatlarda past haroratning ta’siri baxtsiz hodisa oqibatida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suvda o‘lim muddati qisqa (1–1,5 soat); to‘satdan tushganda qon tomir kollapsi yoki sovuq shokidan o‘lim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Past harorat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Kuchaytiruvchi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Namlik, shamol, noto‘g‘ri kiyim  ·  Charchoq, ochlik, mastlik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Sezgirlar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Bolalar va keksalar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Deyarli doim baxtsiz hodisa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Sovuq suvda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Hayot 1–1,5 soat  ·  Kollaps yoki sovuq shok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Past harorat: omillar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qotishning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 kompensatsiya: modda almashinuvi kuchayadi, glikogen kamayadi, teri qon tomirlari torayadi.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Dekompensatsiya: harorat +30…+28 °C gacha pasayganda po‘stloq funksiyasi buziladi; 1 °C pasayish jarayonlarni taxminan ikki barobar sustlashtiradi.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Yakuniy bosqich +25…+22 °C: o‘lim ko‘pincha nafasning birlamchi to‘xtashidan, ba’zan kollaps yoki qorinchalar fibrillyasiyasidan.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Kompensatsiya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Modda almashinuvi kuchayadi, tomirlar torayadi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Dekompensatsiya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+30…+28 °C: po‘stloq funksiyasi buziladi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Sekinlashish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°C pasayish jarayonni ~2 barobar sekinlatadi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Yakuniy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+25…+22 °C: nafasning birlamchi to‘xtashi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Boshqa sabab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Kollaps, fibrillyatsiya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qotish bosqichlari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qotishning tashqi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“Sovuq qotgan odam pozasi”: qo‘llar ko‘krakka, oyoqlar qoringa bukilgan (kuchli mastlikda bo‘lmasligi mumkin).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Ochiq sohalar ko‘kimtir, shishinqiragan; og‘iz-burun atrofida muz sumalaklari, qosh va kipriklarda qirov (M. I. Rayskiy belgilari).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“G‘oz terisi”; erkaklarda moyak qisqargan, yorg‘oq chov kanaliga tortilgan (K. V. Puparev belgisi).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Poza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Qo‘l ko‘krakda, oyoq qoringa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Ochiq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Ko‘kimtir, shishinqiragan  ·  Muz sumalagi, qirov (Rayskiy)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«G‘oz terisi»  ·  Moyak qisqarishi (Puparev)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qotishning tashqi belgilari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 va ichki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kislorod ko‘p bo‘lgani uchun murda dog‘lari pushti-qizg‘ish; musbat haroratda (+10 °C gacha) ko‘kimtir-binafsha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to‘laqon, chap yurak kameralari va aortada qip-qizil qon; oshqozon bo‘sh va kichik (V. I. Puxnarevich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Buyrak jomlari shilliq qavatida mayda qon quyilishlar (P. A. Fabrikantov belgisi); siydik qopi siydikka to‘la.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Dog‘lar va ichki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Pushti-qizg‘ish (O2 ko‘p)  ·  +10 °C gacha ko‘kimtir bo‘lishi mumkin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To‘laqon; chap yurakda qip-qizil qon  ·  Oshqozon bo‘sh va kichik (Puxnarevich)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Buyrak, siydik qopi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Jomlarda qon quyilishi (Fabrikantov)  ·  Siydik qopi to‘la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belgilar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192–193, 193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Vishnevskiy dog‘lari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Oshqozon, ba’zan o‘n ikki barmoqli ichak shilliq qavatida mayda qon quyilishlar (S. M. Vishnevskiy dog‘lari).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qotishdan o‘lim holatlarining 80–90 % ida uchraydi va o‘limdan 6–9 oydan keyin ham aniqlanishi mumkin; diametri 0,5 sm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tez sodir bo‘lganda dog‘lar juda kam yoki yo‘q; shu sabab kichik yoshdagi bolalarda ko‘pincha kuzatilmaydi.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Uchrash chastotasi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80–90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Aniqlanish muddati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6–9</a:t>
            </a:r>
            <a:r>
              <a:rPr sz="1500" b="0">
                <a:solidFill>
                  <a:srgbClr val="6B7280"/>
                </a:solidFill>
                <a:latin typeface="Calibri"/>
              </a:rPr>
              <a:t>  oygacha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Diametri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sm 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Joyi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oshqozon, ichak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Tez o‘limda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kam yoki 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Vishnevskiy dog‘lari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193, 193–194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Mikroskopik va gistokimyoviy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Mikroskopda: mikrotsirkulyator spazm, stroma shishi va mayda qon quyilishlar, bronxospazm; buyrak to‘g‘ri naychalarida o‘zgarish (Kasyanov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Gistokimyada jigar, oshqozon osti bezi, yurak, miyada glikogen va buyrak usti bezi po‘stlog‘ida lipoidlar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mastlikda qonda alkogol konsentratsiyasi past, siydikda baland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Mikroskopiya va gistokimyo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Mikroskopiya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Mikrotsirkulyator spazm, shish  ·  Mayda qon quyilishi, bronxospazm  ·  Buyrak to‘g‘ri naylari (Kasyanov)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Gistokimyo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Glikogen yo‘qoladi  ·  Buyrak usti bezida lipoid yo‘qoladi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Mastlikda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Qonda alkogol past, siydikda baland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Mikroskopik o‘zgarishlar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Muzlagan murda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Minus haroratda murda sabab qanday bo‘lishidan qat’i nazar muzlashi mumkin; muzlash jarohatlarini hayotiylardan farqlash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Muzlaganda miya va parenximatoz a’zolar hajmi kattalashadi; kalla bo‘shlig‘ida suyaklar sinishi, choklar ajralishi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xona haroratida eritiladi; tez eritish (+50 °C gacha) gemoliz va imbibitsiyani kuchaytiradi.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Muzlagan murda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Muzlash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Minus haroratda sababdan qat’i nazar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O‘zgarish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Miya, a’zolar hajmi kattalashadi  ·  Kalla suyagi sinishi, chok ajralishi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Xona haroratida  ·  Tez eritish (+50 °C): gemoliz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Muzlagan murda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194, 194–195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urish: davrlar, darajalar va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urishda umumiy harorat me’yorda, ayrim sohada pasaygan; ko‘pincha qo‘l-oyoq uchlari, quloq, burun, yonoq zararlanadi; yashirin va reaktiv davrlar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Repersussiya fenomeni: o‘zgarishlar qarama-qarshi tomondagi qo‘l yoki oyoqda ham rivojlanishi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uchun xavfli: 10 % dan ortiq III–IV, 15 % dan ortiq III, 20 % dan ortiq II daraja sovuq urish.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Qizg‘ish-ko‘kimtir, shish; 3–7 kun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Tiniq pufaklar; 10–20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Nekroz; 1–2 oyda chandiq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Suyakkacha nekroz, yiringli asorat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Repersussiya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Qarama-qarshi oyoq-qo‘lda ham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urish darajalari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195, 196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Elektrotravma: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Elektrotravma barcha shikastlanishlarning 1–2,5 % ini tashkil etadi, lekin nogironlik va o‘lim bo‘yicha etakchi o‘rinlardan birini egallaydi.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holatda texnik tok ta’sirida, voqea tafsiloti bo‘yicha baxtsiz hodisa; yashin urishi juda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Xususiyat: tokni maxsus asbobsiz aniqlab bo‘lmaydi; ta’sir qisqa, ammo oqibat kattaligi va og‘irligi o‘rtasida nomutanosiblik.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Elektrotravma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Ulushi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Shikastlanishlarning 1–2,5%  ·  Nogironlik/o‘limda yetakchi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Aksariyat baxtsiz hodisa  ·  Yashin juda kam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Tokni asbobsiz aniqlab bo‘lmaydi  ·  Oqibat va ta’sir nomutanosib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Elektrotravma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196, 196–197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tokining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Sanoat va maishiy hayotda asosan o‘zgaruvchan tok; 500 V gacha o‘zgaruvchan tok xavfliroq, 500 V dan yuqorida o‘zgarmas tok.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Xavfsiz kuchlanishning xalqaro me’yori 24 V; ko‘pchilik o‘limlar 220–380 V ta’sirida; 3000 V dan yuqorida elektr yoyi mahalliy kuyish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mA tok hayotga tahdid soladi, 100 mA da aksariyat o‘lim; 40–60 Hz o‘ta xavfli, 10000 Hz dan yuqori chastota shikastlamaydi.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Xavfsiz kuchlanish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</a:t>
            </a:r>
            <a:r>
              <a:rPr sz="1500" b="0">
                <a:solidFill>
                  <a:srgbClr val="6B7280"/>
                </a:solidFill>
                <a:latin typeface="Calibri"/>
              </a:rPr>
              <a:t> 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Tipik o‘lim kuchlanishi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220–380</a:t>
            </a:r>
            <a:r>
              <a:rPr sz="1500" b="0">
                <a:solidFill>
                  <a:srgbClr val="6B7280"/>
                </a:solidFill>
                <a:latin typeface="Calibri"/>
              </a:rPr>
              <a:t> 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Hayotga tahdid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Aksariyat 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Xavfli chastota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40–60</a:t>
            </a:r>
            <a:r>
              <a:rPr sz="1500" b="0">
                <a:solidFill>
                  <a:srgbClr val="6B7280"/>
                </a:solidFill>
                <a:latin typeface="Calibri"/>
              </a:rPr>
              <a:t>  Hz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Yoy kuyishi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&gt;3000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 parametrlari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197, 197–198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va muhit bilan bog‘liq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Bolalar, keksalar, homilador ayollar sezgirroq; yurak-qon tomir kasalliklari, mastlik, jarohat, issiq urish qarshilikni pasaytiradi.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Qarshilik oshib borishi: qon, shilliq qavat, jigar, buyrak, mushak, miya, o‘pka, boylam, tog‘ay, nerv, suyak, teri.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 teri va terlash ta’sirni kuchaytiradi, shu sabab o‘limli elektrotravma yozda ko‘proq (mavsumiy).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Organizm va muhit omillari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Sezgirlar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Bolalar, keksalar, homilador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Qarshilikni pasaytiradi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 kasalligi, mastlik  ·  Jarohat, issiq urish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Nam teri, terlash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Yozda o‘lim ko‘proq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Qarshilik tartibi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 eng past, teri/suyak eng yuqori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Organizm va muhit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sharoitlari: davomiylik, ulanish, tok sirtmog‘i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10–15 mA da ixtiyorsiz mushak qisqarishi; 25 mA dan katta tokda nafas mushaklari talvasasi; 80 mA va undan katta tokda qorinchalar fibrillyasiyasi.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qutbli yoki yerga ulanish bilan bir qutbli ulanishda tok tarqaladi; yerdan izolyatsiya qilingan tananing bir qutbli ulanishi odatda xavfsiz.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miya orqali o‘tadigan “tok sirtmoqlari” (yuqori, chap, chap egri, chap to‘liq) hayot uchun xavfli.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10–15 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Ixtiyorsiz mushak qisqarishi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&gt;25 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mushaklari talvasasi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≥80 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Qorinchalar fibrillyasiyasi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 qutbli ulanish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Izolyatsiyada odatda xavfsiz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Tok sirtmoqlari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Yurak/miya orqali o‘tsa xavfli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 kuchi va tok sirtmog‘i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Qadam kuchlanishi va elektr yoyi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Qadam kuchlanishi — yerdagi qadam uzunligi (0,8 m) orasidagi ikki nuqta potensiallari farqi; uzilgan o‘tkazgichdan 10 m dan kam yaqinlashmaslik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kuchlanishli tokdan tegmasdan ham elektr yoyi orqali shikast mumkin; juda yuqori kuchlanishda yoy uzunligi 35 sm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Namlik katta bo‘lsa, havoning o‘tkazuvchanligi oshib, shikast xavfi ortadi.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Qadam uzunligi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0,8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Xavfsiz masofa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Yoy uzunligi (maks.)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</a:t>
            </a:r>
            <a:r>
              <a:rPr sz="1500" b="0">
                <a:solidFill>
                  <a:srgbClr val="6B7280"/>
                </a:solidFill>
                <a:latin typeface="Calibri"/>
              </a:rPr>
              <a:t>  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Namlik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xavfni oshiradi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Qadam kuchlanishi va elektr yoyi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200, 199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Tokning umumiy va kimyoviy-termik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ta’sirda qorinchalar fibrillyasiyasi, nafas buzilishi, shok va qon tomir shikastlari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Elektrogen asfiksiya: nafas markaziga bevosita ta’sir, nafas mushaklari klonik talvasasi va tovush yorig‘i spazmi.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ta’sir: anod tomonda koagulyatsion, katod tomonda kollikvatsion nekroz; termik ta’sir: suyakda diametri 1–5 mm “marvarid marjonlari”.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Tokning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Qorincha fibrillyasiyasi  ·  Nafas buzilishi, shok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Elektrogen asfiksiya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markaziga ta’sir  ·  Ovoz yorig‘i spazmi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Anod: koagulyatsion  ·  Katod: kollikvatsion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Termik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Suyakda «marvarid marjonlari» 1–5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 ta’sirining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200, 201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tamg‘a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tamg‘a tok kirgan va chiqqan joylarda hosil bo‘ladi; mahalliy harorat 120 °C gacha, shox qavati qalin sohalarda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Dumaloq yoki oval, zich, chekkalari ko‘tarilgan, markazi chuqurlashgan; atrof teri o‘zgarishsiz, soch kuymagan.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Metallizatsiya rang beradi (mis — havorang-yashil; temir — sariq-jigarrang-qora); aniqlash: rangli bosmalar, rentgenologik, emission spektrografiya.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O‘tkazgich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Havorang, yashil, sarg‘ish-jigarrang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Sariq, jigarrang, qora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Alyuminiy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Kulrang, sarg‘ish-jigarrang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Kulrang, qoramtir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Metallizatsiya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201, 202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kuyish va o‘lim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kuyish yuqori kuchlanishda, mahalliy harorat 120 °C dan katta bo‘lganda hosil bo‘ladi; og‘riqsiz, atrofda yallig‘lanish kuzatilmaydi.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Haqiqiy kenglik va chuqurlik 2–3 haftadan so‘ng ayon bo‘ladi va dastlabkidan bir necha barobar katta.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turlari (M. I. Avdeev): o‘ta tez, sekin, uzilgan va kech; soxta o‘lim (vita minima) tufayli murda dog‘lari paydo bo‘lguncha reanimatsiya tavsiya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Elektr kuyish va o‘lim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 kuyish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Yuqori kuchlanish, &gt;120 °C  ·  Og‘riqsiz, yallig‘lanishsiz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2–3 haftadan so‘ng ayon bo‘ladi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turlari (Avdeev)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O‘ta tez, sekin  ·  Uzilgan, kech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Soxta 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Reanimatsiya tavsiya etiladi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 kuyish va o‘lim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203, 204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Yashin (atmosfera elektr toki)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Yashin — kuchlanishi million volt, kuchi yuz ming amper, davomiyligi soniyaning o‘n mingdan qismlari bo‘lgan razryad.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Shikastlovchi omillar: elektr toki, yorug‘lik, tovush va zarb to‘lqini; kiyimda kuyish, metall buyumlar 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Terida qizil yoki pushti daraxtsimon “yashin figurasi” — spetsifik belgi; bir necha soat, ba’zan sutkadan so‘ng yo‘qoladi, shu sabab darhol suratga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Yashin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Kattaliklar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Million volt, yuz ming amper  ·  Soniyaning 1/10 000 qismi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Omillar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Tok, yorug‘lik  ·  Tovush va zarb to‘lqini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Kiyim kuyishi, metall erishi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«Yashin figurasi»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Daraxtsimon qizil-pushti  ·  Darhol suratga olinadi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Yashin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Barotravma va yuqori bosim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Barotravma sud-tibbiy amaliyotda kam uchraydi; g‘avvoslik, parvoz, portlash, baland tog‘ va barokameralarda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Bosim asta 6 MPa dan ko‘tarilganda ham jiddiy morfologik o‘zgarish bo‘lmaydi; keskin ko‘tarilish o‘pka, quloq, burun bo‘shliqlari barotravmasiga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Gidrostatik bosim 10 m chuqurlikda atmosferadan 2 marta, 20 m da 3 marta katta.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Barotravma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Sharoitlar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G‘avvoslik, parvoz, portlash  ·  Baland tog‘, barokamera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Bosim ortishi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 MPa gacha asta — o‘zgarish yo‘q  ·  Keskin — o‘pka, quloq, burun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Gidrostatik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10 m — 2 atm  ·  20 m — 3 atm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Barotravma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205–206, 206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O‘pkalar barotravmasi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Akvalangdan foydalanganda 80 % holatda o‘pka barotravmasi, 20 % da cho‘kish o‘limga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 chuqurlikda ko‘tarilishda nafasni to‘xtatish o‘pka ichi bosimini keskin oshirib, barotravmaga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Bronx va alveolalar yorilishi, emfizema, pnevmotoraks; o‘tkir davrda o‘lim ko‘pincha miya arteriyalarining havo emboliyasidan.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Akvalang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80% o‘pka barotravmasi, 20% cho‘kish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to‘xtatilsa bosim keskin oshadi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Bronx, alveola; emfizema, pnevmotoraks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O‘lim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Miya arteriyalari havo emboliyasidan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O‘pka barotravmasi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206, 207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Quloq, burun va tananing siqilishi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Quloq barotravmasida nog‘ora parda yorilishi, o‘rta va ichki quloq shikasti; burun bo‘shliqlarida qon quyilish — o‘limga olib kelmaydi.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Tananing siqilishi g‘avvoslar uchun spetsifik: skafandr shikasti, shlang nosozligi, boshi pastga ag‘darilish.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Belgilari: bosh kattalashadi, yuz ko‘karib shishadi, ko‘plab mayda qon quyilishlar, shlem chekkasiga mos simmetrik qon quyilishlar.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Quloq, burun, siqilish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Quloq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Nog‘ora parda yorilishi  ·  O‘rta, ichki quloq shikasti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Burun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 quyilishi; o‘limga olib kelmaydi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Tana siqilishi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Skafandr shikasti, shlang nosozligi  ·  Boshi pastga ag‘darilish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kattalashadi, yuz shishadi  ·  Shlem chekkasiga mos qon quyilish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G‘avvoslarda siqilish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207, 207–208, 208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Kislorod, karbonat angidridi va azotning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Kislorod bilan zaharlanish: neyrotoksik shakl 2,5–3,0 MPa dan yuqori bosimda; o‘pka shakli 1,0–1,5 MPa da 2 soatdan ko‘p ta’sirda.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Bolalar kislorodga chidamliroq, shu sabab ularda o‘tkir shakl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Karbonat angidridi 3 % va undan ortiq bo‘lganda zaharlaydi; azot yog‘da qonga nisbatan 5 barobar yaxshi eriydi va mastlikka o‘xshash holat chaqiradi.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Gazlarning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Kislorod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Neyrotoksik: &gt;2,5–3,0 MPa  ·  O‘pka: 1,0–1,5 MPa, &gt;2 soat  ·  Bolalar chidamliroq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CO2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Havoda ≥3% zaharlaydi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Azot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Yog‘da qondan 5 barobar eriydi  ·  Mastlikka o‘xshash holat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Gazlar bilan zaharlanish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208, 209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Dekompression (kesson)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ko‘tarilishda qon va to‘qimalarda erigan azot erkin gaz pufaklari hosil qiladi; ular qon tomirlarini yopadi.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Pufaklar qon va limfa tomirlari, bo‘g‘im bo‘shliqlari, o‘t, orqa miya suyuqligida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Murdada: o‘ng yurak kameralari va venalarda gazli laxtalar, teri osti emfizemasi, jigar kesmasida ko‘pikli suyuqlik.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1: Tez ko‘tarilish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Erigan azot gaz pufaklari hosil qiladi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2: Tomir yopilishi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tomirlari yopiladi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3: Joylashuv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Qon, limfa, bo‘g‘im, o‘t, orqa miya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4: Murdada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Gazli laxta, teri osti emfizemasi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5: Jigar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Kesmada ko‘pikli suyuqlik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Kesson kasalligi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209, 210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Past bosim va balandlik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Past bosimda kislorod parsial bosimi pasayadi, dekompression buzilishlar va suyuqliklarning “qaynab ketishi”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 kasalligi o‘rganmaganlarda 3500–4000 m balandlikda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5000–7000 m da kompensatsiyalanmagan gipoksiya; 6000–8000 m da dekompression belgilar; 18000 m da (6 kPa, 45 mm Hg) to‘qima suyuqliklari “qaynab ketadi”.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Balandlik kasalligi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3500–4000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Gipoksiya (5000–7000)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kompens. yo‘q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Dekompression belgi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6000–8000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Suyuqlik «qaynashi»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18000</a:t>
            </a:r>
            <a:r>
              <a:rPr sz="1200" b="0">
                <a:solidFill>
                  <a:srgbClr val="6B7280"/>
                </a:solidFill>
                <a:latin typeface="Calibri"/>
              </a:rPr>
              <a:t>  m (6 kPa)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Balandlik va past bosim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210, 211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Portlashning bosim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 kuchdagi portlashlarda yuqori va past bosim birgalikda ta’sir qiladi: juda katta bosimli zona o‘ta past bosimli zona bilan ketma-ket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ikkala holatga xos turli jarohatlar yetkazilishi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Yashin to‘g‘ridan-to‘g‘ri urganda portlash travmasidagi kabi qo‘l-oyoqning uzilib ketishi kabi og‘ir jarohatlar vujudga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Portlashda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Yuqori va past bosim birga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 bosimli zona → past bosimli zona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Natija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Ikkala holatga xos turli jarohat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Yashin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To‘g‘ridan-to‘g‘ri urganda uzilish jarohati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Portlashning bosim omillari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211–212, 212, 205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Radiatsiya: turlari va hujayraga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Nur shikastlanishi yadro portlashi, reaktor avariyasi, ilmiy ish va tibbiyotda (nur diagnostikasi, terapiya) kuzatiladi; portlashdan tashqari — baxtsiz hodisa.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Neytronlar, gamma va rentgen nurlari yuqori o‘tuvchan; alfa va beta zarrachalar o‘tuvchanligi past, aksariyati kiyimda ushlanadi.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Ionlashtiruvchi nurlanish bo‘linishni so‘ndiradi; ayniqsa suyak miya, limfoid follikula, teri, oshqozon-ichak, jinsiy bezlarda yaqqol.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Radiatsiya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Manbalar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Yadro portlashi, reaktor avariyasi  ·  Ilmiy ish, tibbiyot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O‘tuvchan nurlar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Neytron, gamma, rentgen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Kam o‘tuvchan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Alfa, beta — kiyimda ushlanadi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Eng sezgir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Suyak miya, limfoid, teri  ·  Ichak, jinsiy bezlar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Radiatsiya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Nur kasalligi: shakllar va doza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Doza 10 Gy gacha — suyak miya shakli, 10–20 Gy — ichak, 20–80 Gy — toksemik, &gt;80 Gy — serebral; suyak miya shakli 6 Gy dan yuqori dozada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nur kasalligi (doza 1–2 Gy dan katta): birlamchi reaksiya 3–4 sutkagacha, latent davr 2–4 hafta, so‘ng yaqqol klinik davr.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marta 50 Gy da o‘lim dastlabki ikki sutkada, 150 Gy dan katta dozada darhol miya markazlari falajidan.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Nur kasalligi shakllari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≤10 Gy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Suyak miya (&gt;6 Gy — o‘lim)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10–20 Gy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Ichak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20–80 Gy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Toksemik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&gt;80 Gy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Serebral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O‘tkir davrlar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Birlamchi reaksiya 3–4 sutka  ·  Latent 2–4 hafta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Doza va nur kasalligi shakli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212, 213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Nur ta’siridan o‘lim va ekspert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Yaqqol davrda o‘lim: terida va a’zolarda ko‘p qon quyilishlar, suyak miya, limfa tugunlari va taloqda destruktiv o‘zgarishlar, infeksion asoratlar.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Og‘izda nekrotik gingivit, tishlarning qimirlashi va tushishi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vazifalari: shikastlovchi omil turi, manba xususiyati, doza, ta’sir soni va vaqti, tan jarohati og‘irligi.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213, 214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Go‘daklar murdasi 2–3 soat ichida yonib kulga aylanadi, kattalar murdasi uchun bu muddat 20 soatga yaqin.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qotishda vazn va massaga nisbatan tana yuzasi katta bo‘lgani uchun yangi tug‘ilgan go‘daklar past haroratga o‘ta sezgir.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Shilliq qavatdagi Vishnevskiy dog‘lari o‘limdan 6–9 oydan keyin ham aniqlanishi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Professional elektromonterlarda elektrotravma nisbatan kam uchrashi “diqqat omili” bilan tushuntiriladi.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ta’siri. Yuqori va past haroratlar, elektr toki, ionlas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7. Fizik omillar ta'siri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