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1) Tibbiy yordam sifatini kim va qanday baholaydi? 2) Nima uchun bu savol tergovda paydo bo‘ladi? Doskada: «bemor — vrach — ekspert» chizmasini chizdiring. Tipik xato: ekspertiza vazifasi jazo belgilash deb o‘ylash.</a:t>
            </a:r>
          </a:p>
          <a:p/>
          <a:p>
            <a:r>
              <a:t>Tekshirish kerak (manbada noaniq):</a:t>
            </a:r>
          </a:p>
          <a:p>
            <a:r>
              <a:t>- Bugungi mashg‘ulotda tibbiy yordam nuqsoni (TYON), uning turlari, sabablari, oqibatga ta’siri va baholash algoritmini o‘rganamiz.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Muhokama: Bemor tushunchasiga sog‘lom murojaat etuvchi ham kiradimi? Doskada: uchta ta’rifni qisqa yozing. Tipik xato: standartni «qat’iy buyruq» deb tushunish.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daq. Muhokama: To‘rt mezonning qaysi biri sizningcha eng murakkab baholanadi? Doskada: 4 mezonni ustun qilib yozing. Tipik xato: faqat «to‘g‘rilik»ni tekshirish.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Muhokama: Standartdan chekinish qachon oqlanishi mumkin? Doskada: «standart + vrach fikri» sxemasi. Tipik xato: standartdan har qanday chekinishni nuqson deb baholash.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Daliliy tibbiyot ekspert ishiga qanday foyda beradi? Doskada: «tajriba + dalil» tenglamasi. Tipik xato: daliliy tibbiyotni vrach tajribasini inkor etish deb tushunish.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daq. Muhokama: Klinik qo‘llanma va standart o‘rtasida farq bormi? Doskada: JSST va GIN yilini yozing. Tipik xato: GIN ni davlat organi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Nega TYON «huquqiy tushuncha emas»? Doskada: TYON ta’rifini o‘z so‘zingiz bilan yozdiring. Tipik xato: har bir nuqsonni jinoyat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daq. Muhokama: Tasnifsiz baholash qanday muammo tug‘diradi? Doskada: uch o‘q — mohiyat, sabab, oqibat. Tipik xato: tasnifni faqat ekspertlarga kerak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Muhokama: Qaysi guruh ekspertizada eng ko‘p uchraydi deb o‘ylaysiz? Doskada: to‘rt guruhli jadval. Tipik xato: guruhlarni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daq. Muhokama: Kech tashxis va noto‘g‘ri tashxis farqi nimada? Doskada: to‘rt turni sanang. Tipik xato: asoratni aniqlamaslikni davolash nuqsoni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daq. Muhokama: «Noratsional» so‘zi nimani anglatadi? Doskada: 5 ta ko‘rinishni ro‘yxat qiling. Tipik xato: faqat jarrohlik xatolarini nazarda tutish.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Muhokama: Hujjat yuritish xatosi qachon oqibatga ta’sir qilmaydi? Doskada: ikki guruhni solishtiring. Tipik xato: hujjat nuqsonini har doim jiddiy deb baholash. Eslatma: manbada to‘rtinchi guruh nomi «boshqa nuqsonlar» ma’nosida berilgan, shuning uchun band ishonchsiz deb belgilandi.</a:t>
            </a:r>
          </a:p>
          <a:p/>
          <a:p>
            <a:r>
              <a:t>Tekshirish kerak (manbada noaniq):</a:t>
            </a:r>
          </a:p>
          <a:p>
            <a:r>
              <a:t>- To‘rtinchi guruh (matnda «davolashdagi boshqa nuqsonlar»): transportirovka qoidalarini buzish, dispanser kuzatuvidagi kamchiliklar.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Javob: tashxisotdagi nuqson (jarohat aniqlanmagan); manbaga ko‘ra bevosita emas, moyillik yaratgan omil. Muhokama: nega bevosita sabab emas? Doskada: nuqson → oqibat o‘qi. Tipik xato: uni bevosita o‘lim sababi deb yozish.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daq. Muhokama: Joy bo‘yicha tasnif nima uchun kerak? Doskada: uch ustunli jadval. Tipik xato: tez yordamni shifoxona bosqichiga kiritish.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Muhokama: Poliklinika shifoxonagacha bosqichga nega kiradi? Doskada: muassasalarni ikki ustunga bo‘ling. Tipik xato: tez yordamni shifoxona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Muhokama: Tavsiyalar kimga qaratiladi? Doskada: «sabab → tavsiya» o‘qi. Tipik xato: ekspert faqat ayblovchi hujjat tuzadi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daq. Muhokama: Uch guruhdan qaysi biri vrachga bog‘liq emas? Doskada: jadval. Tipik xato: obyektiv sababni vrach aybi deb qarash.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Dori yo‘qligi qaysi sababga kiradi? Doskada: uch guruhga 2 tadan misol yozdiring. Tipik xato: kech murojaatni tashkiliy sabab deb yozish.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daq. Talabalarga uchta qisqa vaziyat ayting va guruhni so‘rang. Muhokama: bir vaziyatda ikki sabab bo‘lishi mumkinmi? Doskada: javoblarni belgilang. Tipik xato: subyektiv va tashkiliy sababni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Bilvosita bog‘lanish javobgarlik asosi bo‘ladimi? Doskada: bevosita va bilvosita bog‘lanishni solishtiring. Tipik xato: har qanday nuqsonni oqibat sababi deb olish.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Muhokama: Bu munosabat bemorga qanday zarar yetkazadi? Doskada: «xavf → himoya → zarar» zanjiri. Tipik xato: uni ehtiyotkorlik deb maqtash.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Muhokama: Konsilium keraksiz bo‘lganini qanday isbotlash mumkin? Doskada: 7 ko‘rinishdan 3 tasini yozing. Tipik xato: har bir konsiliumni himoyalangan munosabat deb baholash.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Muhokama: Nega ketma-ketlikni o‘zgartirib bo‘lmaydi? Doskada: 3 bosqichli sxema. Tipik xato: oqibatdan boshlab, «teskari» baholash.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Formal va faktik sharoit bir-biridan qanday farq qiladi? Doskada: ikki sharoitni solishtiring. Tipik xato: faqat formal sharoitni inobatga olish.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Muhokama: «To‘laqonlik»ni qanday o‘lchaysiz? Doskada: beshta mezonni belgilang. Tipik xato: o‘z vaqtidalikni faqat shoshilinch holatlarga qo‘llash.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Muhokama: Uch variantdan qaysi biri javobgarlikka eng yaqin? Doskada: jadval. Tipik xato: bilvosita bog‘lanishni bevosita deb yozish.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Bu holatda intizomiy javobgarlik mumkinmi (manbada yo‘q — muhokama uchun)? Doskada: «kamchilik ≠ sabab». Tipik xato: kamchilik bor ekan, oqibat ham unga bog‘liq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Muhokama: Agar charvi yirtig‘i aniqlanganida natija o‘zgarishi mumkinmidi? Doskada: ikki darajali sabab sxemasi. Tipik xato: moyillik yaratgan omilni bevosita sabab deb yozish.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Muhokama: Nuqson nega bir necha haftadan so‘ng aniqlandi deb o‘ylaysiz? Doskada: zanjir — xato → gidronefroz → nefrektomiya. Tipik xato: nogironlikni asosiy kasallikka bog‘lash.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Muhokama: Tampon qoldirilishi nima uchun bevosita bog‘lanish bo‘lmaydi? Doskada: ikki omil — jarohat va tampon. Tipik xato: faqat tamponni sabab qilish.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Muhokama: Qon quyish ko‘rsatmasi to‘g‘ri bo‘lsa-da, nuqson nimada? Doskada: tekshiruv bosqichlarini yozing. Tipik xato: ko‘rsatma bor ekan, ijroni tekshirmaslik.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Muhokama: Savol komissiya vakolatidan tashqarida bo‘lsa nima qilinadi? Doskada: qaror tuzilishi. Tipik xato: ekspertiza arizachi iltimosi bilan tayinlanadi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Muhokama: Nega ko‘chirma yetarli emas? Doskada: hujjatlar ro‘yxati. Tipik xato: kseronusxani asl nusxa o‘rnida har doim qabul qilish.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Nega hodisa bo‘lgan muassasa vakili a’zo bo‘lolmaydi? Doskada: komissiya tarkibi. Tipik xato: etakchi ekspertga ustunlik berish.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Muhokama: Nega varaq raqami ko‘rsatiladi? Doskada: uch qismni yozing. Tipik xato: to‘xtamlarni tekshiruv qismisiz yozish.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Muhokama: «Ehtimol» so‘zi to‘xtamda qachon o‘rinsiz? Doskada: 3 talab. Tipik xato: taxmin asosida to‘xtam yozish.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Muhokama: Xodim ekspertiza jarayoniga aralashishi mumkinmi? Doskada: huquqlar ro‘yxati. Tipik xato: qatnashchi komissiya majlisida ishtirok etadi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Muhokama: Ikki xulosa mos kelmasa nima qilinadi? Doskada: «xulosa → baholash → qaror». Tipik xato: ekspert xulosasini majburiy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daq. Muhokama: Tahlil natijasi shifoxonaga qanday foyda beradi? Doskada: 4 yo‘nalishni yozing. Tipik xato: tahlilni faqat jazo uchun deb bilish.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069080"/>
            <a:ext cx="2743200" cy="7315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911535" cy="219456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Georgia"/>
              </a:rPr>
              <a:t>Amaliy mashg’ulot: Tibbiy yordam ko‘rsatish nuqsonlari.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343400"/>
            <a:ext cx="109115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C9A227"/>
                </a:solidFill>
                <a:latin typeface="Calibri"/>
              </a:rPr>
              <a:t>Sud tibbiyoti · ma’ruza taqdimoti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Kirish: komission ekspertiza va tibbiy yordam sifati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Tibbiy yordam ko‘rsatish nuqsonlari.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Tibbiy xodimlarning kasb huquqbuzarliklarida komission sud-tibbiy ekspertizaning asosiy vazifasi — bemorga ko‘rsatilgan tibbiy yordam sifatiga baho berish.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Bunday ekspertiza tergov yoki sud muhokamasida maxsus tibbiy bilim talab qiladigan savollar yuzaga kelganda tayinlanadi.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Bugungi mashg‘ulotda tibbiy yordam nuqsoni (TYON), uning turlari, sabablari, oqibatga ta’siri va baholash algoritmini o‘rganamiz.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143, 134, 145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Asosiy tushunchalar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Tibbiy yordam ko‘rsatish nuqsonlari.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Bemor — kasallik bor-yo‘qligidan qat’i nazar tibbiy yordamga murojaat etgan shaxs.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Tibbiy yordam sifati — yordamning zamonaviy fan va standartlarga mosligini ko‘rsatuvchi belgilar majmui.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Tibbiy standart — davolash-diagnostika choralarining hajmi va xarakteri tartibga solingan ketma-ketligi.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39295"/>
                <a:gridCol w="3448679"/>
              </a:tblGrid>
              <a:tr h="76809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Tushuncha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Mohiyati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Bemor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Yordamga murojaat etgan shaxs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Yordam sifati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Standartlarga moslik belgilari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Standart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Choralar ketma-ketligi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Uch asosiy tushuncha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143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Standartlarning ekspertizadagi o‘rni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Tibbiy yordam ko‘rsatish nuqsonlari.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Standartlar yordamning ko‘rinishi va hajmini aniqlash uchun zarur.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Ular ekspertizada yordamning to‘g‘riligi, asoslanganligi, to‘laqonligi va o‘z vaqtidaligini hal etishda muhim.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Yordamni baholash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1892808"/>
            <a:ext cx="0" cy="3072384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1892808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B1F3A"/>
                </a:solidFill>
                <a:latin typeface="Calibri"/>
              </a:rPr>
              <a:t>To‘g‘rilik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291693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441448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441448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B1F3A"/>
                </a:solidFill>
                <a:latin typeface="Calibri"/>
              </a:rPr>
              <a:t>Asoslanganlik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394106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3465576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3465576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B1F3A"/>
                </a:solidFill>
                <a:latin typeface="Calibri"/>
              </a:rPr>
              <a:t>To‘laqonlik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612380" y="4965192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772400" y="4489704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0" y="4489704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B1F3A"/>
                </a:solidFill>
                <a:latin typeface="Calibri"/>
              </a:rPr>
              <a:t>O‘z vaqtidalik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Standart ekspertizada nimani hal etadi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143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Standart va vrachning ijodiy yondashuvi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Tibbiy yordam ko‘rsatish nuqsonlari.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5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Standartlashtirish usuliy nomutanosibliklar va xodimlar harakatidagi nomuvofiqliklarni bartaraf etib, izchillikka erishtiradi.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Standart tibbiy xodimni talablarga mexanik rioya qilishga undamasligi lozim.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Vrach har holatda ijodiy yondashib, daliliy tibbiyot asosida umumiy standartlarga qo‘shimcha va o‘zgartirish kiritish imkoniga ega bo‘lishi kerak.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143, 144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Daliliy tibbiyot tushunchasi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Tibbiy yordam ko‘rsatish nuqsonlari.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6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«Daliliy tibbiyot» atamasini o‘tgan asr 90-yillari boshida Mak Master universitetining kanadalik olimlari taklif etgan.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D. Sackett (1996) ta’rifi: aniq bemorni davolash uchun klinik amaliyotning eng yaxshi natijalarini vijdonan, ishonchli va anglab tanlash.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U vrachning individual tajribasini tizimga solingan eng yaxshi mustaqil klinik tekshiruvlar bilan uyg‘unlashtiradi.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Atama (Mak Master)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1990-yillar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578443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8171" y="1417320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Sackett ta’rifi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1996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3118104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40680" y="3209544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50408" y="3118104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JSST metodologiyasi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2002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3118104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8443" y="3209544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8171" y="3118104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GIN tashkil etilgan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2002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Daliliy tibbiyot sanalari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144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Klinik qo‘llanmalar va sifat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Tibbiy yordam ko‘rsatish nuqsonlari.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7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Daliliy tibbiyot tamoyillarini qo‘llash yordam sifatini xavfsizlik, samaradorlik va qiymat jihatidan takomillashtiradi.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JSST klinik qo‘llanmalar ishlab chiqish metodologiyasini 2002 yilda tayyorlagan.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Shu yili Guidelines International Network (GIN) tashkil etilgan; vazifasi — xalqaro hamkorlikda qo‘llanmalar yaratish.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144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TYON tushunchasi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Tibbiy yordam ko‘rsatish nuqsonlari.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8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Tibbiy yordam nuqsoni (TYON) huquqiy tushuncha emas.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Keng ma’noda — umum qabul qilingan qoida, yo‘riqnoma, qo‘llanma, nizomni bajarmaslik yoki lozim bajarmaslik; noxush oqibat keltirgan yoki keltirishi mumkin.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Jinoyat huquqi nuqtai nazaridan faqat sababiy bog‘liqlikda noxush oqibat keltirgan nuqsonlar inobatga olinadi.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86887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Keng ma’noda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Qoida, yo‘riqnoma, qo‘llanmani bajarmaslik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Noxush oqibat keltirgan yoki keltirishi mumkin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64727" y="1417320"/>
            <a:ext cx="2986887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Jinoyat huquqida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64727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Faqat sababiy bog‘liqlikdagi nuqson inobatga olinadi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Noxush oqibat keltirgan nuqson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TYON — huquqiy tushuncha emas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144, 145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Nega TYON tasnifi kerak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Tibbiy yordam ko‘rsatish nuqsonlari.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9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Tasnif nuqson mohiyati, sababi va kasallik yoki jarohat oqibatiga ta’sir darajasini aniqlashni ko‘zda tutadi.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U komission ekspertizada ham, muassasa, assotsiatsiya va sug‘urta komissiyalari tekshiruvlarida ham ahamiyatli.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Tasnif komissiyalar ishida ketma-ketlikni ta’minlab, qarama-qarshiliklarni bartaraf etadi.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145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Nuqsonlar mohiyati bo‘yicha to‘rt guruh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Tibbiy yordam ko‘rsatish nuqsonlari.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10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Nuqson mohiyatiga (yo‘l qo‘yilgan kamchilik mazmuniga) ko‘ra to‘rt guruh ajratiladi.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Guruhlar: diagnostika, davolash, profilaktika va boshqa nuqsonlar.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TYON mohiyati bo‘yicha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1892808"/>
            <a:ext cx="0" cy="3072384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1892808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Diagnostika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Kech tashxis qo‘yish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291693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441448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441448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Davolash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Dorini noto‘g‘ri qo‘llash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394106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3465576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3465576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Profilaktika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Sanitar qoidalarni buzish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612380" y="4965192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772400" y="4489704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0" y="4489704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Boshqa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Hujjat yuritish xatosi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To‘rt guruh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145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Tashxisotdagi nuqsonlar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Tibbiy yordam ko‘rsatish nuqsonlari.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11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Asosiy kasallik (jarohat)ni yoki uning asoratini aniqlamaslik.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Muhim hamroh kasallikni aniqlamaslik.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Kech tashxis qo‘yish va tashxisotdagi boshqa nuqsonlar.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Tashxisotdagi nuqsonlar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2063496"/>
            <a:ext cx="0" cy="2731008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206349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Asosiy kasallik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Kasallik yoki asoratni aniqlamaslik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782824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782824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Hamroh kasallik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Muhim hamrohni aniqlamaslik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479450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4148328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4148328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Kech tashxis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Kech tashxis qo‘yish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Diagnostika guruhi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145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Davolashdagi nuqsonlar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Tibbiy yordam ko‘rsatish nuqsonlari.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12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Kechikib shifoxonaga yotqizish; jarrohlik usulida davolashdagi kamchiliklar.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Tibbiy muolajalarni tayinlash va o‘tkazishdagi xatolar; tug‘ruqni noratsional olib borish.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Dori-darmonlardan noto‘g‘ri foydalanish va davolashdagi boshqa nuqsonlar.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Davolashdagi nuqsonlar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1790395"/>
            <a:ext cx="0" cy="3277209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1790395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746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74615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B1F3A"/>
                </a:solidFill>
                <a:latin typeface="Calibri"/>
              </a:rPr>
              <a:t>Kech yotqizish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2609697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236622"/>
            <a:ext cx="3779215" cy="746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236622"/>
            <a:ext cx="3779215" cy="74615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B1F3A"/>
                </a:solidFill>
                <a:latin typeface="Calibri"/>
              </a:rPr>
              <a:t>Jarrohlik kamchiligi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3055924"/>
            <a:ext cx="3779215" cy="746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3055924"/>
            <a:ext cx="3779215" cy="74615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Muolajalar xatosi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Tayinlash va o‘tkazishda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612380" y="4248302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772400" y="3875227"/>
            <a:ext cx="3779215" cy="746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0" y="3875227"/>
            <a:ext cx="3779215" cy="74615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Tug‘ruq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Noratsional olib borish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612380" y="506760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7772400" y="4694529"/>
            <a:ext cx="3779215" cy="746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0" y="4694529"/>
            <a:ext cx="3779215" cy="74615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Dori-darmon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Noto‘g‘ri foydalanish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Davolash guruhi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145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Profilaktika va boshqa nuqsonlar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Tibbiy yordam ko‘rsatish nuqsonlari.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13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Profilaktika nuqsonlari: belgilangan sanitar me’yor va qoidalarni buzish, immunoprofilaktikadagi kamchiliklar.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To‘rtinchi guruh (matnda «davolashdagi boshqa nuqsonlar»): transportirovka qoidalarini buzish, dispanser kuzatuvidagi kamchiliklar.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Shu guruhga tibbiy hujjatlarni yuritishdagi xatolar ham kiradi.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146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Voqea tahlili: nuqson guruhini aniqlang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Tibbiy yordam ko‘rsatish nuqsonlari.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14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Yo‘l-transport hodisasidan so‘ng bemorda kalla suyaklari sinishi, ichki a’zolar yorilishi va boshqa og‘ir jarohatlar aniqlangan.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Murdada ingichka ichak charvisining katta yirtilishi topilgan, ammo vrach uni aniqlamagan.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bu nuqson qaysi guruhga kiradi va u o‘limga qanday bog‘langan?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151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TYON joyi bo‘yicha: uch bosqich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Tibbiy yordam ko‘rsatish nuqsonlari.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15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Nuqson yo‘l qo‘yilgan joyga ko‘ra uch guruh farqlanadi.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Bular: shifoxonagacha bosqich, shifoxona bosqichi va boshqa muassasalar.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TYON joyi bo‘yicha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2063496"/>
            <a:ext cx="0" cy="2731008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206349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Shifoxonagacha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Poliklinika, qishloq punkti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782824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782824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Shifoxona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Tuman va shahar shifoxonasi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479450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4148328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4148328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Boshqa muassasalar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Sanatoriy, bolalar uyi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Uch bosqich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146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Shifoxonagacha va shifoxona bosqichi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Tibbiy yordam ko‘rsatish nuqsonlari.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16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Shifoxonagacha bosqich: qishloq vrachlik punktlari, poliklinikalar, tashxisot markazlari, tez tibbiy yordam, harbiy lazaretlar.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Shifoxona bosqichi: markaziy tuman va shahar shifoxonalari (tug‘ruq bo‘limlari bilan), ko‘p tarmoqli markazlar, klinik shifoxonalar.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Shu bosqichga shoshilinch yordam tuzilmalari, tibbiy-sanitariya qismlari va harbiy gospitallar ham kiradi.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86887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Shifoxonagacha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Qishloq vrachlik punktlari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Poliklinikalar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Tashxisot markazlari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Tez tibbiy yordam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Harbiy lazaretlar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64727" y="1417320"/>
            <a:ext cx="2986887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Shifoxona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64727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Markaziy tuman, shahar shifoxonalari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Tug‘ruq bo‘limlari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Ko‘p tarmoqli markazlar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Klinik shifoxonalar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Shoshilinch yordam, gospitallar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Ikki bosqich muassasalari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146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Uchinchi guruh va sabablarni aniqlash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Tibbiy yordam ko‘rsatish nuqsonlari.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17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Uchinchi guruh: sanatoriy-kurort muassasalari, bolalar uylari, uydagi statsionar, qon quyish xizmati, TMEK va nodavlat tizim.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Sabablarni aniqlash huquqiy baho va kelgusida bartaraf etish choralari uchun muhim.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Qonunga muvofiq ekspertiza xulosasida huquqbuzarlik sabablari va bartaraf etish bo‘yicha tavsiyalar ko‘rsatilishi mumkin.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146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TYON sabablari: uch guruh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Tibbiy yordam ko‘rsatish nuqsonlari.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18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TYON sabablari — uni yuzaga keltirgan tafsilotlar; shartli ravishda uch guruhga bo‘linadi.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Guruhlar: subyektiv, tashkiliy va obyektiv sabablar.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TYON sabablari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2063496"/>
            <a:ext cx="0" cy="2731008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206349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Subyektiv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E’tiborsizlik, malaka yetishmasligi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782824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782824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Tashkiliy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Vositalar yo‘qligi, tashkil kamchiligi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479450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4148328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4148328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Obyektiv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Kech murojaat, atipik kechish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Uch guruh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148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Subyektiv, tashkiliy, obyektiv sabablar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Tibbiy yordam ko‘rsatish nuqsonlari.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19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Subyektiv: bemorga e’tiborsiz munosabat, malaka yetishmasligi; odatda qasddan yoki ehtiyotsizlik bilan sodir etilgan huquqbuzarliklar.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Tashkiliy: tashxis va davolash vositalarining yo‘qligi, jarayonni tashkil etishdagi kamchiliklar, izchillik yo‘qligi.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Obyektiv: kech murojaat, kasallikning atipik kechishi, bemor ahvolining og‘irligi, muassasada qisqa vaqt bo‘lish.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1945538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Subyektiv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Bemorga e’tiborsizlik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Malaka yetishmasligi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Qasd yoki ehtiyotsizlik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23378" y="1417320"/>
            <a:ext cx="1945538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Tashkiliy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523378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Tashxis, davolash vositalari yo‘q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Jarayonni tashkil etish kamchiligi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Izchillik yo‘qligi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606076" y="1417320"/>
            <a:ext cx="1945538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Obyektiv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06076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Kech murojaat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Atipik kechish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Bemor ahvoli og‘irligi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Sabablarni farqlash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148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Tezkor savol: sababni toping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Tibbiy yordam ko‘rsatish nuqsonlari.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20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Tashxis va davolash vositalarining yo‘qligi tashkiliy sabab guruhiga kiradi.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Bemor kasalxonaga kech murojaat qilgani obyektiv sabab hisoblanadi.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148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Oqibatga ta’siri va sababiy bog‘lanish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Tibbiy yordam ko‘rsatish nuqsonlari.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21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Jinoyat huquqida nuqson natijasida oqibat mavjudligi juda muhim, shuning uchun oqibatga ta’sir alohida o‘rganiladi.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TYON davolash muddatini cho‘zishi, nogironlik yoki o‘limga ta’sir etishi mumkin; ba’zan oqibatga umuman ta’sir qilmaydi.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Faqat bevosita sabab-oqibat bog‘lanishi vrachni javobgarlikka tortish uchun asos bo‘ladi.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148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«Vrachning himoyalangan munosabati»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Tibbiy yordam ko‘rsatish nuqsonlari.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22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Noxush oqibat xavfi ba’zan vrachni tibbiy muolajalarni minimal hajmda o‘tkazishga undaydi — bu «himoyalangan munosabat».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Chet el adabiyotida u «himoyalangan tibbiyot» (defensive medicine) deb ataladi.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Uni aniqlash qiyin: tibbiy hujjatlar va huquqbuzarlikning subyektiv tomoni haqidagi materiallar o‘rganiladi.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148, 149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Himoyalangan munosabat ko‘rinishlari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Tibbiy yordam ko‘rsatish nuqsonlari.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23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Jarrohlik amaliyotini rad etish yoki soddaroq turini tanlash; operatsiyaga tayyorgarlikni cho‘zish.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Murakkab invaziv tashxis usullarini asossiz rad etish.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Keraksiz konsultatsiya, konsilium va tekshiruvlar tashkil etish; bemorni boshqa muassasalarga yo‘llash.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Himoyalangan munosabat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1790395"/>
            <a:ext cx="0" cy="3277209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1790395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746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74615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Operatsiya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Rad etish yoki soddaroq turini tanlash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2609697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236622"/>
            <a:ext cx="3779215" cy="746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236622"/>
            <a:ext cx="3779215" cy="74615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Tayyorgarlik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Operatsiyaga tayyorgarlikni cho‘zish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3055924"/>
            <a:ext cx="3779215" cy="746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3055924"/>
            <a:ext cx="3779215" cy="74615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Invaziv usullar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Asossiz rad etish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612380" y="4248302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772400" y="3875227"/>
            <a:ext cx="3779215" cy="746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0" y="3875227"/>
            <a:ext cx="3779215" cy="74615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Konsultatsiyalar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Keraksiz konsilium, tekshiruvlar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612380" y="506760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7772400" y="4694529"/>
            <a:ext cx="3779215" cy="746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0" y="4694529"/>
            <a:ext cx="3779215" cy="74615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Yo‘llash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Boshqa muassasaga yuborish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Himoyalangan tibbiyot ko‘rinishlari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149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Baholash algoritmi: uch bosqich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Tibbiy yordam ko‘rsatish nuqsonlari.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24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Algoritm TYON tahlilini ma’lum ketma-ketlikda olib borishni talab etadi.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1) bemordagi patologiya; 2) vrach harakatlarini baholash; 3) harakat va oqibat o‘rtasida sababiy bog‘lanish.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6110935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550408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1417320"/>
            <a:ext cx="5397703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Patologiya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Bemordagi patologik holat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40680" y="2801112"/>
            <a:ext cx="6110935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550408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80760" y="2801112"/>
            <a:ext cx="5397703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Vrach harakatlari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Harakatlarni baholash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4184904"/>
            <a:ext cx="6110935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550408" y="4584192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4184904"/>
            <a:ext cx="5397703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Sababiy bog‘lanish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Harakat va oqibat o‘rtasida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Baholash algoritmi (uch bosqich)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149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1-bosqich va shartlilik, asoslanganlik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Tibbiy yordam ko‘rsatish nuqsonlari.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25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1-bosqichda patologiya etiologiyasi, patogenezi, uchrash chastotasi, muddati, tezligi va og‘irligi o‘rganiladi.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Shartlilik: formal sharoit (hujjat, yo‘riqnoma, buyruq) va faktik sharoit (vrach imkoniyati) farqlanadi.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Asoslanganlik: shikoyatlar, klinik belgilar, asoratlar qonuniyati va muolajalarning ehtimoliy oqibatlari o‘rganiladi.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1-bosqich: patologiya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2063496"/>
            <a:ext cx="0" cy="2731008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206349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Patologiya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Etiologiya, patogenez  ·  Chastota, muddat, tezlik, og‘irlik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782824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782824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Shartlilik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Formal sharoit  ·  Faktik sharoit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479450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4148328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4148328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Asoslanganlik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Shikoyat, klinik belgi, asorat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Bemordagi patologiya tahlili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150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Harakatlarni baholash mezonlari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Tibbiy yordam ko‘rsatish nuqsonlari.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26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O‘z vaqtidalik: shoshilinch, tez va rejali harakatlar; mezon profilaktikaga ham qo‘llanadi.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Ijro texnikasi: ekspert muolajaning texnik usullarini bilishi shart.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To‘laqonlik: bajarilgan hajm bajarilishi mumkin bo‘lgan hajm bilan solishtiriladi.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550408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1417320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Shartlilik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Formal va faktik sharoit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688171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18523" y="1417320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Asoslanganlik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Shikoyat, belgi, asorat qonuniyati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2801112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550408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2801112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O‘z vaqtidalik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Shoshilinch, tez va rejali harakatlar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2801112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688171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8523" y="2801112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Ijro texnikasi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Muolaja texnik usullarini bilish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4184904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550408" y="4584192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80760" y="4184904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To‘laqonlik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Bajarilgan va mumkin hajm solishtiriladi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Harakatlarni baholash mezonlari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150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Oqibatga ta’sirning uch varianti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Tibbiy yordam ko‘rsatish nuqsonlari.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27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Patologiya tabiiy rivojlangan; TYON ta’sir qilmagan — sababiy bog‘lanish yo‘q.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TYON ahvolni og‘irlashtirgan, moyillik yaratgan — bilvosita bog‘lanish.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TYON yangi patologik jarayonga olib kelgan — bog‘lanish 3 xil ko‘rinishda.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1945538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Tabiiy rivojlanish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TYON ta’sir qilmagan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Sababiy bog‘lanish yo‘q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23378" y="1417320"/>
            <a:ext cx="1945538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Ahvolni og‘irlashtirgan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523378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Moyillik yaratgan omil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Bilvosita bog‘lanish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606076" y="1417320"/>
            <a:ext cx="1945538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Yangi jarayon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06076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TYON yangi patologiyaga olib kelgan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Bevosita yoki bilvosita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Uch variant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151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Voqea tahlili: hujjat yuritishdagi kamchilik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Tibbiy yordam ko‘rsatish nuqsonlari.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28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Vrach e’tiborsizligi sababli kasallik tarixini yuritishda kamchilik yo‘l qo‘yilgan.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Bu kamchilik patologik jarayonning kechishiga va oqibatiga biron-bir tarzda ta’sir etmagan.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sababiy bog‘lanish bormi? Javob: yo‘q, oqibat kasallikning tabiiy rivojlanishi bilan belgilanadi.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151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Bilvosita bog‘lanish: moyillik yaratgan omil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Tibbiy yordam ko‘rsatish nuqsonlari.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29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Agar TYON yangi patologiya keltirmasa-yu ahvolni og‘irlashtirib, kechishini tezlashtirsa, bilvosita bog‘lanish bo‘ladi.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Misol: og‘ir birgalikdagi jarohatlarda ingichka ichak charvisi yirtilishi aniqlanmagan.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Bu nuqson o‘limning bevosita sababi emas, ammo jiddiy ta’sir etib moyillik yaratgan.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151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Yangi jarayon: a) siydik nayi tikilishi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Tibbiy yordam ko‘rsatish nuqsonlari.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30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3a variant: asosiy kasallik yangi jarayonning rivojiga ta’sir etmagan, TYON bilan oqibat o‘rtasida bevosita bog‘lanish bor.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Misol: bachadon ekstirpatsiyasida adashib chap siydik nayi tikilgan; bir necha haftadan so‘ng aniqlangan.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Gidronefroz rivojlanib, chap buyrak olib tashlangan; TYON nogironlikning bevosita sababi.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Bachadon ekstirpatsiyasi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Chap siydik nayi tikildi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Bir necha haftadan so‘ng aniqlandi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Gidronefroz, buyrak olindi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Nogironlik: bevosita sabab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Bevosita bog‘lanish misoli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152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Yangi jarayon: b) qoldirilgan tampon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Tibbiy yordam ko‘rsatish nuqsonlari.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31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3b variant: asosiy patologiya ham hal etuvchi ahamiyatga ega, shuning uchun faqat bilvosita bog‘lanish bor.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Misol: ichak jarohati tufayli laparotomiya qilingan, relaparotomiyada qorin bo‘shlig‘ida qoldirilgan dokali tampon topilgan.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Yiringli peritonit rivojida ichakdagi jarohat hal etuvchi bo‘lgan, nuqson bilvosita bog‘langan.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Ichak jarohati: laparotomiya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Tampon qoldirildi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Relaparotomiya: tampon topildi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Yiringli peritonit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Bilvosita bog‘lanish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Bilvosita bog‘lanish misoli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152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Yangi jarayon: v) noto‘g‘ri qon guruhi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Tibbiy yordam ko‘rsatish nuqsonlari.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32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3v variant: TYON natijasidagi yangi jarayon kasallikni og‘irlashtirib, oqibatda hal etuvchi bo‘lgan — bevosita bog‘lanish.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Misol: qat’iy ko‘rsatma bilan qon quyilgan, malaka yetishmagani uchun qon guruhi noto‘g‘ri aniqlangan.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Postgemotransfuzion asorat rivojlanib, o‘lim kelgan; TYON o‘lim bilan bevosita bog‘langan.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Qon quyish ko‘rsatmasi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Qon guruhi noto‘g‘ri aniqlandi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Postgemotransfuzion asorat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O‘lim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Bevosita bog‘lanish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Noto‘g‘ri qon guruhi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152, 153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Komission ekspertizani tayinlash asoslari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Tibbiy yordam ko‘rsatish nuqsonlari.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33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Asos: surishtiruvchi, tergovchi, prokuror qarori yoki sud ajrimi.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Qaror bayon qismida ish tafsiloti, so‘ng ekspertiza turi va kimga tayinlangani, qaror qismida savollar ko‘rsatiladi.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Savollar aniq, tushunarli bo‘lib, ekspertlar komissiyasi tasarrufidan chetga chiqmasligi kerak.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550408" y="2162556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1417320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Asos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Qaror (surishtiruvchi, tergovchi, prokuror) yoki sud ajrimi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688171" y="2162556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18523" y="1417320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Bayon qismi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Ish tafsiloti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3493008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550408" y="4238244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3493008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Ekspertiza turi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Ekspertiza turi va kimga tayinlangani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3493008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688171" y="4238244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8523" y="3493008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Qaror qismi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Aniq, tushunarli savollar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Tayinlash qarori tuzilishi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134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Taqdim etiladigan hujjatlar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Tibbiy yordam ko‘rsatish nuqsonlari.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34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Komissiyaga ish materiallari, tibbiy hujjatlar va tekshiruv uchun zarur obyektlar taqdim etiladi.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Alohida kasallik tarixidan ko‘chirma va ma’lumotnomalar asosida ekspertiza o‘tkazilishiga yo‘l qo‘yilmaydi.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Javobgarlikka tortilayotgan xodimning tavsifnomasi, idoraviy tekshiruvlar; o‘lim holatida — murda xulosasi yoki patologo-anatomik bayonnoma.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Taqdim etiladigan hujjatlar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1790395"/>
            <a:ext cx="0" cy="3277209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1790395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746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74615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B1F3A"/>
                </a:solidFill>
                <a:latin typeface="Calibri"/>
              </a:rPr>
              <a:t>Ish materiallari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2609697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236622"/>
            <a:ext cx="3779215" cy="746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236622"/>
            <a:ext cx="3779215" cy="74615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Tibbiy hujjatlar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To‘liq kasallik tarixi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3055924"/>
            <a:ext cx="3779215" cy="746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3055924"/>
            <a:ext cx="3779215" cy="74615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B1F3A"/>
                </a:solidFill>
                <a:latin typeface="Calibri"/>
              </a:rPr>
              <a:t>Tekshiruv obyektlari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612380" y="4248302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772400" y="3875227"/>
            <a:ext cx="3779215" cy="746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0" y="3875227"/>
            <a:ext cx="3779215" cy="74615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Xodim tavsifnomasi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Idoraviy tekshiruvlar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612380" y="506760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7772400" y="4694529"/>
            <a:ext cx="3779215" cy="746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0" y="4694529"/>
            <a:ext cx="3779215" cy="74615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O‘lim holati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Murda xulosasi yoki PAB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Komissiya uchun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134, 135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Ekspertlar komissiyasi tarkibi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Tibbiy yordam ko‘rsatish nuqsonlari.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35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Komission ekspertiza faqat sud-tibbiy ekspertiza byurolarida o‘tkaziladi; komissiya kamida uch kishidan iborat.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Muhokama qilinayotgan hodisa yuz bergan muassasa rahbarlari va natijadan manfaatdor shaxslar a’zo bo‘lolmaydi.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Etakchi ekspert, ma’ruzachi va a’zolar teng protsessual huquq va majburiyatga ega.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86887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Komissiya tarkibi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Faqat sud-tibbiy ekspertiza byurolarida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Kamida uch kishi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Etakchi ekspert, ma’ruzachi, a’zolar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64727" y="1417320"/>
            <a:ext cx="2986887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A’zo bo‘la olmaydi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64727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Hodisa yuz bergan muassasa rahbarlari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Natijadan manfaatdor shaxslar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Komissiya tuzilishi va xolislik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135, 136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Ekspertiza xulosasining tuzilishi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Tibbiy yordam ko‘rsatish nuqsonlari.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36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Xulosa uch qismdan iborat; kirish qismida sana, joy, asos, tarkib, savollar va materiallar ko‘rsatiladi.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Tekshiruv qismida ish mohiyati, tibbiy hujjatlar va laboratoriya ma’lumotlaridan ko‘chirmalar keltiriladi.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Ko‘chirmalar ish materialining qaysi varag‘ida ekanligi ko‘rsatilib yoziladi.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6110935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550408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1417320"/>
            <a:ext cx="5397703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Kirish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Sana, joy, asos, tarkib, savollar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40680" y="2801112"/>
            <a:ext cx="6110935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550408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80760" y="2801112"/>
            <a:ext cx="5397703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Tekshiruv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Hujjatlardan ko‘chirmalar, varaq ko‘rsatiladi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4184904"/>
            <a:ext cx="6110935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550408" y="4584192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4184904"/>
            <a:ext cx="5397703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To‘xtamlar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Savollarga javoblar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Xulosa uch qismi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137, 138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To‘xtamlarga qo‘yiladigan talablar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Tibbiy yordam ko‘rsatish nuqsonlari.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37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To‘xtam savollarga javoblardan iborat va tekshiruv qismidagi ma’lumotlarga mos bo‘lishi shart.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U obyektiv, ilmiy asoslangan, bir ma’noli va tushunarli bo‘lishi lozim.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Faqat subyektiv, taxminiy ma’lumotga tayanuvchi, noto‘liq, mavhum yoki o‘zaro zid to‘xtam bo‘lmaydi.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86887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To‘xtam talabi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Savollarga javob, tekshiruvga mos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Obyektiv va ilmiy asoslangan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Bir ma’noli va tushunarli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64727" y="1417320"/>
            <a:ext cx="2986887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Bo‘lmasligi kerak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64727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Faqat subyektiv, taxminiy ma’lumot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Noto‘liq yoki mavhum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O‘zaro zid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To‘xtamga talablar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139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Gumondor, ayblanuvchi va xodim huquqlari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Tibbiy yordam ko‘rsatish nuqsonlari.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38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JPK 179-moddada ekspertiza tayinlash va o‘tkazishda gumondor, ayblanuvchi, sudlanuvchi huquqlari keltirilgan.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Ular qarorni bilish, ekspertga raddiya berish, qo‘shimcha savol qo‘yish va xulosa bilan tanishish huquqiga ega.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Baholash ekspertizasida bu huquqlar javobgarlikka tortilayotgan tibbiy xodimga tegishli.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JPK 179: huquqlar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1892808"/>
            <a:ext cx="0" cy="3072384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1892808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B1F3A"/>
                </a:solidFill>
                <a:latin typeface="Calibri"/>
              </a:rPr>
              <a:t>Qarorni bilish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291693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441448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441448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Raddiya berish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Ekspertga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394106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3465576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3465576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B1F3A"/>
                </a:solidFill>
                <a:latin typeface="Calibri"/>
              </a:rPr>
              <a:t>Qo‘shimcha savol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612380" y="4965192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772400" y="4489704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0" y="4489704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B1F3A"/>
                </a:solidFill>
                <a:latin typeface="Calibri"/>
              </a:rPr>
              <a:t>Xulosa bilan tanishish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Baholashda tibbiy xodimga ham taalluqli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140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Xulosani baholash va so‘roq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Tibbiy yordam ko‘rsatish nuqsonlari.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39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Qatnashchilar komissiya majlisida va to‘xtam tuzish bosqichida ishtirok eta olmaydi.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Komissiya a’zolari faqat mavjud xulosa bo‘yicha, xulosa taqdim etilgandan keyin so‘roq qilinishi mumkin.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JPK 187-moddaga ko‘ra xulosa boshqa dalillar bilan birga baholanadi va ustuvor kuchga ega emas.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141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Xulosa: kompleks tahlil ahamiyati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Tibbiy yordam ko‘rsatish nuqsonlari.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40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Kompleks tahlil xodimlar faoliyatini huquqiy baholash uchun zarur.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U xizmat sifatini oshirish choralarini ishlab chiqishga ham xizmat qiladi.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Mohiyat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22199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496312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Sabab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3255264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529584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Joy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428853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4562856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Oqibatga ta’siri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Kompleks tahlil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153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Qiziqarli ma’lumotlar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Tibbiy yordam ko‘rsatish nuqsonlari.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41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«Daliliy tibbiyot» atamasi 90-yillar boshida Mak Master universitetida taklif etilgan; 1996 yilda D. Sackett ta’rifi tarqalgan.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Eslab qolish: baholash mezonlari — shartlilik, asoslanganlik, o‘z vaqtidalik, texnika, to‘laqonlik (besh «to‘g‘ri» harakat belgisi).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Hodisa tahlili: bachadon ekstirpatsiyasida siydik nayi tikilishi gidronefroz va buyrak olinishiga olib kelgan; nuqson nogironlikning bevosita sababi.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Komissiya tarkibida hodisa yuz bergan muassasa rahbarlari bo‘lishi mumkin emas — xolislikni saqlash qoidasi.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Adabiyotlar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Tibbiy yordam ko‘rsatish nuqsonlari.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42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G‘iyosov Z.A. Vrach faoliyatining huquqiy asoslari: darslik, Toshkent: Tafakkur-Bo‘stoni. 2012. 11-bob. Tibbiy yordam nuqsonlari; bet 143-154; 10-bob. Tibbiy xodimlarning kasb huquqbuzarliklari bo‘yicha tekshiruvlar; bet 134-142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