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Tibbiy yordam sifatini kim va qanday baholaydi? 2) Nima uchun bu savol tergovda paydo bo‘ladi? Doskada: «bemor — vrach — ekspert» chizmasini chizdiring. Tipik xato: ekspertiza vazifasi jazo belgilash deb o‘ylash.</a:t>
            </a:r>
          </a:p>
          <a:p/>
          <a:p>
            <a:r>
              <a:t>Tekshirish kerak (manbada noaniq):</a:t>
            </a:r>
          </a:p>
          <a:p>
            <a:r>
              <a:t>- Bugungi mashg‘ulotda tibbiy yordam nuqsoni (TYON), uning turlari, sabablari, oqibatga ta’siri va baholash algoritmini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Bemor tushunchasiga sog‘lom murojaat etuvchi ham kiradimi? Doskada: uchta ta’rifni qisqa yozing. Tipik xato: standartni «qat’iy buyruq»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To‘rt mezonning qaysi biri sizningcha eng murakkab baholanadi? Doskada: 4 mezonni ustun qilib yozing. Tipik xato: faqat «to‘g‘rilik»ni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Standartdan chekinish qachon oqlanishi mumkin? Doskada: «standart + vrach fikri» sxemasi. Tipik xato: standartdan har qanday chekinishni nuqson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Daliliy tibbiyot ekspert ishiga qanday foyda beradi? Doskada: «tajriba + dalil» tenglamasi. Tipik xato: daliliy tibbiyotni vrach tajribasini inkor etish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Klinik qo‘llanma va standart o‘rtasida farq bormi? Doskada: JSST va GIN yilini yozing. Tipik xato: GIN ni davlat organi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TYON «huquqiy tushuncha emas»? Doskada: TYON ta’rifini o‘z so‘zingiz bilan yozdiring. Tipik xato: har bir nuqsonni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Tasnifsiz baholash qanday muammo tug‘diradi? Doskada: uch o‘q — mohiyat, sabab, oqibat. Tipik xato: tasnifni faqat ekspertlarga kerak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guruh ekspertizada eng ko‘p uchraydi deb o‘ylaysiz? Doskada: to‘rt guruhli jadval. Tipik xato: guruhlarni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Kech tashxis va noto‘g‘ri tashxis farqi nimada? Doskada: to‘rt turni sanang. Tipik xato: asoratni aniqlamaslikni davolash nuqsoni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«Noratsional» so‘zi nimani anglatadi? Doskada: 5 ta ko‘rinishni ro‘yxat qiling. Tipik xato: faqat jarrohlik xatolarini nazarda tutish.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Hujjat yuritish xatosi qachon oqibatga ta’sir qilmaydi? Doskada: ikki guruhni solishtiring. Tipik xato: hujjat nuqsonini har doim jiddiy deb baholash. Eslatma: manbada to‘rtinchi guruh nomi «boshqa nuqsonlar» ma’nosida berilgan, shuning uchun band ishonchsiz deb belgilandi.</a:t>
            </a:r>
          </a:p>
          <a:p/>
          <a:p>
            <a:r>
              <a:t>Tekshirish kerak (manbada noaniq):</a:t>
            </a:r>
          </a:p>
          <a:p>
            <a:r>
              <a:t>- To‘rtinchi guruh (matnda «davolashdagi boshqa nuqsonlar»): transportirovka qoidalarini buzish, dispanser kuzatuvidagi kamchiliklar.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Javob: tashxisotdagi nuqson (jarohat aniqlanmagan); manbaga ko‘ra bevosita emas, moyillik yaratgan omil. Muhokama: nega bevosita sabab emas? Doskada: nuqson → oqibat o‘qi. Tipik xato: uni bevosita o‘lim sababi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Joy bo‘yicha tasnif nima uchun kerak? Doskada: uch ustunli jadval. Tipik xato: tez yordamni shifoxona bosqichiga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Poliklinika shifoxonagacha bosqichga nega kiradi? Doskada: muassasalarni ikki ustunga bo‘ling. Tipik xato: tez yordamni shifoxona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Tavsiyalar kimga qaratiladi? Doskada: «sabab → tavsiya» o‘qi. Tipik xato: ekspert faqat ayblovchi hujjat tuzadi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Uch guruhdan qaysi biri vrachga bog‘liq emas? Doskada: jadval. Tipik xato: obyektiv sababni vrach aybi deb qarash.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Dori yo‘qligi qaysi sababga kiradi? Doskada: uch guruhga 2 tadan misol yozdiring. Tipik xato: kech murojaatni tashkiliy sabab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Talabalarga uchta qisqa vaziyat ayting va guruhni so‘rang. Muhokama: bir vaziyatda ikki sabab bo‘lishi mumkinmi? Doskada: javoblarni belgilang. Tipik xato: subyektiv va tashkiliy sababni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Bilvosita bog‘lanish javobgarlik asosi bo‘ladimi? Doskada: bevosita va bilvosita bog‘lanishni solishtiring. Tipik xato: har qanday nuqsonni oqibat sababi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 munosabat bemorga qanday zarar yetkazadi? Doskada: «xavf → himoya → zarar» zanjiri. Tipik xato: uni ehtiyotkorlik deb maqtash.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Konsilium keraksiz bo‘lganini qanday isbotlash mumkin? Doskada: 7 ko‘rinishdan 3 tasini yozing. Tipik xato: har bir konsiliumni himoyalangan munosabat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ketma-ketlikni o‘zgartirib bo‘lmaydi? Doskada: 3 bosqichli sxema. Tipik xato: oqibatdan boshlab, «teskari»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Formal va faktik sharoit bir-biridan qanday farq qiladi? Doskada: ikki sharoitni solishtiring. Tipik xato: faqat formal sharoitni inobatga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«To‘laqonlik»ni qanday o‘lchaysiz? Doskada: beshta mezonni belgilang. Tipik xato: o‘z vaqtidalikni faqat shoshilinch holatlarga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Uch variantdan qaysi biri javobgarlikka eng yaqin? Doskada: jadval. Tipik xato: bilvosita bog‘lanishni bevosita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Bu holatda intizomiy javobgarlik mumkinmi (manbada yo‘q — muhokama uchun)? Doskada: «kamchilik ≠ sabab». Tipik xato: kamchilik bor ekan, oqibat ham unga bog‘liq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Agar charvi yirtig‘i aniqlanganida natija o‘zgarishi mumkinmidi? Doskada: ikki darajali sabab sxemasi. Tipik xato: moyillik yaratgan omilni bevosita sabab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Nuqson nega bir necha haftadan so‘ng aniqlandi deb o‘ylaysiz? Doskada: zanjir — xato → gidronefroz → nefrektomiya. Tipik xato: nogironlikni asosiy kasallikka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Tampon qoldirilishi nima uchun bevosita bog‘lanish bo‘lmaydi? Doskada: ikki omil — jarohat va tampon. Tipik xato: faqat tamponni sabab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Qon quyish ko‘rsatmasi to‘g‘ri bo‘lsa-da, nuqson nimada? Doskada: tekshiruv bosqichlarini yozing. Tipik xato: ko‘rsatma bor ekan, ijroni tekshirmaslik.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Savol komissiya vakolatidan tashqarida bo‘lsa nima qilinadi? Doskada: qaror tuzilishi. Tipik xato: ekspertiza arizachi iltimosi bilan tayinlanadi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ko‘chirma yetarli emas? Doskada: hujjatlar ro‘yxati. Tipik xato: kseronusxani asl nusxa o‘rnida har doim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hodisa bo‘lgan muassasa vakili a’zo bo‘lolmaydi? Doskada: komissiya tarkibi. Tipik xato: etakchi ekspertga ustunlik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varaq raqami ko‘rsatiladi? Doskada: uch qismni yozing. Tipik xato: to‘xtamlarni tekshiruv qismisiz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«Ehtimol» so‘zi to‘xtamda qachon o‘rinsiz? Doskada: 3 talab. Tipik xato: taxmin asosida to‘xtam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Xodim ekspertiza jarayoniga aralashishi mumkinmi? Doskada: huquqlar ro‘yxati. Tipik xato: qatnashchi komissiya majlisida ishtirok etadi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Ikki xulosa mos kelmasa nima qilinadi? Doskada: «xulosa → baholash → qaror». Tipik xato: ekspert xulosasini majburiy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Tahlil natijasi shifoxonaga qanday foyda beradi? Doskada: 4 yo‘nalishni yozing. Tipik xato: tahlilni faqat jazo uchun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Tibbiy yordam ko‘rsatish nuqsonlari.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komission ekspertiza va tibbiy yordam sifati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xodimlarning kasb huquqbuzarliklarida komission sud-tibbiy ekspertizaning asosiy vazifasi — bemorga ko‘rsatilgan tibbiy yordam sifatiga baho berish.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ekspertiza tergov yoki sud muhokamasida maxsus tibbiy bilim talab qiladigan savollar yuzaga kelganda tayinlanadi.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Bugungi mashg‘ulotda tibbiy yordam nuqsoni (TYON), uning turlari, sabablari, oqibatga ta’siri va baholash algoritmini o‘rganamiz.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143, 134, 145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Asosiy tushunchalar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 — kasallik bor-yo‘qligidan qat’i nazar tibbiy yordamga murojaat etgan shaxs.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yordam sifati — yordamning zamonaviy fan va standartlarga mosligini ko‘rsatuvchi belgilar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standart — davolash-diagnostika choralarining hajmi va xarakteri tartibga solingan ketma-ketligi.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Bemor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Yordamga murojaat etgan shaxs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Yordam sifati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Standartlarga moslik belgilari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Standart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Choralar ketma-ketligi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asosiy tushuncha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Standartlarning ekspertizadagi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Standartlar yordamning ko‘rinishi va hajmini aniqlash uchun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ekspertizada yordamning to‘g‘riligi, asoslanganligi, to‘laqonligi va o‘z vaqtidaligini hal etishda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To‘g‘rilik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Asoslanganlik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To‘laqonlik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O‘z vaqtidalik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Yordamni baholash mezonlari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Standart va vrachning ijodiy yondashuvi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Standartlashtirish usuliy nomutanosibliklar va xodimlar harakatidagi nomuvofiqliklarni bartaraf etib, izchillikka erishtiradi.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Standart tibbiy xodimni talablarga mexanik rioya qilishga undamasligi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har holatda ijodiy yondashib, daliliy tibbiyot asosida umumiy standartlarga qo‘shimcha va o‘zgartirish kiritish imkoniga ega bo‘lishi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143, 144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Daliliy tibbiyot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«Daliliy tibbiyot» atamasini o‘tgan asr 90-yillari boshida Mak Master universitetining kanadalik olimlari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D. Sackett (1996) ta’rifi: aniq bemorni davolash uchun klinik amaliyotning eng yaxshi natijalarini vijdonan, ishonchli va anglab tanlash.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vrachning individual tajribasini tizimga solingan eng yaxshi mustaqil klinik tekshiruvlar bilan uyg‘unlashtiradi.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qo‘llanmalar va sifat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Daliliy tibbiyot tamoyillarini qo‘llash yordam sifatini xavfsizlik, samaradorlik va qiymat jihatidan takomillashtiradi.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JSST klinik qo‘llanmalar ishlab chiqish metodologiyasini 2002 yilda tayyorlagan.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yili Guidelines International Network (GIN) tashkil etilgan; vazifasi — xalqaro hamkorlikda qo‘llanmalar yaratish.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TYON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yordam nuqsoni (TYON) huquqiy tushuncha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Keng ma’noda — umum qabul qilgan qoida, yo‘riqnoma, qo‘llanma, nizomni bajarmaslik yoki lozim darajada bajarmaslik; noxush oqibat keltirgan yoki keltirishi mumkin bo‘lgan holat.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 nuqtai nazaridan faqat sababiy bog‘liqlikda noxush oqibat keltirgan nuqsonlar inobatga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144, 145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TYON tasnifi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Tasnif nuqson mohiyati, sababi va kasallik yoki jarohat oqibatiga ta’sir darajasini aniqlashni ko‘zda tutadi.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komission ekspertizada ham, muassasa, assotsiatsiya va sug‘urta komissiyalari tekshiruvlarida ham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Tasnif komissiyalar ishida ketma-ketlikni ta’minlab, qarama-qarshiliklarni bartaraf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Nuqsonlar mohiyati bo‘yicha to‘rt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Nuqson mohiyatiga (yo‘l qo‘yilgan kamchilik mazmuniga) ko‘ra to‘rt guruh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Guruhlar: diagnostika, davolash, profilaktika va boshqa nuqsonlar.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Diagnostika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tashxis qo‘yish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Davolash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Dorini noto‘g‘ri qo‘llash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Profilaktika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Sanitar qoidalarni buzish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Hujjat yuritish xatosi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Mohiyati bo‘yicha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Tashxisotdagi nuqsonlar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kasallik (jarohat)ni yoki uning asoratini aniqlamaslik.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Muhim hamroh kasallikni aniqlamaslik.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Kech tashxis qo‘yish va tashxisotdagi boshqa nuqsonlar.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Davolashdagi nuqsonlar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Kechikib shifoxonaga yotqizish; jarrohlik usulida davolashdagi kamchiliklar.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muolajalarni tayinlash va o‘tkazishdagi xatolar; tug‘ruqni noratsional olib borish.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Dori-darmonlardan noto‘g‘ri foydalanish va davolashdagi boshqa nuqsonlar.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Profilaktika va boshqa nuqsonlar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Profilaktika nuqsonlari: belgilangan sanitar me’yor va qoidalarni buzish, immunoprofilaktikadagi kamchiliklar.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To‘rtinchi guruh (matnda «davolashdagi boshqa nuqsonlar»): transportirovka qoidalarini buzish, dispanser kuzatuvidagi kamchiliklar.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guruhga tibbiy hujjatlarni yuritishdagi xatolar ham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nuqson guruhini aniqlang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Yo‘l-transport hodisasidan so‘ng bemorda kalla suyaklari sinishi, ichki a’zolar yorilishi va boshqa og‘ir jarohatlar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ingichka ichak charvisining katta yirtilishi topilgan, ammo vrach uni aniqlamagan.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nuqson qaysi guruhga kiradi va u o‘limga qanday bog‘langan?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TYON joyi bo‘yicha: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Nuqson yo‘l qo‘yilgan joyga ko‘ra uch guruh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Bular: shifoxonagacha bosqich, shifoxona bosqichi va boshqa muassasalar.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Muassasa misoli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Shifoxonagacha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Qishloq vrachlik punkti, poliklinika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Shifoxona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Tuman shifoxonasi, tug‘ruq bo‘limi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Sanatoriy, bolalar uyi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Joy bo‘yicha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Shifoxonagacha va shifoxona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Shifoxonagacha bosqich: qishloq vrachlik punktlari, poliklinikalar, tashxisot markazlari, tez tibbiy yordam, harbiy lazaretlar.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Shifoxona bosqichi: markaziy tuman va shahar shifoxonalari (tug‘ruq bo‘limlari bilan), ko‘p tarmoqli markazlar, klinik shifoxonalar.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bosqichga shoshilinch yordam tuzilmalari, tibbiy-sanitariya qismlari va harbiy gospitallar ham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Uchinchi guruh va sabablarni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Uchinchi guruh: sanatoriy-kurort muassasalari, bolalar uylari, uydagi statsionar, qon quyish xizmati, TMEK va nodavlat tizim.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Sabablarni aniqlash huquqiy baho va kelgusida bartaraf etish choralari uchun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Qonunga muvofiq ekspertiza xulosasida huquqbuzarlik sabablari va bartaraf etish bo‘yicha tavsiyalar ko‘rsatilishi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TYON sabablari: uch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TYON sabablari — uni yuzaga keltirgan tafsilotlar; shartli ravishda uch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Guruhlar: subyektiv, tashkiliy va obyektiv sabablar.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Subyektiv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E’tiborsizlik, malaka yetishmasligi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Tashkiliy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Vositalar yo‘qligi, tashkil kamchiligi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Obyektiv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murojaat, atipik kechish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Sabab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Subyektiv, tashkiliy, obyektiv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Subyektiv: bemorga e’tiborsiz munosabat, malaka yetishmasligi; odatda qasddan yoki ehtiyotsizlik bilan sodir etilgan huquqbuzarliklar.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Tashkiliy: tashxis va davolash vositalarining yo‘qligi, jarayonni tashkil etishdagi kamchiliklar, izchillik yo‘qligi.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Obyektiv: kech murojaat, kasallikning atipik kechishi, bemor ahvolining og‘irligi, muassasada qisqa vaqt bo‘lish.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sababni toping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Tashxis va davolash vositalarining yo‘qligi tashkiliy sabab guruhiga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Bemor kasalxonaga kech murojaat qilgani obyektiv sabab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Oqibatga ta’siri va sababiy bog‘lanish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huquqida nuqson natijasida oqibat mavjudligi juda muhim, shuning uchun oqibatga ta’sir alohida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TYON davolash muddatini cho‘zishi, nogironlik yoki o‘limga ta’sir etishi mumkin; ba’zan oqibatga umuman ta’sir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bevosita sabab-oqibat bog‘lanishi vrachni javobgarlikka tortish uchun asos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«Vrachning himoyalangan munosabati»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Noxush oqibat xavfi ba’zan vrachni tibbiy muolajalarni minimal hajmda o‘tkazishga undaydi — bu «himoyalangan munosabat».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Chet el adabiyotida u «himoyalangan tibbiyot» (defensive medicine)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Uni aniqlash qiyin: tibbiy hujjatlar va huquqbuzarlikning subyektiv tomoni haqidagi materiallar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148, 149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Himoyalangan munosabat ko‘rinishlari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Jarrohlik amaliyotini rad etish yoki soddaroq turini tanlash; operatsiyaga tayyorgarlikni cho‘zish.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Murakkab invaziv tashxis usullarini asossiz rad etish.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Keraksiz konsultatsiya, konsilium va tekshiruvlar tashkil etish; bemorni boshqa muassasalarga yo‘llash.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Baholash algoritmi: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Algoritm TYON tahlilini ma’lum ketma-ketlikda olib borishni talab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bemordagi patologiya; 2) vrach harakatlarini baholash; 3) harakat va oqibat o‘rtasida sababiy bog‘lanish.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Patologik holat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Vrach harakatlari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Sababiy bog‘lanish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Baholash algoritmi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1-bosqich va shartlilik, asoslanganlik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1-bosqichda patologiya etiologiyasi, patogenezi, uchrash chastotasi, muddati, tezligi va og‘irligi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Shartlilik: formal sharoit (hujjat, yo‘riqnoma, buyruq) va faktik sharoit (vrach imkoniyati)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Asoslanganlik: shikoyatlar, klinik belgilar, asoratlar qonuniyati va muolajalarning ehtimoliy oqibatlari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Harakatlarni baholash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 vaqtidalik: shoshilinch, tez va rejali harakatlar; mezon profilaktikaga ham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Ijro texnikasi: ekspert muolajaning texnik usullarini bilishi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To‘laqonlik: bajarilgan hajm bajarilishi mumkin bo‘lgan hajm bilan solishtiriladi.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Nimani baholaydi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 vaqtidalik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Shoshilinch, tez, rejali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Texnika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Usulning to‘g‘riligi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To‘laqonlik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Hajmni qiyoslash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Harakat mezonlari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Oqibatga ta’sirning uch varianti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Patologiya tabiiy rivojlangan; TYON ta’sir qilmagan — sababiy bog‘lanish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TYON ahvolni og‘irlashtirgan, moyillik yaratgan — bilvosita bog‘lanish.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TYON yangi patologik jarayonga olib kelgan — bog‘lanish 3 xil ko‘rinishda.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Bog‘lanish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Tabiiy rivojlanish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Ahvolni og‘irlashtirgan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Bilvosita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Yangi jarayon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Bevosita yoki bilvosita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Oqibatga ta’sir variantlari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hujjat yuritishdagi kamchilik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e’tiborsizligi sababli kasallik tarixini yuritishda kamchilik yo‘l qo‘yilgan.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kamchilik patologik jarayonning kechishiga va oqibatiga biron-bir tarzda ta’sir etmagan.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sababiy bog‘lanish bormi? Javob: yo‘q, oqibat kasallikning tabiiy rivojlanishi bilan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Bilvosita bog‘lanish: moyillik yaratgan omil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Agar TYON yangi patologiya keltirmasa-yu ahvolni og‘irlashtirib, kechishini tezlashtirsa, bilvosita bog‘lanish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og‘ir birgalikdagi jarohatlarda ingichka ichak charvisi yirtilishi aniqlanmagan.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nuqson o‘limning bevosita sababi emas, ammo jiddiy ta’sir etib moyillik yaratgan.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jarayon: a) siydik nayi tikilishi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3a variant: asosiy kasallik yangi jarayonning rivojiga ta’sir etmagan, TYON bilan oqibat o‘rtasida bevosita bog‘lanish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bachadon ekstirpatsiyasida adashib chap siydik nayi tikilgan; bir necha haftadan so‘ng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Gidronefroz rivojlanib, chap buyrak olib tashlangan; TYON nogironlikning bevosita sababi.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jarayon: b) qoldirilgan tampon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3b variant: asosiy patologiya ham hal etuvchi ahamiyatga ega, shuning uchun faqat bilvosita bog‘lanish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ichak jarohati tufayli laparotomiya qilingan, relaparotomiyada qorin bo‘shlig‘ida qoldirilgan dokali tampon topilgan.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Yiringli peritonit rivojida ichakdagi jarohat hal etuvchi bo‘lgan, nuqson bilvosita bog‘langan.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jarayon: v) noto‘g‘ri qon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3v variant: TYON natijasidagi yangi jarayon kasallikni og‘irlashtirib, oqibatda hal etuvchi bo‘lgan — bevosita bog‘lanish.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qat’iy ko‘rsatma bilan qon quyilgan, malaka yetishmagani uchun qon guruhi noto‘g‘ri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Postgemotransfuzion asorat rivojlanib, o‘lim kelgan; TYON o‘lim bilan bevosita bog‘langan.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152, 153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Komission ekspertizani tayinlash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Asos: surishtiruvchi, tergovchi, prokuror qarori yoki sud ajrimi.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 bayon qismida ish tafsiloti, so‘ng ekspertiza turi va kimga tayinlangani, qaror qismida savollar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Savollar aniq, tushunarli bo‘lib, ekspertlar komissiyasi tasarrufidan chetga chiqmasligi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Taqdim etiladigan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Komissiyaga ish materiallari, tibbiy hujjatlar va tekshiruv uchun zarur obyektlar taqdim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Alohida kasallik tarixidan ko‘chirma va ma’lumotnomalar asosida ekspertiza o‘tkazilishiga yo‘l qo‘yilmaydi.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Javobgarlikka tortilayotgan xodimning tavsifnomasi, idoraviy tekshiruvlar; o‘lim holatida — murda xulosasi yoki patologo-anatomik bayonnoma.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134, 135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Ekspertlar komissiyasi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Komission ekspertiza faqat sud-tibbiy ekspertiza byurolarida o‘tkaziladi; komissiya kamida uch kishidan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Muhokama qilinayotgan hodisa yuz bergan muassasa rahbarlari va natijadan manfaatdor shaxslar a’zo bo‘lolmaydi.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Etakchi ekspert, ma’ruzachi va a’zolar teng protsessual huquq va majburiyatga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135, 136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xulosasining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uch qismdan iborat; kirish qismida sana, joy, asos, tarkib, savollar va materiallar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qismida ish mohiyati, tibbiy hujjatlar va laboratoriya ma’lumotlaridan ko‘chirmalar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Ko‘chirmalar ish materialining qaysi varag‘ida ekanligi ko‘rsatilib yoziladi.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To‘xtamlar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Xulosa qismlari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137, 138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To‘xtamlarga qo‘yiladigan talablar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To‘xtam savollarga javoblardan iborat va tekshiruv qismidagi ma’lumotlarga mos bo‘lishi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obyektiv, ilmiy asoslangan, bir ma’noli va tushunarli bo‘lishi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subyektiv, taxminiy ma’lumotga tayanuvchi, noto‘liq, mavhum yoki o‘zaro zid to‘xtam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Gumondor, ayblanuvchi va xodim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JPK 179-moddada ekspertiza tayinlash va o‘tkazishda gumondor, ayblanuvchi, sudlanuvchi huquqlari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qarorni bilish, ekspertga raddiya berish, qo‘shimcha savol qo‘yish va xulosa bilan tanishish huquqiga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Baholash ekspertizasida bu huquqlar javobgarlikka tortilayotgan tibbiy xodimga tegishli.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Xulosani baholash va so‘roq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Qatnashchilar komissiya majlisida va to‘xtam tuzish bosqichida ishtirok eta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 a’zolari faqat mavjud xulosa bo‘yicha, xulosa taqdim etilgandan keyin so‘roq qilinishi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JPK 187-moddaga ko‘ra xulosa boshqa dalillar bilan birga baholanadi va ustuvor kuchga ega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kompleks tahlil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 tahlil xodimlar faoliyatini huquqiy baholash uchun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xizmat sifatini oshirish choralarini ishlab chiqishga ham xizmat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Mohiyat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Sabab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Joy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Oqibatga ta’siri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Kompleks tahlil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«Daliliy tibbiyot» atamasi 90-yillar boshida Mak Master universitetida taklif etilgan; 1996 yilda D. Sackett ta’rifi tarqalgan.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baholash mezonlari — shartlilik, asoslanganlik, o‘z vaqtidalik, texnika, to‘laqonlik (besh «to‘g‘ri» harakat belgisi).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bachadon ekstirpatsiyasida siydik nayi tikilishi gidronefroz va buyrak olinishiga olib kelgan; nuqson nogironlikning bevosita sababi.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tarkibida hodisa yuz bergan muassasa rahbarlari bo‘lishi mumkin emas — xolislikni saqlash qoidasi.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yordam ko‘rsatish nuqsonlari.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11-bob. Tibbiy yordam nuqsonlari; bet 143-154; 10-bob. Tibbiy xodimlarning kasb huquqbuzarliklari bo‘yicha tekshiruvlar; bet 134-142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