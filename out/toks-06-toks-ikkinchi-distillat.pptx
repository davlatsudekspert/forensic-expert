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bu moddalar ikkinchi distillyatda izlanadi? Doskada: reja bandlari. Eslatma: krezollar, anilin va nitrobenzol toks va dvssm kitoblaridagi 30-35-betlarda batafsil berilmagan (faqat tahlil rejasida tilga olingan); ular malaka materiali №034 asosida kiritildi. «Lyuting» reaksiyasi nomi manbalarda uchramadi; indofenol reaksiyasi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birinchi va ikkinchi distillyat alohida? Doskada: tahlil sxemasi. Tipik xato: efirli ajralma olmasdan xloroform va xloralgidratni farqlashga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formalin va formaldegid farqi nimada? Doskada: 36,5-37,5% ni yozing. Tipik xato: formalinni sof formaldegid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og‘iz orqali zaharlanishda qaysi a’zolar zararlanadi? Doskada: 60-90 ml. Tipik xato: formalinning o‘ldiradigan miqdorini bir necha litr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distillyatda formaldegid kam bo‘lishi mumkin? Doskada: gidrat tenglamasi. Tipik xato: distillyatda kam formaldegid topilsa, ob’ektda ham kam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«manfiy ahamiyatli» va «musbat ahamiyatli» reaksiya farqi nima? Doskada: ikkita reaksiya yonma-yon. Tipik xato: rezortsin reaksiyasining musbat natijasini formaldegid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Shiff reaksiyasi nima uchun tanlab ta’sir etadi? (kitobda ko‘rsatilmagan). Doskada: fuksinsulfit — pushti. Tipik xato: kumush ko‘zgu va Feling reaksiyalarini formaldegidga xos deb hisoblash (ular boshqa aldegidlar bilan ham beradi — bu fikr kitobda bevosita yozilmagan, o‘qituvchi izohi).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rezortsin reaksiyasi manfiy ahamiyatli? Tipik xato: kodein reaksiyasi rangini rezortsin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FEK da standart qanday tayyorlanadi? (kitobda batafsil ko‘rsatilmagan). Doskada: 3 bosqichli sxema. Tipik xato: rangni ko‘z bilan baholab miqdor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sirka kislotaning gigroskopikligi nimani anglatadi? Doskada: 117-118 °C. Tipik xato: qaynash haroratini suvnikidan past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sirka essensiyasidan bolalar zaharlanadi? (kitobga ko‘ra, suv deb ichib qo‘yishlari mumkin). Doskada: 96%, 40-80%, 3-8%. Tipik xato: faqat konsentrlangan kislotani xavfli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gemolitik anemiya va gemoglobinuriya o‘rtasidagi bog‘liqlik. Doskada: belgilar ro‘yxati. Tipik xato: sirka kislota zaharlanishini sulfat kislotadan og‘irroq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organizmda tabiiy hosil bo‘ladigan sirka kislota tahlil natijasiga qanday ta’sir qiladi? Doskada: 2-15 g. Eslatma: kitobda metabolitlar ro‘yxatida «SO2» yozilgan, bu CO2 uchun yozuv xatosi bo‘lishi mumkin;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distillyat ishqorli idishga yig‘iladi? (uchmaydigan tuz hosil bo‘lishi uchun, sianid misolidagidek). Doskada: ikki holat — erkin va bog‘langan kislota. Tipik xato: bog‘langan kislotani nordonlashtirmasdan haydash.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FeCl3 reaksiyasining sezgirligi 0,5 mg nimani anglatadi? Doskada: jadvalni to‘ldiring. Tipik xato: neytrallamasdan FeCl3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efir hosil qilish reaksiyalarida hid nimaga asoslangan? Doskada: yodometriya tenglamasi. Tipik xato: yodometrik usulni ob’ektdagi miqdorga qo‘llash (kitobda u havoga tegishli).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yodometriyada nima ekvivalent miqdorda ajraladi? (yod). Tipik xato: neytrallash va yodometriya qo‘llanish sohasini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tuzlar bilan to‘yintirish nima uchun ikki qatlam hosil qiladi? (tuzlanish — kitobda sabab ko‘rsatilmagan). Doskada: aseton formulasi CH3-CO-CH3. Tipik xato: asetonni suvda aralashmaydigan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aseton pastda to‘planadi? (bug‘i havodan og‘ir). Doskada: qo‘llanish sohalari. Tipik xato: aseton zaharlanishidan o‘lim ko‘p deb o‘ylash — kitobda bunday ma’lumot yo‘q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ekspert aseton topilganda nimani hisobga olishi kerak? (diabet va izopropil spirt). Doskada: 40 va 300-400 mg %. Tipik xato: aseton topilishini har doim tashqaridan zaharlanish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aseton topilishi har doim zaharlanish emas? Tipik xato: diabetdagi asetonni zaharlanish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yodoform reaksiyasi aseton va etil spirtini farqlaydimi? (yo‘q). Doskada: «sezgir lekin xususiy emas». Tipik xato: yodoform reaksiyasi bilan asetonni aniq tasdiqlash.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indigo reaksiyasida ranglar ketma-ketligi nimani bildiradi? Doskada: sariq - yashil - ko‘k. Tipik xato: xloroform qatlamini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reaksiyaga etil spirti halal beradi? Tipik xato: o-nitrobenzaldegid va furfurol ranglarini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fenol havoda nima uchun qizg‘ish tusga kiradi? (oksidlanish). Doskada: 181,4 °C. Tipik xato: fenolni suvda yaxshi eriydi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 Muhokama: qaysi modda eng oson haydaladi? Tipik xato: sirka kislota va asetonning qaynash haroratlarini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og‘riq birdan yo‘qoladi? (kitobda sabab ko‘rsatilmagan). Doskada: belgilar bosqichlari. Tipik xato: murdadagi fenol hidini barcha holda sezish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peshob qorayadi? (rangli oksidlanish mahsulotlari — kitobda to‘g‘ridan-to‘g‘ri ko‘rsatilmagan). Doskada: oksidlanish zanjiri. Tipik xato: konyugatni va oksidlanish mahsulotlarini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efir bilan 3 marta ekstraksiya? (to‘liq ajratish). Doskada: ekstraksiya tartibi. Tipik xato: FeCl3 ortiqcha qo‘shib rangni yo‘qotib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FeCl3 rangi nimalar ta’sirida yo‘qoladi? Tipik xato: krezol izomerlarining ranglarini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ammiak rangni qanday o‘zgartiradi? Doskada: rang ketma-ketligi. Tipik xato: krezollarni indofenol reaksiyasi bilan fenoldan farqlash — kitobga ko‘ra meta- va parakrezol bu reaksiyani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ortiqcha brom KI bilan aniqlanadi? Doskada: bromatometriya tenglamalari. Eslatma: toks p.35 da KBrO3 + 5KBr + 3H2SO4 tenglamasining o‘ng tomoni noto‘g‘ri bosilgan (Br2 + 3H2SO4 + 3H2O), to‘g‘ri shakli malaka materialidan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krezollarni kimyoviy reaksiyalar bilan farqlash qiyin? Doskada: uch izomer formulalari. Manba — malaka materiali №034 (kitoblarda krezollar bo‘yicha alohida bo‘lim yo‘q). Tipik xato: krezollarni fenoldan kuchli zahar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metgemoglobin hosil bo‘lishi nimaga olib keladi? Doskada: oksigemoglobin → metgemoglobin. Manba — malaka №034 (kitoblarda anilin bo‘limi yo‘q). Havodagi ruxsat etilgan konsentratsiya qiymati malaka materialida shubhali deb topilgani uchun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tribromanilin reaksiyasi nima uchun anilinga xos emas? (fenol, salitsil kislota ham beradi). Doskada: reaksiyalar va ranglar jadvali. Tipik xato: bromli suv reaksiyasini anilin uchun yagona isbot deb hisoblash. Miqdor: GSX, hajmiy bromatometriya yoki azobo‘yoq FEK (malaka №034).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nitrobenzol hidi qaysi zaharni eslatadi? (achchiq bodom — sianid bilan adashtirish mumkin). Doskada: nitrobenzol → anilin → para-aminofenol. Manba — malaka №034.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nitrobenzol avval anilinga qaytariladi? Doskada: Zn + HCl qaytarish zanjiri. Eslatma: dinitrobenzol bosqichida reaksiya rangi malaka materialida matn bilan ko‘rsatilmagan, shuning uchun slaydda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har bir modda uchun asosiy reaksiyani va uning cheklovini ayting. Doskada: modda - reaksiya - cheklov jadvali. Tipik xato: bitta rangli reaksiyani yakuniy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Ikkinchi distillat: formaldegid, sirka kislota, aseton, fenol, krezollar, anilin, nitrobenzol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formaldegid, sirka kislota, aseton, fenol — toksikologik ahamiyati, metabolizmi, sifat va miqdorini aniqlash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Krezollar, anilin va nitrobenzol bilan tanishtirish (malaka materialining 3-ma’ruzasi).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toksikologik ahamiyat, ob’ekt, suv bug‘i yordamida haydash, ikkinchi distillyat, formaldegid, sirka kislota, aseton, fenol.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25; Malaka materiali №034 (TFI Toksikologik kimyo kafedrasi)., Formaldegid va fenol taqdimoti, betlar: 3-ma'ruza: formaldegid, fenol, krezol, anilin, nitrobenzol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distillyat va uning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Birinchi distillyat faqat HCN ga; ikkinchi (1-2 qism, 25 ml dan) spirt, aldegid va keton, alkilgalogenid, aromatik hosilalarga tekshiriladi.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Xloroform va xloralgidratni farqlash uchun distillyatdan sof holda efirli ajralma olinadi.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Fenol, krezol, anilin, nitrobenzol, amil spirti uchun distillyatga NaHCO3 qo‘shilib, efir bilan chayqatiladi; efir uchirilib konsentratsiya oshiriladi.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Biror modda aniqlansa, miqdorini aniqlash uchun ob’ektdan haydalma alohida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Birinchi distillyat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HCN ga tekshiriladi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Ikkinchi distillyat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25 ml dan, 1 yoki 2 qism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Spirt, aldegid, keton, alkilgalogenid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Aromatik uglevodorod hosilalari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Birinchi va ikkinchi distillyat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26-28,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xossalari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— gazsimon modda, juda o‘tkir bo‘g‘uvchi hidga ega; uning suvdagi 36,5-37,5% eritmasi formalin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Formalin rangsiz, o‘tkir hidli, tiniq suyuqlik; suv va spirt bilan turli nisbatda aralashadi; sovuq haroratda paraformaldegid (paraform) 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Dezinfeksiyalovchi, konservant sifatida va kimyo sanoatida qo‘llaniladi: fenol-formaldegid smolasi.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 oshlash, anatomik ko‘rgazmalarni konservalash, urotropin va sintetik kauchuk.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Formalin (suvli eritma)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36,5-37,5</a:t>
            </a:r>
            <a:r>
              <a:rPr sz="11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Formaldegid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gaz, o‘tkir hid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Sovuq haroratda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paraform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Formaldegid va formalin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29;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Formaldegidning zaharli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Antiseptik sifatida qo‘llanganda nafas yo‘llarini qattiq qitiqlaydi.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konsentratsiyali eritmasini birdan qattiq hidlash to‘satdan o‘limga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 orqali tushsa, og‘iz va qizilo‘ngach shilliq qavatini kuydiradi; kuchli so‘lak oqishi, chanqash, qayd qilish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asab tizimiga ta’sir etib, hushdan ketish va tirishish chaqiradi; jigar, buyrak, yurak, bosh miya va fermentlar faoliyatiga salbiy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60-90 ml formalin o‘limga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30; Yuldashev Z.A., Nurmatova M.I., Toksikologik kimyo modulidan o‘quv-uslubiy majmua, betlar: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metabolizm va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Metabolizm natijasida metil spirti va chumoli kislota hosil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Ob’ektdan suv bug‘i bilan ajratiladi, lekin kam miqdor ajraladi: suvli eritmasidagi gidrat (metilenglikol) qiyin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Gidrat hosil bo‘lishi: HCOH + HOH → CH2(OH)2.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HCOH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HOH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CH2(OH)2 (metilenglikol)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Gidrat suv bug‘i bilan qiyin haydaladi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Formaldegid gidrati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rezortsin va kodein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Rezortsinning ishqoriy eritmasi distillyatga qo‘shilib qizdirilsa,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manfiy ahamiyatga ega: ko‘p oksidlovchilar va oqsillarning parchalanish mahsulotlari ham bu reaksiyani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Solishtirish uchun 1 ml distillangan suvli probirka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bilan: 1 qism distillyat, 5 qism konsentrlangan sulfat kislota va kodein (morfin) kristali tushirilsa, ko‘k-pushti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sezgir va musbat ahamiyatli.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Rezortsin (ishqoriy)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Distillyatga qo‘shib qizdiriladi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Manfiy ahamiyatli reaksiya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Kodein + H2SO4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 qism distillyat + 5 qism H2SO4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Kodein kristali tushiriladi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Ko‘k-pushti rang; musbat ahamiyatli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Formaldegidga sifat reaksiyalari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30;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Shiff, kumush ko‘zgu, Feling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Fuksinsulfit kislotasi bilan reaksiya (Shiff reaksiyasi) pushti rangli modda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Distillyatda formaldegid ko‘p bo‘lsa (hid sezilsa), qo‘shimcha reaksiyalar: kumush ko‘zgu hosil qilish va Feling suyuqligini qaytarish.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Feling reaktivi bilan formaldegid bo‘lsa, qizil Cu2O cho‘kmasi hosil bo‘ladi; xromotrop kislota bilan reaksiya ham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№034 (TFI Toksikologik kimyo kafedrasi)., Formaldegid va fenol taqdimoti, betlar: 3-ma'ruza: formaldegid, fenol, krezol, anilin, nitrobenzol;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sifat reaksiyalari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Rezortsinning ishqoriy eritmasi bilan qizdirilganda qizil rang hosil bo‘ladi; reaksiya manfiy ahamiyatga ega, solishtirish probirkasi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va konsentrlangan sulfat kislota bilan ko‘k-pushti rang hosil bo‘ladi; reaksiya sezgir va musbat ahamiyatli.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Distillyatda formaldegid ko‘p bo‘lsa, kumush ko‘zgu va Feling suyuqligini qaytarish reaksiyalari ham bajariladi.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2260"/>
                <a:gridCol w="1830294"/>
                <a:gridCol w="1455420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Ahamiyati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Rezortsin + ishqor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Manfiy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 + H2SO4 (konts.)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Ko‘k-pushti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Fuksinsulfit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Rangli mahsulot (FEK)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Miqdor uchun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Kumush ko‘zgu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Ko‘zgu hosil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Feling suyuqligi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Qaytariladi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Formaldegid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 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fuksinsulfit kislotasi bilan hosil bo‘lgan rangli mahsulot asosida FEK usulida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Shiff reaksiyasi: fuksinsulfit kislotasi bilan pushti rangli mahsulot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fuksinsulfit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Pushti rangli mahsulot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Fotoelektrokolorimetriya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FEK usuli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30; Malaka materiali №034 (TFI Toksikologik kimyo kafedrasi)., Formaldegid va fenol taqdimoti, betlar: 3-ma'ruza: formaldegid, fenol, krezol, anilin, nitrobenzol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sof, suvsiz sirka kislota — rangsiz, tiniq, uchuvchan, gigroskopik suyuqlik yoki past haroratda kristallanuvchi modda; 117-118 °C da qaynaydi.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va organik erituvchilar (spirt, efir, xloroform, aseton) bilan har qanday nisbatda aralashadi.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 va karbonatlar bilan shiddatli reaksiyaga kirishib, tuzlar hosil qiladi: CH3COOH + NaOH → CH3COONa + H2O.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Uzum va mevalarni bijg‘itish, sintez usulida va yog‘ochni quruq haydab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117-118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va spirt bilan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har qanday nisbatda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Olinishi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bijg‘itish, sintez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Sirka kislota xossalari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30; Yuldashev Z.A., Umarova G.Q., Toksikologik kimyo modulidan o‘quv-uslubiy majmua, betlar: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kislota: qo‘llanilishi va zaharlanish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 sanoatida murakkab efirlar, indigo, atsetat sellyuloza, aseton olishda; dorishunoslikda aspirin, fenatsetin, vanilin sintezida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Oziq-ovqat sanoati va uy sharoitida ishlatiladi; zaharlanish odatda «kayfni» cho‘zish yoki o‘z joniga qasd qilish maqsadida ichishdan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sirka kislota 96%, sirka essensiyasi 40-80%, ovqatga qo‘shiladigan sirka esa 3-8% CH3COOH saqlaydi.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Konsentrlangan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96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Sirka essensiyasi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40-80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Ovqatga qo‘shiladigan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3-8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CH3COOH saqlovchi mahsulotlar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 bilan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kislota teriga tushsa, kuydirib shish va yara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Ichilsa, qizilo‘ngachni kuydiradi, qon aralash qusish, ich ketishi, gemolitik anemiya, gemoglobinuriya, anuriya va uremiya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va xlorid kislotadan zaharlanishga nisbatan yengilroq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Bug‘lari nafas yo‘llarini kuydiradi: bronxopnevmoniya, kataral bronxit; yurak urishi sekinlashadi, tana harorati ko‘tariladi (ayrim hollarda 39 °C gacha).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kislota: o‘lim miqdori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O‘limga olib keluvchi miqdori 2-15 g — bu 10-20 ml sirka essensiyasi yoki 200-300 ml iste’mol sirkasiga teng.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Havodagi ruxsat etiladigan konsentratsiyasi 0,005 mg/l.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sirka hididan tashqari jigarda nekroz, buyrakda nefroz aniqlanadi — sud-kimyo ekspertizasi uchun yo‘naltiruvchi ahamiyatga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sirka kislota atsetaldegid va etil spirtiga metabolitlanadi; oz miqdorda biokimyoviy faoliyat natijasida ham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O‘limga olib keluvchi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2-15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Sirka essensiyasi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Iste’mol sirkasi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Havoda ruxsat etilgan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0,005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Sirka kislota: xavfli miqdorlar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31; Yuldashev Z.A., Umarova G.Q., Toksikologik kimyo modulidan o‘quv-uslubiy majmua, betlar: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Sirka kislota uchuvchan, ob’ektdan suv bug‘i bilan haydaladi; ko‘p bo‘lsa distillyatdan xarakterli hid keladi.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Haydash erkin sirka kislotani aniqlaydi.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Organizmda hosil qilgan tuzlarini aniqlash uchun ob’ekt muhiti 2,5-3,0 bo‘lguncha 10% sulfat kislota bilan nordonlashtirilib haydaladi.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Uchib ketmasligi uchun distillyat 0,1n ishqor saqlagan idishga to‘liq ajratib olinguncha haydaladi; aniq hajmga yetkazilib teng ikki qismga bo‘linadi.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 qismi miqdor tahlili uchun, ikkinchisi atsetat ionini aniqlash uchun suv hammomida qurigunga qadar porlatiladi.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Muhit 2,5-3,0 gacha (10% H2SO4)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bug‘i bilan haydash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0,1 n ishqorli idishga yig‘ish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Teng ikki qismga bo‘lish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Biri — miqdor, biri — atsetat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Sirka kislotani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31,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kislota: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FeCl3: neytrallangan qoldiqda qizil mahsulot, qizdirilsa qo‘ng‘ir; sezgirligi 0,5 mg sirka kislota.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Lantan nitrati, yodning spirtli eritmasi va ammiak: to‘q ko‘k rang yoki shu rangdagi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kalsiy tuzlari qo‘shib qizdirilsa aseton, undan indigo bo‘yog‘i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31727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Qizil, qizdirilsa 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La(NO3)3, yod, NH3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ko‘k rang yoki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Ca tuzi, qizdirish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Aseton, so‘ng indigo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Sirka kislota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31; Yuldashev Z.A., Umarova G.Q., Toksikologik kimyo modulidan o‘quv-uslubiy majmua, betlar: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kislota: efir hosil qilish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Sirka-etil efiri: qoldiq etil spirt va konsentrlangan sulfat kislota bilan qizdirilsa, xarakterli hidli efir hosil bo‘ladi; sezgirligi 5 mg sirka kislota.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Sirka-amil efiri: qoldiq amil spirti va konsentrlangan sulfat kislota bilan qizdirilsa, nok essensiyasi hidi seziladi.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Miqdori neytrallash usuli bilan.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Havodagi miqdori yodometrik usul bilan: 6CH3COOH + 5KI + KIO3 → 6CH3COOK + 3I2 + 3H2O, ajralgan yod kraxmal ishtirokida natriy tiosulfat bilan titrlanadi.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Sirka-etil efiri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Qoldiq + etil spirt + konts. H2SO4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Xarakterli hidli efir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Sezgirligi 5 mg sirka kislota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Sirka-amil efiri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Qoldiq + amil spirti + konts. H2SO4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Nok essensiyasi hidi seziladi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Efir hosil qilish reaksiyalari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 miqdori: yodometriya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 miqdori neytrallash usuli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Kislotaning havodagi miqdori yodometrik usul bilan aniqlanadi: KI va KIO3 sirka kislota bilan reaksiyaga kirishib, ekvivalent miqdorda yod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Ajralgan yod kraxmal ishtirokida natriy tiosulfatning aniq konsentratsiyali eritmasi bilan titrlanadi.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6 CH3COOH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 KI + KIO3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6 CH3COOK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I2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H2O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Yod Na2S2O3 bilan titrlanadi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Indikator — kraxmal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Yodometrik usul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(dimetilketon) yog‘och va toshko‘mirdan quruq haydab olinadi; rangsiz, tiniq suyuqlik, xarakterli hidli, suvdan yengil.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va barcha organik erituvchilar bilan har qanday nisbatda aralashadi.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Suvdagi eritmasi osh tuzi, kalsiy xlorid yoki kaliy karbonat bilan to‘yintirilsa ikki qatlamga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xil aralashmalardan suv bug‘i bilan yaxshi haydaladi; prekursorlar ro‘yxatiga kiritilgan.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56,30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bilan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har qanday nisbatda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Olinishi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yog‘och, toshko‘mir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Aseton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qo‘llanilishi va zaharlanishi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Universal organik erituvchi: bo‘yoqlar, nitrotsellyuloza, tutunsiz porox, sun’iy ipak.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Xloroform, sulfonal, yodoform sintezida xom ashyo; sun’iy kauchuk olishda ham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bug‘i havodan og‘ir, shu sababli ishlatilgan korxonalarda zaharlanish xavfi yuqori; zaharlanishdan o‘lim haqida ma’lumot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Ba’zilar yanglishib spirtli ichimlik o‘rniga ichgan; bunday hollarda «ichkilik» qoldiqlari yoki qusuq massalari ham ashyoviy dalil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 sifatida narkotik moddalarni noqonuniy ishlab chiqarishda ham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32,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ta’sir, metabolizm va tabiiy manba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Narkotik ta’sir etuvchi moddalar qatoriga kiradi; organizmda kumulyatsiyalanadi va juda sekin chiqariladi; nafas yo‘li, teri va og‘iz orqali tushadi.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 qismi CO2 gacha oksidlanib nafas bilan chiqadi; o‘zgarmagan holda nafas, teri va peshob bilan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sog‘lom organizmda ham hosil bo‘ladi; diabetda peshobdagi miqdori 300-400 mg % gacha (normada 40 mg %).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organizmga tushgan izopropil spirtining metaboliti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Diabetda peshobda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300-400</a:t>
            </a:r>
            <a:r>
              <a:rPr sz="1100" b="0">
                <a:solidFill>
                  <a:srgbClr val="6B7280"/>
                </a:solidFill>
                <a:latin typeface="Calibri"/>
              </a:rPr>
              <a:t>  mg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Normada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Yo‘llar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nafas, teri, og‘iz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Aseton: miqdorlar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33; Yuldashev Z.A., Nurmatova M.I., Toksikologik kimyo modulidan o‘quv-uslubiy majmua, betlar: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 manbalari: sud kimyogari nimani hisobga oladi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sog‘lom organizmda ham hosil bo‘lib turadi; sud kimyogari buni hisobga olishi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Qand kasalligida peshob bilan chiqadigan miqdor 300-400 mg % gacha yetadi (normada 40 mg %).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organizmga tushib qolgan izopropil spirtining metaboliti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Bioob’ektda aseton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Sog‘lom organizm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Doimiy oz miqdorda hosil bo‘ladi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Qand kasalligi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Peshobda 300-400 mg 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Izopropil spirti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Metaboliti sifatida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ta’sir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Nafas, teri, og‘iz orqali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Aseton qayerdan topiladi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yodoform va nitroprussid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Yodoform reaksiyasi: aseton yodning ishqorli eritmasi bilan oson reaksiyaga kirishib, yodoform hosil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Sezgir, lekin atseton uchun xarakterli emas (etil spirti, sut kislota ham beradi).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Natriy nitroprussid Na2[Fe(CN)5NO] ishqor ishtirokida qizil-binafsha rang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Reaksiyaga sirka aldegidi, metiletilketon, atsetofenon, diatsetil va boshqalar halal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Ikkala reaksiya ham atseton uchun xususiy emas: yuqori sezgirligiga qaramay, natija qo‘shimcha tahlillar bilan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Yodoform reaksiyasi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Yodning ishqorli eritmasi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Juda sezgir, lekin xususiy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Etil spirti, sut kislota ham beradi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Na-nitroprussid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 ishtirokida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Qizil-binafsha 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Sirka aldegidi, metiletilketon halal beradi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Yodoform va nitroprussid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33, 20,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furfurol va o-nitrobenzaldegid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Furfurol: distillyatga furfurolning etil spirtidagi eritmasi (vanilin yoki salitsil aldegidi) va ishqor aralashtirilib.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 konsentrlangan HCl qo‘shilsa, aseton bo‘lsa qizil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o-Nitrobenzaldegid: 2 n ishqordagi to‘yingan eritmasi qo‘shilsa, ko‘k rang (indigo)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kam bo‘lsa reaksiya sekin boradi: sariq, sariq-yashil, so‘ng yashil-ko‘k; indigo xloroformda yaxshi eriydi, organik qatlam ko‘k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GSX: alanga ionizatsion detektorli xromatograf yordamida ushlanish parametrlari bo‘yicha aniqlanadi; miqdori ham GSX 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33, 34; Yuldashev Z.A., Nurmatova M.I., Toksikologik kimyo modulidan o‘quv-uslubiy majmua, betlar: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 reaksiyalari: solishtirma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Yodoform va nitroprussid reaksiyalari sezgir, lekin aseton uchun xarakterli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Furfurol bilan qizil rang; o-nitrobenzaldegid bilan ko‘k rang (indigo)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kam bo‘lsa, sariq, sariq-yashil, so‘ng yashil-ko‘k rang; indigo xloroformda eriydi, organik qatlam ko‘k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usulida alanga ionizatsion detektorli xromatograf yordamida ushlanish parametrlari bo‘yicha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2966"/>
                <a:gridCol w="2195008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Yodoform (I2 + ishqor)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Yodoform; xususiy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Na-nitroprussid +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Furfurol + ishqor +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o-Nitrobenzaldegid + 2 n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 rang (indigo)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GSX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parametrlari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Aseton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33,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Fenol: xossalari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 fenol — tiniq kristall modda, o‘tkir hidli, suvda yomon, organik erituvchilarda va ishqorda yaxshi eriydi; ochiq havoda oksidlanib qizg‘ish tusga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181,4 °C da qaynaydi, suv bug‘i bilan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bilan plastmassalar sintezida, bo‘yoqlar, salitsil va pikrin kislota sintezida xom ashyo; 3% eritmasi antiseptik sifatida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181,4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Antiseptik eritmasi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bug‘i bilan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haydaladi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35, 34; Yuldashev Z.A., Nurmatova M.I., Toksikologik kimyo modulidan o‘quv-uslubiy majmua, betlar: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Qaynash haroratlari: solishtirma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 117-118 °C da qaynaydi.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56,30 °C da qaynaydi, suvdan yengil.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181,4 °C da qaynaydi, suv bug‘i bilan haydaladi.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Aseton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56,30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Sirka kislota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117-118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Fenol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181,4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Qaynash haroratlari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31, 32,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Fenol zaharli; odam tanasiga tegsa, kuydiradi; teri orqali tez so‘riladi va zaharlaydi.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Ovqat yo‘llarida kuchli og‘riq, so‘ng og‘riq yo‘qolib rang oqaradi.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yetishmasligidan ko‘karadi, bosh aylanadi, yurak faoliyati susayadi, tana harorati pasayadi, tirishish va o‘lim.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Oz miqdorda: qusish, ich ketishi, bosh aylanishi va peshobda qon; 1-2 kunda bemor 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kuygan joylar qattiq, quruq, kul rangli; me’da tirishib kichrayadi, buyrak kattalashadi; ichki a’zolardan fenol hidi seziladi.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organizmda sulfat kislota bilan murakkab efir hosil qiladi va peshob bilan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oksidlanib, gidroxinon va xingidron kabi rangli moddalar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Fenol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Gidroxinon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Xinon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Xingidron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Fenol oksidlanishi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Fenolni ajratish va uch bromfenol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Distillyatga ishqoriy sharoitgacha NaHCO3 qo‘shiladi va 3 marta efir bilan ekstraksiyalanadi (10 ml dan).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ajratilib quruq qoldiq qolguncha porlatiladi; qoldiq 2-3 ml suvda eritilib reaksiya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Bromli suv bilan oq cho‘kma — uchbromfenol: C6H5OH + 3Br2 → C6H2Br3OH + 3HBr.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FeCl3 bilan binafsha rang; rang suv, spirt, ortiqcha reaktiv va kislota ta’sirida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Distillyat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NaHCO3 bilan ishqoriy muhitgacha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marta efir bilan, 10 ml dan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Efir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Quruq qoldiqqacha porlatiladi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ml suvda eritib reaksiya qilinadi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Fenolni ajratish tartibi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34; Yuldashev Z.A., Umarova G.Q., Toksikologik kimyo modulidan o‘quv-uslubiy majmua, betlar: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Fenol: sifat reaksiyalari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Bromli suv bilan oq cho‘kma — uchbromfenol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FeCl3 bilan binafsha rang; rang suv, spirt, ortiqcha reaktiv va kislota ta’sirida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Indofenol: fenol bo‘lsa, anilin qo‘shilganda iflos binafsha rang, ammiak ta’sirida ko‘k havo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Metakrezolga FeCl3 qizil-binafsha, parakrezolga havo rang beradi; ular indofenol reaksiyasini bermaydi.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7503"/>
                <a:gridCol w="2370471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Bromli 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 (uchbromfenol)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FeCl3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Binafsha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Indofenol (oksidlovchi + anilin)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Iflos binafsha, NH3 —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Metakrezol + FeCl3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Parakrezol + FeCl3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Fenol va krezollar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Fenol: indofenol reaksiyasi va krezollar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Fenollar va aminlar oksidlanganda rangli indofenol hosil bo‘ladi (oksidlovchi: xlorli ohak, NaOCl, H2O2).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bo‘lsa, anilin qo‘shilganda iflos binafsha rang beradi, ammiak ta’sirida ko‘k havo rangga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Metakrezolga FeCl3 qo‘shilsa qizil-binafsha, parakrezolga havo rang; ular indofenol reaksiyasini bermaydi.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Fenol + oksidlovchi (CaOCl2)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Anilin qo‘shiladi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Iflos binafsha rang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NH3 → ko‘k havo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Indofenol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35; Yuldashev Z.A., Nurmatova M.I., Toksikologik kimyo modulidan o‘quv-uslubiy majmua, betlar: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 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og‘irlik va hajmiy usulda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Hajmiy bromatometriya: KBrO3 + 5KBr + 3H2SO4 → 3Br2 + 3K2SO4 + 3H2O; fenol bromlanadi, ortiqcha Br2 + 2KI → I2 + 2KBr.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Miqdorini GSX usulida ham aniqlash mumkin (standart moddalar bo‘yicha).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36829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C6H5OH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328269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57530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Br2 (KBrO3 + KBr + H2SO4)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36829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C6H2Br3OH (uchbromfenol)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328269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57530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 HBr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342900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65176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Ortiqcha Br2 + 2KI → I2 + 2KBr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Fenolni bromatometriya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35; Malaka materiali №034 (TFI Toksikologik kimyo kafedrasi)., Formaldegid va fenol taqdimoti, betlar: 3-ma'ruza: formaldegid, fenol, krezol, anilin, nitrobenzol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Krezollar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Krezollar fenol hosilalari, uch izomer: orto-, meta- va para-krezol; aralashmasi fenol hidiga o‘xshash, havoda qizg‘ish-qo‘ng‘ir tusga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 izomer aralashmasi trikrezol deb ataladi, dezinfeksiya uchun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Toshko‘mir smolasidan quruq haydab olinadi; zaharli ta’siri fenoldan ancha kuchsizroq.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Qonga tez so‘riladi va 12-14 soatdan keyin ham qon tarkibidan aniqlash mumkin; teri orqali ta’siri fenolga nisbatan kuchli.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Izomerlarni eng yaxshi farqlovchi usul — gaz-suyuqlik xromatografiyasi, chunki har biri o‘ziga xos ushlanish parametrlariga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№034 (TFI Toksikologik kimyo kafedrasi)., Formaldegid va fenol taqdimoti, betlar: 3-ma'ruza: formaldegid, fenol, krezol, anilin, nitrobenzol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Anilin: xossalari va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toza anilin rangsiz, moysimon suyuqlik, xarakterli hidli; ochiq havoda oksidlanib tez qorayadi; 184 °C da qaynaydi, suvda 3,5% atrofida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Bo‘yoq moddalari sintezi, kauchukni vulkanizatsiya, antifebrin va fenatsetin kabi dori moddalar olishda xom ashyo.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nerv tizimiga zaharli: oksigemoglobin metgemoglobinga o‘tadi, eritrotsitlar emirila boshlaydi; surunkali zaharlanishda siydik yo‘li raki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№034 (TFI Toksikologik kimyo kafedrasi)., Formaldegid va fenol taqdimoti, betlar: 3-ma'ruza: formaldegid, fenol, krezol, anilin, nitrobenzol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Anilin: metabolizm va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Anilin organizmdan nafas yo‘llari orqali o‘zgarishsiz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Qisman oksidlanib para-aminofenol, so‘ng sulfat kislota bilan konyugat hosil qilib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Xlorli ohak eritmasi bilan iflos binafsha rang; sulfat kislotali muhitda kaliy bixromat bilan asta ko‘kimtir, so‘ng qora (qora anilin).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 va ishqorning spirtli eritmasi bilan qizdirilsa, yoqimsiz hidli izonitril; bromli suv bilan oq loyqa — tribromanilin (sezgirligi 0,9 mg).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Indofenol reaksiyasi: xlorli ohak va fenol bilan qizil-binafsha, ammiak ta’sirida zangori; formaldegid bilan polimerlanishda oq cho‘kma.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№034 (TFI Toksikologik kimyo kafedrasi)., Formaldegid va fenol taqdimoti, betlar: 3-ma'ruza: formaldegid, fenol, krezol, anilin, nitrobenzol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Nitrobenzol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Nitrobenzol — benzolning nitrat kislota hosilasi.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holda rangsiz moysimon suyuqlik, texnik holda sariq, 211 °C da qaynaydi, achchiq bodom hidli, suvda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Anilin olishning xom ashyosi; sovun, parfyumeriya, poyabzal kremlari erituvchisi; nafas yo‘li yoki ichilganda zaharlaydi, metgemoglobin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avval H2S ta’sirida anilingacha qaytariladi, so‘ng oksidlanib para-aminofenol hosil bo‘ladi; nafas va peshob orqali juda sekin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haroratda qaynaydigan va suvda erimaydigan modda sifatida suv bug‘i bilan ajratib olish qulay.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№034 (TFI Toksikologik kimyo kafedrasi)., Formaldegid va fenol taqdimoti, betlar: 3-ma'ruza: formaldegid, fenol, krezol, anilin, nitrobenzol; Yuldashev Z.A., Umarova G.Q., Toksikologik kimyo modulidan o‘quv-uslubiy majmua, betlar: 23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Nitrobenzol: chinlik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Nitrobenzolni dinitrobenzolga o‘tkazib aniqlash: NH4NO3 va H2SO4 aralashmasi, so‘ng aseton va NaOH bilan reaksiya.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Anilinga o‘tkazib aniqlash: qoldiq konsentrlangan HCl ishtirokida rux bilan qaytariladi, hosil bo‘lgan anilin anilin reaksiyalari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GSX: alanga ionizatsion detektorli xromatograf, ushlanish ko‘rsatkichlari bo‘yicha; miqdori GSX va fotoelektrokolorimetriya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№034 (TFI Toksikologik kimyo kafedrasi)., Formaldegid va fenol taqdimoti, betlar: 3-ma'ruza: formaldegid, fenol, krezol, anilin, nitrobenzol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distillyatda formaldegid, sirka kislota, aseton, fenol (va krezol, anilin, nitrobenzol) izlanadi; birinchi distillyat faqat HCN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Formaldegid suv bug‘i bilan qiyin haydaladi (metilenglikol); aseton diabetda va izopropil spirt metaboliti sifatida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reaksiyalar sezgir, lekin xususiy emas; shuning uchun natija bir nechta reaksiya va GSX bilan tasdiqlanadi.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25-28, 30-33, 30-35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Formalinning suvdagi eritmasida formaldegid miqdori 36,5-37,5%; sovuq haroratda paraformaldegid (paraform) hosil bo‘lib, suvda yomon eriydi.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ba’zan yanglishib spirtli ichimlik o‘rniga ichiladi; shunda «ichkilik» qoldiqlari yoki qusuq massalari ham ashyoviy dalil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bilan zaharlanganda murdada ichki a’zolardan fenol hidi seziladi, kuygan joylar qattiq, quruq va kul rangli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Nitrobenzolning havodagi konsentratsiyasi 0,01 mg/l dan oshsa, uning hidi sezilarli bo‘ladi.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aseton, fenol, krezollar, anilin, nitroben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20, 23, 25-28, 30-35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29-35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№034 (TFI Toksikologik kimyo kafedrasi). Formaldegid va fenol taqdimoti.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