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bu moddalar ikkinchi distillyatda izlanadi? Doskada: reja bandlari. Eslatma: krezollar, anilin va nitrobenzol toks va dvssm kitoblaridagi 30-35-betlarda batafsil berilmagan (faqat tahlil rejasida tilga olingan); ular malaka materiali №034 asosida kiritildi. «Lyuting» reaksiyasi nomi manbalarda uchramadi; indofenol reaksiyasi berildi.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birinchi va ikkinchi distillyat alohida? Doskada: tahlil sxemasi. Tipik xato: efirli ajralma olmasdan xloroform va xloralgidratni farqlashga urinish.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formalin va formaldegid farqi nimada? Doskada: 36,5-37,5% ni yozing. Tipik xato: formalinni sof formaldegid deb atash.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og‘iz orqali zaharlanishda qaysi a’zolar zararlanadi? Doskada: 60-90 ml. Tipik xato: formalinning o‘ldiradigan miqdorini bir necha litr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distillyatda formaldegid kam bo‘lishi mumkin? Doskada: gidrat tenglamasi. Tipik xato: distillyatda kam formaldegid topilsa, ob’ektda ham kam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«manfiy ahamiyatli» va «musbat ahamiyatli» reaksiya farqi nima? Doskada: ikkita reaksiya yonma-yon. Tipik xato: rezortsin reaksiyasining musbat natijasini formaldegid isboti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Shiff reaksiyasi nima uchun tanlab ta’sir etadi? (kitobda ko‘rsatilmagan). Doskada: fuksinsulfit — pushti. Tipik xato: kumush ko‘zgu va Feling reaksiyalarini formaldegidga xos deb hisoblash (ular boshqa aldegidlar bilan ham beradi — bu fikr kitobda bevosita yozilmagan, o‘qituvchi izohi).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FEK da standart qanday tayyorlanadi? (kitobda batafsil ko‘rsatilmagan). Doskada: 3 bosqichli sxema. Tipik xato: rangni ko‘z bilan baholab miqdor chiqarish.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sirka kislotaning gigroskopikligi nimani anglatadi? Doskada: 117-118 °C. Tipik xato: qaynash haroratini suvnikidan past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sirka essensiyasidan bolalar zaharlanadi? (kitobga ko‘ra, suv deb ichib qo‘yishlari mumkin). Doskada: 96%, 40-80%, 3-8%. Tipik xato: faqat konsentrlangan kislotani xavfli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gemolitik anemiya va gemoglobinuriya o‘rtasidagi bog‘liqlik. Doskada: belgilar ro‘yxati. Tipik xato: sirka kislota zaharlanishini sulfat kislotadan og‘irroq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organizmda tabiiy hosil bo‘ladigan sirka kislota tahlil natijasiga qanday ta’sir qiladi? Doskada: 2-15 g. Eslatma: kitobda metabolitlar ro‘yxatida «SO2» yozilgan, bu CO2 uchun yozuv xatosi bo‘lishi mumkin;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distillyat ishqorli idishga yig‘iladi? (uchmaydigan tuz hosil bo‘lishi uchun, sianid misolidagidek). Doskada: ikki holat — erkin va bog‘langan kislota. Tipik xato: bog‘langan kislotani nordonlashtirmasdan haydash.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FeCl3 reaksiyasining sezgirligi 0,5 mg nimani anglatadi? Doskada: jadvalni to‘ldiring. Tipik xato: neytrallamasdan FeCl3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efir hosil qilish reaksiyalarida hid nimaga asoslangan? Doskada: yodometriya tenglamasi. Tipik xato: yodometrik usulni ob’ektdagi miqdorga qo‘llash (kitobda u havoga tegishli).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tuzlar bilan to‘yintirish nima uchun ikki qatlam hosil qiladi? (tuzlanish — kitobda sabab ko‘rsatilmagan). Doskada: aseton formulasi CH3-CO-CH3. Tipik xato: asetonni suvda aralashmaydigan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aseton pastda to‘planadi? (bug‘i havodan og‘ir). Doskada: qo‘llanish sohalari. Tipik xato: aseton zaharlanishidan o‘lim ko‘p deb o‘ylash — kitobda bunday ma’lumot yo‘q deyilgan.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ekspert aseton topilganda nimani hisobga olishi kerak? (diabet va izopropil spirt). Doskada: 40 va 300-400 mg %. Tipik xato: aseton topilishini har doim tashqaridan zaharlanish deb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yodoform reaksiyasi aseton va etil spirtini farqlaydimi? (yo‘q). Doskada: «sezgir lekin xususiy emas». Tipik xato: yodoform reaksiyasi bilan asetonni aniq tasdiqlash.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indigo reaksiyasida ranglar ketma-ketligi nimani bildiradi? Doskada: sariq - yashil - ko‘k. Tipik xato: xloroform qatlamini hisobga olmaslik.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fenol havoda nima uchun qizg‘ish tusga kiradi? (oksidlanish). Doskada: 181,4 °C. Tipik xato: fenolni suvda yaxshi eriydi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og‘riq birdan yo‘qoladi? (kitobda sabab ko‘rsatilmagan). Doskada: belgilar bosqichlari. Tipik xato: murdadagi fenol hidini barcha holda sezish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peshob qorayadi? (rangli oksidlanish mahsulotlari — kitobda to‘g‘ridan-to‘g‘ri ko‘rsatilmagan). Doskada: oksidlanish zanjiri. Tipik xato: konyugatni va oksidlanish mahsulotlarini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efir bilan 3 marta ekstraksiya? (to‘liq ajratish). Doskada: ekstraksiya tartibi. Tipik xato: FeCl3 ortiqcha qo‘shib rangni yo‘qotib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ammiak rangni qanday o‘zgartiradi? Doskada: rang ketma-ketligi. Tipik xato: krezollarni indofenol reaksiyasi bilan fenoldan farqlash — kitobga ko‘ra meta- va parakrezol bu reaksiyani bermaydi.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ortiqcha brom KI bilan aniqlanadi? Doskada: bromatometriya tenglamalari. Eslatma: toks p.35 da KBrO3 + 5KBr + 3H2SO4 tenglamasining o‘ng tomoni noto‘g‘ri bosilgan (Br2 + 3H2SO4 + 3H2O), to‘g‘ri shakli malaka materialidan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krezollarni kimyoviy reaksiyalar bilan farqlash qiyin? Doskada: uch izomer formulalari. Manba — malaka materiali №034 (kitoblarda krezollar bo‘yicha alohida bo‘lim yo‘q). Tipik xato: krezollarni fenoldan kuchli zahar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metgemoglobin hosil bo‘lishi nimaga olib keladi? Doskada: oksigemoglobin → metgemoglobin. Manba — malaka №034 (kitoblarda anilin bo‘limi yo‘q). Havodagi ruxsat etilgan konsentratsiya qiymati malaka materialida shubhali deb topilgani uchun keltirilmadi.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tribromanilin reaksiyasi nima uchun anilinga xos emas? (fenol, salitsil kislota ham beradi). Doskada: reaksiyalar va ranglar jadvali. Tipik xato: bromli suv reaksiyasini anilin uchun yagona isbot deb hisoblash. Miqdor: GSX, hajmiy bromatometriya yoki azobo‘yoq FEK (malaka №034).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nitrobenzol hidi qaysi zaharni eslatadi? (achchiq bodom — sianid bilan adashtirish mumkin). Doskada: nitrobenzol → anilin → para-aminofenol. Manba — malaka №034.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nitrobenzol avval anilinga qaytariladi? Doskada: Zn + HCl qaytarish zanjiri. Eslatma: dinitrobenzol bosqichida reaksiya rangi malaka materialida matn bilan ko‘rsatilmagan, shuning uchun slaydda keltirilmadi.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har bir modda uchun asosiy reaksiyani va uning cheklovini ayting. Doskada: modda - reaksiya - cheklov jadvali. Tipik xato: bitta rangli reaksiyani yakuniy dalil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Ikkinchi distillat: formaldegid, sirka kislota, aseton, fenol, krezollar, anilin, nitrobenzol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formaldegid, sirka kislota, aseton, fenol — toksikologik ahamiyati, metabolizmi, sifat va miqdorini aniqlash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Krezollar, anilin va nitrobenzol bilan tanishtirish (malaka materialining 3-ma’ruzasi).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so‘zlar: toksikologik ahamiyat, ob’ekt, suv bug‘i yordamida haydash, ikkinchi distillyat, formaldegid, sirka kislota, aseton, fenol.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25; Malaka materiali №034 (TFI Toksikologik kimyo kafedrasi)., Formaldegid va fenol taqdimoti, betlar: 3-ma'ruza: formaldegid, fenol, krezol, anilin, nitrobenzol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Ikkinchi distillyat va uning tahlili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Birinchi distillyat faqat HCN ga; ikkinchi distillyat (1 yoki 2 qism, 25 ml dan) spirtlar, aldegid va ketonlar, alkilgalogenidlar, aromatik uglevodorod hosilalariga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va xloralgidratni farqlash uchun distillyatdan sof holda efirli ajralma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Fenol, krezol, anilin, nitrobenzol, amil spirti uchun distillyatga natriy gidrokarbonat qo‘shilib, efir bilan chayqatiladi; efir uchirilib konsentratsiya oshiriladi.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Biror modda aniqlansa, miqdorini aniqlash uchun ob’ektdan haydalma alohida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26-28,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Formaldegid: xossalari va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Formaldegid — gazsimon modda, juda o‘tkir bo‘g‘uvchi hidga ega; uning suvdagi 36,5-37,5% eritmasi formalin deb ataladi.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Formalin rangsiz, o‘tkir hidli, tiniq suyuqlik; suv va spirt bilan turli nisbatda aralashadi; sovuq haroratda paraformaldegid (paraform) ga aylanadi.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Dezinfeksiyalovchi, konservant sifatida va kimyo sanoatida qo‘llaniladi: fenol-formaldegid smolasi, teri oshlash, anatomik ko‘rgazmalarni konservalash, urotropin va sintetik kauchuk.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29; Yuldashev Z.A., Umarova G.Q., Toksikologik kimyo modulidan o‘quv-uslubiy majmua, betlar: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Formaldegidning zaharli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Antiseptik sifatida qo‘llanganda nafas yo‘llarini qattiq qitiqlaydi; yuqori konsentratsiyali eritmasini birdan qattiq hidlash to‘satdan o‘limga olib kelishi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Og‘iz orqali tushsa, og‘iz va qizilo‘ngach shilliq qavatini kuydiradi; kuchli so‘lak oqishi, chanqash, qayd qilish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Markaziy asab tizimiga ta’sir etib, hushdan ketish va tirishish chaqiradi; jigar, buyrak, yurak, bosh miya va fermentlar faoliyatiga salbiy ta’sir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60-90 ml formalin o‘limga olib keladi.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30; Yuldashev Z.A., Nurmatova M.I., Toksikologik kimyo modulidan o‘quv-uslubiy majmua, betlar: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Formaldegid: metabolizm va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Metabolizm natijasida metil spirti va chumoli kislota hosil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Ob’ektdan suv bug‘i bilan ajratiladi, lekin kam miqdor ajraladi: suvli eritmasidagi gidrat (metilenglikol) qiyin haydaladi.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Gidrat hosil bo‘lishi: HCOH + HOH → CH2(OH)2.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Formaldegid: rezortsin va kodein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Rezortsinning ishqoriy eritmasi distillyatga qo‘shilib qizdirilsa, qizil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 manfiy ahamiyatga ega: ko‘p oksidlovchilar va oqsillarning parchalanish mahsulotlari ham bu reaksiyani beradi; solishtirish uchun 1 ml distillangan suvli probirka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Kodein bilan: 1 qism distillyat, 5 qism konsentrlangan sulfat kislota va kodein (morfin) kristali tushirilsa, ko‘k-pushti rang; reaksiya sezgir va musbat ahamiyatli.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30; Yuldashev Z.A., Umarova G.Q., Toksikologik kimyo modulidan o‘quv-uslubiy majmua, betlar: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Formaldegid: Shiff, kumush ko‘zgu, Feling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Fuksinsulfit kislotasi bilan reaksiya (Shiff reaksiyasi) pushti rangli modda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Distillyatda formaldegid ko‘p bo‘lsa (hid sezilsa), qo‘shimcha reaksiyalar: kumush ko‘zgu hosil qilish va Feling suyuqligini qaytarish.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Feling reaktivi bilan formaldegid bo‘lsa, qizil Cu2O cho‘kmasi hosil bo‘ladi; xromotrop kislota bilan reaksiya ham qo‘llaniladi.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№034 (TFI Toksikologik kimyo kafedrasi)., Formaldegid va fenol taqdimoti, betlar: 3-ma'ruza: formaldegid, fenol, krezol, anilin, nitrobenzol; Yuldashev Z.A., Umarova G.Q., Toksikologik kimyo modulidan o‘quv-uslubiy majmua, betlar: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Formaldegid miqdorini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 fuksinsulfit kislotasi bilan hosil bo‘lgan rangli mahsulot asosida FEK usulida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Shiff reaksiyasi: fuksinsulfit kislotasi bilan pushti rangli mahsulot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Distillyat + fuksinsulfit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Pushti rangli mahsulot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Fotoelektrokolorimetriya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FEK usuli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30; Malaka materiali №034 (TFI Toksikologik kimyo kafedrasi)., Formaldegid va fenol taqdimoti, betlar: 3-ma'ruza: formaldegid, fenol, krezol, anilin, nitrobenzol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Sirka kislota: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sof, suvsiz sirka kislota — rangsiz, tiniq, uchuvchan, gigroskopik suyuqlik yoki past haroratda kristallanuvchi modda; 117-118 °C da qaynaydi.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 va organik erituvchilar (spirt, efir, xloroform, aseton) bilan har qanday nisbatda aralashadi.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 va karbonatlar bilan shiddatli reaksiyaga kirishib, tuzlar hosil qiladi: CH3COOH + NaOH → CH3COONa + H2O.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Uzum va mevalarni bijg‘itish, sintez usulida va yog‘ochni quruq haydab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30; Yuldashev Z.A., Umarova G.Q., Toksikologik kimyo modulidan o‘quv-uslubiy majmua, betlar: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Sirka kislota: qo‘llanilishi va zaharlanish sabablari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 sanoatida murakkab efirlar, indigo, atsetat sellyuloza, aseton olishda; dorishunoslikda aspirin, fenatsetin, vanilin sintezida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Oziq-ovqat sanoati va uy sharoitida ishlatiladi; zaharlanish odatda «kayfni» cho‘zish yoki o‘z joniga qasd qilish maqsadida ichishdan sodir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Konsentrlangan sirka kislota 96%, sirka essensiyasi 40-80%, ovqatga qo‘shiladigan sirka esa 3-8% CH3COOH saqlaydi.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Sirka kislota bilan zaharlanish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Konsentrlangan kislota teriga tushsa, kuydirib shish va yara hosil qiladi; ichilsa, qizilo‘ngachni kuydiradi, qon aralash qusish, ich ketishi, gemolitik anemiya, gemoglobinuriya, anuriya va uremiya sodir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Sulfat va xlorid kislotadan zaharlanishga nisbatan yengilroq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Bug‘lari nafas yo‘llarini kuydiradi: bronxopnevmoniya, kataral bronxit; yurak urishi sekinlashadi, tana harorati ko‘tariladi (ayrim hollarda 39 °C gacha).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Sirka kislota: o‘lim miqdori va metabolizm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O‘limga olib keluvchi miqdori 2-15 g — bu 10-20 ml sirka essensiyasi yoki 200-300 ml iste’mol sirkasiga teng.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Havodagi ruxsat etiladigan konsentratsiyasi 0,005 mg/l.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Murdada sirka hididan tashqari jigarda nekroz, buyrakda nefroz aniqlanadi — sud-kimyo ekspertizasi uchun yo‘naltiruvchi ahamiyatga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 sirka kislota atsetaldegid va etil spirtiga metabolitlanadi; oz miqdorda biokimyoviy faoliyat natijasida ham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31; Yuldashev Z.A., Umarova G.Q., Toksikologik kimyo modulidan o‘quv-uslubiy majmua, betlar: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Sirka kislotani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Sirka kislota uchuvchan, ob’ektdan suv bug‘i bilan haydaladi; ko‘p bo‘lsa distillyatdan xarakterli hid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Haydash erkin sirka kislotani aniqlaydi; organizmda hosil qilgan tuzlarini aniqlash uchun ob’ekt muhiti 2,5-3,0 bo‘lguncha 10% sulfat kislota bilan nordonlashtirilib haydaladi.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Uchib ketmasligi uchun distillyat 0,1n ishqor saqlagan idishga to‘liq ajratib olinguncha haydaladi; aniq hajmga yetkazilib teng ikki qismga bo‘linadi.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qismi miqdor tahlili uchun, ikkinchisi atsetat ionini aniqlash uchun suv hammomida qurigunga qadar porlatiladi.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31,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Sirka kislota: chinlik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FeCl3: neytrallangan qoldiqda qizil mahsulot, qizdirilsa qo‘ng‘ir; sezgirligi 0,5 mg sirka kislota.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Lantan nitrati, yodning spirtli eritmasi va ammiak: to‘q ko‘k rang yoki shu rangdagi cho‘kma.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Qoldiqqa kalsiy tuzlari qo‘shib qizdirilsa aseton, undan indigo bo‘yog‘i hosil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190"/>
                <a:gridCol w="317278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FeCl3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Qizil, qizdirilsa qo‘ng‘ir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La(NO3)3, yod, NH3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 ko‘k rang yoki cho‘kma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Ca tuzi, qizdirish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Aseton, so‘ng indigo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Sirka kislota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31; Yuldashev Z.A., Umarova G.Q., Toksikologik kimyo modulidan o‘quv-uslubiy majmua, betlar: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Sirka kislota: efir hosil qilish va miqdor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Sirka-etil efiri: qoldiq etil spirt va konsentrlangan sulfat kislota bilan qizdirilsa, xarakterli hidli efir hosil bo‘ladi; sezgirligi 5 mg sirka kislota.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Sirka-amil efiri: qoldiq amil spirti va konsentrlangan sulfat kislota bilan qizdirilsa, nok essensiyasi hidi seziladi.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neytrallash usuli bilan; havodagi miqdori yodometrik usul bilan: 6CH3COOH + 5KI + KIO3 → 6CH3COOK + 3I2 + 3H2O, ajralgan yod kraxmal ishtirokida natriy tiosulfat bilan titrlanadi.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Aseton: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 (dimetilketon) yog‘och va toshko‘mirdan quruq haydab olinadi; rangsiz, tiniq suyuqlik, xarakterli hidli, suvdan yengil.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 va barcha organik erituvchilar bilan har qanday nisbatda aralashadi; suvdagi eritmasi osh tuzi, kalsiy xlorid yoki kaliy karbonat bilan to‘yintirilsa ikki qatlamga ajraladi.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 xil aralashmalardan suv bug‘i bilan yaxshi haydaladi; prekursorlar ro‘yxatiga kiritilgan.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Aseton: qo‘llanilishi va zaharlanishi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Universal organik erituvchi: bo‘yoqlar, nitrotsellyuloza, tutunsiz porox, sun’iy ipak; xloroform, sulfonal, yodoform sintezida xom ashyo; sun’iy kauchuk olishda ham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 bug‘i havodan og‘ir, shu sababli ishlatilgan korxonalarda zaharlanish xavfi yuqori; zaharlanishdan o‘lim haqida ma’lumot yo‘q.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Ba’zilar yanglishib spirtli ichimlik o‘rniga ichgan; bunday hollarda «ichkilik» qoldiqlari yoki qusuq massalari ham ashyoviy dalil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Prekursor sifatida narkotik moddalarni noqonuniy ishlab chiqarishda ham qo‘llaniladi.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32,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Aseton: ta’sir, metabolizm va tabiiy manba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Narkotik ta’sir etuvchi moddalar qatoriga kiradi; organizmda kumulyatsiyalanadi va juda sekin chiqariladi; nafas yo‘li, teri va og‘iz orqali tushadi.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Oz qismi CO2 gacha oksidlanib nafas bilan chiqadi; o‘zgarmagan holda nafas, teri va peshob bilan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 sog‘lom organizmda ham hosil bo‘ladi; diabetda peshobdagi miqdori 300-400 mg % gacha (normada 40 mg %).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 organizmga tushgan izopropil spirtining metaboliti ham bo‘lishi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33; Yuldashev Z.A., Nurmatova M.I., Toksikologik kimyo modulidan o‘quv-uslubiy majmua, betlar: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Aseton: yodoform va nitroprussid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Yodoform reaksiyasi: aseton yodning ishqorli eritmasi bilan oson reaksiyaga kirishib, yodoform hosil qiladi; sezgir, lekin atseton uchun xarakterli emas (etil spirti, sut kislota ham beradi).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Natriy nitroprussid Na2[Fe(CN)5NO] ishqor ishtirokida qizil-binafsha rang beradi; reaksiyaga sirka aldegidi, metiletilketon, atsetofenon, diatsetil va boshqalar halal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Ikkala reaksiya ham atseton uchun xususiy emas: yuqori sezgirligiga qaramay, natija qo‘shimcha tahlillar bilan tasdiqlanadi.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33, 20,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Aseton: furfurol va o-nitrobenzaldegid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Furfurol: distillyatga furfurolning etil spirtidagi eritmasi (vanilin yoki salitsil aldegidi) va ishqor aralashtirilib, so‘ng konsentrlangan HCl qo‘shilsa, aseton bo‘lsa qizil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o-Nitrobenzaldegid: 2 n ishqordagi to‘yingan eritmasi qo‘shilsa, ko‘k rang (indigo)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 kam bo‘lsa reaksiya sekin boradi: sariq, sariq-yashil, so‘ng yashil-ko‘k; indigo xloroformda yaxshi eriydi, organik qatlam ko‘k bo‘yaladi.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GSX: alanga ionizatsion detektorli xromatograf yordamida ushlanish parametrlari bo‘yicha aniqlanadi; miqdori ham GSX 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33, 34; Yuldashev Z.A., Nurmatova M.I., Toksikologik kimyo modulidan o‘quv-uslubiy majmua, betlar: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Fenol: xossalari va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Toza fenol — tiniq kristall modda, o‘tkir hidli, suvda yomon, organik erituvchilarda va ishqorda yaxshi eriydi; ochiq havoda oksidlanib qizg‘ish tusga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181,4 °C da qaynaydi, suv bug‘i bilan haydaladi.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Formaldegid bilan plastmassalar sintezida, bo‘yoqlar, salitsil va pikrin kislota sintezida xom ashyo; 3% eritmasi antiseptik sifatida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35, 34; Yuldashev Z.A., Nurmatova M.I., Toksikologik kimyo modulidan o‘quv-uslubiy majmua, betlar: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Fenol bilan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Fenol zaharli; odam tanasiga tegsa, kuydiradi; teri orqali tez so‘riladi va zaharlaydi.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Ovqat yo‘llarida kuchli og‘riq, so‘ng og‘riq yo‘qolib rang oqaradi; havo yetishmasligidan ko‘karadi, bosh aylanadi, yurak faoliyati susayadi, tana harorati pasayadi, tirishish va o‘lim.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Oz miqdorda: qusish, ich ketishi, bosh aylanishi va peshobda qon; 1-2 kunda bemor 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Murdada kuygan joylar qattiq, quruq, kul rangli; me’da tirishib kichrayadi, buyrak kattalashadi; ichki a’zolardan fenol hidi seziladi.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Fenol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Fenol organizmda sulfat kislota bilan murakkab efir hosil qiladi va peshob bilan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 oksidlanib, gidroxinon va xingidron kabi rangli moddalar hosil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Fenol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Gidroxinon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Xinon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Xingidron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Fenol oksidlanishi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Fenolni ajratish va uch bromfenol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Distillyatga ishqoriy sharoitgacha NaHCO3 qo‘shiladi va 3 marta efir bilan ekstraksiyalanadi (10 ml dan).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Efir ajratilib quruq qoldiq qolguncha porlatiladi; qoldiq 2-3 ml suvda eritilib reaksiya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Bromli suv bilan oq cho‘kma — uchbromfenol: C6H5OH + 3Br2 → C6H2Br3OH + 3HBr.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FeCl3 bilan binafsha rang; rang suv, spirt, ortiqcha reaktiv va kislota ta’sirida yo‘qoladi.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34; Yuldashev Z.A., Umarova G.Q., Toksikologik kimyo modulidan o‘quv-uslubiy majmua, betlar: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Fenol: indofenol reaksiyasi va krezollar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Fenollar va aminlar oksidlanganda rangli indofenol hosil bo‘ladi (oksidlovchi: xlorli ohak, NaOCl, H2O2).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Fenol bo‘lsa, anilin qo‘shilganda iflos binafsha rang beradi, ammiak ta’sirida ko‘k havo rangga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Metakrezolga FeCl3 qo‘shilsa qizil-binafsha, parakrezolga havo rang; ular indofenol reaksiyasini bermaydi.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Fenol + oksidlovchi (CaOCl2)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Anilin qo‘shiladi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Iflos binafsha rang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NH3 → ko‘k havo rang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Indofenol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35; Yuldashev Z.A., Nurmatova M.I., Toksikologik kimyo modulidan o‘quv-uslubiy majmua, betlar: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Fenol miqdorini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og‘irlik va hajmiy usulda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Hajmiy bromatometriya: KBrO3 + 5KBr + 3H2SO4 → 3Br2 + 3K2SO4 + 3H2O; fenol bromlanadi, ortiqcha Br2 + 2KI → I2 + 2KBr.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Miqdorini GSX usulida ham aniqlash mumkin (standart moddalar bo‘yicha).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35; Malaka materiali №034 (TFI Toksikologik kimyo kafedrasi)., Formaldegid va fenol taqdimoti, betlar: 3-ma'ruza: formaldegid, fenol, krezol, anilin, nitrobenzol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Krezollar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Krezollar fenol hosilalari, uch izomer: orto-, meta- va para-krezol; aralashmasi fenol hidiga o‘xshash, havoda qizg‘ish-qo‘ng‘ir tusga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Uch izomer aralashmasi trikrezol deb ataladi, dezinfeksiya uchun ishlatiladi; toshko‘mir smolasidan quruq haydab olinadi; zaharli ta’siri fenoldan ancha kuchsizroq.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Qonga tez so‘riladi va 12-14 soatdan keyin ham qon tarkibidan aniqlash mumkin; teri orqali ta’siri fenolga nisbatan kuchli.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Izomerlarni eng yaxshi farqlovchi usul — gaz-suyuqlik xromatografiyasi, chunki har biri o‘ziga xos ushlanish parametrlariga 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№034 (TFI Toksikologik kimyo kafedrasi)., Formaldegid va fenol taqdimoti, betlar: 3-ma'ruza: formaldegid, fenol, krezol, anilin, nitrobenzol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Anilin: xossalari va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toza anilin rangsiz, moysimon suyuqlik, xarakterli hidli; ochiq havoda oksidlanib tez qorayadi; 184 °C da qaynaydi, suvda 3,5% atrofida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Bo‘yoq moddalari sintezi, kauchukni vulkanizatsiya, antifebrin va fenatsetin kabi dori moddalar olishda xom ashyo.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va nerv tizimiga zaharli: oksigemoglobin metgemoglobinga o‘tadi, eritrotsitlar emirila boshlaydi; surunkali zaharlanishda siydik yo‘li raki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№034 (TFI Toksikologik kimyo kafedrasi)., Formaldegid va fenol taqdimoti, betlar: 3-ma'ruza: formaldegid, fenol, krezol, anilin, nitrobenzol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Anilin: metabolizm va chinlik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Anilin organizmdan nafas yo‘llari orqali o‘zgarishsiz chiqadi; qisman oksidlanib para-aminofenol, so‘ng sulfat kislota bilan konyugat hosil qilib peshob bilan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Xlorli ohak eritmasi bilan iflos binafsha rang; sulfat kislotali muhitda kaliy bixromat bilan asta ko‘kimtir, so‘ng qora (qora anilin).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va ishqorning spirtli eritmasi bilan qizdirilsa, yoqimsiz hidli izonitril; bromli suv bilan oq loyqa — tribromanilin (sezgirligi 0,9 mg).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Indofenol reaksiyasi: xlorli ohak va fenol bilan qizil-binafsha, ammiak ta’sirida zangori; formaldegid bilan polimerlanishda oq cho‘kma.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№034 (TFI Toksikologik kimyo kafedrasi)., Formaldegid va fenol taqdimoti, betlar: 3-ma'ruza: formaldegid, fenol, krezol, anilin, nitrobenzol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Nitrobenzol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Nitrobenzol — benzolning nitrat kislota hosilasi; toza holda rangsiz moysimon suyuqlik, texnik holda sariq, 211 °C da qaynaydi, achchiq bodom mag‘zi hidiga o‘xshash o‘tkir hidli, suvda erimaydi.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Anilin olishning asosiy xom ashyosi; sovun va parfyumeriya mahsulotlari, poyabzal kremlari uchun erituvchi; nafas yo‘li orqali yoki ichilganda zaharlaydi, metgemoglobin hosil qiladi.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Organizmda avval H2S ta’sirida anilingacha qaytariladi, so‘ng oksidlanib para-aminofenol hosil bo‘ladi; nafas va peshob orqali juda sekin chiqadi.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Yuqori haroratda qaynaydigan va suvda erimaydigan modda sifatida suv bug‘i bilan ajratib olish qulay.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№034 (TFI Toksikologik kimyo kafedrasi)., Formaldegid va fenol taqdimoti, betlar: 3-ma'ruza: formaldegid, fenol, krezol, anilin, nitrobenzol; Yuldashev Z.A., Umarova G.Q., Toksikologik kimyo modulidan o‘quv-uslubiy majmua, betlar: 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Nitrobenzol: chinlik tahlili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Nitrobenzolni dinitrobenzolga o‘tkazib aniqlash: NH4NO3 va H2SO4 aralashmasi, so‘ng aseton va NaOH bilan reaksiya.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Anilinga o‘tkazib aniqlash: qoldiq konsentrlangan HCl ishtirokida rux bilan qaytariladi, hosil bo‘lgan anilin anilin reaksiyalari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GSX: alanga ionizatsion detektorli xromatograf, ushlanish ko‘rsatkichlari bo‘yicha; miqdori GSX va fotoelektrokolorimetriya bilan.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№034 (TFI Toksikologik kimyo kafedrasi)., Formaldegid va fenol taqdimoti, betlar: 3-ma'ruza: formaldegid, fenol, krezol, anilin, nitrobenzol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Ikkinchi distillyatda formaldegid, sirka kislota, aseton, fenol (va krezol, anilin, nitrobenzol) izlanadi; birinchi distillyat faqat HCN uchun.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Formaldegid suv bug‘i bilan qiyin haydaladi (metilenglikol); aseton diabetda va izopropil spirt metaboliti sifatida ham topilishi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 reaksiyalar sezgir, lekin xususiy emas; shuning uchun natija bir nechta reaksiya va GSX bilan tasdiqlanadi.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25-28, 30-33, 30-35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Formalinning suvdagi eritmasida formaldegid miqdori 36,5-37,5%; sovuq haroratda paraformaldegid (paraform) hosil bo‘lib, suvda yomon eriydi.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Aseton ba’zan yanglishib spirtli ichimlik o‘rniga ichiladi; shunda «ichkilik» qoldiqlari yoki qusuq massalari ham ashyoviy dalil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Fenol bilan zaharlanganda murdada ichki a’zolardan fenol hidi seziladi, kuygan joylar qattiq, quruq va kul rangli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Nitrobenzolning havodagi konsentratsiyasi 0,01 mg/l dan oshsa, uning hidi sezilarli bo‘ladi.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aseton, fenol, krezollar, anilin, nitroben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20, 23, 25-28, 30-35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29-35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№034 (TFI Toksikologik kimyo kafedrasi). Formaldegid va fenol taqdimoti.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