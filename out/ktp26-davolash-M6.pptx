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yo‘l bilan issiqlik eng ko‘p chiqadi? Doskada: Issiqlik ajralishi foizlari. Tipik xato: Mahalliy va umumiy ta’sirni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Kimlar xavf guruhida? Doskada: Moyillik omillari ro‘yxati. Tipik xato: Issiq urishni faqat yozda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davrni tartibda ayting. Doskada: Davrlar zanjiri. Tipik xato: O‘tkir va uzaytirilgan shaklni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issiq urishda tashxis qiyin? Doskada: Belgilar jadvali. Tipik xato: Quyosh urishida yuqori harorat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omillar chuqurlikni belgilaydi? Doskada: Manba turlari. Tipik xato: Barcha sohalarda kuyishni bir xil chuqurlikda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Daraja qaysi belgi bilan ajratiladi? Doskada: Darajalar jadvali. Tipik xato: IV darajali kuyishni qaynoq suvdan ham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qaysi manbaga xos? Doskada: Uch manba jadvali. Tipik xato: Oqma izlarni alangaga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Qoidani qo‘llab maydonni hisoblang. Doskada: Tana sohalarining foizlari. Tipik xato: Faqat chuqurlikka qarab og‘irlikni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Diagnozni kasr shaklida yozing. Doskada: Misol yozuvi. Tipik xato: Kuyish darajasini yozib, maydonini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Davrlarning muddatini ayting. Doskada: Davrlar zanjiri. Tipik xato: Kichik bolalarda yengilroq kechadi deb o‘ylash.</a:t>
            </a:r>
          </a:p>
          <a:p/>
          <a:p>
            <a:r>
              <a:t>Tekshirish kerak (manbada noaniq):</a:t>
            </a:r>
          </a:p>
          <a:p>
            <a:r>
              <a:t>- Kuyish kasalligi kechishida to‘rt davr farqlanadi: shok (2–3 sutkagacha cho‘zilishi mumkin), intoksikatsiya (1–2 hafta), asoratlar davri va tiklanish.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chuqur tomirlardan qon olinadi? Doskada: Karboksigemoglobin 20% va 60%. Tipik xato: Qurumni murdada doimo hayotiy belgi deb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hayotiylikni tasdiqlaydi? Doskada: Belgilar jadvali. Tipik xato: Faqat tashqi ko‘rinishga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Epidural gematomani qanday ajratamiz? Doskada: Ikki gematoma qiyosi. Tipik xato: Yong‘indan keyingi gematomani doim travma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Mastlik nega xavf? Doskada: Harorat bosqichlari. Tipik xato: Sovuq qotishni faqat manfiy haroratda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murda dog‘lari pushti? Doskada: Belgilar jadvali. Tipik xato: Qor tagidagi muzni sovuq qotishning spetsifik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Vishnevskiy dog‘lari qanday paydo bo‘ladi? Doskada: Belgi—ma’no jadvali. Tipik xato: Dog‘larning yo‘qligidan sovuq qotishni inkor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Muzlash jarohatlarini hayotiydan qanday farqlaymiz? Doskada: Muzlatish—eritish. Tipik xato: Tez eritish gemolizga ta’sir qilmaydi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Sovuq urish darajalarini ayting. Doskada: Darajalar jadvali. Tipik xato: Sovuq urishni kuyish bilan bir xil davolash.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ta’sir qisqa, oqibat og‘ir bo‘lishi mumkin? Doskada: Xususiyatlar ro‘yxati. Tipik xato: Elektrotravmani kam xavfli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parametr eng xavfli? Doskada: Parametrlar jadvali. Tipik xato: Yuqori kuchlanishni doim o‘limga olib keladi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elektromonterlarda kam uchraydi? Doskada: Qarshilik tartibi. Tipik xato: Quruq teri va nam terini bir xil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Qadam kuchlanishidan qanday saqlanamiz? Doskada: Tok sirtmoqlari sxemasi. Tipik xato: Qadam kuchlanishini kontakt shikastlanishi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O‘lim mexanizmlarini sanang. Doskada: Spetsifik va nospetsifik ta’sir. Tipik xato: Faqat termik ta’sirni hisobga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Elektr tamg‘ani qanday aniqlaymiz? Doskada: Belgilar jadvali. Tipik xato: Tamg‘a yo‘qligidan elektrotravmani inkor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uzilgan o‘lim xavfli? Doskada: To‘rt tur. Tipik xato: Hushiga kelganni xavfsiz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Yashin figurasi nega muhim? Doskada: Belgi xususiyatlari. Tipik xato: Figurani doimiy belgi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Mexanik va biologik ta’sir farqi? Doskada: Ikki ta’sir jadvali. Tipik xato: Barotravmani faqat suv ostida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ko‘tarilishda nafasni to‘xtatish xavfli? Doskada: Bosim zanjiri. Tipik xato: Niqob-naycha bilan sho‘ng‘ishni xuddi akvalang kabi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Dekompression kasallik qanday hosil bo‘ladi? Doskada: Bosim pasayishi zanjiri. Tipik xato: Gazlar bilan zaharlanishda spetsifik morfologiya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balandlikda nima kuzatiladi? Doskada: Balandlik—belgi jadvali. Tipik xato: Tog‘dagi o‘limni doim balandlik kasalligi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Dozaga qarab shakllarni ayting. Doskada: Doza—shakl jadvali. Tipik xato: Gray va radni adashtirish (1 Gy = 100 rad).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qaysi hujjatlarga tayanadi? Doskada: Vazifalar ro‘yxati. Tipik xato: Nur kasalligini faqat klinik belgilar bilan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holatda ekspertiza kerak? Doskada: Holatlar ro‘yxati. Tipik xato: Faqat tan jarohatlari bo‘yicha tayinlanadi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Masalalarni sanang. Doskada: Beshta savol. Tipik xato: Og‘irlikni faqat davolanish muddatiga qarab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Daraja qaysi belgi bilan belgilanadi? Doskada: Daraja—belgi jadvali. Tipik xato: Faqat bitta belgiga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Algoritmni tartibda ayting. Doskada: Olti qadam zanjiri. Tipik xato: Ko‘rikdan oldin hujjatlarni o‘rganmaslik.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So‘rovda qaysi savollar beriladi? Doskada: Savollar ro‘yxati. Tipik xato: Hujjatlar nusxasiga tayanib ko‘rikni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Ko‘rikda kimlar ishtirok etadi? Doskada: Ishtirokchilar jadvali. Tipik xato: Bemorning ruxsatisiz suratga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Ayrim fizik omillarning organizmga ta’siri (yuqori va past harorat, elektr toki, barometrik bosim, nurlanish). Tirik shaxslarning sud-tibbiy ekspertizasi: asosiy maqsadlar, o‘tkazish tartibi, natijalarni taqdim etish.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Fizik omillar va issiqlik almashinuvi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Normal tana harorati 36–37 °C; 22–25 °C dan past yoki 43–44 °C dan yuqori haroratda to‘qimalarda hayot bilan nomutanosib o‘zgarishlar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Ortiqcha issiqlik tanadan nurlanish (55%), ter (27%), o‘tkazish (15%) va ajratmalar (3%) bilan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ta’sir issiq urish yoki sovuq qotishga, mahalliy ta’sir kuyish yoki sovuq urishiga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urish: sharoit va moyillik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 issiqlik ko‘p ishlab chiqarilib, kam ajratilganda: yuqori harorat va namlik, shamolsizlik, issiq sex, og‘ir jismoniy 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va namlik o‘tkazmaydigan kiyim moyillik yaratadi; yurak-qon tomir kasalliklari, qalqonsimon bez giperfunksiyasi, semizlik, keksalikda ko‘proq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yoshgacha bolalar termoregulyatsiya to‘liq shakllanmagani uchun juda sezgir.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kechishi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shaklda birdan hush yo‘qoladi, koma, yurak-qon tomir va nafas buzilishidan qisqa muddatda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42–43 °C dan oshsa, nafas birlamchi to‘xtaydi.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MNT susayish davri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Qo‘zg‘alish davri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Holsizlik davri (predagonal)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 urishning uch davri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183–184, 184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 manzarasi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Quyosh urishi bosh kiyimsiz uzoq vaqt quyosh nuri ostida qolganda: bosh og‘rig‘i, hush xiralashuvi, talvasa; tana haroratining salmoqli ko‘tarilishi xos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 va quyosh urishidan o‘limda murda o‘zgarishlari o‘xshash va spetsifik emas: miya va pardalarining to‘laqonligi, shishi, mayda qon quyilishlar.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qotishi tez va kuchli rivojlanadi, murda dog‘lari kech va oz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ostidagi to‘qimalarda harorat 45–50 °C dan oshsa, termik kuyish yuzaga keladi; xususiyati manba turi, harorat va davomiyligiga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Sabablar: alanga, qaynoq quyushqoq moddalar (smola, napalm, bitum), 60 °C dan yuqori suv, qaynoq bug‘, gazlar, qizdirilgan jism.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yupqa sohalarda kuyish chuqurroq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daraja — eritema, shish, og‘riq; 3–4 kunda izsiz o‘tadi. II daraja — seroz suyuqlikli pufaklar; 10–20 kunda chandiqsiz tuzaladi.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III daraja — nekroz: IIIA epidermis va dermaning yuza qavatida, IIIB to‘liq; 2–3 haftada granulyatsiya, so‘ng chandiq.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Eritema, shish; 3–4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Pufaklar; 10–20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Nekroz;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Chuqur to‘qimalar; 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Termik kuyish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harorat manbasini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suyuqlikdan kuyishda soch va kiyim shikastlanmaydi, kuyish yuzaki, oqma shaklida; kiyim bilan yopiq sohalar ham kuyishi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Alangadan kuyishda soch va kiyim shikastlanadi, yaralar tilsimon, chuqur, qurum izlari bor; «alanga tillari» yuqoriga yo‘naladi.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Qizdirilgan jism chuqur, cheklangan kuyish qoldiradi; shakli kontakt yuzasiga mos. Nafas yo‘llari kuyishi faqat bug‘ va issiq gazga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«Qo‘l kafti qoidasi»: kaft yuzasi tana yuzasining taxminan 1% 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Maydonni aniqroq belgilash uchun maxsus jadvallar ham mavjud.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va bo‘yin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Old yuza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Orqa yuza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To‘qqizliklar qoidasi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kuyishlar va diagnoz yozish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10% dan ortiq yuzasi III–IV darajali, 15% dan ortiq III darajali yoki 20% dan ortiq II darajali kuyishi hayot uchun xavfli jarohat.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 kuyishi (shish, ovoz yorig‘i torayishi) ham hayot uchun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Diagnozda kuyish kasr shaklida yoziladi: suratda yuza, mahrajda daraja; masalan, 10 % / II yoki 30% (10%) / II-III.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187–188, 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darajali kuyish tana yuzasining 50% idan, II–IV darajalilar 10–15% idan ortig‘ini egallasa, kuyish kasalligi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Kuyish kasalligi kechishida to‘rt davr farqlanadi: shok (2–3 sutkagacha cho‘zilishi mumkin), intoksikatsiya (1–2 hafta), asoratlar davri va tiklanish.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 kuyishi va yonish mahsulotlari (is gazi) toksik ta’siri bilan birga bo‘lsa, o‘lim ehtimoli ikki va undan ko‘p marta ortadi.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 ko‘pincha o‘lim is gazidan zaharlanishdan sodir bo‘lib, o‘limdan so‘ng murda alanga ta’sirida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qizilo‘ngach, oshqozondagi qurum — hayot paytida alanga ta’sir qilganining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Karboksigemoglobin o‘limdan keyingi alangada 20% dan oshmaydi, hayotiy ta’sirda 60% gacha; qon yurak kameralari va chuqur tomirlardan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188–189, 189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boshqa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Qovoq terisi yoyilganda shikastlangan va shikastlanmagan sohalar ketma-ketligi («g‘oz panjasi» belgisi) hayotiy ta’sirni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yo‘llarining kuyishi, ko‘p ivigan qon, arterial trombozlar, o‘pka tomirlarining yog‘ emboliyasi ham hayotiy alanga belgilari.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 kuyish pufaklarida oqsil miqdori o‘limdan keyin hosil bo‘lganlarga nisbatan ikki barobar ko‘p.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Yongan murda: epidural gematoma va poza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epidural gematoma urchuqsimon, qattiq pardaga birikkan; alangadan keyin hosil bo‘lgani o‘roqsimon, birikmagan.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Alangada namlik bug‘lanib, mushaklar zichlashib kaltalashadi — «bokser pozasi»; teri darz ketishi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Go‘daklar murdasi 2–3 soatda kulga aylanadi; kattalarniki taxminan 20 soatda.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191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umumiy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haroratning ta’sirini sovuq, yuqori namlik, shamol, mavsumga nomutanosib kiyim, charchoq, ochlik, mastlik kuchaytiradi; bolalar va keksalar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o‘lim 1–1,5 soatda kelishi mumkin; to‘satdan sovuq suvga tushishda chuqur gipotermiyagacha ham qon tomir kollapsi yoki sovuq shokdan o‘lim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 30–28 °C gacha pasayganda bosh miya po‘stlog‘i funksiyalari buziladi; yakuniy bosqichda +25…+22 °C da o‘lim ko‘pincha nafasning birlamchi to‘xtashidan.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191, 192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qotish: tashqi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«Sovuq qotgan odam pozasi»: qo‘l ko‘krakka, oyoq qoringa tortilgan; kuchli mastlikda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sohalar ko‘kimtir, biroz shishinqiragan; og‘iz-burun atrofida muz sumalaklari, qosh va kipriklarda qirov (Rayskiy belgilari).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«G‘oz terisi»; erkaklarda moyak qisqargan, yorg‘oq chov kanaliga tortilgan (Puparev belgisi). Teri va murda dog‘lari pushti-qizg‘ish.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qotish: ichki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 to‘laqon, oshqozon bo‘sh va kichik (Puxnarevich belgisi); buyrak jomlarida mayda qon quyilishlar (Fabrikantov).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Vishnevskiy dog‘lari — oshqozon va o‘n ikki barmoqli ichak shilliq qavatidagi mayda qon quyilishlar: 80–90% holatda, 6–9 oydan keyin ham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tez sodir bo‘lganda Vishnevskiy dog‘lari juda kam yoki bo‘lmasligi mumkin; ayniqsa bolalarda.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193–194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Mikroskopiya va murdaning muzlashi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Mikroskopiyada mikrotsirkulyator spazm, shish, mayda qon quyilishlar; buyrak to‘g‘ri naychalari epiteliysi proliferatsiyasi (Kasyanov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mastlikda qonda alkogol past, siydikda baland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Muzlagan murdada bosh miya hajmi kattalashib, kalla suyaklari sinishi va choklar ajralishi mumkin; murda xona haroratida eritiladi (+50 °C gacha iliq havo yoki suv).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194, 194–195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Mahalliy sovuq 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urish ko‘pincha qo‘l-oyoq uchlari, quloq, burun, yonoqlarda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darajada suyakgacha nekroz; yiringli asoratlar (flegmona, osteomielit, sepsis).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18"/>
                <a:gridCol w="332035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Qizg‘ish-ko‘kimtir; 3–7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Pufaklar; 10–20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Nekroz; 1–2 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Suyakgacha nekroz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195–196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Elektrotravma: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Elektrotravma barcha shikastlanishlarning 1–2,5% ini tashkil etsa-da, nogironlik va o‘lim bo‘yicha yetakchi o‘rinlardan birida.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hollarda texnik elektr tokidan baxtsiz hodisa; kam hollarda o‘z-o‘zini o‘ldirish yoki qotillik. Yashin juda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tokining xususiyatlari: maxsus asbobsiz aniqlab bo‘lmaydi; kontakt va tok o‘tish yo‘lida shikastlanadi; energiya boshqa turlarga aylanadi.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196, 196–197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 xususiyatlari: tip, kuchlanish, kuch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500 V gacha o‘zgaruvchan tok o‘zgarmasdan xavfliroq; 500 V da teng, undan yuqorida o‘zgarmas tok xavfliroq.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Xavfsiz kuchlanish xalqaro me’yori 24 V; ko‘p o‘lim 220–380 V da. 3000 V dan yuqori kuchlanishda elektr yoyi tufayli mahalliy kuyish va o‘lim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 mA tok yurak-qon tomir va nafas yetishmovchiligini, 100 mA aksariyat hollarda o‘limni keltiradi; 40–60 Hz chastota o‘ta xavfli, 10 000 Hz dan yuqori shikastlamaydi.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197, 197–198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va ta’sir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Bolalar, keksalar, homilador ayollar sezgirroq; yurak-qon tomir kasalliklari, gipoksiya, mastlik, jarohat va issiq urish qarshilikni pasaytiradi.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ortib borish tartibi: qon, shilliq qavat, jigar, buyrak, mushak, miya, o‘pka, boylam, tog‘ay, nerv, suyak, teri; morfologik o‘zgarishlar suyak va teri sohasida.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 teri va terlash tokka qulaylik yaratadi, shu sabab o‘lim yozda ko‘proq; 25 mA dan katta davomiy tokda nafas mushaklari talvasasi, 80 mA dan fibrillyatsiya.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198, 198–199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 sirtmog‘i va qadam kuchlanishi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Yerdan izolyatsiya qilingan tananing bir qutbli ulanishi odatda hayot uchun xavf tug‘dirmaydi; yuqori kuchlanishda elektr yoyi orqali ham shikastlanish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 yurak va bosh miya orqali o‘tsa xavfli (yuqori, chap, chap egri, chap to‘liq «tok sirtmoqlari»).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Qadam kuchlanishi: uzilgan o‘tkazgich atrofida 0,8 m qadamdagi potensiallar farqi; xavfsizlik uchun 10 m dan kam masofaga yaqinlashmaslik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199, 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tokining umumiy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ta’sirda yurak qorinchalari fibrillyatsiyasi, nafas buzilishi (elektrogen asfiksiya), elektrogen shok, mayda qon tomirlar shikastlanishi.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ta’sir: anod tomonda koagulyatsion, katod tomonda kolliqvatsion nekroz; terida metall zarrachalari impregnatsiyasi.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Termik ta’sir: kuyishlar, suyakda «marvarid marjonlari» (diametri 1–5 mm); mexanik ta’sir: bo‘g‘im chiqishi, suyak sinishi.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200, 201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tamg‘a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tamg‘a tokning kirish va chiqish joylarida hosil bo‘ladi; mahalliy harorat 120 °C gacha; qo‘l kafti va tovonda yaqqol.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Dumaloq yoki oval, zich, chekkalari ko‘tarilgan, markazi chuqurlashgan (krater); atrofdagi teri o‘zgarmaydi, soch kuymaydi.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Metallizatsiya rangi o‘tkazgichga bog‘liq: mis — havorang-yashil, temir — sariq-qora, alyuminiy — kulrang. Yupqa yoki nam teri holatlarining 10–20% ida tamg‘a hosil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201–202, 202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kuyish va o‘lim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kuyish yuqori kuchlanishda: mahalliy harorat 120 °C dan yuqori, terining barcha qatlami nekrozi, og‘riqsiz, atrofida yallig‘lanish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qolganlarda shikastlanish kattaligi 2–3 haftadan so‘ng ayon bo‘ladi va dastlabkidan bir necha barobar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turlari (Avdeev): o‘ta tez, sekin, uzilgan va kech o‘lim; soxta o‘lim (vita minima) holatlarida murda dog‘lari paydo bo‘lguncha reanimatsiya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203, 204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Atmosfera elektri (yashin)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Yashinda kuchlanish million volt, tok yuz ming amper; shikastlovchi omillar: elektr toki, yorug‘lik, tovush va zarb to‘lqini.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yorilishi, soch kuyishi, kiyimning metall qismlarining erishi; elektr tamg‘aga o‘xshash o‘zgarishlar.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«Yashin figurasi» — daraxtsimon qizil-pushti shakl, spetsifik; bir necha soat-sutkada yo‘qoladi, shu sabab darhol suratga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Barometrik bosim: umumiy tushuncha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Barotravma — atmosfera yoki suv bosimining keskin o‘zgarishidan; g‘avvoslik, parvoz, portlash, baland tog‘, barokamera sharoitlarida.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ta’sir: dekompression kasallik, suyuqliklarning «qaynashi», o‘pka-quloq-burun bo‘shliqlari barotravmasi, tananing siqilishi.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ta’sir: gazlar parsial bosimi o‘zgarishidan kislorod yoki CO2 bilan zaharlanish, gipoksiya, azotning narkotik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205–206, 206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 barotravmasi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 m chuqurlikda gidrostatik bosim atmosferadan 2, 20 m da 3 marta katta; akvalangdan foydalanganda 80% holatda o‘pka barotravmasi, 20% da cho‘kish.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ostidan ko‘tarilishda nafas to‘xtatilsa, o‘pka bosimi 80–100 mm.Hg ga keskin oshib, bronx va alveolalar yoriladi.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o‘pka venalari orqali yurakka o‘tib, arterial havo emboliyasi (ayniqsa miya arteriyalarida) o‘limga olib keladi; o‘lim ikki tomonlama pnevmotoraksdan ham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206, 207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Gazlar bilan zaharlanish va dekompressiya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Kislorodning neyrotoksik shakli 2,5–3,0 MPa dan yuqori bosimda: hush yo‘qolishi, talvasalar; o‘pka shakli 1,0–1,5 MPa da 2 soatdan uzoq ta’sirda.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Karbonat angidrid bilan zaharlanish — nafas havosida CO2 3% va undan ortiq; azot yog‘da qonga nisbatan 5 barobar yaxshi eriydi, alkogol mastligiga o‘xshash holat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ko‘tarilishda qon va to‘qimalarda erigan azot gaz pufaklari hosil qiladi — dekompression (kesson) kasallik; murdada yurak o‘ng kameralari va venalarda gazli qon laxtalari.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208, 208–209, 209–210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bosim va balandlik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Balandlik kasalligi o‘rganmaganlarda 3500–4000 m balandlikda kuzatiladi; 5000–7000 m da kompensatsiyalanmagan gipoksiya, 6000–8000 m da dekompression buzilishlar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Bosim 6 kPa (45 mm.Hg) ga tushganda (18000 m) to‘qima suyuqliklari «qaynab ketadi», teri osti emfizemasi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Tog‘li hududda topilgan murdada o‘lim boshqa sabablardan ham bo‘lishi mumkin; hodisa joyini mutaxassis bilan ko‘zdan kechirish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210–211, 211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Radiatsiya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Nur shikastlanishlari alfa, beta zarrachalar, neytron, gamma va rentgen nurlaridan; neytron, gamma va rentgen yuqori o‘tuvchanlikka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Hujayra bo‘linishi so‘nadi, ayniqsa suyak ko‘migi, teri, ichak va jinsiy bezlarda.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Gy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Suyak ko‘migi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10–20 Gy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20–80 Gy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Toksemik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80 Gy dan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Serebral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Nurlanish shakllari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Nur kasalligi va sud-tibbiy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nur kasalligi: birlamchi reaksiya (3–4 sutkagacha), latent davr (2–4 hafta), yaqqol klinik belgilar davri; o‘lim ko‘pincha infeksion asoratlardan.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Murdada: terida, to‘qimalar va ichki a’zolarda ko‘plab qon quyilishlar, suyak ko‘migi, limfa tugunlari, taloqda destruktiv o‘zgarishlar.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vazifalari: shikastlovchi omil turi, manba xususiyatlari, doza, ta’sir soni va vaqti, tan jarohatining og‘irligi.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213–214, 214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ekspertizasi: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Amaliyotda eng ko‘p o‘tkaziladigan ekspertizalar;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Holatlar: tan jarohatlarining xarakteri va og‘irligi; jinsiy holatlar; jinsiy jinoyatlar; salomatlik holati, simulyatsiya, dissimulyatsiya, aggravatsiya, sun’iy kasallik; yoshni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Ekspertizalar sud-tibbiy ekspertiza muassasalarining ambulatoriyasi va bo‘limlarida, ayrim hollarda davolash muassasalarida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jarohatlari: masalalar va yuridik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 etiladigan masalalar: jarohatlar turi, joylashuvi, xususiyati; qurol turi; hosil bo‘lish mexanizmi; yetkazilish muddati; og‘irlik darajasi.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JKda og‘ir, o‘rtacha og‘ir va yengil tan jarohatlari farqlanadi; og‘irlik sud-tibbiy aniqlash qoidalari bo‘yicha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O‘rtacha og‘ir: 21 kundan ortiq sog‘liq buzilishi yoki mehnat qobiliyatining 10–33% turg‘un yo‘qotilishi (JK 105-modda).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Mezonlar: hayot uchun xavf, sog‘liq buzilishi davomiyligi, mehnat qobiliyatining turg‘un yo‘qotilishi, a’zo funksiyasi yo‘qotilishi, ruhiy buzilish, homiladorlikning uzilishi, tiklanmaydigan badburushlik.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 uchun xavf; ≥33% yo‘qotish; a’zo yo‘qotilishi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&gt;21 kun yoki 10–33%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(qisqa)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&gt;6 va ≤21 kun yoki ≤10%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 jarohatlari og‘irligi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o‘tkazish tartibi: umumiy algoritm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Qonunlar: JK, JPK, FK, FPK, Ma’muriy javobgarlik kodeksi, «Fuqarolar sog‘lig‘ini saqlash» va «Sud ekspertizasi» qonunlari hamda yo‘riqnoma.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Tartib va metodika hodisaning xususiyatlari va qo‘yilgan vazifalar bilan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tafsiloti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 hujjatlar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Ko‘rik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tekshiruv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algoritmi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Hujjatlar, shaxsni tasdiqlash va so‘rov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hujjatlarning asl nusxalari taqdim etiladi; ishonchliligi uchun ekspertiza tayinlagan shaxs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 pasport, harbiy bilet yoki tug‘ilganlik haqidagi guvohnoma bilan tasdiqlanadi; jinsiy holat va jinoyatlarda ikkita fotosurat ham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So‘rovda shikast qachon, qayerda, kim tomonidan, nima bilan, tananing qaysi sohasiga, necha marta ta’sir etilgani aniqlanadi; shikoyatlar bilan yakunlanadi.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Ko‘rik, qo‘shimcha tekshiruv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jarohatning turi, joylashuvi, shakli, o‘lchamlari, rangi, ifloslanishi va atrof terining holati o‘rganiladi; suratga olish faqat shaxsning ruxsati bilan.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jinsdagi shaxs yalang‘ochlanganda tergovchi xonadan chiqadi; balog‘atga yetmaganlar ota-ona yoki pedagog, muomalaga layoqatsizlar qonuniy vakil ishtirokida ko‘rikdan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 shaxs ko‘rigi sog‘lig‘i imkon bergandagina, davolash muassasasi xodimi ishtirokida; kasallik tarixida qayd etiladi. Zarurat bo‘lsa klinitsist-mutaxassislar maslahat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Qadam kuchlanishidan saqlanish uchun uzilib tushgan yuqori kuchlanishli o‘tkazgichga 10 m dan kam masofaga yaqinlashmaslik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sovuq qotishdan o‘lim holatlarining 80–90% ida kuzatiladi va o‘limdan 6–9 oydan keyin ham aniqlanishi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Suyakda kalsiy fosfat erib, keyin qotishidan elektr tokida «marvarid marjonlari» (diametri 1–5 mm)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shaxsning sud-tibbiy ko‘rigidan oldin tibbiy hujjatlarni o‘rganish ko‘rikda e’tibor beriladigan holatlarga diqqatni qaratadi.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Ayrim fizik omillarning organizmga ta’siri (yuqori va past harorat, elektr toki, barometri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17. Heat, cold and electrical trauma, pp. 169–180; Chapter 10. Ballistic injuries, pp. 111–120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