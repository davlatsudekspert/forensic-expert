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Klinik va sud-tibbiy travmatologiyaning maqsadi nimasi bilan farq qiladi? 2) Nega jarohat vaqti va jismini aniqlash sud uchun muhim? Doskada: ikki ustunli solishtirish (klinik: diagnostika, davolash, profilaktika; sud-tibbiy: mexanizm, vaqt, jism, og‘irlik). Tipik xato: talabalar sud-tibbiy travmatologiyani faqat davolash bilan bog‘laydi.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Huquqiy va sud-tibbiy ta’rifning farqi nimada? 2) Qaysi belgi jarohatni kasallikdan ajratadi? Doskada: ikki ta’sir manbai (tashqi → jarohat; ichki → kasallik) sxemasini chizdiring. Tipik xato: talabalar har qanday sog‘liq buzilishini jarohat deb hisoblaydi; hal qiluvchi mezon — ta’sirning tashqi yoki ichki ekani.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ruhiy ta’sir sud psixiatriyasiga topshiriladi? 2) Jism, modda va holatga o‘zingiz misol keltiring. Doskada: to‘rt tarmoqli daraxt (fizik, kimyoviy, biologik, ruhiy) chizib, fizik omilni besh turga ajrating. Tipik xato: elektr tokini ‘jism’ deb atash; u holat yoki hodisaga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Oddiy va murakkab jarohat qaysi mezon bilan farqlanadi? 2) Cheklangan va qo‘sh jarohat nimasi bilan farq qiladi? Doskada chizish: uch mezon (omil turi, soha, soni) ustunlari va unda uchta misolni joylashtiring. Tipik xato: ‘murakkab’ so‘zini ‘ko‘p jarohat’ bilan adashtirish; murakkablik omil turi sonidan, ko‘plik jarohat sonidan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miya chayqalishi funksional guruhga kiradi? 2) Nega ekspertizada mexanik jarohatlar etakchi o‘rinda? Doskada chizish: ikki ustunli ro‘yxat — anatomik va funksional misollar. Tipik xato: bo‘linishni qat’iy deb tushunish; manbada ‘shartli ravishda, asosan’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Avval talabalar javobini mustaqil bersin, so‘ng manba bilan solishtiring. Muhokama: 1) C holatda nega ‘murakkab’? (mexanik va termik omil) 2) B holatda nega ‘qo‘sh’? (bosh va qorin — ikki soha). Doskada chizish: har holat uchun uch katakli sxema (omil — soha — soni). Tipik xato: sinish va kuyishni bir omil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Qaysi travmatizm turi sizning hududingizda ko‘proq uchraydi deb o‘ylaysiz? 2) Spirtli ichimlik jarohat xavfini qanday oshiradi? Doskada chizish: travmatizm turlarining daraxt sxemasi (7 asosiy tur va ichki bo‘linishlar). Tipik xato: travmatizmni bitta jarohat (travma) bilan adashtirish — u shaxslar guruhidagi turdosh jarohatlar majmuidir.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o‘limdan keyingi jarohatni hayotiydan ajratish ekspertiza uchun muhim? 2) Reanimatsiya paytida qanday jarohat paydo bo‘lishi mumkin? Doskada chizish: ikki ustun — «hayotiy jarohat» va «o‘limdan keyingi jarohat» (qasddan / tasodifan sabablari). Tipik xato: o‘limdan keyingi jarohat faqat qasddan etkaziladi deb o‘ylash — tasodifiy holatlar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tromb va reaktiv shish hayotiylikka dalil bo‘ladi? 2) Eritrofagiya qaysi a’zoda aniqlanadi? Doskada chizish: umumiy va mahalliy belgilarni ikki ustunli jadval qilib ko‘chiring. Tipik xato: bitta belgiga tayanib xulosa qilish; belgilar jarohat turi va organizm xususiyatiga bog‘liq, shuning uchun ularni majmui bilan baholash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jarohatni avval makroskopik ko‘rish kerak? 2) Qaysi usul metall izlarini aniqlaydi? Doskada jadvalni chizdiring: usul → vazifa. Tipik xato: gistologik usulni faqat tashxis qo‘yish uchun deb o‘ylash; u hayotiylik va etkazilish muddatini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bitta belgi hayotiylikni isbotlash uchun yetarli emas? 2) Vrach tibbiy hujjatga jarohat haqida nimalarni yozishi kerak? Doskada ikki ustun chizdiring: umumiy va mahalliy belgilar. Tipik xato: o‘limdan keyingi jarohatni har doim hayotiy belgilardan farqlash oson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xil zarbda massa va tezlik jarohat ko‘lamini o‘zgartiradi? 2) Tosh va bolta qaysi guruhga kiradi? Doskada qurol–anjom–jism jadvalini chizdiring. Tipik xato (diqqat): anjom va qurolni aralashtirish; qurol faqat maxsus tayyorlangan mahsulotdir.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o‘lim vaqti sabablarni guruhlashda asosiy mezon? 2) Ikkilamchi sabablarga yana qanday misollar keltirish mumkin? Doskaga chizing: ikki ustunli jadval (birlamchi/ikkilamchi) va har biriga 2 ta misol yozing. Tipik xato: shok yoki emboliyani faqat birlamchi sabab deb o‘ylash; ular ikkilamchi sabablar qatorida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birlamchi va ikkilamchi sabablar farqini vaqt bo‘yicha yozing. Tipik xato: sepsisni birlamchi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oz qon (500 ml gacha) ketganda ham o‘lim tez sodir bo‘ladi? 2) Murdada taloqning holati ikki holatni qanday farqlaydi? Doskaga chizing: jadvalni ko‘chirib, ikki ustunni to‘ldirtiring. Tipik xato: Minakov dog‘lari har qanday qon yo‘qotishda majburiy topiladi deb o‘ylash; ko‘p qon yo‘qotishda ular faqat ayrim hollarda uchraydi. Diqqat: o‘tkir ≠ ko‘p qon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Shokda qaysi tizimlar buziladi va nega bu qon yo‘qotishdan farq qiladi? 2) Qaysi shikastlanishlarda qisilish xavfi bor? Doskaga chizing: a’zo — qisilish sababi (miya – gematoma, yurak – gemoperikard, o‘pka – pnevmo-/gemotoraks) juftliklarini yozing. Tipik xato: shokni faqat qon yo‘qotish natijasi deb tushunish; manbada shok markaziy nerv, yurak-qon tomir va endokrin tizimlarining buzilishi deb ta’riflanadi.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havo miqdori va kirish tezligi muhim? 2) Nega yog‘ emboliyasida o‘lim darhol emas? Doskada Sunsov sinamasi zanjirini bosqichma-bosqich chizdiring. Tipik xato: havo va yog‘ emboliyasini aralashtirish. Havoda sinama (suv, pufaklar), yog‘da Sudan bo‘yash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Yog‘ emboliyasida o‘pka va miyada qanday o‘zgarishlar rivojlanadi? 2) Havo emboliyasiga shubha bo‘lsa, ichki tekshiruv nimadan boshlanadi? Doskada ikki emboliyani solishtiruvchi jadval chizdiring. Tipik xato: o‘limning kechikishini ikkilamchi sabab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Raqamlarni yodlash emas, nisbatini tushunish: tezlik ham, hajm ham muhim. Tipik xato: 500 ml ni «ko‘p qon yo‘qotish»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jism ayni paytda cheklangan ham, cheklanmagan ham bo‘lishi mumkin? 2) Inersion travmada nega bilvosita jarohatlar uchraydi? Doskada jism va shikast sohasining o‘lchamlarini solishtiruvchi ikki sxema chizdiring. Tipik xato: cheklangan yuzani jismning mutlaq xususiyati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bosh miyadagi aks zarb qaysi travmaga xos? Tipik xato: impression va inersionni jism qattiqligiga qarab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Siqilish va cho‘zilishda kuch yo‘nalishi qanday farq qiladi? 2) Nima uchun bir jarohatda bir necha mexanizm uchrashi mumkin? Doskada: to‘rt mexanizmning kuch o‘qlarini strelkalar bilan chizdiring, buralish va chayqalishni qo‘shing. Tipik xato: siqilishni (kuchlar markazga) cho‘zilish (kuchlar markazdan) bilan almashtirish. Diqqat: siqilish ≠ cho‘zilish. Tezkor savol: faqat bevosita jarohat beradigan mexanizm qaysi?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bosqich muddatlari ekspertizada faqat taxminiy ko‘rsatkich? 2) Qoplama qaysi bosqichda sog‘lom teri sathidan ko‘tariladi? Doskada: to‘rt bosqichli zanjirni chizib, har bosqichda yuza holatini (nam, qoplama, ko‘tarilgan, pushti iz) yozdiring. Tipik xato: muddatlarni qat’iy deb olish. Diqqat: shilinma ≠ pergament dog‘i (o‘limdan keyingi quruq dog‘; qoplama hosil bo‘lmaydi). Tezkor savol: yangi shilinma yuzasi sog‘lom teri sathidan yuqorimi yoki pastmi?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bo‘yindagi yoysimon shilinmalar nimani taxmin qilishga imkon beradi? Tipik xato: shilinmani pergament dog‘i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Rang o‘zgarishi qaysi qismlardan boshlanadi va nimaga markaz, chekka turli rangda bo‘lishi mumkin? 2) Bilvosita qontalashda nega shakldan jismni aniqlab bo‘lmaydi? Doskada: rang ketma-ketligini (ko‘kimtir → yashil → sariq) va uni keltirib chiqargan pigmentlarni chizdiring. Tipik xato: muddatlarni aniq deb hisoblash — ular taxminiy va jism hamda soha xususiyatlariga bog‘liq. Rang o‘zgarishi chekka qismlardan boshlanadi. Diqqat: qontalash murda dog‘laridan farqlanishi kerak. Tezkor savol: sariq tusni qaysi pigmentlar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o‘tmas jism yarasida devorlar orasida ‘ko‘prikchalar’ qoladi? 2) Yara va yorilishni farqlash ekspertizada nimaga kerak? Doskada chizing: ikki ustunli jadval (yara/yorilish) va yara uchlari, chetlari, devori, tubi sxemasi. Tipik xato: yorilishni yara deb baholash, chetlari tekis bo‘lgani uchun kesma yara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Muvaqqat deformatsiyada nega anatomik o‘zgarish qolmaydi? 2) Tirik shaxs ekspertizasida sinish nega hal qiluvchi? Doskada chizing: sinish chizig‘i yo‘nalishlari (ko‘ndalang, bo‘ylama, diagonal, spiral). Tipik xato: to‘liqsiz sinishni (darz ketish, chala sinish) to‘liq sinish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sinish avval cho‘zilish tomonida boshlanadi? 2) Sinish yuzalarini yaqinlashtirib ko‘rish nimani ko‘rsatadi? Doskada chizing: egilgan suyak sxemasi, qaysi tomonda cho‘zilish, qaysi tomonda siqilish va ikki tomonning sinish chizig‘i. Tipik xato: cho‘zilish va siqilish tomonlarini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yurak massajida qobirg‘a bilvosita sinadi? 2) Siqilish va cho‘zilish tomonini sinish chetlariga qarab qanday ajratamiz? Doskada chizish: qobirg‘a kesimi, tashqi va ichki plastinkada siqilish va cho‘zilish tomonlarini bevosita va bilvosita sinish uchun alohida ko‘rsating. Tipik xato: bevosita va bilvosita sinishni chalkashtirish, chiqishda tashqi jarohat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Ekspert qaysi belgilarga tayanib xulosa beradi? 2) Pergament dog‘ini shilinmadan qaysi alomat bilan ajratamiz? Doskada chizish: ikki ustunli taqqoslash (shilinma va pergament dog‘i) belgilarini yozdiring. Tipik xato: murda dog‘ini qontalash deb yoki pergament dog‘ini hayotiy shilinma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Passiv va aktiv yiqilish farqi nimada? 2) Nega I-IV bosqichlarda odatda xos jarohat bo‘lmaydi? Doskada chizish: olti bosqichli zanjirni chizib, V va VI bosqichlarni ajrating. Tipik xato: jarohatlarning asosiy qismini parvoz bosqichiga bog‘lash, ikkilamchi jarohatni birlamchi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ichki shikast tashqi jarohatdan jiddiyroq bo‘ladi? 2) Birlamchi va ikkilamchi jarohat farqi nimada? Doskada: tana va yuza kontaktini chizib, bevosita (tushgan joy) va bilvosita (boshqa soha) jarohat joylarini belgilang. Tipik xato: bilvosita jarohatni ikkilamchi jarohat bilan aralashtirish (bilvosita – boshqa sohada, ikkilamchi – ikkinchi zarbdan). Diqqat: oyoq panjasi bilan tushganda ichki a’zolar shikasti bosh bilan yiqilganga qaraganda jiddiyroq.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Orqaga yiqilganda miya nega zarb joyiga qarama-qarshi sohada ko‘proq shikastlanadi? 2) Kiyim va poyafzal nima uchun muhim dalil? Doskada: bosh urilgan nuqta va qarama-qarshi aks zarb sohasini chizing. Tipik xato: yuz bilan yiqilganda ham aks zarb bo‘ladi deb o‘ylash. Diqqat: balandlikdan yiqilishda ikkilamchi jarohat bo‘ladi, yuzaga yiqilishda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O‘tkir va o‘tmas jism ta’siri mexanizmida asosiy farq nima? 2) Kesma yara nega odatda tana bo‘shlig‘iga o‘tmaydi? Doskada: kesma yaraning shaklini (urchuqsimon, o‘tkir uchlari, “qaldirg‘och dumi”) chizing. Tipik xato: kesma yara chetlarida shilinish bo‘ladi deb o‘ylash (bo‘lmaydi). Diqqat: kesuvchi jism – dam bilan, sanchuvchi jism – uch bilan ta’sir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yara kanali chuqurligi tashqi o‘lchamdan katta bo‘lishi mumkin? 2) Kirish va chiqish teshigini qanday farqlaymiz? Doskada: jism kesimi (oval, uchburchak, T, U shakli) va unga mos yara shaklini chizing. Diqqat, xato qilish xavfi: chiqish teshigi kirishdan KATTAROQ, kirish teshigi esa kesimdan biroz kichik. Tipik xato: chiqish teshigida ham shilinish hoshiyasi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Xanjar va osh pichog‘i yarasini qanday farqlaymiz? 2) Pichoq tanadan olinganda yarada qo‘shimcha kesmalar nega paydo bo‘ladi? Doskada: bir tomonlama o‘tkir tig‘ ko‘ndalang kesimi va P-simon yarani chizing. Tezkor savol: sanchma-kesma yara chetlarida shilinish xosmi? Javob: xos emas (faqat qiya ta’sirda o‘tkir burchak tomonida biroz). Tipik xato: sanchma va sanchma-kesma yarani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Chopqi to‘liq kirganda yara uchlari nega o‘tmas bo‘ladi? 2) Arralovchi jismlar jarohati nega kam uchraydi, qaysi holatlarda uchraydi? Doskada: bolta chopqisining qisman va to‘liq kirishida yara shaklini chizing. Tezkor savol: chopma jarohat ko‘proq qanday vaziyatda yetkaziladi? Tipik xato: chopma jarohatni qotillikda ko‘p uchraydi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bolta chopqisi qisman kirsa, yara uchlari qanday bo‘ladi? Tipik xato: chopma yarani kesma yara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ikki arra turining izini chizing. Tipik xato: arralama yaralarni sanchma-kesma yaradan farqlay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Pichoq tig‘ining o‘tkir dami bor-yo‘qligi yarada qanday ko‘rinadi? 2) Nega kiyimni tergovchiga topshirish muhim? Doskada chizish: sanchma-kesma yaraning ikki uchi (bir uchi o‘tkir, ikkinchisi o‘tmas “P” simon) va yara kanali sxemasi. Tipik xato: sanchma va sanchma-kesma yarani aralashtirish, kanal uzunligini har doim tig‘ uzunligiga teng deb hisoblash. Yakunda nazorat savollari: o‘tkir jism turlari, sanchma-kesma yara belgilari, kiyimni saqlash tartibi.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№2. Ma’ruza: Sud-tibbiy travmatologiya.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travmatologiya nima o‘rganadi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Travmatologiya (grekcha: trauma — shikast, logos — ta’limot) shikastlanishlar haqidagi fan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tibbiyotda u asosan jarohatlarni aniqlash (diagnostika), davolash va oldini olish (profilaktika) bilan shug‘ullanadi.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travmatologiya shikastlanish mexanizmi va vaqtini hamda jarohat yetkazgan jismni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 sud-tibbiy baholash va boshqa o‘ziga xos masalalarni hal etish ham asosiy o‘rinda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huquqida tan jarohati — qasddan yoki ehtiyotsizlik oqibatidagi g‘ayriqonuniy harakat tufayli sog‘liqqa yetkazilgan ziyon.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tashqi ta’sir natijasida a’zo va to‘qimalarning anatomik butunligi yoki fiziologik funksiyasi buzilishi tan jarohati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buzilish sog‘liqning buzilishiga yoki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Jarohat ≠ kasallik. Xuddi shu holat ichki ta’sir tufayli vujudga kelsa, u kasallik deb tushuniladi.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ta’sir oqibatini odatda sud psixiatriyasi o‘rganadi va sud-psixiatrik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omil jism, modda yoki holat (hodisa)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bir necha tashqi omilning birgalikdagi ta’siri ham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Shikastlovchi omillar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Mexanik, termik  ·  Barometrik  ·  Elektr, nur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Zaharlar  ·  Kimikatlar, dori-darmonlar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Toksinlar  ·  Kasallik chaqiruvchi mikroblar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hayajon, qo‘rquv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Shikastlovchi omillar (2.1-jadval)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 tasnifi: oddiy, murakkab, qo‘sh, ko‘p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omil ta’sirida paydo bo‘lsa — oddiy jarohat; ikki va undan ortiq tur ta’sirida bo‘lsa — murakkab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soha yoki bir segment — cheklangan; ikki va undan ortiq soha yoki segment — qo‘sh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Soniga qarab yakka va ko‘p jarohat farqlanadi. Diagnozda avval shu mezonlar aniqlanishi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002"/>
                <a:gridCol w="204097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Tasnif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Ko‘krakda sanchma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cheklangan yakka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chayqalishi + qorin qontalashi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qo‘sh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Qobirg‘a sinishi + termik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Murakkab qo‘sh ko‘p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Tasnif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Anatomik va funksional shikastlanishlar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Anatomik tuzilish va funksiya o‘zaro bog‘liq. Ayrim jarohatda morfologik o‘zgarish yaqqol, boshqasida funksiya buzilishi birinchi o‘ringa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anatomik guruh: shilinma, qontalash, yara, sinish, chiqish, majaqlanish va ichki a’zolarning yorilishi.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funksional guruh: refleksogen sohaga zarbdan shok, miya va ichki a’zolar chayqalishi, aspiratsion asfiksiya.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bo‘linish shartli (‘asosan’). Mexanik jarohatlar ekspertizada etakchi; o‘lim sabablarida yurak-qon tomir va onkologik kasalliklardan keyin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jarohatni tasniflash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holat: ko‘krak qafasida sanchma yara. B holat: bosh miya chayqalishi va qorin sohasida qontalashlar.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 holat: qobirg‘alar sinishi va qo‘shilib termik kuyish. Har bir holatni tasnif mezonlari bo‘yicha aniqlang.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omil turi, soha va soni qanday? Manbada: A — oddiy cheklangan yakka; B — oddiy qo‘sh ko‘p; C — murakkab qo‘sh ko‘p.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mehnat va turmush sharoitidagi shaxslarda kuzatiladigan turdosh jarohatlar majmui — travmatizm.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ko‘pincha qoidaga rioya qilmaslikdan, spirtli ichimlik va narkotik iste’molidan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materiallari omillarni o‘rganib, oldini olish bo‘yicha aniq tavsiyalar berishga imkon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Travmatizm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Ishlab chiqarish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Sanoat  ·  Qishloq xo‘jaligi  ·  Qurilish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Transport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Avto, moto, velosiped  ·  Temir yo‘l  ·  Havo, suv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Harbiy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Urush davri  ·  Tinchlik davri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Ko‘cha, sport  ·  Maktab, maishiy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Travmatizm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27,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Jarohatlarning hayotiyligini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amaliyotda jarohatlarning hayotiyligini aniqlash o‘ta muhim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keyin jarohat qasddan etkazilishi mumkin: murdani qismlarga ajratish yoki o‘lim sababiga oid asl holatni o‘zgartirish.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Tasodifan ham etkazilishi mumkin: reanimatsiya, murdani tekshirish, transportirovka paytida, hayvon, qush, baliqlar tomonidan.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 butun organizm yoki a’zoning shikastlanishga reaksiya belgilari bilan aniqlanadi; asosan qon aylanish o‘zgarishlari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umumiy va mahalliy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belgilar butun organizm reaksiyasini, mahalliy belgilar jarohat sohasi o‘zgarishini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aniqligi jarohatning turi, soni, ko‘lamiga hamda organizm va soha xususiyatlariga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filogenetik yoshi katta ayrim to‘qimalarda o‘limdan keyingi jarohat hayotiyga o‘xshab ko‘rinishi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 belgilar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va ichki qon ketishi, kamqonlik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yo‘llarida qon aspiratsiyasi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Mioglobin, eritrofagiya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Emboliya (havo, yog‘, to‘qima)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Mahalliy belgilar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sohasiga qon quyilishi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tomirlarda tromb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Reaktiv shish, yallig‘lanish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Nekroz, mushaklar qisqarishi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Hayotiylikning umumiy va mahalliy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28-29,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tekshirish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avvalo makroskopik ko‘riladi: turi, joyi, shakli, rangi, yara uchlari, chetlari, tubi va devori.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Stereomikroskopiya fazoviy o‘rganish uchun, trasologik usul esa shikastlovchi jismni aniqlash uchun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Kerak bo‘lsa sud-biologik, sud-kimyoviy va gistokimyoviy laboratoriya usullari ham ishlatiladi.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O‘lchov tekshiruvi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o‘lchami, tana sohasidan masofa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Rentgenografiya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Yot jism va suyak shikastlanishi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Rangli bosma, spektral analiz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zarralari va izlari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Gistologik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Hayotiylik va etkazilish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va vazifalari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va voqea tahlili: hayotiylik, tibbiy hujjat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hayotiylikni qaysi belgilar tasdiqlaydi? Umumiy: qon ketishi, aspiratsiya, emboliya. Mahalliy: qon quyilishi, tromb, reaktiv shish.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murdada jarohat topildi. Ekspert qon quyilishi, shish, yallig‘lanish, nekroz va tromb bor-yo‘qligini tekshiradi; ular hayotiy jarohatni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Diqqat! Belgilar aniqligi jarohat turi, soni, ko‘lamiga bog‘liq; filogenetik qadimiy to‘qimalarda o‘limdan keyingi jarohat hayotiyga o‘xshashi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Klinitsist vrach hujjatida tavsif to‘liq bo‘lmasa yoki faqat diagnoz yozilsa, ekspertiza vazifalarini bajarish jiddiy qiyinlashadi.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 va jarohat etkazuvchi vositalar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 uchun harakat shart; ko‘lami jism yoki tana massasi va tezligiga to‘g‘ri proporsional.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jarohatlar o‘tmas, o‘tkir jismlar va o‘q otar qurollardan etkazilgan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Ko‘lamga jism massasi, qattiqligi, tezligi, soha xususiyatlari, yosh va kasalliklar ham ta’sir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Vositalar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Hujum yoki mudofaa uchun maxsus  ·  Misol: pistolet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Anjom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Ro‘zg‘or, ishlab chiqarishda  ·  Misol: bolta, arra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Jism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Aniq maqsadsiz narsa  ·  Misol: tosh, tayoq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Mexanik jarohat etkazuvchi vositalar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29-30,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jarohatdan o‘lim sabablari: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sabablarda o‘lim jarohatdan so‘ng qisqa vaqtda, ikkilamchida esa birmuncha muddatdan keyin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Birlamchi: hayot bilan nomutanosib jarohat (masalan, boshning ajralishi) va hayot uchun muhim a’zolar shikasti.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Ikkilamchi: infeksion asoratlar, travmatik toksikoz, ikkilamchi qon yo‘qotish, shok, emboliya.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Birlamchi sabablar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zahoti yoki qisqa vaqtda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bilan nomutanosib jarohat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Boshning ajralishi, yurak lat eyishi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Ikkilamchi sabablar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Birmuncha muddatdan so‘ng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Infeksion asoratlar, travmatik toksikoz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Sepsis, gaz gangrenasi, qoqshol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Birlamchi va ikkilamchi sabablar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Ikkilamchi sabablar: infeksiya va intoksikatsiya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sabablarga turli infeksion asoratlar kiradi: sepsisga olib kelgan yiringli peritonit, plevrit, meningit, osteomielit.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Anaerob infeksiya (gaz gangrenasi, qoqshol) va intoksikatsiya (travmatik toksikoz) ham ikkilamchi sabab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shikastlanishdan so‘ng ikkilamchi qon yo‘qotish, shok, emboliya kuzatiladi; shikast sohasida xavfli o‘sma rivojlanishi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Ikkilamchi sabablar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Infeksion asoratlar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Yiringli peritonit, plevrit  ·  Meningit, osteomielit  ·  Sepsis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Anaerob infeksiya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Gaz gangrenasi  ·  Qoqshol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Intoksikatsiya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Travmatik toksikoz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asoratlar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Ikkilamchi qon yo‘qotish  ·  Shok, emboliya  ·  Xavfli o‘sma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Ikkilamchi sabablar guruhlari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yo‘qotish: o‘tkir va ko‘p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 shikastida 500 ml gacha qon ketsa ham, o‘lim minutlar ichida qorinchalar fibrillyatsiyasidan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Minakov dog‘lari — chap qorincha endokardi ostidagi tasmasimon qon quyilishlar; o‘tkir qon yo‘qotishga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Qonning 50% dan ortig‘i (2,5 l va ko‘p) yo‘qotilsa, o‘lim sekinroq, bir necha soat davomida yuz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O‘tkir qon yo‘qotish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Dastlabki minutlarda o‘lim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miya, yurak kamqon; taloq to‘q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dog‘lari odatdagidek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Minakov dog‘lari xos belgi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Ko‘p (&gt;50%)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necha soat davomida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kamqonlik, taloq qisqargan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dog‘lari kech va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Minakov dog‘lari faqat ayrim hollarda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O‘tkir va ko‘p qon yo‘qotish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Travmatik shok va a’zolarning qisilishi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shok — organizmning shikastlanishga markaziy nerv, yurak-qon tomir va endokrin tizimlari faoliyatining jiddiy buzilishi bilan javob reaksiyasi.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Shokda periferik qon aylanishi yetishmaydi: aylanayotgan qon miqdori bilan qon tomir tizimi hajmi o‘rtasida nomutanosiblik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III-IV darajali shok odatda o‘limga olib keladi; venoz to‘laqonlik, qonning depolanishi, mikrotsirkulyatsiya buzilishi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va orqa miya, yurak, o‘pka qon va havo bilan qisiladi: kalla ichi gematomalarida, gemoperikard, pnevmo- va gemotoraksda.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Emboliya: havo va yog‘; qon aspiratsiyasi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Havo: 5-7 kub sm erib ketadi; 10 kub sm va undan ko‘pi venaga tez kirsa, o‘lim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 uzun suyaklar sinishida; o‘lim 2-3 kunda, Sudan III/IV bo‘yash bilan tasdiqlanadi.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Halqum jarohati, kalla asosi va burun suyaklari sinishida qon aspiratsiyasi asfiksiyaga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To‘sh suyagi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Ko‘krak qafasi ochilib, to‘sh suyagi ajratib olinadi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Perikard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Yurak qopi old qismida kesma, suv quyiladi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O‘ng qorincha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Skalpel uchi bilan qorincha devori teshiladi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Suvdan havo pufaklari chiqsa — musbat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Sunsov sinamasi (havo emboliyasi)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mexanik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uzun naysimon suyak sinishidan 2-3 kun o‘tgach jabrlanuvchi vafot etdi. Tezkor savol: o‘lim sababi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yog‘ emboliyasi. Mayda yog‘ zarralari o‘pka tomirlarida to‘planib, bo‘shliqlarini asta yopadi, shuning uchun o‘lim kechikadi.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Tasdiq: o‘pka va bosh miyaning muzlatilgan kesmalari Sudan III (olovrang qizil) yoki Sudan IV (qora) bilan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havo emboliyasi ≠ yog‘ emboliyasi. Havoda Sunsov sinamasi qo‘llanadi, yog‘da Sudan bo‘yash va 2-3 kunlik kechikish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32, 31-32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yo‘qotish va emboliya: muhim 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 shikastida 500 ml gacha qon yo‘qotilsa ham o‘lim dastlabki minutlarda qorinchalar fibrillyatsiyasidan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qon yo‘qotish — 50% dan ortiq, ya’ni 2,5 litr va undan ko‘p; o‘lim bir necha soat davomida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emboliyasida 5-7 kub sm havo qonda erib ketadi, 10 kub sm va undan ortig‘ining tez kirishi o‘limga olib kelishi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emboliyasida o‘lim shikastlanishdan 2-3 kun o‘tgach yuz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O‘tkir yo‘qotish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 ml 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Ko‘p yo‘qotish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&gt; 50 %</a:t>
            </a:r>
            <a:r>
              <a:rPr sz="1400" b="0">
                <a:solidFill>
                  <a:srgbClr val="6B7280"/>
                </a:solidFill>
                <a:latin typeface="Calibri"/>
              </a:rPr>
              <a:t>  2,5 l+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Havo: xavfsiz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5-7</a:t>
            </a:r>
            <a:r>
              <a:rPr sz="1500" b="0">
                <a:solidFill>
                  <a:srgbClr val="6B7280"/>
                </a:solidFill>
                <a:latin typeface="Calibri"/>
              </a:rPr>
              <a:t>  kub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Havo: xavfli</a:t>
            </a:r>
          </a:p>
          <a:p>
            <a:pPr algn="l">
              <a:spcAft>
                <a:spcPts val="1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10 va ko‘p</a:t>
            </a:r>
            <a:r>
              <a:rPr sz="1100" b="0">
                <a:solidFill>
                  <a:srgbClr val="6B7280"/>
                </a:solidFill>
                <a:latin typeface="Calibri"/>
              </a:rPr>
              <a:t>  kub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Yog‘ emboliyasi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sutka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Raqamlar (G‘iyosov, 31-32 b.)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jismlar: turlari va ta’sir yuzasi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(tosh, tayoq), yumshoq (sharf, sochiq) va elastik (rezina to‘p) o‘tmas jismlar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Bevosita jarohat ta’sir joyida, bilvosita jarohat esa ta’sir joyidan boshqa sohada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Cheklangan va cheklanmagan yuza nisbiy: jism yuzasi shikast sohasi bilan solishtirib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776261"/>
                <a:gridCol w="182007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yuza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 yuzasi soha yuzasidan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yuza deb baholanadi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Cheklanmagan yuza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 yuzasi shikast sohasidan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Keng yuza deb baholanadi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Impression travma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 massasi soha massasidan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 ta’sir sohasi bilan cheklanadi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Inersion 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Ta’sir kuchi soha massasidan ancha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Bilvosita jarohat, chayqalish, aks zarb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Yuza va travma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33, 33-34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Impression va inersion 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jism massasi tananing shikastlanayotgan soha massasidan kichik bo‘lsa, impression travma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Impression travmada shikastlanish faqat ta’sir sohasi bilan cheklanadi.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kuchi soha yoki tana massasidan ancha katta bo‘lsa, inersion (tezlanish) travma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Inersion travmada bilvosita jarohatlar, tananing umumiy chayqalishi belgilari va kalla-miya jarohatlarida aks zarb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Impression travma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Jism massasi soha massasidan kichik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faqat ta’sir sohasida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Inersion travma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 soha yoki tana massasidan katta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Bilvosita jarohatlar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chayqalish, aks zarb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Impression va inersion travma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jismlarning ta’sir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Buralishda ikki aylana kuch qarama-qarshi yo‘nalishda ta’sir etadi; suyakda spiralsimon sinish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Chayqalishda kuchsiz ta’sir miya chayqalishini, kuchli ta’sir ichki a’zo va boylam jarohatini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hollarda jarohat ikki va undan ortiq mexanizm orqali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Mexanizmlar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Zarb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tomonga, qisqa muddatli  ·  Shilinma, qontalash, lat yara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Siqilish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Markazga intiluvchi, uzoq  ·  Ichki a’zo, suyak jarohati og‘irroq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Cho‘zilish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Markazdan qochuvchi ikki+ kuch  ·  Yirtma yara, yorilish, ajralish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Ishqalanish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Tanaga burchak ostida harakat  ·  Faqat bevosita; asosan shilinma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O‘tmas jism ta’sir mexanizmlari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35-36,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 va uning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epidermis shikastlansa — yuzaki, so‘rg‘ichsimon qavatga o‘tsa — chuqur shilinma.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Chiziqsimon shilinma — timalma. Ta’sir burchagi o‘tkir bo‘lsa, shakl yoysimon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Muddatlar shartli; yosh, teri va chuqurlikka bog‘liq (qoplama 4-6 soatda, iz 30+ kun).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Yangi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12 soatgacha; yuzasi nam, keyin quriydi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Qoplama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sutkagacha hosil bo‘ladi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Epitelizatsiya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7-9 sutkagacha; qoplama ko‘cha boshlaydi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Pushti dog‘, 10-15 sutkada yo‘qoladi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Shilinma bosqichlari (Taykov)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36,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Shilinmaning sud-tibbiy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mexanik ta’sir bo‘lganini tasdiqlaydi.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bo‘yicha shikastlanish mexanizmi va muddatini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Joylashgan o‘rni, shakli, soniga qarab hodisa tafsilotini taxmin qilish mumkin (masalan, bo‘yinda yoysimon shilinma — qo‘l bilan bo‘g‘ish).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shilinmalar bo‘yicha tan jarohatlarining og‘irlik darajasi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Sud-tibbiy ahamiyati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 isboti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Mexanik ta’sir bo‘lganini tasdiqlaydi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Mexanizm va muddat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Shikastlanish mexanizmi  ·  Shikastlanish muddati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Hodisa tafsiloti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O‘rni, shakli, soni bo‘yicha taxmin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Og‘irlik darajasi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Ba’zan shilinmaga qarab aniqlanadi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Shilinma ahamiyati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 va rang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Qontalash — qon tomir yorilib, yumshoq to‘qimaga qon quyilishi; bo‘shliqda qon yig‘ilsa — gematoma.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Cheklangan yuzali jismdan qontalash shakli jismga o‘xshaydi; cheklanmaganda dumaloq, oval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Bilvosita qontalash kechroq paydo bo‘ladi, rangi ham kechikadi; shakli jism yuzasiga bog‘liq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137910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400300"/>
                <a:gridCol w="24003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kunlar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Qizg‘ish-ko‘kimtir yoki ko‘kimtir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Oksigemoglobin qaytarilishi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3-4 sutka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Verdogemoxromogen, biliverdin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6-8 sutka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Bilirubin, gemosiderin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Ko‘z, lab, bo‘yin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Tuslanmaydi, sekin oqaradi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rang saqlanib so‘nadi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dinamikasi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37,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jismdan yaralar va yorilishlar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Lat yara – zarb va siqilishdan; majaqlangan – kuchliroq zarb va siqilishdan; yirtma – zarb va cho‘zilishdan.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Laxtaksimon yara – o‘tkir burchak ostida zarb va cho‘zilishdan. Yara shakli yuza shakliga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yara ≠ yorilish! Yorilish – doim bilvosita jarohat, suyak bo‘rtig‘i yaqinida cho‘zilishdan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377136"/>
                <a:gridCol w="16916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Yorilish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o‘tmas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shilingan, qon quyilgan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Tekis, shilinishsiz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Chekka devori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to‘qima ko‘prikchalari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Tikka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 sathli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Yassi, bir sathda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Yara va yorilish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39, 39-40,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 sinishlari: turlari va deformatsiya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Muvaqqat deformatsiyada ta’sir tugagach suyak shaklini tiklaydi; doimiy deformatsiyada sinish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sinishda siniq bo‘laklar bir necha yo‘nalishda siljiydi; to‘liqsizda faqat bir yo‘nalishda harakat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Tirikda og‘irlik darajasini belgilaydi; o‘limda uzoq vaqt mexanizm va qurolni aniqlashga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777799"/>
                <a:gridCol w="181853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Deformatsiya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Muvaqqat; doimiy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Doimiyda anatomik o‘zgarish – sinish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Uzilish darajasi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To‘liq; to‘liqsiz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To‘liqsizda bir yo‘nalishda harakat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holati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Ochiq; yopiq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Ochiqda suyak tashqi muhit bilan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Sinish chizig‘i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Ko‘ndalang, bo‘ylama, diagonal, spiral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Shakli: chiziqli, siniqli, botiq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Sinishlar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Egilishda cho‘zilish va siqilish tomoni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Egilishda suyakka burchak ostida ikki kuch ta’sir etadi; ta’sir tomonida siqilish, qarshi tomonda cho‘zilish.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 cho‘zilishga chidamsizroq: sinish avval cho‘zilish tomonida, keyin siqilish tomonida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Egilish – doimiy deformatsiyaning eng ko‘p uchraydigan turi; kuch tomoni belgilar farqidan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86380"/>
                <a:gridCol w="196428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Siqilish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Sinish chizig‘i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 to‘g‘ri, asosan ko‘ndalang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Bitta-ikkita, zigzagsimon, qiyshiq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Sinish yuzasi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Suyakka perpendikulyar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Suyakka burchak ostida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Tekis yoki mayda tishli, edirilishsiz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yirik tishli, edirilgan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Siniq bo‘laklar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Bo‘lak yo‘q; zich mos keladi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Bo‘laklar bo‘lishi mumkin; mos tushmaydi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Kuch tomonini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Qobirg‘a sinishi, chiqishlar, reanimatsion sinish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Siqilishda suyakka ikki kuch bir-biriga qarab ta’sir etadi; buralishda spiralsimon sinish hosil bo‘ladi. Cho‘zilish juda kam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bilvosita massajida to‘sh suyagi bevosita, qobirg‘alar bilvosita sinadi. Bu artifitsial sinishni zarbdan hosil bo‘lgan sinishdan farqlash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Bevosita sinishda tashqi plastinkada siqilish, ichki plastinkada cho‘zilish belgisi bo‘ladi. Bilvosita sinishda teskarisi, odatda tashqi jarohat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Chiqish hamisha bilvosita jarohat: bo‘g‘im yuzalari turg‘un siljiydi, tashqi jarohat xos emas. Sinishlar rentgen va KT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42-43,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o‘tmas jarohatlar majmui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 o‘tkazilgan shaxs murdasida qobirg‘alar singan. Savol: bu zarbdan sinishmi yoki yurak massajidanmi?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Yechim yo‘li: sinish sohasida tashqi va ichki plastinkadagi siqilish va cho‘zilish belgilariga hamda tashqi jarohat bor-yo‘qligiga qaraladi.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shilinma ≠ pergament dog‘i. Pergament dog‘i sariq-jigarrang, qoplama hosil qilmaydi, hayotiy jarohatga xos o‘zgarishlar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qontalash ≠ murda dog‘i. Murda dog‘lari joylashadigan sohalarda qontalash bor-yo‘qligini hal etish qiyinroq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43, 37,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 jarohatlari: turlari va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tibbiyotida balandlikdan yiqilish va yuzaga (o‘z bo‘yi balandligidan) yiqilish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Balandlikdan: bevosita, bosqichli, erkin bo‘lmagan; passiv (tasodifan) va aktiv (itarish, sakrash).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jarohatlarning aksariyati V bosqichda, tana yuzaga zarblanganda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Muvozanat yo‘qoladi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Og‘irlik markazi atrofida harakat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III-IV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Ajralish va parvoz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Yuzaga zarblanish — asosiy jarohat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Inersiya, ikkilamchi zarb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Balandlikdan yiqilish bosqichlari (Pigolkin)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43-44,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Balandlikdan yiqilish: tushish holati va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Bevosita jarohat yuzaga tushgan qismda, bilvosita jarohat boshqa sohalarda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jarohat tana harakati yo‘nalgan tomonda bo‘ladi; tana bilan tushishda u xos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Xos belgi: tashqi jarohat asosan bir tomonda, ichki shikast esa kengroq va jiddiyroq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67237"/>
                <a:gridCol w="211964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Bilvosita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Kalla ko‘p siniqli sinishi, miya zarari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Bo‘yin umurtqalari, qobirg‘alar sinishi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Oyoq panjasi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Tovon, tupiq sinishi, lat yaralar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Son bo‘yinchasi, tos, umurtqa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Tizza old qismida shilinma, sinish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Son, tos, qorin, ko‘krak, kalla asosi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Dumba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suyaklari va a’zolari shikasti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Oyoq panjasi bilan tushganga o‘xshash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Tushish holati bo‘yicha jarohatlar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44, 45-46, 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Yuzaga yiqilish va balandlikdan yiqilish solishtirmasi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Yuzaga yiqilishda 3 bosqich bor: muvozanat yo‘qoladi, tana yiqila boshlaydi, yuza bilan zarblanadi.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Orqaga va yonga urilganda aks zarb sohasida miya shikasti kuchli; yuz bilan yiqilganda aks zarb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 va poyafzal shikastsiz olinib, tezda huquqni muhofaza idoralariga topshirilishi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Balandlikdan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Olti bosqich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Ikkilamchi jarohat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Jiddiy ichki a’zolar shikasti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Yuzaga (o‘z bo‘yi)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 bosqich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Ikkilamchi jarohat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Lat yeyish, chayqalish xos 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Balandlikdan va yuzaga yiqilish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47, 47-48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jismlar: umumiy tavsif va kesuvchi jismlar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Chekkalar hosil qilgan yoyning radiusi 0,1 mm va undan kichik bo‘lsa, u o‘tkir dam yoki uch hisoblanadi. O‘tkir jism hamisha bevosita jarohat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jismdan farqli, bunda to‘qimalar ajralishi birlamchi, ezilish ikkilamchi. Jism kesuvchi, sanchuvchi, chopuvchi, arralovchi yoki aralash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Kiyimda jarohat izlari qoladi: uni avaylab echib, xona haroratida quritish, qog‘ozga o‘rab tergovchiga topshirish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Kesma yara urchuqsimon, chetlari tekis va shilinmagan, uchlari o‘tkir; oxirida “qaldirg‘och dumi” bo‘lishi mumkin. Uzunligi chuqurligidan katta.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48, 48-49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Sanchuvchi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shakli jism kesimiga bog‘liq: oval yoki dumaloq kesimda yara oval, yoriqsimon, chetlari tekis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Kesim 5 mm dan katta bo‘lsa, hoshiya yaqqol: tikka ta’sirda sirkulyar, qiya ta’sirda segmentar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o‘lcham chuqurlikdan kichik; jism tog‘ay va yassi suyakni teshishi, ichki qon ketish kuchli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936625"/>
                <a:gridCol w="177781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Chiqish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O‘lchami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 kesimidan biroz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Kirish teshigidan kattaroq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Shilinish hoshiyasi bo‘lishi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Hoshiya yo‘q yoki ozroq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Aniqlanishi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Yot modda bilan kuzatilmaydi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 va chiqish teshigi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49-50,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Sanchuvchi-kesuvchi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Tig‘da o‘tkir uch ham, o‘tkir dam ham bor: uch to‘qimaga kiradi, dam uni kesib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Tig‘ tikka ta’sir etsa yara kichikroq; ta’sir burchagi o‘tkir bo‘lsa, kattaroq o‘lchamli yara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kanali odatda tig‘ uzunligiga mos; yumshoq sohada kuchli bosimda tig‘dan uzunroq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310"/>
                <a:gridCol w="1745031"/>
                <a:gridCol w="148063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Tig‘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Yara shakli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Uchlari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tomonlama o‘tkir dam (xanjar)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Urchuqsimon, oval, chetlari 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Ikkala uchi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tomonlama o‘tkir dam (osh pichog‘i)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Uzunchoq ponasimon, P-simon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uchi o‘tkir, biri o‘tmas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O‘tmas tomoni qalin (&gt;2 mm), qirrali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P-simon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 uchida teri yoriqlari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Tig‘ turi va yara shakli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51,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Chopuvchi va arralovchi jismlardan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Chopuvchi jismlar (bolta, tesha, o‘roq, belkurak) o‘tkir dam va katta massaga ega; zarbda dam to‘qimani kesadi, yon tomonlari chetga suradi.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Chopma jarohatlar ko‘lamli, ko‘pincha bosh va qo‘lda; suyak va bosh miya ham shikastlanadi. Ko‘pincha baxtsiz hodisa, qotillikda juda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Tikka ta’sirda yara yoriqsimon, chetlari tekis; kalla gumbazida tikka ta’sir yoriqsimon, qiya ta’sir siniqli sinish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Arralovchi jismlar kam uchraydi: uy-ro‘zg‘or va yog‘och sanoatida baxtsiz hodisa; arra tishlari uchburchaksimon, yon tomonga yoyilgan.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53, 53-54, 54-55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Chopma yaralar: dam yo‘nalishiga qarab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Chopqi qismning o‘tkir dami tikka ta’sir qilganda yoriqsimon, oval, chetlari tekis yaralar hosil bo‘ladi; dam o‘tmasroq bo‘lsa, chetlari mayda tishli.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Chopqi tanaga qiya ta’sir qilsa, yoysimon yara hosil bo‘lib, o‘tkir burchak tomonida chetlarda shilinish, ezilish alomatlari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Chopqi to‘liq kirganda yara uchlari o‘tmas, qo‘shimcha yoriqlar bilan; chekka devorlarda ezilish, majaqlanish belgilari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Chopqi qisman kirsa, o‘tkir damga mos uch o‘tkir, chuqurroq kirgan qismga mos uch o‘tmas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Tikka ta’sir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Yoriqsimon, oval shakl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Chetlari tekis (dam o‘tmasroq: mayda tishli)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Qiya ta’sir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Yoysimon shakl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O‘tkir burchak tomonida shilinish, ezilish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Chopqi qismning kirishi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To‘liq: uchlari o‘tmas, devorlarda ezilish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Qisman: bir uchi o‘tkir, bir uchi o‘tmas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Chopma yara shakli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53,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Arralovchi jismlardan yaralar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Arralar uzunchoq varaqsimon, sirkulyar, simli va boshqa shakllarda bo‘lib, ko‘p o‘tkir uchburchaksimon tishli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Arra tishlari yon tomonlarga yoyilgan (yoymali), shu sababli arralama oralig‘i arra varag‘i qalinligidan kattaroq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Varaqsimon arra: yara chiziqsimon, chetlari mayda tishli, notekis; suyak arralama yuzasida parallel burtmalar, ariqchalar.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Sirkulyar arra: yara chetlari notekis, tishli; suyaklarning arralama yuzalari nisbatan tekis, yoysimon izli.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Varaqsimon arra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Yara chiziqsimon, chetlari mayda tishli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Uchlarida yuzaki kesma, tirnalma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Suyakda parallel burtma, ariqcha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Sirkulyar arra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Chetlari notekis, tishli, mayda laxtakli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yuzasi nisbatan tekis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Yoysimon izlar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Arra turi va yara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o‘tkir jismlar va yakun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ko‘krak sohasidagi pichoq jarohati bo‘shliqqa o‘tgan. Savol: bu sanchma yarami yoki sanchma-kesma yara?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sanchma ≠ sanchma-kesma. Sanchuvchi jism to‘qimani suradi, sanchuvchi-kesuvchi jism esa o‘tkir dami bilan kesib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Kirish yarasi va yara kanali farqlanadi. Kanal uzunligi odatda tig‘ uzunligiga mos, kuchli bosimda esa tig‘dan uzunroq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Xulosa: kiyimni avaylab yechish, xona haroratida quritish, qog‘ozli o‘ramga solib tergovchiga topshirish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52, 51, 53,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o‘tkir qon yo‘qotishda yurak chap qorinchasi endokardi ostida tasmasimon qon quyilishlar – Minakov dog‘lari – topiladi. Ular yurak ichidagi bosimning keskin tushishi va adashgan nervning kuchli ta’sirlanishidan paydo bo‘ladi. Qon yo‘qotish 50% dan ortiq (2,5 litr va undan ko‘p) bo‘lsa, bu dog‘lar faqat ayrim hollarda uchraydi.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Sunsov sinamasi (havo emboliyasini aniqlash): to‘sh suyagi ajratilgach, perikard bo‘shlig‘iga yurak sathini yopadigan miqdorda suv quyiladi. So‘ng o‘ng qorincha devori skalpel uchi bilan teshiladi. Suvdan havo pufakchalari chiqsa, natija musbat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yog‘ emboliyasida o‘lim shikastlanishdan darhol emas, 2-3 kundan keyin yuz beradi. Sababi, mayda yog‘ zarralari o‘pka qon tomirlarida to‘planib, bo‘shliqlarini sekin yopadi. Tashxis uchun muzlatilgan kesmalar Sudan III (olovrang qizil) yoki Sudan IV (qora) bilan bo‘yaladi.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xato qilish xavfi. Murdadagi pergament dog‘i shilinma emas. U o‘limdan keyin terining qurishidan hosil bo‘ladi: sariq-jigarrang, atrofdagi teri sathida yoki undan pastroq, qoplamasiz. Hayotiy jarohatga xos o‘zgarishlar unda topilmaydi.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qontalash rangi ko‘kimtir → yashil → sariq tartibida o‘zgaradi. Yashil tus taxminan 3-4 sutkada, sariq tus 6-8 sutkada paydo bo‘ladi. O‘zgarish chekka qismlardan boshlanadi. Ko‘z, lab shilliq qavati va bo‘yindagi qon quyilishlar bunday tuslanmaydi, oqarib yo‘qoladi.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Ma’ruza: Sud-tibbiy travmatologiya.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2. Sud-tibbiy travmatologiya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