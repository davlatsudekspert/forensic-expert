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Klinik va sud-tibbiy travmatologiyaning maqsadi nimasi bilan farq qiladi? 2) Nega jarohat vaqti va jismini aniqlash sud uchun muhim? Doskada: ikki ustunli solishtirish (klinik: diagnostika, davolash, profilaktika; sud-tibbiy: mexanizm, vaqt, jism, og‘irlik). Tipik xato: talabalar sud-tibbiy travmatologiyani faqat davolash bilan bog‘laydi.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Huquqiy va sud-tibbiy ta’rifning farqi nimada? 2) Qaysi belgi jarohatni kasallikdan ajratadi? Doskada: ikki ta’sir manbai (tashqi → jarohat; ichki → kasallik) sxemasini chizdiring. Tipik xato: talabalar har qanday sog‘liq buzilishini jarohat deb hisoblaydi; hal qiluvchi mezon — ta’sirning tashqi yoki ichki ekani.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ruhiy ta’sir sud psixiatriyasiga topshiriladi? 2) Jism, modda va holatga o‘zingiz misol keltiring. Doskada: to‘rt tarmoqli daraxt (fizik, kimyoviy, biologik, ruhiy) chizib, fizik omilni besh turga ajrating. Tipik xato: elektr tokini ‘jism’ deb atash; u holat yoki hodisaga kiradi.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Oddiy va murakkab jarohat qaysi mezon bilan farqlanadi? 2) Cheklangan va qo‘sh jarohat nimasi bilan farq qiladi? Doskada chizish: uch mezon (omil turi, soha, soni) ustunlari va unda uchta misolni joylashtiring. Tipik xato: ‘murakkab’ so‘zini ‘ko‘p jarohat’ bilan adashtirish; murakkablik omil turi sonidan, ko‘plik jarohat sonidan kelib chiqadi.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miya chayqalishi funksional guruhga kiradi? 2) Nega ekspertizada mexanik jarohatlar etakchi o‘rinda? Doskada chizish: ikki ustunli ro‘yxat — anatomik va funksional misollar. Tipik xato: bo‘linishni qat’iy deb tushunish; manbada ‘shartli ravishda, asosan’ deyilgan.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Avval talabalar javobini mustaqil bersin, so‘ng manba bilan solishtiring. Muhokama: 1) C holatda nega ‘murakkab’? (mexanik va termik omil) 2) B holatda nega ‘qo‘sh’? (bosh va qorin — ikki soha). Doskada chizish: har holat uchun uch katakli sxema (omil — soha — soni). Tipik xato: sinish va kuyishni bir omil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Qaysi travmatizm turi sizning hududingizda ko‘proq uchraydi deb o‘ylaysiz? 2) Spirtli ichimlik jarohat xavfini qanday oshiradi? Doskada chizish: travmatizm turlarining daraxt sxemasi (7 asosiy tur va ichki bo‘linishlar). Tipik xato: travmatizmni bitta jarohat (travma) bilan adashtirish — u shaxslar guruhidagi turdosh jarohatlar majmuidir.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Nega o‘limdan keyingi jarohatni hayotiydan ajratish ekspertiza uchun muhim? 2) Reanimatsiya paytida qanday jarohat paydo bo‘lishi mumkin? Doskada chizish: ikki ustun — «hayotiy jarohat» va «o‘limdan keyingi jarohat» (qasddan / tasodifan sabablari). Tipik xato: o‘limdan keyingi jarohat faqat qasddan etkaziladi deb o‘ylash — tasodifiy holatlar ham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Nega tromb va reaktiv shish hayotiylikka dalil bo‘ladi? 2) Eritrofagiya qaysi a’zoda aniqlanadi? Doskada chizish: umumiy va mahalliy belgilarni ikki ustunli jadval qilib ko‘chiring. Tipik xato: bitta belgiga tayanib xulosa qilish; belgilar jarohat turi va organizm xususiyatiga bog‘liq, shuning uchun ularni majmui bilan baholash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jarohatni avval makroskopik ko‘rish kerak? 2) Qaysi usul metall izlarini aniqlaydi? Doskada jadvalni chizdiring: usul → vazifa. Tipik xato: gistologik usulni faqat tashxis qo‘yish uchun deb o‘ylash; u hayotiylik va etkazilish muddatini aniqlaydi.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bitta belgi hayotiylikni isbotlash uchun yetarli emas? 2) Vrach tibbiy hujjatga jarohat haqida nimalarni yozishi kerak? Doskada ikki ustun chizdiring: umumiy va mahalliy belgilar. Tipik xato: o‘limdan keyingi jarohatni har doim hayotiy belgilardan farqlash oson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bir xil zarbda massa va tezlik jarohat ko‘lamini o‘zgartiradi? 2) Tosh va bolta qaysi guruhga kiradi? Doskada qurol–anjom–jism jadvalini chizdiring. Tipik xato (diqqat): anjom va qurolni aralashtirish; qurol faqat maxsus tayyorlangan mahsulotdir.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o‘lim vaqti sabablarni guruhlashda asosiy mezon? 2) Ikkilamchi sabablarga yana qanday misollar keltirish mumkin? Doskaga chizing: ikki ustunli jadval (birlamchi/ikkilamchi) va har biriga 2 ta misol yozing. Tipik xato: shok yoki emboliyani faqat birlamchi sabab deb o‘ylash; ular ikkilamchi sabablar qatorida ham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Nega oz qon (500 ml gacha) ketganda ham o‘lim tez sodir bo‘ladi? 2) Murdada taloqning holati ikki holatni qanday farqlaydi? Doskaga chizing: jadvalni ko‘chirib, ikki ustunni to‘ldirtiring. Tipik xato: Minakov dog‘lari har qanday qon yo‘qotishda majburiy topiladi deb o‘ylash; ko‘p qon yo‘qotishda ular faqat ayrim hollarda uchraydi. Diqqat: o‘tkir ≠ ko‘p qon yo‘qotish.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Shokda qaysi tizimlar buziladi va nega bu qon yo‘qotishdan farq qiladi? 2) Qaysi shikastlanishlarda qisilish xavfi bor? Doskaga chizing: a’zo — qisilish sababi (miya – gematoma, yurak – gemoperikard, o‘pka – pnevmo-/gemotoraks) juftliklarini yozing. Tipik xato: shokni faqat qon yo‘qotish natijasi deb tushunish; manbada shok markaziy nerv, yurak-qon tomir va endokrin tizimlarining buzilishi deb ta’riflanadi.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havo miqdori va kirish tezligi muhim? 2) Nega yog‘ emboliyasida o‘lim darhol emas? Doskada Sunsov sinamasi zanjirini bosqichma-bosqich chizdiring. Tipik xato: havo va yog‘ emboliyasini aralashtirish. Havoda sinama (suv, pufaklar), yog‘da Sudan bo‘yash qo‘llanadi.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Yog‘ emboliyasida o‘pka va miyada qanday o‘zgarishlar rivojlanadi? 2) Havo emboliyasiga shubha bo‘lsa, ichki tekshiruv nimadan boshlanadi? Doskada ikki emboliyani solishtiruvchi jadval chizdiring. Tipik xato: o‘limning kechikishini ikkilamchi sabab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bir jism ayni paytda cheklangan ham, cheklanmagan ham bo‘lishi mumkin? 2) Inersion travmada nega bilvosita jarohatlar uchraydi? Doskada jism va shikast sohasining o‘lchamlarini solishtiruvchi ikki sxema chizdiring. Tipik xato: cheklangan yuzani jismning mutlaq xususiyati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Siqilish va cho‘zilishda kuch yo‘nalishi qanday farq qiladi? 2) Nima uchun bir jarohatda bir necha mexanizm uchrashi mumkin? Doskada: to‘rt mexanizmning kuch o‘qlarini strelkalar bilan chizdiring, buralish va chayqalishni qo‘shing. Tipik xato: siqilishni (kuchlar markazga) cho‘zilish (kuchlar markazdan) bilan almashtirish. Diqqat: siqilish ≠ cho‘zilish. Tezkor savol: faqat bevosita jarohat beradigan mexanizm qaysi?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bosqich muddatlari ekspertizada faqat taxminiy ko‘rsatkich? 2) Qoplama qaysi bosqichda sog‘lom teri sathidan ko‘tariladi? Doskada: to‘rt bosqichli zanjirni chizib, har bosqichda yuza holatini (nam, qoplama, ko‘tarilgan, pushti iz) yozdiring. Tipik xato: muddatlarni qat’iy deb olish. Diqqat: shilinma ≠ pergament dog‘i (o‘limdan keyingi quruq dog‘; qoplama hosil bo‘lmaydi). Tezkor savol: yangi shilinma yuzasi sog‘lom teri sathidan yuqorimi yoki pastmi?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Rang o‘zgarishi qaysi qismlardan boshlanadi va nimaga markaz, chekka turli rangda bo‘lishi mumkin? 2) Bilvosita qontalashda nega shakldan jismni aniqlab bo‘lmaydi? Doskada: rang ketma-ketligini (ko‘kimtir → yashil → sariq) va uni keltirib chiqargan pigmentlarni chizdiring. Tipik xato: muddatlarni aniq deb hisoblash — ular taxminiy va jism hamda soha xususiyatlariga bog‘liq. Rang o‘zgarishi chekka qismlardan boshlanadi. Diqqat: qontalash murda dog‘laridan farqlanishi kerak. Tezkor savol: sariq tusni qaysi pigmentlar beradi?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o‘tmas jism yarasida devorlar orasida ‘ko‘prikchalar’ qoladi? 2) Yara va yorilishni farqlash ekspertizada nimaga kerak? Doskada chizing: ikki ustunli jadval (yara/yorilish) va yara uchlari, chetlari, devori, tubi sxemasi. Tipik xato: yorilishni yara deb baholash, chetlari tekis bo‘lgani uchun kesma yara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Muvaqqat deformatsiyada nega anatomik o‘zgarish qolmaydi? 2) Tirik shaxs ekspertizasida sinish nega hal qiluvchi? Doskada chizing: sinish chizig‘i yo‘nalishlari (ko‘ndalang, bo‘ylama, diagonal, spiral). Tipik xato: to‘liqsiz sinishni (darz ketish, chala sinish) to‘liq sinish bilan chalkashtirish.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sinish avval cho‘zilish tomonida boshlanadi? 2) Sinish yuzalarini yaqinlashtirib ko‘rish nimani ko‘rsatadi? Doskada chizing: egilgan suyak sxemasi, qaysi tomonda cho‘zilish, qaysi tomonda siqilish va ikki tomonning sinish chizig‘i. Tipik xato: cho‘zilish va siqilish tomonlarini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yurak massajida qobirg‘a bilvosita sinadi? 2) Siqilish va cho‘zilish tomonini sinish chetlariga qarab qanday ajratamiz? Doskada chizish: qobirg‘a kesimi, tashqi va ichki plastinkada siqilish va cho‘zilish tomonlarini bevosita va bilvosita sinish uchun alohida ko‘rsating. Tipik xato: bevosita va bilvosita sinishni chalkashtirish, chiqishda tashqi jarohat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Ekspert qaysi belgilarga tayanib xulosa beradi? 2) Pergament dog‘ini shilinmadan qaysi alomat bilan ajratamiz? Doskada chizish: ikki ustunli taqqoslash (shilinma va pergament dog‘i) belgilarini yozdiring. Tipik xato: murda dog‘ini qontalash deb yoki pergament dog‘ini hayotiy shilinma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Passiv va aktiv yiqilish farqi nimada? 2) Nega I-IV bosqichlarda odatda xos jarohat bo‘lmaydi? Doskada chizish: olti bosqichli zanjirni chizib, V va VI bosqichlarni ajrating. Tipik xato: jarohatlarning asosiy qismini parvoz bosqichiga bog‘lash, ikkilamchi jarohatni birlamchi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ichki shikast tashqi jarohatdan jiddiyroq bo‘ladi? 2) Birlamchi va ikkilamchi jarohat farqi nimada? Doskada: tana va yuza kontaktini chizib, bevosita (tushgan joy) va bilvosita (boshqa soha) jarohat joylarini belgilang. Tipik xato: bilvosita jarohatni ikkilamchi jarohat bilan aralashtirish (bilvosita – boshqa sohada, ikkilamchi – ikkinchi zarbdan). Diqqat: oyoq panjasi bilan tushganda ichki a’zolar shikasti bosh bilan yiqilganga qaraganda jiddiyroq.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Orqaga yiqilganda miya nega zarb joyiga qarama-qarshi sohada ko‘proq shikastlanadi? 2) Kiyim va poyafzal nima uchun muhim dalil? Doskada: bosh urilgan nuqta va qarama-qarshi aks zarb sohasini chizing. Tipik xato: yuz bilan yiqilganda ham aks zarb bo‘ladi deb o‘ylash. Diqqat: balandlikdan yiqilishda ikkilamchi jarohat bo‘ladi, yuzaga yiqilishda bo‘lmaydi.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O‘tkir va o‘tmas jism ta’siri mexanizmida asosiy farq nima? 2) Kesma yara nega odatda tana bo‘shlig‘iga o‘tmaydi? Doskada: kesma yaraning shaklini (urchuqsimon, o‘tkir uchlari, “qaldirg‘och dumi”) chizing. Tipik xato: kesma yara chetlarida shilinish bo‘ladi deb o‘ylash (bo‘lmaydi). Diqqat: kesuvchi jism – dam bilan, sanchuvchi jism – uch bilan ta’sir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yara kanali chuqurligi tashqi o‘lchamdan katta bo‘lishi mumkin? 2) Kirish va chiqish teshigini qanday farqlaymiz? Doskada: jism kesimi (oval, uchburchak, T, U shakli) va unga mos yara shaklini chizing. Diqqat, xato qilish xavfi: chiqish teshigi kirishdan KATTAROQ, kirish teshigi esa kesimdan biroz kichik. Tipik xato: chiqish teshigida ham shilinish hoshiyasi bor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Xanjar va osh pichog‘i yarasini qanday farqlaymiz? 2) Pichoq tanadan olinganda yarada qo‘shimcha kesmalar nega paydo bo‘ladi? Doskada: bir tomonlama o‘tkir tig‘ ko‘ndalang kesimi va P-simon yarani chizing. Tezkor savol: sanchma-kesma yara chetlarida shilinish xosmi? Javob: xos emas (faqat qiya ta’sirda o‘tkir burchak tomonida biroz). Tipik xato: sanchma va sanchma-kesma yarani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Chopqi to‘liq kirganda yara uchlari nega o‘tmas bo‘ladi? 2) Arralovchi jismlar jarohati nega kam uchraydi, qaysi holatlarda uchraydi? Doskada: bolta chopqisining qisman va to‘liq kirishida yara shaklini chizing. Tezkor savol: chopma jarohat ko‘proq qanday vaziyatda yetkaziladi? Tipik xato: chopma jarohatni qotillikda ko‘p uchraydi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Pichoq tig‘ining o‘tkir dami bor-yo‘qligi yarada qanday ko‘rinadi? 2) Nega kiyimni tergovchiga topshirish muhim? Doskada chizish: sanchma-kesma yaraning ikki uchi (bir uchi o‘tkir, ikkinchisi o‘tmas “P” simon) va yara kanali sxemasi. Tipik xato: sanchma va sanchma-kesma yarani aralashtirish, kanal uzunligini har doim tig‘ uzunligiga teng deb hisoblash. Yakunda nazorat savollari: o‘tkir jism turlari, sanchma-kesma yara belgilari, kiyimni saqlash tartibi.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№2. Ma’ruza: Sud-tibbiy travmatologiya.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sud-tibbiy travmatologiya nima o‘rganadi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Travmatologiya (grekcha: trauma — shikast, logos — ta’limot) shikastlanishlar haqidagi fan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Klinik tibbiyotda u asosan jarohatlarni aniqlash (diagnostika), davolash va oldini olish (profilaktika) bilan shug‘ullanadi.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travmatologiya shikastlanish mexanizmi va vaqtini hamda jarohat yetkazgan jismni aniqlaydi.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Jarohatni sud-tibbiy baholash va boshqa o‘ziga xos masalalarni hal etish ham asosiy o‘rinda turadi.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 jarohati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 huquqida tan jarohati — qasddan yoki ehtiyotsizlik oqibatidagi g‘ayriqonuniy harakat tufayli sog‘liqqa yetkazilgan ziyon.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tibbiyotida tashqi ta’sir natijasida a’zo va to‘qimalarning anatomik butunligi yoki fiziologik funksiyasi buzilishi tan jarohati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Bunday buzilish sog‘liqning buzilishiga yoki o‘limga olib kelishi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Jarohat ≠ kasallik. Xuddi shu holat ichki ta’sir tufayli vujudga kelsa, u kasallik deb tushuniladi.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Shikastlovchi omillar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Ruhiy ta’sir oqibatini odatda sud psixiatriyasi o‘rganadi va sud-psixiatrik ekspertiza tayinlanadi.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Shikastlovchi omil jism, modda yoki holat (hodisa) ko‘rinishida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Ba’zan bir necha tashqi omilning birgalikdagi ta’siri ham kuzatiladi.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Omil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Ta’sir 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Fizik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mexanik, termik, barometrik, elektr, nur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Kimyoviy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zaharlar, kimikatlar, dori-darmonlar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Biologik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toksinlar, kasallik chaqiruvchi mikroblar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Ruhiy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kuchli hayajon, qo‘rquv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Shikastlovchi omillar (2.1-jadval asosida)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Jarohatlar tasnifi: oddiy, murakkab, qo‘sh, ko‘p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Bitta omil ta’sirida paydo bo‘lsa — oddiy jarohat; ikki va undan ortiq tur ta’sirida bo‘lsa — murakkab jarohat.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soha yoki bir segment — cheklangan; ikki va undan ortiq soha yoki segment — qo‘sh jarohat.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Soniga qarab yakka va ko‘p jarohat farqlanadi. Diagnozda avval shu mezonlar aniqlanishi kerak.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7002"/>
                <a:gridCol w="204097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Tasnif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Ko‘krakda sanchma yara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Oddiy cheklangan yakka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Miya chayqalishi + qorin qontalashi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Oddiy qo‘sh ko‘p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Qobirg‘a sinishi + termik kuyish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Murakkab qo‘sh ko‘p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Tasnif misollari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Anatomik va funksional shikastlanishlar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Anatomik tuzilish va funksiya o‘zaro bog‘liq. Ayrim jarohatda morfologik o‘zgarish yaqqol, boshqasida funksiya buzilishi birinchi o‘ringa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Asosan anatomik guruh: shilinma, qontalash, yara, sinish, chiqish, majaqlanish va ichki a’zolarning yorilishi.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Asosan funksional guruh: refleksogen sohaga zarbdan shok, miya va ichki a’zolar chayqalishi, aspiratsion asfiksiya.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bo‘linish shartli (‘asosan’). Mexanik jarohatlar ekspertizada etakchi; o‘lim sabablarida yurak-qon tomir va onkologik kasalliklardan keyin turadi.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jarohatni tasniflash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 holat: ko‘krak qafasida sanchma yara. B holat: bosh miya chayqalishi va qorin sohasida qontalashlar.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 holat: qobirg‘alar sinishi va qo‘shilib termik kuyish. Har bir holatni tasnif mezonlari bo‘yicha aniqlang.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omil turi, soha va soni qanday? Manbada: A — oddiy cheklangan yakka; B — oddiy qo‘sh ko‘p; C — murakkab qo‘sh ko‘p.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Travmatizm va uning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xil mehnat va turmush sharoitidagi shaxslarda kuzatiladigan turdosh jarohatlar majmui — travmatizm.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Jarohatlar ko‘pincha qoidaga rioya qilmaslikdan, spirtli ichimlik va narkotik iste’molidan yuz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materiallari omillarni o‘rganib, oldini olish bo‘yicha aniq tavsiyalar berishga imkon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Bo‘linishi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Ishlab chiqarish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sanoat, qishloq xo‘jaligi, qurilish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Transport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avto, moto, velosiped, temir yo‘l, havo, suv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Harbiy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urush va tinchlik davri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Boshqalar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ko‘cha, sport, maktab, maishiy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Travmatizm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27,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Jarohatlarning hayotiyligini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amaliyotda jarohatlarning hayotiyligini aniqlash o‘ta muhim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O‘limdan keyin jarohat qasddan etkazilishi mumkin: murdani qismlarga ajratish yoki o‘lim sababiga oid asl holatni o‘zgartirish.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Tasodifan ham etkazilishi mumkin: reanimatsiya, murdani tekshirish, transportirovka paytida, hayvon, qush, baliqlar tomonidan.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Hayotiylik butun organizm yoki a’zoning shikastlanishga reaksiya belgilari bilan aniqlanadi; asosan qon aylanish o‘zgarishlari muhim.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Hayotiylikning umumiy va mahalliy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belgilar butun organizm reaksiyasini, mahalliy belgilar jarohat sohasi o‘zgarishini ko‘rsatadi.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Belgilar aniqligi jarohatning turi, soni, ko‘lamiga hamda organizm va soha xususiyatlariga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filogenetik yoshi katta ayrim to‘qimalarda o‘limdan keyingi jarohat hayotiyga o‘xshab ko‘rinishi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044"/>
                <a:gridCol w="233293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Umumiy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Mahalliy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Tashqi va ichki qon ketishi, kamqonlik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Jarohat sohasiga qon quyilishi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Nafas yo‘llarida qon aspiratsiyasi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tomirlarda tromb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Mioglobin, eritrofagiya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Reaktiv shish, yallig‘lanish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Emboliya (havo, yog‘, to‘qima)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Nekroz, mushaklar qisqarishi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Umumiy va mahalliy belgilar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28, 28-29,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Jarohatlarni tekshirish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Jarohat avvalo makroskopik ko‘riladi: turi, joyi, shakli, rangi, yara uchlari, chetlari, tubi va devori.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Stereomikroskopiya fazoviy o‘rganish uchun, trasologik usul esa shikastlovchi jismni aniqlash uchun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Kerak bo‘lsa sud-biologik, sud-kimyoviy va gistokimyoviy laboratoriya usullari ham ishlatiladi.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300578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O‘lchov tekshiruvi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Jarohat o‘lchami va tana sohasidan masofasi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Rentgenografiya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Yot jism va suyak shikastlanishi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Rangli bosma, spektral analiz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Metall zarralari va izlari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Gistologik tekshiruv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Hayotiylik va etkazilish muddati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Usullar va vazifalari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va voqea tahlili: hayotiylik, tibbiy hujjat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Tezkor savol: hayotiylikni qaysi belgilar tasdiqlaydi? Umumiy: qon ketishi, aspiratsiya, emboliya. Mahalliy: qon quyilishi, tromb, reaktiv shish.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Voqea: murdada jarohat topildi. Ekspert qon quyilishi, shish, yallig‘lanish, nekroz va tromb bor-yo‘qligini tekshiradi; ular hayotiy jarohatni ko‘rsatadi.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xato qilish xavfi! Belgilar aniqligi jarohat turi, soni, ko‘lamiga bog‘liq; ayrim filogenetik katta yoshli to‘qimalarda o‘limdan keyingi jarohat hayotiyga o‘xshashi mumkin.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Klinitsist vrach hujjatida tavsif to‘liq bo‘lmasa yoki faqat diagnoz yozilsa, ekspertiza vazifalarini bajarish jiddiy qiyinlashadi.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28,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jarohatlar va jarohat etkazuvchi vositalar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jarohat uchun harakat shart; ko‘lami jism yoki tana massasi va tezligiga to‘g‘ri proporsional.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jarohatlar o‘tmas, o‘tkir jismlar va o‘q otar qurollardan etkazilgan turlarga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Ko‘lamga jism massasi, qattiqligi, tezligi, soha xususiyatlari, yosh va kasalliklar ham ta’sir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Vosita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Ta’rifi va 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Qurol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Hujum yoki mudofaa uchun maxsus: pistolet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Anjom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Ro‘zg‘or, ishlab chiqarishda: bolta, arra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Jism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Aniq maqsadsiz narsa: tosh, tayoq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Qurol, anjom, jism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29-30,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jarohatdan o‘lim sabablari: umumiy sxema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Birlamchi sabablarda o‘lim jarohatdan so‘ng qisqa vaqtda, ikkilamchida esa birmuncha muddatdan keyin yuz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Birlamchi: hayot bilan nomutanosib jarohat (masalan, boshning ajralishi) va hayot uchun muhim a’zolar shikasti.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Ikkilamchi: infeksion asoratlar, travmatik toksikoz, ikkilamchi qon yo‘qotish, shok, emboliya.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Xususiyat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Birlamchi: vaqt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Jarohat zahoti yoki qisqa vaqtda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Birlamchi: misol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Boshning ajralishi, yurak lat eyishi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Ikkilamchi: vaqt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Birmuncha muddatdan so‘ng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Ikkilamchi: misol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Sepsis, gaz gangrenasi, qoqshol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Birlamchi va ikkilamchi sabablar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30,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yo‘qotish: o‘tkir va ko‘p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Yirik arteriya shikastida 500 ml gacha qon ketsa ham, o‘lim minutlar ichida qorinchalar fibrillyatsiyasidan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Minakov dog‘lari — chap qorincha endokardi ostidagi tasmasimon qon quyilishlar; o‘tkir qon yo‘qotishga xos.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Qonning 50% dan ortig‘i (2,5 l va ko‘p) yo‘qotilsa, o‘lim sekinroq, bir necha soat davomida yuz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2121636"/>
                <a:gridCol w="194713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O‘tkir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Ko‘p (&gt;50%)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Tezlik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Dastlabki minutlar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 necha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Ichki a’zolar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miya, yurak kamqon; taloq to‘q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Umumiy kamqonlik, taloq qisqargan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Murda dog‘lari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Odatdagidek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Kech va kam paydo bo‘ladi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Minakov dog‘lari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Xos belgi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ayrim hollarda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O‘tkir va ko‘p qon yo‘qotish solishtirilishi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Travmatik shok va a’zolarning qisilishi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Travmatik shok — organizmning shikastlanishga markaziy nerv, yurak-qon tomir va endokrin tizimlari faoliyatining jiddiy buzilishi bilan javob reaksiyasi.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Shokda periferik qon aylanishi yetishmaydi: aylanayotgan qon miqdori bilan qon tomir tizimi hajmi o‘rtasida nomutanosiblik paydo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Og‘ir III-IV darajali shok odatda o‘limga olib keladi; venoz to‘laqonlik, jigar va taloq kapillyarlarida qonning depolanishi, mikrotsirkulyatsiya buzilishi aniqlanishi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 va orqa miya, yurak, o‘pka qon va havo bilan qisiladi: kalla ichi gematomalarida, gemoperikard, pnevmo- va gemotoraksda.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Emboliya: havo va yog‘; qon aspiratsiyasi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Havo: 5-7 kub sm erib ketadi; 10 kub sm va undan ko‘pi venaga tez kirsa, o‘lim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Yog‘ emboliyasi uzun suyaklar sinishida; o‘lim 2-3 kunda, Sudan III/IV bo‘yash bilan tasdiqlanadi.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Halqum jarohati, kalla asosi va burun suyaklari sinishida qon aspiratsiyasi asfiksiyaga olib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To‘sh suyagi ajratiladi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Perikardga suv quyiladi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O‘ng qorincha teshiladi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Suvdan havo pufaklari chiqadi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Musbat natija: havo emboliyasi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Sunsov sinamasi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31,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va tezkor savol: mexanik o‘lim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uzun naysimon suyak sinishidan 2-3 kun o‘tgach jabrlanuvchi vafot etdi. Tezkor savol: o‘lim sababi nima?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yog‘ emboliyasi. Mayda yog‘ zarralari o‘pka tomirlarida to‘planib, bo‘shliqlarini asta yopadi, shuning uchun o‘lim kechikadi.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Tasdiq: o‘pka va bosh miyaning muzlatilgan kesmalari Sudan III (olovrang qizil) yoki Sudan IV (qora) bilan bo‘yaladi.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havo emboliyasi ≠ yog‘ emboliyasi. Havoda Sunsov sinamasi qo‘llanadi, yog‘da Sudan bo‘yash va 2-3 kunlik kechikish xos.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32, 31-32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jismlar: turlari va ta’sir yuzasi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Qattiq (tosh, tayoq), yumshoq (sharf, sochiq) va elastik (rezina to‘p) o‘tmas jismlar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Bevosita jarohat ta’sir joyida, bilvosita jarohat esa ta’sir joyidan boshqa sohada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Cheklangan va cheklanmagan yuza nisbiy: jism yuzasi shikast sohasi bilan solishtirib baholanadi.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1764263"/>
                <a:gridCol w="1832072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Shart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Cheklangan yuza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Jism yuzasi soha yuzasidan kichik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Cheklangan yuza deb baholanadi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Cheklanmagan yuza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Jism yuzasi shikast sohasidan katta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Keng yuza deb baholanadi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Impression travma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Jism massasi soha massasidan kichik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Shikast faqat ta’sir sohasi bilan cheklanadi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Inersion travma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Ta’sir kuchi soha massasidan ancha katta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Bilvosita jarohat, chayqalish, aks zarb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Yuza va travma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33, 33-34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jismlarning ta’sir mexanizmlari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Buralishda ikki aylana kuch qarama-qarshi yo‘nalishda ta’sir etadi; suyakda spiralsimon sinish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Chayqalishda kuchsiz ta’sir miya chayqalishini, kuchli ta’sir ichki a’zo va boylam jarohatini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hollarda jarohat ikki va undan ortiq mexanizm orqali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2021279"/>
                <a:gridCol w="1693165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Mexanizm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Kuch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Xos jarohat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 tomonga, qisqa muddatli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Shilinma, qontalash, lat yara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Siqilish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Markazga intiluvchi, uzoq ta’sir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Ichki a’zo, suyak jarohati og‘irroq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Cho‘zilish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Markazdan qochuvchi ikki+ kuch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Yirtma yara, yorilish, ajralish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Ishqalanish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Jism tanaga burchak ostida harakatlanadi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bevosita; asosan shilinma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Asosiy mexanizmlar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35-36,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Shilinma va uning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Faqat epidermis shikastlansa — yuzaki, so‘rg‘ichsimon qavatga o‘tsa — chuqur shilinma.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Chiziqsimon shilinma — timalma. Ta’sir burchagi o‘tkir bo‘lsa, shakl yoysimon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Muddatlar shartli; yosh, teri va chuqurlikka bog‘liq (qoplama 4-6 soatda, iz 30+ kun).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Yangi: 12 soatgacha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Qoplama: 2-3 sutkagacha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Epitelizatsiya: 7-9 sutka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Iz: 10-15 sutkada yo‘qoladi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Taykov bo‘yicha 4 bosqich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36,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Qontalash va rang o‘zgarishi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Qontalash — qon tomir yorilib, yumshoq to‘qimaga qon quyilishi; bo‘shliqda qon yig‘ilsa — gematoma.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Cheklangan yuzali jismdan qontalash shakli jismga o‘xshaydi; cheklanmaganda dumaloq, oval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Bilvosita qontalash kechroq paydo bo‘ladi, rangi ham kechikadi; shakli jism yuzasiga bog‘liq emas.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6137910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2400300"/>
                <a:gridCol w="240030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Sababi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Dastlabki kunlar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Qizg‘ish-ko‘kimtir yoki ko‘kimtir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Oksigemoglobin qaytarilishi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3-4 sutka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Yashil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Verdogemoxromogen, biliverdin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6-8 sutka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Bilirubin, gemosiderin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Ko‘z, lab, bo‘yin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Tuslanmaydi, sekin oqaradi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Dastlabki rang saqlanib so‘nadi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 dinamikasi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37,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jismdan yaralar va yorilishlar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Lat yara – zarb va siqilishdan; majaqlangan – kuchliroq zarb va siqilishdan; yirtma – zarb va cho‘zilishdan.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Laxtaksimon yara – o‘tkir burchak ostida zarb va cho‘zilishdan. Yara shakli yuza shakliga mos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yara ≠ yorilish! Yorilish – doim bilvosita jarohat, suyak bo‘rtig‘i yaqinida cho‘zilishdan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2377136"/>
                <a:gridCol w="169163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Yara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Yorilish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Uchlari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Odatda o‘tmas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Ko‘pincha o‘tkir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Chetlari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Notekis, shilingan, qon quyilgan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Tekis, shilinishsiz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Chekka devori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Notekis, to‘qima ko‘prikchalari bor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Tikka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Tubi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Notekis sathli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Yassi, bir sathda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Yara va yorilish farqi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39, 39-40,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Suyak sinishlari: turlari va deformatsiya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Muvaqqat deformatsiyada ta’sir tugagach suyak shaklini tiklaydi; doimiy deformatsiyada sinish yuz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To‘liq sinishda siniq bo‘laklar bir necha yo‘nalishda siljiydi; to‘liqsizda faqat bir yo‘nalishda harakat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Tirikda og‘irlik darajasini belgilaydi; o‘limda uzoq vaqt mexanizm va qurolni aniqlashga yordam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1777799"/>
                <a:gridCol w="1818536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Mezon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Turlari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Izoh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Deformatsiya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Muvaqqat; doimiy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Doimiyda anatomik o‘zgarish – sinish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Uzilish darajasi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To‘liq; to‘liqsiz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To‘liqsizda bir yo‘nalishda harakat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Teri holati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Ochiq; yopiq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Ochiqda suyak tashqi muhit bilan bog‘liq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Sinish chizig‘i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Ko‘ndalang, bo‘ylama, diagonal, spiral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Shakli: chiziqli, siniqli, botiq va b.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Sinishlar tasnifi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Egilishda cho‘zilish va siqilish tomoni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Egilishda suyakka burchak ostida ikki kuch ta’sir etadi; ta’sir tomonida siqilish, qarshi tomonda cho‘zilish.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Suyak cho‘zilishga chidamsizroq: sinish avval cho‘zilish tomonida, keyin siqilish tomonida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Egilish – doimiy deformatsiyaning eng ko‘p uchraydigan turi; kuch tomoni belgilar farqidan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986380"/>
                <a:gridCol w="1964284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Cho‘zilish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Siqilish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Sinish chizig‘i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Bitta to‘g‘ri, asosan ko‘ndalang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Bitta-ikkita, zigzagsimon, qiyshiq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Sinish yuzasi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Suyakka perpendikulyar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Suyakka burchak ostida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Chetlari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Tekis yoki mayda tishli, edirilishsiz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Notekis, yirik tishli, edirilgan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Siniq bo‘laklar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Bo‘lak yo‘q; zich mos keladi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Bo‘laklar bo‘lishi mumkin; mos tushmaydi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Kuch tomonini aniqlash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Qobirg‘a sinishi, chiqishlar, reanimatsion sinish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Siqilishda suyakka ikki kuch bir-biriga qarab ta’sir etadi; buralishda spiralsimon sinish hosil bo‘ladi. Cho‘zilish juda kam uchraydi.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Yurak bilvosita massajida to‘sh suyagi bevosita, qobirg‘alar bilvosita sinadi. Bu artifitsial sinishni zarbdan hosil bo‘lgan sinishdan farqlash kerak.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Bevosita sinishda tashqi plastinkada siqilish, ichki plastinkada cho‘zilish belgisi bo‘ladi. Bilvosita sinishda teskarisi, odatda tashqi jarohat yo‘q.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Chiqish hamisha bilvosita jarohat: bo‘g‘im yuzalari turg‘un siljiydi, tashqi jarohat xos emas. Sinishlar rentgenografiya va kompyuter tomografiyasi (KT) bilan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42-43,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o‘tmas jarohatlar majmui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reanimatsiya o‘tkazilgan shaxs murdasida qobirg‘alar singan. Savol: bu zarbdan sinishmi yoki yurak massajidanmi?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Yechim yo‘li: sinish sohasida tashqi va ichki plastinkadagi siqilish va cho‘zilish belgilariga hamda tashqi jarohat bor-yo‘qligiga qaraladi.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shilinma ≠ pergament dog‘i. Pergament dog‘i sariq-jigarrang, qoplama hosil qilmaydi, hayotiy jarohatga xos o‘zgarishlar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qontalash ≠ murda dog‘i. Murda dog‘lari joylashadigan sohalarda qontalash bor-yo‘qligini hal etish qiyinroq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43, 37,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Yiqilish jarohatlari: turlari va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tibbiyotida balandlikdan yiqilish va yuzaga (o‘z bo‘yi balandligidan) yiqilish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Balandlikdan: bevosita, bosqichli, erkin bo‘lmagan; passiv (tasodifan) va aktiv (itarish, sakrash).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jarohatlarning aksariyati V bosqichda, tana yuzaga zarblanganda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I: muvozanat yo‘qoladi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II: og‘irlik markazi atrofida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III–IV: ajralish va parvoz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V: yuzaga zarblanish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VI: inersiya, ikkilamchi zarb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Balandlikdan yiqilish bosqichlari (Pigolkin)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43-44,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Balandlikdan yiqilish: tushish holati va 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Bevosita jarohat yuzaga tushgan qismda, bilvosita jarohat boshqa sohalarda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Ikkilamchi jarohat tana harakati yo‘nalgan tomonda bo‘ladi; tana bilan tushishda u xos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Xos belgi: tashqi jarohat asosan bir tomonda, ichki shikast esa kengroq va jiddiyroq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090"/>
                <a:gridCol w="2089742"/>
                <a:gridCol w="2097142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Bevosita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Bilvosita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 bilan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Kalla ko‘p siniqli sinishi, miya zarari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Bo‘yin umurtqalari, qobirg‘alar sinishi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Oyoq panjasi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Tovon, tupiq sinishi, lat yaralar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Son bo‘yinchasi, tos, umurtqa sinishi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Tizza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Tizza old qismida shilinma, suyak sinishi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Son, tos, qorin, ko‘krak, kalla asosi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Dumba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Tos suyaklari va a’zolari shikasti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Oyoq panjasi bilan tushganga o‘xshash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Tushish holati bo‘yicha jarohatlar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44, 45-46,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Yuzaga yiqilish va balandlikdan yiqilish solishtirmasi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Yuzaga yiqilishda 3 bosqich bor: muvozanat yo‘qoladi, tana yiqila boshlaydi, yuza bilan zarblanadi.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Orqaga va yonga urilganda aks zarb sohasida miya shikasti kuchli; yuz bilan yiqilganda aks zarb yo‘q.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Kiyim va poyafzal shikastsiz olinib, tezda huquqni muhofaza idoralariga topshirilishi kerak.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420"/>
                <a:gridCol w="1784524"/>
                <a:gridCol w="204803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Balandlikdan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Yuzaga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Bosqichlar soni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Olti bosqich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Uch bosqich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Ikkilamchi jarohat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Bo‘lishi mumkin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Bo‘lmaydi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Ichki a’zolar shikasti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Jiddiy, ichki jarohat ustun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Lat yeyish, chayqalish xos emas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 turdagi yiqilish farqi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47, 47-48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O‘tkir jismlar: umumiy tavsif va kesuvchi jismlar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Chekkalar hosil qilgan yoyning radiusi 0,1 mm va undan kichik bo‘lsa, u o‘tkir dam yoki uch hisoblanadi. O‘tkir jism hamisha bevosita jarohat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O‘tmas jismdan farqli, bunda to‘qimalar ajralishi birlamchi, ezilish ikkilamchi bo‘ladi. Jism kesuvchi, sanchuvchi, chopuvchi, arralovchi yoki aralash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Kiyimda jarohat izlari qoladi: uni avaylab echib, xona haroratida quritish, qog‘ozga o‘rab tergovchiga topshirish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Kesma yara urchuqsimon, chetlari tekis va shilinmagan, uchlari o‘tkir; oxirida “qaldirg‘och dumi” bo‘lishi mumkin. Uzunligi chuqurligidan katta.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48, 48-49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Sanchuvchi jismlardan 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Yara shakli jism kesimiga bog‘liq: oval yoki dumaloq kesimda yara oval, yoriqsimon, chetlari tekis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Kesim 5 mm dan katta bo‘lsa, hoshiya yaqqol: tikka ta’sirda sirkulyar, qiya ta’sirda segmentar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Tashqi o‘lcham chuqurlikdan kichik; jism tog‘ay va yassi suyakni teshishi, ichki qon ketish kuchli bo‘lishi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1936625"/>
                <a:gridCol w="1777819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Kirish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Chiqish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O‘lchami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Jism kesimidan biroz kichik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Kirish teshigidan kattaroq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Chetlari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Shilinish hoshiyasi bo‘lishi mumkin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Hoshiya yo‘q yoki ozroq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Ifloslanish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Aniqlanishi mumkin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Yot modda bilan kuzatilmaydi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 va chiqish teshigi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49-50,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Sanchuvchi-kesuvchi jismlardan 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Tig‘da o‘tkir uch ham, o‘tkir dam ham bor: uch to‘qimaga kiradi, dam uni kesib ajratadi.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Tig‘ tikka ta’sir etsa yara kichikroq; ta’sir burchagi o‘tkir bo‘lsa, kattaroq o‘lchamli yara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Yara kanali odatda tig‘ uzunligiga mos; yumshoq sohada kuchli bosimda tig‘dan uzunroq bo‘lishi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310"/>
                <a:gridCol w="1745031"/>
                <a:gridCol w="1480633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Tig‘ 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Yara shakli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Uchlari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Ikki tomonlama o‘tkir dam (xanjar)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Urchuqsimon, oval, chetlari tekis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Ikkala uchi o‘tkir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 tomonlama o‘tkir dam (osh pichog‘i)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Uzunchoq ponasimon, P-simon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 uchi o‘tkir, biri o‘tmas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O‘tmas tomoni qalin (&gt;2 mm), qirrali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P-simon yara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Mos uchida teri yoriqlari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Tig‘ turi va yara shakli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51, 53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Chopuvchi va arralovchi jismlardan 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Chopuvchi jismlar (bolta, tesha, o‘roq, belkurak) o‘tkir dam va katta massaga ega; zarbda dam to‘qimani kesadi, yon tomonlari chetga suradi.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Chopma jarohatlar ko‘lamli, ko‘pincha bosh va qo‘lda; suyak va bosh miya ham shikastlanadi. Ko‘pincha baxtsiz hodisa, qotillikda juda kam.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Tikka ta’sirda yara yoriqsimon, chetlari tekis; kalla gumbazida tikka ta’sir yoriqsimon, qiya ta’sir siniqli sinish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Arralovchi jismlar kam uchraydi: uy-ro‘zg‘or va yog‘och sanoatida baxtsiz hodisa; arra tishlari uchburchaksimon, yon tomonga yoyilgan.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53, 53-54, 54-55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o‘tkir jismlar va yakun 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ko‘krak sohasidagi pichoq jarohati bo‘shliqqa o‘tgan. Savol: bu sanchma yarami yoki sanchma-kesma yara?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sanchma ≠ sanchma-kesma. Sanchuvchi jism to‘qimani suradi, sanchuvchi-kesuvchi jism esa o‘tkir dami bilan kesib ajratadi.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Kirish yarasi va yara kanali farqlanadi. Kanal uzunligi odatda tig‘ uzunligiga mos, kuchli bosimda esa tig‘dan uzunroq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Xulosa: kiyimni avaylab yechish, xona haroratida quritish, qog‘ozli o‘ramga solib tergovchiga topshirish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52, 51, 53, 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qoling: o‘tkir qon yo‘qotishda yurak chap qorinchasi endokardi ostida tasmasimon qon quyilishlar – Minakov dog‘lari – topiladi. Ular yurak ichidagi bosimning keskin tushishi va adashgan nervning kuchli ta’sirlanishidan paydo bo‘ladi. Qon yo‘qotish 50% dan ortiq (2,5 litr va undan ko‘p) bo‘lsa, bu dog‘lar faqat ayrim hollarda uchraydi.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Sunsov sinamasi (havo emboliyasini aniqlash): to‘sh suyagi ajratilgach, perikard bo‘shlig‘iga yurak sathini yopadigan miqdorda suv quyiladi. So‘ng o‘ng qorincha devori skalpel uchi bilan teshiladi. Suvdan havo pufakchalari chiqsa, natija musbat hisoblanadi.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yog‘ emboliyasida o‘lim shikastlanishdan darhol emas, 2-3 kundan keyin yuz beradi. Sababi, mayda yog‘ zarralari o‘pka qon tomirlarida to‘planib, bo‘shliqlarini sekin yopadi. Tashxis uchun muzlatilgan kesmalar Sudan III (olovrang qizil) yoki Sudan IV (qora) bilan bo‘yaladi.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xato qilish xavfi. Murdadagi pergament dog‘i shilinma emas. U o‘limdan keyin terining qurishidan hosil bo‘ladi: sariq-jigarrang, atrofdagi teri sathida yoki undan pastroq, qoplamasiz. Hayotiy jarohatga xos o‘zgarishlar unda topilmaydi.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usuli: qontalash rangi ko‘kimtir → yashil → sariq tartibida o‘zgaradi. Yashil tus taxminan 3-4 sutkada, sariq tus 6-8 sutkada paydo bo‘ladi. O‘zgarish chekka qismlardan boshlanadi. Ko‘z, lab shilliq qavati va bo‘yindagi qon quyilishlar bunday tuslanmaydi, oqarib yo‘qoladi.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№2. Ma’ruza: Sud-tibbiy travmatologiya.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2. Sud-tibbiy travmatologiya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