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O‘zbekiston Respublikasi Sog‘liqni saqlash vazirligining 2026-yil 15 apreldagi 130-son buyrug‘i matni manbada yo‘q, uni o‘qituvchi alohida o‘qib beradi. Muhokama: pediatr hodisa joyida ashyoviy dalilga duch kelsa, qanday harakat qiladi? Doskada mashg‘ulot rejasini 7 ta sarlavha bilan yozdiring. Tipik xato: talabalar ashyoviy dalilni faqat jinoyat quroli deb tushunadi.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dalil faqat ayblovni isbotlaydimi yoki uni inkor etishga ham xizmat qiladimi? Doskada ’ashyoviy dalil’ markazli 4 shoxli sxema chizdiring: quroli, izi, ob’ekti, aniqlovchi predmet. Tipik xato: dalilni faqat qurol bilan cheklash; aslida izni saqlagan va ob’ekt bo‘lgan narsalar ham kiradi.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Jadval ma’lumotlari: qon — 305-bet, maniy — 308-bet, gistologiya — 316-bet, tibbiy kriminalistika — 317-bet, sud kimyo — 319-bet. Muhokama: nega bu ob’ektlar turli bo‘limlarga yuboriladi? Doskada jadvalni talabalar bilan to‘ldiring. Tipik xato: qon dog‘ini sud kimyo bo‘limiga yuborish (u sud-biologik bo‘limda tekshiriladi).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Pediatr hodisa joyiga chaqirilsa, qanday vazifalarni bajaradi? 2) Nega tekshiruvni laboratoriya mutaxassisi o‘tkazadi? Doskada chizish: ’Hodisa joyi → shifokor (topish, tavsiflash, namuna) → laboratoriya (tekshiruv)’ zanjirini chizdiring. Tipik xato: talabalar shifokorni dalilni tekshiruvchi deb o‘ylaydi va namunani tergovchi o‘rniga olish mumkin deb hisoblaydi.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Bir xil qon yo‘qotilganda paxta mato va kafel yuzada izlar nega farq qiladi? 2) Surtma izdan nimani taxmin qilish mumkin? Doskada chizish: jadvalni ko‘chiring va har bir iz uchun bitta sodda rasm chizing. Tipik xato: surtma va bosma izlarini aralashtirish; sirpanishning bor-yo‘qligiga e’tibor 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Noksimon dog‘ ensiz uchiga qarab harakat yo‘nalishini qanday aniqlaysiz? 2) Dog‘ chetlari tishsimon bo‘lsa, tomchi qanday sharoitda tushgan? Doskada chizish: to‘rt xil dog‘ni (dumaloq, noksimon, tishsimon, sachrali) chizing va yo‘nalish strelkasini qo‘ying. Tipik xato: ensiz tomonni yo‘nalishga teskari ko‘rsatish.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kichik buyum butunligicha olinadi? 2) Yangi doka nega yaramaydi? Doskada: jadvaldagi to‘rt ob’ektni chizib, har biriga olish usulini yozing. Tipik xato: talaba kontrol namunani unutadi yoki namunani isitkich yonida quritadi.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avval qon borligi, keyin tur aniqlanadi? 2) Taxminiy sinama musbat bo‘lsa, xulosa chiqarish mumkinmi? Doskada: to‘rt bosqichli zanjirni chizing. Tipik xato: taxminiy sinama natijasini qat’iy dalil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Kiyim va devor uchun usullar nimasi bilan farq qiladi? 2) Kontrol namuna nimani ko‘rsatadi? Javob: dog‘siz sohadan olingan namuna dog‘li namuna bilan solishtirish uchun xizmat qiladi. Manbada kontrolning maqsadi aniq yozilmagan, bu o‘qituvchi izohi. Doskada: kiyim va devor uchun namuna olish sxemasini chizing. Tipik xato: kontrol namunani dog‘li joydan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(1) Qiya yuzadagi noksimon dog‘ning ensiz tomoni nimani ko‘rsatadi? (2) Nega kontrol namuna ifloslanmagan sohadan olinadi? Doskada chizing: tomchi balandligi oshgani sari dog‘ shakli (dumaloq, tishsimon chet, sachralar). Tipik xato: surtma va bosma izni aralashtirish; kontrol namunani dog‘li buyum bilan bir o‘ramga solish.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(1) Nega fenolftalein natijasi 1 daqiqadan keyin hisobga olinmaydi? (2) Lyuminol qaysi sharoitda qulay? Doskada chizing: sinama nomi, ranglar va natija jadvali. Tipik xato: musbat taxminiy sinamani qonning qat‘iy isboti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(1) Nega mikroskopik va mikrokristallik usullar kam qo‘llanadi? (2) Taxminiy va ishonchli usullarning farqi nimada? Doskada chizing: to‘rt ishonchli usulni ikki ustunga (cheklangan / asosiy) bo‘lib yozing. Tipik xato: Teyxman va Takayama sinamalarini hozirgi asosiy usul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Nega qon dog‘ida avval tur mansubligi aniqlanadi? 2) Qaysi usul qon kam bo‘lganda qulay? Doskada: jadvaldagi to‘rt usulni ‘holat → usul’ juftligida chizdiring. Tipik xato: ABAcard testi qon guruhini aniqlaydi deb o‘ylash. Aslida u qon borligi va uning insonga mansubligini bir vaqtda ko‘rsatadi. Diqqat: pretsipitatsiya halqasi faqat odam oqsiliga qarshi zardob solingan probirkada kutiladi.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Klinik va sud-tibbiy qon guruhi tekshiruvi qanday farq qiladi? 2) Nega dog‘da kuchsiz antigenlar uchun absorbsiya-elyusiya tanlanadi? Doskada: guruhiy tizimlarni to‘rt toifaga (eritrotsitar, zardob, ferment, leykotsitar) ajratib yozing. Tipik xato: sud-tibbiyotda ham faqat agglyutinogenlar tekshiriladi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Guruhiy tizimlarni taqqoslash nima uchun DNK-tekshiruvidan kam ishonchli? 2) Ekspertizada AVO nega birinchi tekshiriladi? Doskada: zanjir chizing — iz → guruhiy tizimlar taqqosi → DNK. Tipik xato: bitta tizim (AVO) mos kelsa, qon shu shaxsniki deb xulosa qilish. Manbada bunday xulosa keltirilmagan.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jins qon hujayralari yadrosidagi xromatin bilan aniqlanadi? 2) Menstrual qon belgisi nega yetarli ishonchli emas? Doskada: 4 qatorli jadvalni (masala – belgi – eslatma) chizdiring. Tipik xato: oksitotsinaza topilsa, homiladorlik qat’iy isbotlandi deb o‘ylash. Oksitotsinaza tug‘ruqdan keyin ham qon dog‘ida 2-3 oy saqlanadi.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HbA va HbF qaysi usulda farqlanadi (ishqoriy denaturatsiya)? 2) Dog‘ muddatiga qanday omillar ta’sir qiladi (harorat, namlik, shamol, buyum xususiyati)? Doskada: HbF miqdorining kamayish chizig‘ini (tug‘ruq – 1-yil) chizdiring. Tipik xato: HbF faqat go‘daklarda bo‘ladi deb o‘ylash; manbaga ko‘ra u ba’zan homilador ayollarda ham ko‘p bo‘lishi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Talabalar juftlikda ishlasin: ekspertiza savollarini to‘g‘ri ketma-ketlikda tuzsin (qon borligi – tur – guruh – shaxs). Muhokama: 1) Taxminiy sinama musbat bo‘lsa, ekspert nima qiladi? 2) Nega AVO bo‘yicha mos kelish yetarli emas, DNK nega kerak? Doskada: 4 bosqichli zanjirni chizdiring. Tipik xato: benzidin sinamasi musbat bo‘lsa, qon bor deb qat’iy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Nega har bir namuna bilan birga kontrol namuna olinadi? 2) Qon bilan aralashgan maniy dog‘i qanday rangda ko‘rinadi? Doskaga chizing: shimuvchi matoda va qattiq yuzada maniy dog‘ining ko‘rinishini solishtiruvchi ikki ustunli jadval. Tipik xato: tekshiriladigan namuna va kontrol namunani bitta o‘ramga solish. Bu mumkin emas, ular alohida o‘raladi.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Kartoshka sharbati reaksiyasida musbat natija nimani bildiradi? 2) Nega sun’iy matoda ultrabinafsha usul qiyinlashadi? Doskaga chizing: 4 masalaning ketma-ketligi (borligi, tur, guruh, shaxs). Tipik xato: kartoshka sharbati agglyutinatsiyani chaqirsa, natija musbat deb o‘ylash. Aslida agglyutinatsiya tormozlansa musbat.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Nega spermatozoidning alohida bo‘laklari yetarli emas? 2) Azospermiya va nekrospermiyada nega morfologik usul qo‘llanmaydi? Doskaga chizing: spermatozoid tuzilishi (bosh, tana, dum) va xromatografiyada topiladigan uch modda. Tipik xato: faqat spermatozoid boshi topilganda natijani musbat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Ajratuvchi va ajratuvchi emas odam o‘rtasida maniy dog‘ini tekshirish natijasi qanday farq qiladi? 2) Nega gumondordan qon bilan birga so‘lak ham olinadi? Doskada chizish: Le (a- b+), Le (a+ b-), Le (a- b-) uch ustunli jadval. Diqqat: xato qilish xavfi: Le (a+ b-) ≠ Le (a- b-). Birinchisi ajratuvchi emas, ikkinchisida ajratuvchanlikni aniq belgilab bo‘lmaydi. Ajratuvchanlikni Lyuis va Gm tizimlari orqali aniqlash mumkin. Tipik xato: ajratuvchi emaslar guruhini ‘guruhi yo‘q’ deb tushunish. Qon guruhi bor, lekin ajratmalarda antigen topilmaydi.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Talabalar 3-4 kishilik guruhda ishlaydi. Muhokama: 1) Qaysi namunalar kimdan olinadi va nima uchun? 2) Qon bo‘yicha nima, so‘lak bo‘yicha nima taqqoslanadi? Javob: qon bilan guruhiy omillar taqqoslanadi, so‘lak ajratuvchanlik masalasini oydinlashtiradi. Doskada chizish: ‘dog‘ → gumondor / jabrlanuvchi’ taqqoslash sxemasi. Tipik xato: faqat gumondordan namuna olish kifoya deb o‘ylash. Jabrlanuvchi namunasi ham zarur, chunki dog‘dagi antigen uniki bo‘lishi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daqiqa, og‘zaki so‘rov. Javoblar: 1) Yo‘q, taxminiy sinamalar nospetsifik, soxta musbat berishi mumkin; ular faqat gumon qilish imkonini beradi. 2) Bitta bo‘lsa-da butun spermatozoid (bosh, tana, dum birga) topilishi; alohida qismlar inobatga olinmaydi. 3) Spermatozoidlar yo‘q; qog‘ozda xromatografiya qo‘llanadi, xolin, spermin va nordon fosfataza birga topilsa maniy borligi ishonchli. 4) Le (a- b+); Lyuis va Gm tizimlari. Doskada chizish: ‘taxminiy → ishonchli’ ikki ustunli ro‘yxat. Tipik xato: musbat taxminiy sinamani ishonchli dalil deb hisoblash va spermatozoid qismlarini butun deb sanash.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nima uchun siydik va najasda tur aniqlanmaydi? Qaysi ajratma ayniqsa jinsiy jinoyatlarda tekshiriladi? Doskada jadvalni chizdiring: ajratma – belgi – tur/guruh. Tipik xato: kontrol namunani tekshiruv ob’ekti bilan bitta o‘ramga solish yoki namunani issiqlik manbai yonida quritish.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nima uchun kontrol namuna aynan besh sohadan olinadi? Soch qaysi hodisalarda tekshiriladi? Doskada ro‘yxat tuzing: boshning 5 sohasi va 7 savol. Tipik xato: sochni yalang qo‘l bilan olish yoki turli sohalarning sochini bitta konvertga solish.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ingichka tuk sochlarda mag‘iz qavati nega ko‘rinmasligi mumkin? Nima uchun faqat mikroskop bilan farqlanadi? Doskada soch sterjenining uch qavatini va pigment joyini chizdiring. Tipik xato: odam sochida mag‘iz qavati asosiy qismni egallaydi, deb aytish; aslida bu hayvon sochiga xos.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daq. Muhokama: 1) Soch uchining tekisligi kesilganini yoki uzilganini qanday ko‘rsatadi? 2) Yulingan va to‘kilgan soch ildizi nimasi bilan farq qiladi? Doskada chizish: yulingan va to‘kilgan soch ildizining sxemasini (ilmoqsimon piyozcha va ovalsimon ildiz) chizing. Tipik xato: ko‘ndalang kesim shaklini hamma sohada bir xil deb o‘ylash. Jadvaldagi “Manbada ko‘rsatilmagan” kataklariga manbada ma’lumot yo‘qligini ta’kidlang.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Soch namunasini olishda qanday xatolar tekshiruvga zarar yetkazadi? 2) Nega shaxsga mansublik bo‘yicha xulosa faqat ehtimol bo‘ladi? Doskada chizish: tekshiruv ketma-ketligini yozing: soch → odam/hayvon → guruh → soha → shaxs. Tipik xato: guruhiy mansublikka asoslanib, sochni aniq bir shaxsniki deb xulosa qilish. Talabalar javobini kutib, so‘ng sharhlang.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daq. Muhokama: 1) Chirish gistologik tekshiruvni rad etish uchun asos bo‘ladimi? 2) Diatom tekshiruvi qaysi savolga javob beradi? Doskada chizish: arxiv muddatlari jadvalini (2 yil va 3 yil) chizing. Tipik xato: formalinli arxiv bilan blok va preparat arxiv muddatlarini aralashtirish. Tezkor savol: gistologik preparatlar qaysi bo‘yoq bilan bo‘yaladi?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nega chirigan murdada ham gistologik tekshiruv rad etilmaydi? Doskada: daraxtni chizing. Tipik xato: gistologiyani faqat tirik shaxs uchun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Qaror, ajrim va yo‘llanma asosida nima farq qiladi (ekspertiza yoki tekshiruv)? 2) Diagnostik, identifikatsion va situatsion masalalar nimasi bilan farqlanadi? Doskada: hujjatdan xulosagacha bo‘lgan zanjirni chizing. Tipik xato: talabalar tibbiy-kriminalistikani sud-biologik bo‘lim ishi bilan aralashtiradi.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Ballistik tekshiruvda qaysi savollar hal bo‘ladi? 2) Mikrologik tekshiruvda nima o‘tishi o‘rganiladi? Doskada: besh turni ob’ekti bilan jadval qilib chizing. Tipik xato: trassologik va ballistik tekshiruvlar usullari o‘xshashligi sababli ularni bir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trassologik va ballistik tekshiruv farqi nimada? Doskada: ikki ustun chizing. Tipik xato: ikkalasini aynan bir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avval belgilar alohida o‘rganiladi? Tipik xato: identifikatsion tekshiruvni trassologik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Suyaklardan qanday ma’lumotlar olinadi? 2) Jarohat izi qurolga mosligini qaysi tekshiruv aniqlaydi? Doskada: identifikatsiyaning uch bosqichini (o‘rganish, taqqoslash, xulosa) chizing. Tipik xato: talabalar faqat bitta tekshiruv tayinlash kifoya deb o‘ylaydi.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Nega toksikologiyada kamida ikki usul kerak? 2) Nega qon-siydik namunasi spirt uchun konservatsiyasiz saqlanadi? Doskada: DNK tarixi vaqt chizig‘ini chizdiring. Tipik xato: 1985 va 1986 yillarni aralashtirish — 1985-yilda markerlar topilgan va imkoniyat ko‘rsatilgan, 1986-yildan genetik usullar qo‘llana boshlagan.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nega kamida ikkita usul talab etiladi? Tipik xato: dastlabki usul natijasini yakuniy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Taxminiy sinama musbat chiqsa, keyingi qadam qanday? 2) Kontrol namuna nima uchun kerak? Doskada: ‘taxminiy → ishonchli → tur → guruh → shaxs’ ketma-ketligini chizdiring. Tipik xato: taxminiy sinama natijasini qatʼiy dalil deb yozish va kontrolni ob’ekt bilan birga o‘rash. Yakunda nazorat savollaridan 2-3 tasini so‘rang.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Amaliy mashgʻulot: Ashyoviy dalillar sud tibbiy ekspertizasi. O’zb. Res. SSVning 2026-yil 15 apreldagi 130-son buyrug‘i.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mavzu, maqsad va 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Mavzu: ashyoviy dalillarni sud-tibbiy tekshirish. Qotillik, nomusga tegish va boshqa og‘ir jinoyatlarni ochishda uning ahamiyati juda katta.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ashyoviy dalil tushunchasi, so‘ng qon, maniy, boshqa ajratmalar va soch ekspertizasi.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 davomi: sud-gistologik, tibbiy-kriminalistik, sud-kimyoviy va DNK tekshiruvlari.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Klinik shifokorlarga bu tekshiruv yuklanmaydi. Ammo ba’zan ular hodisa joyini ko‘rish, dalil topish va namuna olishga jalb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303, 303-312, 315-321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Ashyoviy dalil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Jinoyat-protsessual kodeksining 203-moddasiga ko‘ra, ashyoviy dalil ish holatlarini aniqlashga xizmat qiladigan fizikaviy alomat va belgilarga ega narsadir.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Bu belgilar narsaning kelib chiqishi, kimga tegishliligi, ishlatilishi yoki yaroqliligi, joyi o‘zgarganini va moddalar ta’sirini aniqlashga imkon beradi.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Asosan jinoyat quroli, jinoyat izini saqlagan narsa va jinoiy harakat ob’ekti bo‘lgan predmetlar ashyoviy dalil hisoblanadi.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Jinoyatni aniqlashga, aybdorni topishga, ayblovni inkor etishga yoki aybni yengillashtirishga xizmat qiluvchi predmetlar ham dalil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Ashyoviy dalil (JPK 203)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Jinoyat quroli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Jinoyat izi saqlangan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Jinoiy harakat ob’ekti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Ayb masalasiga oid narsa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Aybdorni topish  ·  Ayblovni inkor, aybni yengillashtirish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Ashyoviy dalil turlari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Biologik dalillar va laboratoriya tuzilmalari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ashyo: to‘qima bo‘laklari, qon, ajratmalar (so‘lak, siydik, ter, maniy, najas), dog‘lar va soch.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Tekshiruv maxsus jihozlangan laboratoriyalarda, tayyorgarlikka ega mutaxassislar tomonidan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Qotillik, nomusga tegish va boshqa og‘ir jinoyatlarni ochishda bu ekspertizalar ahamiyati katta.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Sud-tibbiy laboratoriya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Sud-biologik bo‘lim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Qon, maniy va ularning dog‘lari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Sud-gistologik bo‘lim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A’zo va to‘qima bo‘lakchalari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Tibbiy-kriminalistika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Jarohat izlari, qurol, mikroizlar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Sud kimyo bo‘limi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Toksik moddalar, dori, zahar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Ob’ekt va bo‘lim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Shifokorlarning hodisa joyidagi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Ashyoviy dalillarni sud-tibbiy tekshirish klinitsist-shifokorlarga yuklanmaydi.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Bunday tekshiruvlarni sud-tibbiy ekspertiza muassasalarining laboratoriyalarida maxsus tayyorgarlikka ega mutaxassislar o‘tkazadi.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Ayrim hollarda umumiy amaliyot shifokorlari va boshqa vrachlar hodisa joyini ko‘zdan kechirishga jalb qilinishi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Diqqat: shifokor dalilni topadi, tavsiflaydi va namuna oladi, lekin uni tekshirmaydi. Qon izlarini olishni qonunga ko‘ra tergovchi amalga oshiradi.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Shifokor qiladi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Dalilni topadi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Tavsiflaydi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Namuna oladi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Hodisa joyini ko‘zdan kechiradi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Shifokor qilmaydi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Dalilni tekshirmaydi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izini olish — tergovchi ishi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Laboratoriya tekshiruvini o‘tkazmaydi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Klinitsist-shifokor roli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izlarining ko‘rinishlari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Iz turi qon tushgan materialga va izning hosil bo‘lish xususiyatiga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Sachrama izlar: jism keskin siltansa, zarb berilsa yoki yirik arteriyadan qon fontan bo‘lib oqsa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surtma — sirpanishda, bosma — sirpanishsiz kontaktda hosil bo‘ladi. Bosma shakli jism yuzasiga mos.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Qon izi turlari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 ko‘lmagi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Past singdiruvchi material  ·  Ko‘p qon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Singgan dog‘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Namni yaxshi oladigan material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Oqma iz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Qiya yuza bo‘ylab oqqan qon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Surtma va bosma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Sirpanish — surtma  ·  Sirpanishsiz — bosma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Hosil bo‘lish sharti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303, 304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tomchisi izlari: balandlik va yo‘nalish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Noksimon dog‘ning ensiz tomoni harakat yo‘nalishiga yoki yuzaning pastroq tomoniga qaraydi.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Katta balandlikdan harakatdagi jismdan yoki qiya yuzaga tomganda sachralar ham shu tomonda joylashadi.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dumaloq dog‘ — gorizontal yuza va past balandlik; noksimon dog‘ — harakatdagi jism yoki qiya yuza.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10–15 sm gacha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Gorizontal yuza: dumaloq, chetlari tekis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Harakatdagi tana, qiya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Noksimon, undov belgisiga o‘xshash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Balandroq tushish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Chetlari mayda tishsimon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Yanada balandroq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Atrofida ikkilamchi sachralar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Tomchi balandligi va dog‘ shakli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304, 303–304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izlarini ekspertizaga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yangi doka yoki bint ishlatilmaydi. Ulardagi appretura serologik reaksiyalarga salbiy ta’sir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 bir namunaga kontrol olinadi: ifloslanmagan soha, toza doka yoki toza qor va tuproq.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Doka namunalari quyoshsiz joyda, isitkichdan uzoqda quritiladi va alohida qog‘ozga o‘raladi.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3504"/>
                <a:gridCol w="2964470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Ob’ekt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Olish usuli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Kiyim, poyafzal, yostiq jildi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Butunligicha olinadi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Gobelen, palas, to‘shak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Dog‘li va toza bo‘lak qirqiladi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Devor, mebel (qattiq yuza)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Skalpel bilan qirindi yoki doka yuvma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Qor, tuproq, qum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Qor eritiladi; tuproq qalin olinadi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 izini olish usullari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304, 304-305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ekspertizasi masalalari ketma-ketligi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Savollar shu tartibda yechiladi. Tekshiruv sud-biologik bo‘limida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Ba’zan jins, regional mansublik va homilador yoki yaqinda tuqqan ayolga tegishlilik ham so‘raladi.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taxminiy sinamalar qon borligini faqat gumon qildiradi, qat’iy isbotlamaydi.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Qon borligi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Avval qon bormi, aniqlanadi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Tur mansubligi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Odamnikimi yoki hayvonnikimi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Guruhiy mansubligi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AVO va boshqa tizimlar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Muayyan shaxs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Kimga tegishli ekanligi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Savollar shu tartibda yechiladi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305, 306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hodisa joyidagi qon izlari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hodisa joyida qon izli kiyim va devorda quruq qon dog‘i topildi. Namuna qanday olinadi?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Kiyim kichik buyum sifatida butunligicha olinadi. Devordan toza skalpel bilan qirindi olinib, toza qog‘ozga o‘raladi.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Kontrol uchun devorning ifloslanmagan sohasidan xuddi shunday qirindi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kontrol namuna nima uchun kerak va u qayerdan olinadi?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qon izlari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1-savol: 10-15 sm balandlikdan gorizontal yuzaga tomgan tomchi qanday dog‘ beradi? Javob: dumaloq, chetlari tekis. Qiya yuzada dog‘ noksimon bo‘ladi.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2-savol: tushish balandligi oshsa dog‘ qanday o‘zgaradi? Javob: chetlari tishsimon bo‘ladi, yanada oshsa atrofida sachralar (ikkilamchi dog‘lar) paydo bo‘ladi.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Diqqat: xato qilish xavfi! Surtma iz ≠ bosma iz.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Surtma qonli jism qattiq yuzada sirpanganda, bosma esa sirpanishsiz kontaktda qoladi va jism yuzasiga mos bo‘ladi.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3-savol: kontrol namuna nima uchun kerak? Katta buyumdan dog‘li sohadan va ifloslanmagan sohadan (kontrol) bo‘lak olinadi. Kichik buyum butunligicha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303-304, 304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borligini aniqlash: taxminiy usullar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Taxminiy usullar dastlabki bosqichda qonga shubhali dog‘larni tanlash va tekshiruvni maqsadli qilish uchun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Ultrabinafsha nurda qon dog‘i lyuminessensiya bermaydi, to‘q jigar rang bo‘ladi; eski dog‘da olov rang flyuoressensiya.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sinamalar nospetsifik, soxta musbat berishi mumkin; ular qonni isbotlamaydi, faqat gumon qildiradi.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/>
                <a:gridCol w="1608853"/>
                <a:gridCol w="1987482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Sinama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Muhim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Vodorod peroksid 3%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Oq rangli ko‘pik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Peroksidaza, katalaza fermentlari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Benzidin + peroksid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Kislorod benzidinni oksidlaydi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Fenolftalein + peroksid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10-15 soniyada qizg‘ish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 daqiqadan keyingisi hisobga olinmaydi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Lyuminol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Havo rang nur, 1 daqiqagacha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Qorong‘i joyda qo‘llanadi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Taxminiy sinamalar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305, 306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borligini aniqlash: ishonchli usullar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Mikroskopik usul eritrotsitlarni topishga asoslangan. Qon hujayralarining ko‘rinishi tez o‘zgargani uchun imkoniyati cheklangan.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Mikrokristallik usullar (Teyxman, Takayama) gemoglobin hosilalari kristallariga asoslangan. Sezgirligi past, shuning uchun amaliyotda qo‘llanmaydi.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Spektral usul gemoglobin va hosilalarining ma’lum to‘lqinlarni yutishiga asoslangan; mikrospektral moslamali mikroskopda o‘tkaziladi.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Hozirgi davrda qon asosan xromatografik usulda aniqlanadi: qog‘ozda yoki silufol plastinkasida yupqa qatlamli xromatografiya.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Qon borligini isbotlash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Mikroskopik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Eritrotsitlar topiladi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Mikrokristallik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Teyxman, Takayama  ·  Amaliyotda qo‘llanmaydi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Spektral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Mikrospektral moslama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Xromatografik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Qog‘oz, silufol plastinka  ·  Hozirgi asosiy usul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Ishonchli usullar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Qonning tur mansubligi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dog‘i odamga ham, hayvonga ham tegishli bo‘lishi mumkin, shuning uchun tur mansubligi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Chistovich–Ulengut reaksiyasida odam oqsiliga qarshi zardob qo‘shilgan probirkada pretsipitatsiya halqasi paydo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kam bo‘lsa elektroforez, tortilma loyqa bo‘lsa Ouxterloni usuli maqsadga muvofiq.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3763"/>
                <a:gridCol w="260421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Qo‘llanishi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Chistovich–Ulengut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Odam oqsiliga qarshi zardob; halqa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Atsetat-sellyuloza elektroforezi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Tortilmada qon miqdori kam bo‘lsa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Ouxterloni (gelli agar)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Tortilma loyqa bo‘lsa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ABAcard testi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 borligi va inson qoni — bir vaqtda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 mansubligi usullari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Qonning guruhiy mansubligi (AVO va boshqa tizimlar)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Guruhiy mansublik guruhiy xususiyatli turli tizimlarni tekshirib aniqlanadi. Antigenlar va ularning majmui turlari bir necha yuz mingdan ortiq.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Eritrotsitar tizimlarga AVO, Rezus (Rh), MNSs, Lyuis (Le) kiradi. Zardob tizimlari: Gm, Hp, Gc; ferment tizimlari va leykotsitar HLA tizimi ham bor.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Tekshiruv odatda AVO tizimidan boshlanadi. Diqqat: klinikada faqat agglyutinogenlar, sud-tibbiyotda agglyutinogen va agglyutininlar birga o‘rganiladi.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Suyuq qonda Shiff usuli qo‘llanadi. Dog‘da agglyutinogenlar absorbsiya-elyusiya va boshqa reaksiyalar bilan, kam miqdorda absorbsiya-elyusiya tavsiya etiladi.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Guruhiy tizimlar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Eritrotsitar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AVO, Rezus (Rh)  ·  MNSs, Lyuis (Le)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Zardob tizimlari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Gm, Hp, Gc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Ferment tizimlari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Leykotsitar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HLA tizimi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Tekshiruv AVO dan boshlanadi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Muayyan shaxsga mansublik va DNK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izi aniq shaxsniki ekanini bilish uchun hodisa joyidagi iz shu shaxs qoni bilan guruhiy tizimlar bo‘yicha taqqoslanadi.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Taqqoslash AVO tizimidan boshlanadi, zarur bo‘lsa boshqa tizimlar antigenlari ham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 shaxsda barcha guruhiy tizimlar bo‘yicha antigenlar mutlaqo mos kelishi mumkin emas. Biroq bunday taqqoslash ko‘p mehnat va vaqt talab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So‘nggi davrda qonning aniq shaxsga tegishliligi DNK (dezoksiribonuklein kislota) tekshiruvi yordamida qat’iy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Qonning jins, region va homiladorlik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Jins X- va Y-xromatin yoki DNK (dezoksiribonuklein kislota) tekshiruvi orqali aniqlanadi; Y-xromatin akrixin bilan bo‘yaladi.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X-xromatin azur-eozin bilan ayollar hujayralarida topiladi; Y-xromatin esa faqat insonga xos.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qon dog‘i bo‘yicha homiladorlikni qat’iy aniqlab bo‘lmaydi.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/>
                <a:gridCol w="2282190"/>
                <a:gridCol w="1314146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Masala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Eslatma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Jins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X-/Y-xromatin yoki DNK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Hujayralar sitologiyasi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Region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Shu soha epiteliy hujayralari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Burun, o‘pka, ichak, bachadon, qin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Menstrual qon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Fermentlar faolligi kattaroq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Belgi yetarli ishonchli emas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Homiladorlik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Xorionogonadotrop gormon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Oksitotsinaza: 1-oy oxiridan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 izi: qo‘shimcha savollar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307-308, 308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Go‘dak qoni, dog‘ muddati va qon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Yangi dog‘larda kattalar va go‘daklar qonini gemoglobin turi bo‘yicha farqlash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15-20 kunlik dog‘da farqlab bo‘lmaydi. Dog‘ muddati faqat taxminiy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miqdorini hisoblashda 1 litr suyuq qondan o‘rtacha 210 g quruq qoldiq qoladi deb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Kattalar (HbA)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Kattalar gemoglobini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Ishqor ta’siriga kamroq chidamli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Go‘daklar (HbF)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Fetal gemoglobin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Ishqorga chidamliroq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Tug‘ruqda 80% gacha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1-yil oxirida 5% gacha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Gemoglobin turi bo‘yicha farq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qon dog‘i ekspertizasi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hodisa joyidagi kiyimda qonga o‘xshash dog‘ topildi. Avval qon borligi, so‘ng tur, guruh va shaxsga mansubligi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 benzidin, vodorod peroksid, lyuminol kabi taxminiy sinamalar qo‘llanadi. Ular faqat gumon beradi, qat’iy isbot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borligi xromatografiya bilan ishonchli tasdiqlanadi. Tur mansubligi Chistovich-Ulengut pretsipitatsiya reaksiyasi bilan hal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dog‘ inson qonimi yoki hayvonnikimi? Shaxsga tegishliligi AVO (ABO) guruh tizimi va DNK-tekshiruvi bilan qanday hal etiladi?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305, 305-306, 306, 307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Maniy izlarini topish va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Maniy izlari predmetlarda, yotoq anjomlarida, jabrlanuvchining kiyimi va tanasida bo‘lishi mumkin; ko‘z yoki lupa bilan qidiriladi.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Shimuvchi matoda dog‘ chetlari landkartasimon bo‘ladi. Qattiq yuzada oqimtir-kulrang yaltiroq qoplama, qon aralashsa pushti yoki qizg‘imtir rang ko‘rinadi.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Gumon qilingan kiyim va choyshab to‘liq olinadi; katta materialdan dog‘li bo‘lak va kontrol namuna. Tanadan rentgen plenkaga bosma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Nomusga tegish va besoqolbozlikda doka tiqim bilan namuna olinadi (kontrol tiqim ham). Gumondor va jabrlanuvchidan qon va so‘lak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Maniy ekspertizasi masalalari va taxminiy usullar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Ekspertizada 4 masala hal etiladi: maniy borligi, tur, guruhiy va muayyan shaxsga mansubligi.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Kartoshka sharbati eritrotsitlarni yopishtiradi, maniy esa bu xususiyatni tormozlaydi.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sun’iy matolarning o‘zi ham ultrabinafsha nurda o‘xshash flyuoressensiya berishi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2045969"/>
                <a:gridCol w="1432256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Musbat 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Holati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Kartoshka sharbati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Agglyutinatsiya tormozlanadi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Taxminiy usul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Ultrabinafsha nur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Och-havo rang flyuoressensiya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Taxminiy; sun’iy matoda qiyin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Florans, Barberio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Mikrokristallik reaksiya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Amaliy ahamiyatga ega emas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Taxminiy usullar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Maniy borligini ishonchli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Butun spermatozoid (bosh, tana, dum) bitta bo‘lsa ham topilsa, natija musbat.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Spermatozoidning bosh, tana yoki dumi alohida topilsa, bu hisobga olinmaydi.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Azospermiya, nekrospermiyada spermatozoid yo‘q; xolin, spermin, nordon fosfataza birga topilsa maniy bor.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Dog‘ tekshiruvga olinadi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Morfologik usul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Butun spermatozoid bormi?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Ha: maniy borligi isbotlandi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Azospermiyada: xromatografiya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Ishonchli usullar tanlovi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Maniyning tur va guruhiy mansubligi, ajratuvchilar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Maniyning guruhiy mansubligi qon kabi guruhiy omillar bo‘yicha, ko‘pincha AVO tizimida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80% ga yaqin odamda guruhiy antigenlar maniy va boshqa ajratmalarda ham topiladi: ular ajratuvchilar.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Gumondor va jabrlanuvchidan qon hamda so‘lak namunalari olinib, ekspertizaga taqdim etiladi.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425"/>
                <a:gridCol w="311854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Le guruhi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Xulosa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Le (a- b+)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Ajratuvchi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Le (a+ b-)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Ajratuvchi emas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Le (a- b-)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Aniq belgilab bo‘lmaydi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Lyuis tizimi va ajratuvchanlik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jinsiy jinoyatda biologik izlar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nomusga tegish gumoni. Qin sohasidan doka tiqim bilan namuna olingan, jabrlanuvchi kiyimida gumon qilingan dog‘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Doka tiqim quritilib, qog‘ozga o‘raladi va kontrol tiqim ham olinadi. Kiyim ekspertizaga to‘liq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gumondordan qon va so‘lak olinadi. Nega jabrlanuvchidan ham xuddi shu namunalar olinadi?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Ishora: dog‘da jabrlanuvchining qoni va qin ajratmalari bo‘lishi mumkin, topilgan guruhiy omil unga tegishli bo‘lishi ehtimoli bor.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309, 311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maniy va qon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1-savol: benzidin, vodorod peroksid, lyuminol sinamalari dog‘da qon borligini qat’iy isbotlaydimi?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2-savol: dog‘da maniy borligini ishonchli isbotlaydigan morfologik mezon nima?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3-savol: azospermiya va nekrospermiyada morfologik usul nega yaramaydi? Qaysi usul qo‘llanadi?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4-savol: qaysi Lyuis guruhi ajratuvchilarga xos? Ajratuvchanlik qaysi tizimlar bilan tekshiriladi?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305-306, 310, 311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So‘lak, ter, siydik, najas va a’zo bo‘laklari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Quritish: xona haroratida, quyoshsiz, issiqdan va hasharotdan uzoq joyda; har ob’ekt alohida o‘raladi.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tekshiruv ob’ekti va kontrol namuna bir o‘ramga solinmaydi.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A’zo bo‘lagi: a’zo gistologik, tur zardob, guruh AVO, jins sitologik usulda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Ajratmalar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So‘lak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Amilaza fermenti  ·  Tur — zardob; guruh — AVO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Serin aminokislotasi  ·  Tur — zardob; guruh — AVO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Siydik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Kreatinin, mochevina  ·  Tur yo‘q; guruh — AVO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Najas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Mikroskopiya: ovqat, gelmint  ·  Tur ham, guruh ham yo‘q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Ajratmalarni aniqlash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Sochni tekshirish: olish va hal etiladigan savollar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Soch yaxshi yorug‘likda ko‘z yoki lupa bilan topiladi. Qo‘l yoki rezina ushlagichli pinset bilan olinadi, shikast yetkazilmaydi.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Har sohadan olingan sochlar belgi qo‘yilib, alohida qog‘oz paket yoki konvertga solinadi va laboratoriyaga yuboriladi.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Kontrol namuna: boshning 5 sohasi – peshona, tepa, ikki chekka, ensa. Har biridan 20–30 tola teriga yaqin kesiladi.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7 savol: tola sochmi; odamnikimi; guruhi; regioni; tushgan yoki yulinganmi; qanday ta’sir bo‘lgan; kimga tegishli.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Kontrol sohalari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</a:t>
            </a:r>
            <a:r>
              <a:rPr sz="1500" b="0">
                <a:solidFill>
                  <a:srgbClr val="6B7280"/>
                </a:solidFill>
                <a:latin typeface="Calibri"/>
              </a:rPr>
              <a:t>  soha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Tola (har sohadan)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20–30</a:t>
            </a:r>
            <a:r>
              <a:rPr sz="1100" b="0">
                <a:solidFill>
                  <a:srgbClr val="6B7280"/>
                </a:solidFill>
                <a:latin typeface="Calibri"/>
              </a:rPr>
              <a:t>  dona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Hal etiladigan savollar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</a:t>
            </a:r>
            <a:r>
              <a:rPr sz="1500" b="0">
                <a:solidFill>
                  <a:srgbClr val="6B7280"/>
                </a:solidFill>
                <a:latin typeface="Calibri"/>
              </a:rPr>
              <a:t>  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Soch namunasi va savollar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Odam va hayvon sochining farqi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Soch ildiz va sterjenga bo‘linadi; sterjenda kutikula, po‘stloq va mag‘iz qavatlari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Hayvon sochi qaysi hayvonniki ekani kolleksiya yoki atlas bilan taqqoslab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Odam sochi aniqlansa, keyin guruhiy va regional mansublik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Odam sochi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Kutikula: mayda tishli, yaqin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Bosma: yaqin to‘lqinsimon chiziqlar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Po‘stloq keng; mag‘iz ingichka, uzlukli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Pigment po‘stloqning chetida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Hayvon sochi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Kutikula: yirik tishli, ba’zan arrasimon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Bosma: turli shakldagi chiziqlar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Mag‘iz qalinlikning asosiy qismi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Pigment mag‘izga yaqin qismida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Odam va hayvon sochi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313, 314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Sochning regional mansubligi va ta’sir izlari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Regional mansublikni aniqlashda sochning uzunligi, qalinligi va ko‘ndalang kesim shakliga e’tibor beriladi.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O‘tkir jism kesgan soch uchi tekis yoki mayda tishli. Tez uzilganda yuza tekis, sekin uzilganda zinasimon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Yulingan soch ildizida ilmoqsimon piyozcha bo‘ladi. To‘kilgan soch ildizi ovalsimon yoki kolbasimon shaklda.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50"/>
                <a:gridCol w="1927859"/>
                <a:gridCol w="2060065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Soha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Qalinligi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Kesimi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 mm 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Dumaloq, oval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Qosh, kiprik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0,11-0,12 mm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Manbada ko‘rsatilmagan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Soqol, mo‘ylov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0,15-0,17 mm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Uch-, to‘rt-, ko‘pburchak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Qo‘ltiq osti, qov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Manbada ko‘rsatilmagan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Uzunchoq oval, loviyasimon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Soch qalinligi va kesimi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314-315, 315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yo‘l-transport hodisasida soch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yo‘l-transport hodisasidan so‘ng mashina tashqi qismida soch topildi. U lupa yoki ko‘z bilan qidirilib, qo‘l yoki rezina ushlagichli pinsetda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Avval mikroskopda tola soch ekani, so‘ng odamnikimi yoki hayvonnikimi hal etiladi: odam sochida kutikula tishchalari mayda va zich, mag‘iz ingichka.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Odam sochida AVO tizimi bo‘yicha absorbsiya-elyusiya bilan guruh, uzunlik, qalinlik va kesim shakli bilan region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Shaxsga mansublik kontrol namunalar bilan taqqoslanadi. Diqqat: natija qat’iy emas, ehtimol ko‘rinishida beriladi. Savol: nima uchun?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312-313, 313-314, 314-315, 313, 315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Sud-gistologik tekshiruvlar va diatom planktoni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ekspertizasi o‘tkazilgan barcha holatda gistologiya uchun ichki a’zo va to‘qima bo‘lakchalari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Diatom planktoni suvga tirik yoki o‘lik tushganini aniqlaydi. Murda topilgan havzadan suv namunasi ham taqdim etiladi.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Arxiv: formalinli material kamida 2 yil; preparat, blok va diatom mineralizati kamida 3 yil saqlanadi.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Murda ichki a’zo bo‘lakchalari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Bloklar, kesmalar tayyorlash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Gematoksilin-eozin bo‘yash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Mikroskopiya, diatom tekshiruvi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Dalolatnoma va arxiv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Sud-gistologik tekshiruv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316, 317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Sud-gistologik tekshiruv: qoidalar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Murda ekspertizasi o‘tkazilgan barcha holatda gistologiya uchun ichki a’zo va to‘qima bo‘lakchalari olinishi kerak.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Chirish va boshqa o‘limdan keyingi o‘zgarishlar tekshiruvni rad etish uchun asos bo‘la olmaydi.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Barcha holatda kesmalar gematoksilin-eozin bilan bo‘yaladi; kerak bo‘lsa selektiv bo‘yash va muzlatilgan kesmalar qo‘llanadi.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Dalolatnoma kirish, tekshiruv, sud-gistologik tashhis va xotimadan iborat; o‘ta xavfli infeksiya topilsa, rahbarga shoshilinch xabar beriladi.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Sud-gistologik tekshiruv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Material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Har murda ekspertizasida olinadi  ·  Chirish rad etish asosi emas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Bo‘yash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Gematoksilin-eozin — doim  ·  Selektiv bo‘yash  ·  Muzlatilgan kesma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Maxsus usullar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Lyuminessent mikroskopiya  ·  Fazokontrast  ·  Polyarizatsion nur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Hujjat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Dalolatnoma: 4 qism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G‘iyosov, 316-bet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316, 316-317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Tibbiy-kriminalistik tekshiruvlar: umumiy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Bo‘limda diagnostik, identifikatsion (shaxs aynanligi) va situatsion (vaziyatli) masalalar hal etiladi.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Usullar: vizual, infraqizil va ultrabinafsha nur, o‘lchov, fotografiya, rentgen, modellashtirish, rekonstruksiya.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Hujjat kirish, tekshiruv va yakuniy qismdan iborat; ilovaga foto, chizma, grafik beriladi.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Hujjat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Qaror, ajrim yoki yo‘llanma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Bo‘lim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Tibbiy-kriminalistika bo‘limi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Masalalar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Diagnostik, identifikatsion, situatsion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Natija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Xulosa yoki dalolatnoma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Ilova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Foto, chizma, grafik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Tekshiruv yo‘li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317, 319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Trassologik, ballistik, identifikatsion, mikrologik, situatsion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Ballistikada o‘q masofasi, kirish-chiqish teshigi, yara kanali yo‘nalishi va qurol turi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Suyak qoldig‘idan tur, jins, taxminiy yosh, bo‘y uzunligi, jarohat va uning muddati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Situatsion tekshiruvda taxmin etilgan sharoitda harakat sodir etish mumkinligi o‘rganiladi.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Tibbiy-kriminalistika turlari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Trassologik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Jarohat/iz bo‘yicha omil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Ballistik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O‘qotar jarohat, portlash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Identifikatsion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Noma’lum murda yoki suyak shaxsi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Mikrologik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Mikroizlar, mikrozarralar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Situatsion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Harakat sodir etish imkoni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Besh tur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317-318, 318, 319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Trassologik va ballistik tekshiruvlar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Trassologik tekshiruvning asosiy maqsadi jarohat yoki izlar bo‘yicha shikastlovchi omilni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jarohat va taxmin etilgan qurol yoki modeli alohida o‘rganiladi, keyin taqqoslanadi.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Ballistikada jarohatlar soni, otish ketma-ketligi, kirish-chiqish teshigi, yara kanali yo‘nalishi va otish distansiyasi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Portlash travmasida jarohat mexanizmi, portlash moslamasi va portlovchi modda xarakteristikasi o‘rganiladi.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Trassologik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Shikastlovchi omilni aniqlash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Jarohat va qurol alohida o‘rganiladi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Keyin taqqoslanadi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Qurol aynanligi aniqlanadi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Ballistik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Jarohatlar soni, otish ketma-ketligi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Kirish-chiqish teshigi, yara kanali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Otish distansiyasi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Portlash travmasi mexanizmi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G‘iyosov, 317–318-betlar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317, 318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Identifikatsion tekshiruv: suyak qoldiqlari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Identifikatsion tekshiruv shaxsi noma’lum murda yoki qoldiqlarning muayyan shaxsga tegishliligini aniqlash uchun o‘tkaziladi.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Dastlab belgilar alohida o‘rganiladi, keyin taqqoslanadi, oxirida aynanlik bor-yo‘qligi haqida xulosa qilinadi.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Suyak qoldig‘idan tur mansubligi, murdalar soni, irq, jins, taxminiy yosh va hayotlikdagi bo‘y uzunligi aniqlanadi.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Shuningdek kasallik alomatlari, tan jarohatlari va ularning muddati, so‘z portreti belgilari o‘rganiladi.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Suyak qoldig‘idan aniqlanadi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Tur va soni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Tur mansubligi  ·  Murdalar soni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Shaxs belgilari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Irq, jins  ·  Taxminiy yosh, bo‘y uzunligi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Kasallik alomatlari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Jarohatlar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Xarakteri  ·  Yetkazilish muddati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So‘z portreti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Individual belgilar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G‘iyosov, 318-bet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noma’lum shaxs murdasi va jarohat izi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 (o‘quv uchun): shaxsi noma’lum murdaning suyak qoldiqlari topildi, jarohat izi gumon qilingan qurol bilan taqqoslanishi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qaysi tekshiruvlar tayinlanadi? Suyaklar uchun identifikatsion, jarohat va qurol izi uchun trassologik tekshiruv.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Identifikatsion tekshiruvda belgilar avval alohida o‘rganiladi, so‘ng taqqoslanadi va aynanlik haqida xulosa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trassologik (jarohat va qurol aynanligi) ≠ identifikatsion (murda shaxsi aynanligi); ikkalasini aralashtirmang.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317-318, 318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 kimyo va DNK tekshiruvlari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kimyo toksik moddalarni topadi va miqdorini aniqlaydi. Har bir holatda kamida ikki xil tamoyilli usul tavsiya etiladi.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Arxivdagi biologik ob’ekt spirtda sovutkichda bir yilgacha saqlanadi. Etil spirti uchun qon va siydik 30 kun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DNK (dezoksiribonuklein kislota) usuli har bir insonning genetik xususiyatlarini aniqlashga asoslanadi.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1985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Minisatellit markerlar aniqlandi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1985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Ashyoviy dalilda DNK imkoniyati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1986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Genetik usullar joriy etildi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Nomi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Genom daktiloskopiya, DNK-analiz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DNK usuli tarixi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319-320, 320, 321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Sud-kimyoviy tekshiruv: usullar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Sud-kimyoviy tekshiruv biologik ob’ektlarda toksik moddalar yoki hosilalari borligini tasdiqlaydi yoki inkor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usullar: rangli reaksiyalar, yupqa qatlamli xromatografiya, immunferment tekshiruv.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Tasdiqlovchi usullar: spektrofotometriya, gaz-suyuqlik va yuqori samarali suyuqlik xromatografiyasi, xromatomass-spektrometriya.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Imkon qadar turli fizik va kimyoviy tamoyilga asoslangan kamida ikkita usul qo‘llanadi.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Dastlabki usullar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Rangli reaksiyalar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Yupqa qatlamli xromatografiya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Immunferment tekshiruv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Tasdiqlovchi usullar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Ko‘rinarli, UB, IQ spektr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Atomabsorbsion spektrofotometriya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Gaz-suyuqlik xromatografiyasi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YuSSX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Xromatomass-spektrometriya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Kamida ikki xil tamoyilli usul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320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tipik xatolar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Taxminiy sinamalar (benzidin, lyuminol va b.) nospetsifik. Ular faqat qon borligini gumon qilishga imkon beradi; ishonchli usul — xromatografiya.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 — taxminiy usul ≠ ishonchli usul. Musbat taxminiy sinama qon borligini qat’iy isbotlamaydi.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Namuna olishda kontrol ifloslanmagan sohadan olinadi. Ob’ekt va kontrol bir o‘ramda bo‘lmaydi; yangi doka, bint tavsiya etilmaydi.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konkret shaxsga tegishliligi so‘nggi davrda DNK bilan qat’iy aniqlanadi. Sud kimyoda namuna yetarli bo‘lishi va arxivga qoldirilishi shart.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305-306, 306, 304, 312, 307, 320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Fenolftalein sinamasi vaqtga bog‘liq: qizg‘ish rang 10-15 soniya ichida paydo bo‘lsa, natija musbat. Bir daqiqadan keyingi rang hisobga olinmaydi, chunki oksidlanish havo yoki nur ta’sirida ham bo‘lishi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tomchisi shakli uning yo‘lini ko‘rsatadi. 10-15 sm balandlikdan tushsa, dog‘ dumaloq va chetlari tekis bo‘ladi. Balandlik oshsa, chetlari tishsimon bo‘ladi va atrofda sachralar paydo bo‘ladi. Harakatdagi yoki qiya yuzada dog‘ undov belgisiga o‘xshaydi.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Pediatriya uchun muhim: bolalar qonini kattalar qonidan gemoglobin turi bilan farqlash mumkin. Kattalarda HbA, go‘daklarda fetal gemoglobin HbF bor. HbF kindik qonida 80% gacha bo‘ladi, birinchi yil oxirida 5% gacha kamayadi. 15-20 kunlik dog‘larda bu farq aniqlanmaydi.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usuli: qon dog‘i ekspertizasi savollari tartibi «Bor – Tur – Guruh – Shaxs». Avval qon borligi, keyin tur mansubligi, so‘ng guruhi, oxirida aniq shaxsga tegishliligi aniqlanadi. Hozir shaxsga tegishlilik DNK-tekshiruvi bilan qat’iy aniqlanadi.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Odam sochini hayvon sochidan kutikula bilan farqlash mumkin. Odam sochida tishchalar mayda, bir-biriga yaqin va soch o‘qiga mahkam yopishgan. Hayvon sochida tishchalar yirik, ba’zan arrasimon va bir-biridan uzoqroq. Odamda po‘stloq qavati kengroq, hayvonda mag‘iz qavati asosiy qismni egallaydi.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Ashyoviy dalillar sud tibbiy ekspertizasi. O’zb. Res. SSVning 2026-yil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13. Ashyoviy dalillarni sud-tibbiy tekshirish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