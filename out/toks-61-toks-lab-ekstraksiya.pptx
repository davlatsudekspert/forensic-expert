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nima uchun qon va peshob ekstraksiyasi sud-kimyoda eng ko‘p qo‘llanadi? Doskada: reja (2 band). Tipik xato: ekstraksiya bilan tozalashni bir bosqich deb tushunish; ular alohida.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nima uchun neytral va kislotali modda (fenatsetin, salitsil kislota) tanlangan? Doskada: jihozlar. Tipik xato: ajratgich voronka kranini yog‘lamay ishlatish va sizib ketishini sezmaslik (o‘qituvchi tekshiradi).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ekstraksiya va tozalash qanday bog‘lanadi? Doskada: daraxt sxemasi. Tipik xato: ikkalasini bitta bosqich deb tushunish.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nega ikki marta alohida ajratma olinadi? Doskada: 6 qadam. Tipik xato: ajratmalarni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qaysi qiymat qaysi bosqichga tegishli? Doskada: qiymatlar. Tipik xato: pH 9-10 ni pH 13 bilan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nima uchun jarayon 3 marta takrorlanadi? (Moddani to‘liqroq ajratish; o‘qituvchi bilan tekshiring.) Doskada: 5 qutili sxema. Tipik xato: birinchi organik qatlamni tashlab yuborish.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suvli qatlamni tashlab yubormaslik nima uchun muhim? Doskada: pH 9-10. Tipik xato: kitob dvssm 232-betda boshqa usulda pH 8,0-9,0 beradi; bu mashg‘ulotda 9-10 ishlatiladi: usullarni aralashtirmang.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nima uchun ikki ajratma alohida bug‘latiladi? Doskada: ’kislotali + ishqoriy - alohida’. Tipik xato: ikki ajratmani aralashtirib bug‘latish. Eslatma: fenatsetin va salitsil kislota reaksiyalari 63-darsda o‘rganiladi.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R-COOH ⇌ R-COO- + H+ muvozanatini kislota va ishqor qo‘shganda tushuntiring. Doskada: muvozanat tenglamasi. Tipik xato: kislota qo‘shilganda dissotsiyalanish ortadi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nima uchun alkaloidlar kislotali suvli qatlamda qoladi? Doskada: AlK.HX ⇌ AlK.H+ + X-. Tipik xato: kislotali xloroform qatlamida alkaloidni qidirish.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suyuq alkaloidlar haydaladi? Doskada: sxema. Tipik xato: suyuq alkaloidlarni kristall dorivor moddalar kabi ajratish.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erituvchilar bilan ekstraksiya qilinadi? Doskada: sxema. Tipik xato: barcha moddalarni bir xil muhitda ekstraksiyalash.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nima uchun spirt usulida emulsiya deyarli hosil bo‘lmaydi? Doskada: 6 qadamli sxema. Tipik xato: Stas (1851) va Otto (1856) yillarini almashtirish.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nima uchun amfoter moddalar uchun optimal pH tanlash qiyin? Doskada: morfin, ekgonin. Tipik xato: amfoter moddani oddiy asos kabi ishqorda ajratishga urinish.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oltin qoida: kislota-kislotali, asos-ishqoriy. Doskada: 3 guruh (kislotali, asosli, neytral). Tipik xato: neytral moddalar uchun pH ni qat’iy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K=4 va K=0,2 bo‘lsa, qaysi biri yaxshi ekstraksiyalanadi? (Misol o‘qituvchidan; kitobda raqamli misol yo‘q.) Doskada: ikki formula. Tipik xato: A va N ni almashtirib R&gt;100% 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nima uchun haroratni ekstraksiya vaqtida o‘zgarmas ushlash kerak? Doskada: 5 omil. Tipik xato: omillardan faqat pH ni eslab qolish.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qaysi omil eng muhim? Doskada: daraxt sxemasi. Tipik xato: faqat pH ni eslab qolish.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nima uchun ajralma tozalanadi? Doskada: daraxt sxemasi. Tipik xato: tozalash usulini modda xossasiga qaramasdan tanlash.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qaysi usulda yo‘qotish kam? Doskada: taqqoslash. Tipik xato: filtrni sentrifugalashdan afzal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qaysi usul eng yumshoq? Doskada: jadval. Tipik xato: isitish haroratini oshirib yuborish.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pH ni qaysi asbob bilan nazorat qilasiz? Doskada: 3 qoida. Tipik xato: pH ni ‘taxminan’ 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pH tartibi nima uchun teskari? Doskada: taqqoslash. Tipik xato: pH 1 va pH 13 ni almashtirish.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ikkalasi nima uchun alohida bosqich? Doskada: taqqoslash. Tipik xato: tozalashni ixtiyoriy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qaysi modda qaysi ajralmada topiladi? Doskada: taqqoslash. Tipik xato: fenatsetinni faqat ishqoriy ajralmada qidirish.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bu guruhda 28 modda? Doskada: qiymatlar. Tipik xato: 7+14+7 yig‘indisini noto‘g‘ri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aynan shu ikki modda tanlangan? Doskada: taqqoslash. Tipik xato: fenatsetinni asos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tuzlash agentiga misol keltiring. Doskada: ’tuzlash -&gt; K ortadi’. Tipik xato: kitobdagi ’tuzlanishni kamayishi/ortishi’ atamalarini teskari tushunish (aslida eruvchanlikning pasayishi).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yot modda qanday ’soxta musbat’ natija beradi? Doskada: 3 sabab. Tipik xato: tozalashni ixtiyoriy deb hisoblash; kitob uni majburiy bosqich deb ko‘rsatadi.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sxemada qaysi qatlam tashlanadi? (Birinchi organik qatlam - keraksiz.) Doskada: pH 13 va pH 1. Tipik xato: pH qiymatlarini almashtirib qo‘yish.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nima uchun kofein va antipirin bu usulda yo‘qoladi? (Kuchsiz asos.) Doskada: ro‘yxat. Tipik xato: antipirin va amidopirinni kuchli asos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sublimatsiyalanadigan moddalarni sanang. Doskada: ’vozgonka: barbiturat, benzoy, salitsil, kofein’. Tipik xato: elektrodializda moddalar anodga siljiydi deb yozish (kitob: katodga).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nima uchun xromatografiya ham tozalash, ham chinlik tahlili? Doskada: 3 usul nomi. Tipik xato: elektroforezni elektrodializ bilan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barbituratlarni qaysi rang bilan ko‘rasiz? (Siyoh rangli dog‘lar.) Doskada: jadvaldagi 3 faza. Tipik xato: nisbatlarni (70:40:5; 50:30:2; 30:20:2) almashtirish. Kitobda (toks 223): «difenilkarbazid» — to‘g‘risi difenilkarbazon (gmt 113).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nima uchun oqsilni cho‘ktirish alohida bosqich? Doskada: 3 usul. Tipik xato: sentrifugalash o‘rniga filtrlashda modda filtr qog‘ozida adsorbsiyalanib yo‘qolishi mumkinligini unutish.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jadvaldagi har bir qatorga bittadan sabab ayting. Doskada: jadval. Tipik xato: kofeinni reekstraksiyada tozalash (u kuchsiz asos sifatida yo‘qoladi).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javoblarni 8-14 va 15-19-slaydlar bilan bog‘lang. Doskada: pH 2,5-3,0 va 8,0-9,0. Tipik xato: pH oralig‘ini mashg‘ulotdagi pH 9-10 bilan aralashtirish: kitob boshqa usullarda boshqa pH ishlatadi.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Hisobot: talaba ish daftariga ekstraksiya jadvali (qatlam, pH, erituvchi), qoldiq tavsifi va xulosani yozadi. Muhokama: 3 asosiy xulosa. Doskada: sxema ’kislotali -&gt; ishqoriy’. Tipik xato: tozalash usullarini ekstraksiya bilan chalkashtirish.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Suyuqlik-suyuqlik ekstraksiyasi; ajralmani tozalash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Mashg‘ulot maqsadi va rejasi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Suyuqlik-suyuqlik ekstraksiyasi; ajralmani tozalash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Maqsad: talabalarni biologik suyuqliklardan (qon, peshob) zaharli moddalarni ajratib olish uchun suyuqlik-suyuqlik ekstraksiyasi bilan tanishtirish.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Reja: 1) suyuqlik-suyuqlik ekstraksiyasi; 2) ajralmani yot moddalardan tozalash.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Natija: talabalar sifat reaksiyalarini o‘tkazadi, natijalarni ish daftariga yozib, o‘qituvchidan tasdiqlatadi.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222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Jihozlar va ish ob’ekti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Suyuqlik-suyuqlik ekstraksiyasi; ajralmani tozalash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Zarur vositalar: probirkalar, ajratgich voronkalar, reaktivlar, ko‘rgazmali materiallar.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Laboratoriya jihozlari: maxsus laboratoriya vositalari bilan jihozlangan xona.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Ish ob’ekti: talabalarga fenasetin yoki salitsil kislotasi bilan zaharlangan peshob beriladi.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222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Dars xaritasi: ekstraksiya va tozalash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Suyuqlik-suyuqlik ekstraksiyasi; ajralmani tozalash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Reja: suyuqlik-suyuqlik ekstraksiyasi va ajralmani yot moddalardan tozalash.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Ekstraksiyalanishga K, R, pH, erituvchi tabiati, ekstraksiya soni, tuzlovchi agent va harorat ta’sir 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Tozalash usullari: reekstraksiya, quruq haydash, elektrodializ, elektroforez va xromatografiya.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Ekstraksiya va tozalash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Ekstraksiya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Kislotali: oksalat kislota  ·  Ishqoriy: ammiak, pH 9-10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Omillar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pH, K va R  ·  Erituvchi, harorat, tuz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Tozalash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Reekstraksiya  ·  Quruq haydash, elektrodializ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Aniqlash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YuQX, xromatografiya  ·  Fenatsetin, salitsil kislota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Ekstraksiya va tozalash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222, 86, 223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Ekstraksiya jarayoni: umumiy sxema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Suyuqlik-suyuqlik ekstraksiyasi; ajralmani tozalash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Peshobning pH i oksalat kislota bilan kislotali sharoitga keltirilib, 5 ml organik erituvchi bilan 15 daqiqa chayqatiladi.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Suvli qatlam ammiak bilan pH 9-10 ga keltirilib, yana 5 ml organik erituvchi bilan chayqatiladi.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Har ikkala ekstraksiya 3 marta takrorlanadi; ajratmalar alohida bug‘latiladi, qoldiq 5 ml etil spirtida eritiladi.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Kislotali muhit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Peshob + oksalat kislota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1-ekstraksiya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5 ml xloroform yoki efir, 15 daqiqa, 3 marta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Ishqoriy muhit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Suvli qatlam + ammiak, pH 9-10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2-ekstraksiya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5 ml xloroform yoki efir, 15 daqiqa, 3 marta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Bug‘latish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Ajratmalar xona haroratida alohida bug‘latiladi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78443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688171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18523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Tahlil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Qoldiq 5 ml etil spirtida, fenatsetin/salitsil k-ta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Ekstraksiya sxemasi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222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Ekstraksiya: asosiy qiymatlar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Suyuqlik-suyuqlik ekstraksiyasi; ajralmani tozalash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Organik erituvchi hajmi 5 ml (xloroform yoki dietil efiri), chayqatish 15 daqiqa.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Har bir bosqich 3 marta takrorlanadi; ishqoriy bosqichda pH 9-10.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Qoldiq 5 ml etil spirtida eritiladi; reekstraksiyada pH 13 va pH 1 ishlatiladi.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Organik erituvchi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5</a:t>
            </a:r>
            <a:r>
              <a:rPr sz="1500" b="0">
                <a:solidFill>
                  <a:srgbClr val="6B7280"/>
                </a:solidFill>
                <a:latin typeface="Calibri"/>
              </a:rPr>
              <a:t>  ml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Chayqatish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15</a:t>
            </a:r>
            <a:r>
              <a:rPr sz="1500" b="0">
                <a:solidFill>
                  <a:srgbClr val="6B7280"/>
                </a:solidFill>
                <a:latin typeface="Calibri"/>
              </a:rPr>
              <a:t>  daqiqa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Takrorlash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3</a:t>
            </a:r>
            <a:r>
              <a:rPr sz="1500" b="0">
                <a:solidFill>
                  <a:srgbClr val="6B7280"/>
                </a:solidFill>
                <a:latin typeface="Calibri"/>
              </a:rPr>
              <a:t>  marta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Ishqoriy bosqich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9-10</a:t>
            </a:r>
            <a:r>
              <a:rPr sz="1500" b="0">
                <a:solidFill>
                  <a:srgbClr val="6B7280"/>
                </a:solidFill>
                <a:latin typeface="Calibri"/>
              </a:rPr>
              <a:t>  pH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Etil spirti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5</a:t>
            </a:r>
            <a:r>
              <a:rPr sz="1500" b="0">
                <a:solidFill>
                  <a:srgbClr val="6B7280"/>
                </a:solidFill>
                <a:latin typeface="Calibri"/>
              </a:rPr>
              <a:t>  ml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78443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578443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8171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Reekstraksiya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13 / 1</a:t>
            </a:r>
            <a:r>
              <a:rPr sz="1500" b="0">
                <a:solidFill>
                  <a:srgbClr val="6B7280"/>
                </a:solidFill>
                <a:latin typeface="Calibri"/>
              </a:rPr>
              <a:t>  pH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Ekstraksiya sonlari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222, 223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1-bosqich: kislotali ekstraksiya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Suyuqlik-suyuqlik ekstraksiyasi; ajralmani tozalash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Peshobning pH i oksalat kislotasi bilan kislotali sharoitga keltiriladi.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5 ml organik erituvchi (xloroform yoki dietil efiri) qo‘shilib, 15 daqiqa chayqatiladi.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Organik qatlam ajratgich voronkada olinadi; jarayon 3 marta takrorlanib, qatlamlar birlashtiriladi.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Peshob + oksalat kislota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5 ml xloroform yoki efir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15 daqiqa chayqatish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Organik qatlam olinadi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 marta takrorlash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Kislotali ekstraksiya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222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2-bosqich: ishqoriy ekstraksiya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Suyuqlik-suyuqlik ekstraksiyasi; ajralmani tozalash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Qolgan suvli qatlam ammiak yordamida ishqoriy sharoitga (pH 9-10) keltiriladi.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5 ml xloroform yoki dietil efiri qo‘shilib, 15 daqiqa chayqatiladi.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Organik qatlam ajratgich voronkada olinadi; jarayon 3 marta takrorlanadi.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Suvli qatlam + ammiak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pH 9-10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5 ml xloroform yoki efir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15 daqiqa, 3 marta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Ishqoriy ekstraksiya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222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Qoldiqni tayyorlash va tahlil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Suyuqlik-suyuqlik ekstraksiyasi; ajralmani tozalash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Olingan kislotali va ishqoriy ajratmalar alohida idishlarda xona haroratida bug‘latiladi.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Quruq qoldiq 5 ml etil spirtida eritiladi.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Eritmada fenatsetin va salitsil kislotalarga tahlil o‘tkaziladi.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222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Organik kislotalar ekstraksiyasi va pH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Suyuqlik-suyuqlik ekstraksiyasi; ajralmani tozalash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Organik kislota suvli eritmada dissotsiyalanib, suv dipollari bilan tez gidratlanadi; barqaror gidrat bog‘lar tufayli yomon ekstraksiyalanadi.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Muhit ishqoriy tomonga o‘zgarsa, dissotsiyalanish ortadi va organik erituvchi bilan ekstraksiyalanish pasayadi.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Kislotali tomonga o‘zgarsa, dissotsiyalanmagan molekulalar ko‘payadi va ekstraksiyalanish ortadi.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Bunday sharoitda kuchsiz organik kislotalar ham ko‘p ekstraksiyalanadi.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537460"/>
            <a:ext cx="2278227" cy="91440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R-COOH (molekula)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273387" y="2537460"/>
            <a:ext cx="2278227" cy="9144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R-COO⁻ + H⁺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810347" y="2994660"/>
            <a:ext cx="1371600" cy="0"/>
          </a:xfrm>
          <a:prstGeom prst="line">
            <a:avLst/>
          </a:prstGeom>
          <a:ln w="50800">
            <a:solidFill>
              <a:srgbClr val="C9A2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18907" y="2217420"/>
            <a:ext cx="1554480" cy="713232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Ishqoriy tomon: dissotsiyalanish ortadi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40680" y="4709160"/>
            <a:ext cx="6110935" cy="731520"/>
          </a:xfrm>
          <a:prstGeom prst="roundRect">
            <a:avLst>
              <a:gd name="adj" fmla="val 8000"/>
            </a:avLst>
          </a:prstGeom>
          <a:solidFill>
            <a:srgbClr val="FFF6D6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36576" bIns="36576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B1F3A"/>
                </a:solidFill>
                <a:latin typeface="Calibri"/>
              </a:rPr>
              <a:t>Kuzatuv:  </a:t>
            </a:r>
            <a:r>
              <a:rPr sz="1500" b="0">
                <a:solidFill>
                  <a:srgbClr val="1F2937"/>
                </a:solidFill>
                <a:latin typeface="Calibri"/>
              </a:rPr>
              <a:t>Kislotali muhitda ekstraksiya ortadi, ishqoriyda pasayadi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Organik kislota va pH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227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Alkaloid va azotli asoslar ekstraksiyasi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Suyuqlik-suyuqlik ekstraksiyasi; ajralmani tozalash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Alkaloid va sintetik azotli birikmalar neytral sharoitda kislota bilan dissotsiyalanadigan ionlar hosil 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Dissotsiyalanmagan organik asoslar tez solvatlanib, organik erituvchi qatlamiga o‘tadi.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Organik asoslar kuchsiz elektrolit: dissotsiyalanishi ortsa, organik erituvchilarda ekstraksiyalanishi pasayadi.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Ishqor qo‘shilsa, organik erituvchilarda ekstraksiyalanish oshiriladi.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Kislotali muhit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Ionlar hosil bo‘ladi (AlK·H⁺)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Suvli qatlamda qoladi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Ishqoriy muhit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Dissotsiyalanmagan asos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Tez solvatlanib organik qatlamga o‘tadi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Asoslar: kislotali va ishqoriy muhit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227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Suyuq alkaloidlarni ajratish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Suyuqlik-suyuqlik ekstraksiyasi; ajralmani tozalash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Suyuq alkaloidlarga anabazin, nikotin, paxikarpin, koniin va arekolin kiradi; ular asos holida yog‘simon, uchuvchan suyuqlik.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Asoslari organik erituvchilarda yaxshi eriydi va suv bug‘i bilan azeotrop aralashma holida haydaladi.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Ishqoriy sharoitda suv bug‘i bilan haydab, distillyat ishqoriy muhitga keltirilib, xloroform bilan ekstraksiya qilinadi.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Biologik ob’ekt, ishqoriy muhit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Suv bug‘i bilan haydash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Distillyat ishqoriy muhitga keltiriladi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Xloroform bilan ekstraksiya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Suyuq alkaloidlarni ajratish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96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Kristall dorivor moddalarni ajratish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Suyuqlik-suyuqlik ekstraksiyasi; ajralmani tozalash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Barbituratlar, alkaloidlar va sintetik birikmalar asosan kristall dorivor moddalar bo‘lib, nordonlashtirilgan suv va spirt bilan ajratiladi.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Kitobga ko‘ra, kislotali sharoitda ular molekuladagi azot atomi hisobiga tuzlar hosil qilib, suvli va spirtli eritmaga o‘tadi.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Shuning uchun ularni ajratishda suvli eritmadan organik erituvchilar bilan ekstraksiya qilinadi.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Kristall dorivor moddalar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Nordonlashtirilgan suv yoki spirt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Kislotali muhitda tuz hosil bo‘ladi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Suvli/spirtli eritmaga o‘tadi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Organik erituvchi bilan ekstraksiya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Kristall moddalar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94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Stas-Otto: nordonlashtirilgan spirt usuli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Suyuqlik-suyuqlik ekstraksiyasi; ajralmani tozalash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Nordonlashtirilgan spirt usulini 1851 yilda belgiyalik olim J.S.Stas alkaloidlarni sud-kimyo ob’ektlaridan ajratish uchun taklif etgan.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1856 yilda F.Otto spirtli ajralmani tozalashni taklif etdi; usul Stas-Otto usuli deb yuritila boshladi.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Biomaterial oksalat kislotasi bilan nordonlashtirilgan etil spirtida bir necha marta bo‘ktirilib, 1 sutkaga qoldiriladi.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Kamchiligi: uzoq vaqt talab qiladi, sezgirligi past, qimmat spirt kerak; qulayligi: chirigan ob’ektdan ham ajratish mumkin.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Nordon spirt bilan bo‘ktirish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Oksalat kislotali etil spirti; 1 sutkaga qoldiriladi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1816608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Bug‘latish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Spirtli eritmalar birlashtirilib, 35 °C da oz miqdor qolguncha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Oqsillarni cho‘ktirish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Sirop holidagi ajralmaga 96% etil spirti qo‘shiladi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1112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3200400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2801112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Efir bilan tozalash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Suyultirilib, dietil efiri bilan 3 marta; efir qatlam tashlanadi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550408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Ishqoriy muhit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Ammiak yoki natriy bikarbonat bilan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78443" y="4184904"/>
            <a:ext cx="2973171" cy="12557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688171" y="4584192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18523" y="4184904"/>
            <a:ext cx="2259939" cy="1255776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Efir bilan ekstraksiya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3 marta ekstraksiya; ajralmadan alkaloidlar tekshiriladi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Stas-Otto usuli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94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Amfoter birikmalar ekstraksiyasi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Suyuqlik-suyuqlik ekstraksiyasi; ajralmani tozalash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Amfoter birikmalar: amin va fenol guruhli (morfin, apomorfin, salsolin) hamda amin va karboksil guruhli (ekgonin, aminokislotalar).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Molekulyar holatdagi amfoter birikmalar suvli eritmadan organik erituvchilar bilan yaxshi ekstraksiyalanadi.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Ionlari suv bilan oson gidratlanib, deyarli ekstraksiyalanmaydi; izoelektrik nuqtada zaryadsiz, oqsillar odatda cho‘kmaga tushadi.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Amfoter birikmalar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Amin + fenol guruhi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Morfin  ·  Apomorfin, salsolin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Amin + karboksil guruhi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Ekgonin  ·  Aminokislotalar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Molekulyar holat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Erituvchi bilan yaxshi ekstraksiya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Ionlar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Suv bilan gidratlanadi  ·  Ekstraksiyalanmaydi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Amfoter birikmalar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227, 228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Umumiy qoida: kislotali va asosli moddalar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Suyuqlik-suyuqlik ekstraksiyasi; ajralmani tozalash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Barbituratlar va boshqa kislotali organik birikmalar kislotali sharoitda organik erituvchilar bilan yaxshi ekstraksiyalanadi.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Alkaloid va sintetik azotli birikmalar kislotali muhitda organik qatlamga o‘tmay, suvli eritmada qoladi.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Ularni ajratish uchun suvli eritmaga ishqor qo‘shib, asos holiga keltiriladi va organik erituvchi bilan ekstraksiyalanadi.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Antifibrin va fenatsetin kabi neytral moddalarga bu omillar kam ta’sir qiladi: ular kislotali, neytral va ishqoriy sharoitda yaxshi ekstraksiyalanadi.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Kislotali moddalar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Barbituratlar, organik kislotalar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Kislotali muhitda ekstraksiya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23378" y="1417320"/>
            <a:ext cx="1945538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Asosli moddalar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23378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Alkaloid, sintetik azotli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Ishqoriy muhitda ekstraksiya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6076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Neytral moddalar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6076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Antifibrin, fenatsetin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Har qanday muhitda yaxshi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Moddalar va muhit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228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Taqsimlanish koeffitsienti va ekstraksiya darajasi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Suyuqlik-suyuqlik ekstraksiyasi; ajralmani tozalash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 qancha katta bo‘lsa, modda shuncha ko‘p organik erituvchi qatlamiga o‘tadi.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 ekstraksiyalanish darajasi (foizda): R = A / N · 100%.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0850"/>
                <a:gridCol w="3777125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Ma’nosi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 = Corg / Csuv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taqsimlanish koeffitsienti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Corg, Csuv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organik qatlam va suvdagi konsentratsiya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organik qatlamdagi miqdor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suvdagi boshlang‘ich umumiy miqdor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Belgilar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228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Ekstraksiyaga ta’sir qiluvchi omillar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Suyuqlik-suyuqlik ekstraksiyasi; ajralmani tozalash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To‘liq o‘tishga pH-muhit, ionlanish darajasi, taqsimlanish koeffitsienti, harorat va tuzlovchi agentlar ta’sir 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Harorat o‘zgarsa, taqsimlanish koeffitsienti o‘zgaradi; fazalarda dissotsiatsiya va assotsiatsiya jarayonlari ham o‘zgaradi.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Ekstraksiyalanish darajasiga organik erituvchining xarakteri ham katta ta’sir etadi.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9770"/>
                <a:gridCol w="2788205"/>
              </a:tblGrid>
              <a:tr h="512064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Omil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Ta’siri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pH-muhit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Ionlanish darajasi o‘zgaradi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Taqsimlanish koeffitsienti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 katta — ko‘p modda o‘tadi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Harorat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 va dissotsiatsiya o‘zgaradi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Tuzlovchi agent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Eruvchanlik o‘zgaradi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Organik erituvchi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Ekstraksiya darajasiga ta’sir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Omil va ta’siri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228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Ekstraksiya omillari (ma’ruza)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Suyuqlik-suyuqlik ekstraksiyasi; ajralmani tozalash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Moddaning suvli eritmadan organik qatlamga to‘liq o‘tishiga taqsimlanish koeffitsienti va ekstraksiyalanish darajasi ta’sir 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Shuningdek pH-sharoit, organik erituvchi tabiati, ekstraksiya soni, tuzlovchi agentlar (elektrolitlar) va harorat.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Ekstraksiya soni tajriba yo‘li bilan topiladi.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Ekstraksiya omillari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722120"/>
            <a:ext cx="0" cy="341376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72212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609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60960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K va 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K = Corg / Csuv  ·  R = A / N · 100%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40487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100072"/>
            <a:ext cx="3779215" cy="609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100072"/>
            <a:ext cx="3779215" cy="60960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pH-sharoit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Ionlanish darajasi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08762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2782824"/>
            <a:ext cx="3779215" cy="609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2782824"/>
            <a:ext cx="3779215" cy="60960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Organik erituvchi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Tabiati, xarakteri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377037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3465576"/>
            <a:ext cx="3779215" cy="609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3465576"/>
            <a:ext cx="3779215" cy="60960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Ekstraksiya soni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Tajriba yo‘li bilan topiladi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612380" y="445312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772400" y="4148328"/>
            <a:ext cx="3779215" cy="609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0" y="4148328"/>
            <a:ext cx="3779215" cy="60960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Tuzlovchi agent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Elektrolitlar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612380" y="513588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772400" y="4831080"/>
            <a:ext cx="3779215" cy="609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0" y="4831080"/>
            <a:ext cx="3779215" cy="60960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Harorat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K va dissotsiatsiya o‘zgaradi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Ekstraksiyaga ta’sir qiluvchi omillar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86, 88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Yot moddalar va tozalash usullari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Suyuqlik-suyuqlik ekstraksiyasi; ajralmani tozalash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Ekstraksiyalangan ajralmada oqsillar, aminokislotalar, yog‘ va lipidlar kabi yot moddalar bo‘lib, tahlilga halaqit beradi.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Yot moddalar reaktivlar bilan tekshiriluvchi modda kabi mahsulot berishi va miqdor tahliliga salbiy ta’sir qilishi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Tozalash usullari: suzish, filtrlash, sentrifugalash, cho‘ktirish va qayta ekstraksiya; asos — fizik-kimyoviy xossalar.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Tozalash usullari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Mexanik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Suzish (paxta, bint)  ·  Filtrlash  ·  Sentrifugalash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Cho‘ktirish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Kislotalar, isitish  ·  Spirt, aseton, tuz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Qayta ekstraksiya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Kislota va ishqor bilan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Fizik-kimyoviy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Quruq haydash  ·  Elektrodializ, elektroforez  ·  Xromatografiya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Tozalash usullari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88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Suzish, filtrlash va sentrifugalash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Suyuqlik-suyuqlik ekstraksiyasi; ajralmani tozalash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Suzish paxta yoki bint bilan yirik mexanik qo‘shilmalarni ajratadi, ammo aniqlanuvchi modda adsorbsiyalanib yo‘qolishi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Filtrlash yirik va mayda qo‘shilmalarni ajratadi, ammo filtr qog‘ozi ham moddani adsorbsiyalab yo‘qotishga sabab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Sentrifugalash apparat yordamida qo‘shilmalarni ajratadi; shu sababli u ancha qulay hisoblanadi.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Suzish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Paxta yoki bint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Yirik qo‘shilmalar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Modda adsorbsiyalanadi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23378" y="1417320"/>
            <a:ext cx="1945538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Filtrlash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23378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Filtr qog‘ozi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Yirik va mayda qo‘shilmalar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Modda adsorbsiyalanadi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6076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Sentrifugalash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6076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Sentrifuga apparati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Yirik va mayda qo‘shilmalar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Ancha qulay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Mexanik tozalash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88, 89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Oqsillarni cho‘ktirish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Suyuqlik-suyuqlik ekstraksiyasi; ajralmani tozalash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Oqsillar va qondagi halaqit beruvchi moddalar uchxlorsirka, volfram, metafosfat kislotalari va ayrim geteropoli birikmalar bilan cho‘ktiriladi.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Eritmani taxminan 40 °C gacha isitish bilan ko‘p oqsillarni cho‘ktirish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Absolyut etil va metil spirti yoki aseton ta’sirida, shuningdek to‘yingan tuz eritmasi bilan tuzlash usulida ham oqsillar cho‘kadi.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6685"/>
                <a:gridCol w="3561289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Usul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Cho‘ktiruvchi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Kislotalar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Uchxlorsirka, volfram, metafosfat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Isitish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Taxminan 40 °C gacha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Spirt, aseton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Absolyut etil, metil spirti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Tuzlash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To‘yingan tuz eritmasi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Oqsillarni cho‘ktirish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89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Reekstraksiyada pH nazorati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Suyuqlik-suyuqlik ekstraksiyasi; ajralmani tozalash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Qayta ekstraksiya bilan tozalashda pH muhiti aniq bo‘lishi zarur.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pH ga ahamiyat berilmasa, tekshiriluvchi modda yo‘qotilishi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 usulda neytral va kuchsiz asos xossali moddalarni tozalab bo‘lmaydi, chunki ular yo‘qotib qo‘yiladi.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89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Kislotali va asosli moddalarni tozalash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Suyuqlik-suyuqlik ekstraksiyasi; ajralmani tozalash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Kislotali moddalar (organik kislotalar, barbituratlar): ishqor (pH 13) bilan ekstraksiya, so‘ng kislota (pH 1) bilan reekstraksiya.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Asosli moddalar (alkaloidlar, sintetik analoglar): kislota (pH 1) bilan, so‘ng ishqor (pH 13) bilan reekstraksiya.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Asosli usulda kuchsiz asoslar (purin hosilalari, narkotin, promedol, antipirin, amidopirin) yo‘qotiladi.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Kislotali moddalar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Qoldiq + ishqor (pH 13)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Ishqoriy suvli qatlam kerak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Kislota (pH 1) — reekstraksiya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Neytral, kuchsiz asos yo‘qoladi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Asosli moddalar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Qoldiq + kislota (pH 1)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Kislotali suvli qatlam kerak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Ishqor (pH 13) — reekstraksiya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Kuchsiz asoslar yo‘qoladi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Reekstraksiya: ikki yo‘nalish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223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Ekstraksiya va tozalash: farqlari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Suyuqlik-suyuqlik ekstraksiyasi; ajralmani tozalash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Ekstraksiya peshob kabi suyuqlikdan zaharli moddani organik erituvchi qatlamiga o‘tkazadi.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Ajratilgan qoldiqda yot moddalar bo‘lgani uchun ekstrakt tozalanadi; tozalashning umumiy aniq usuli yo‘q.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Usul modda fizik-kimyoviy xossalariga qarab tanlanadi.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Ekstraksiya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Kislotali va ishqoriy muhit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5 ml erituvchi, 15 daqiqa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3 marta takrorlanadi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Tozalash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Yot moddalarni yo‘qotadi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Umumiy aniq usul yo‘q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Xossalarga qarab tanlanadi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Ekstraksiya va tozalash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222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Ikki xloroformli ajralma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Suyuqlik-suyuqlik ekstraksiyasi; ajralmani tozalash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Qaysi usul qo‘llanishidan qat’i nazar, kimyogar biomaterialdan ajratilgan ikki xloroformli eritma bilan tekshiruv o‘tkazadi.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Kislotali ajralma barbituratlar, neytral moddalar (fenatsetin), organik kislotalar (salitsil, pikrin) va kuchsiz asos xossali alkaloidlar uchun tekshiriladi.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Ishqoriy sharoitda olingan ajralmadan alkaloidlar va ularning sintetik analoglari tekshiriladi; erituvchi ko‘proq xloroform.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Kislotali ajralma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Barbituratlar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Fenatsetin (neytral)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Salitsil, pikrin kislota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Kofein, teobromin, strixnin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Ishqoriy ajralma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Alkaloidlar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Sintetik analoglar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Ikki ajralma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90, 96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To‘liq tahlildagi 28 modda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Suyuqlik-suyuqlik ekstraksiyasi; ajralmani tozalash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Kimyogar-ekspert to‘liq kimyo-toksikologik tahlilda bu guruhdan 28 ta moddaga tekshiruv o‘tkazishi zarur.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Ular 7 ta barbiturat, 14 ta alkaloid va 7 ta azot saqlovchi sintetik birikmadan iborat.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Azot saqlovchi sintetik birikmalar: promedol, aminazin, diprazin, tizertsin, majeptil, triftazin, imizin.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Barbituratlar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7</a:t>
            </a:r>
            <a:r>
              <a:rPr sz="1500" b="0">
                <a:solidFill>
                  <a:srgbClr val="6B7280"/>
                </a:solidFill>
                <a:latin typeface="Calibri"/>
              </a:rPr>
              <a:t>  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Alkaloidlar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14</a:t>
            </a:r>
            <a:r>
              <a:rPr sz="1500" b="0">
                <a:solidFill>
                  <a:srgbClr val="6B7280"/>
                </a:solidFill>
                <a:latin typeface="Calibri"/>
              </a:rPr>
              <a:t>  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Azotli sintetik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7</a:t>
            </a:r>
            <a:r>
              <a:rPr sz="1500" b="0">
                <a:solidFill>
                  <a:srgbClr val="6B7280"/>
                </a:solidFill>
                <a:latin typeface="Calibri"/>
              </a:rPr>
              <a:t>  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Jami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28</a:t>
            </a:r>
            <a:r>
              <a:rPr sz="1500" b="0">
                <a:solidFill>
                  <a:srgbClr val="6B7280"/>
                </a:solidFill>
                <a:latin typeface="Calibri"/>
              </a:rPr>
              <a:t>  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Tekshiriladigan moddalar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93, 94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Ish ob’ekti: fenatsetin va salitsil kislota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Suyuqlik-suyuqlik ekstraksiyasi; ajralmani tozalash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Fenatsetin oq kristall kukun, suvda qiyin, organik erituvchilarda yaxshi eriydi.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Salitsil kislota kislotali xossali; ob’ektdan qutbli erituvchilar yordamida kislotali muhitda ajratib olinadi.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Fenatsetin kabi neytral moddalar kislotali, neytral va ishqoriy sharoitda ham yaxshi ekstraksiyalanadi.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Fenatsetin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Neytral modda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Suvda qiyin eriydi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Har qanday pH da ekstraksiya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Salitsil kislota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Kislotali xossa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Kislotali muhitda ajratiladi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Qutbli erituvchilar bilan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Ikki ish ob’ekti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97, 98; Yuldashev Z.A., Nurmatova M.I., Toksikologik kimyo modulidan o‘quv-uslubiy majmua, betlar: 228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Elektrolitlar va tuzlanish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Suyuqlik-suyuqlik ekstraksiyasi; ajralmani tozalash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Elektrolitlar qo‘shilsa, suvda yaxshi eruvchi organik moddalarning eruvchanligi ortishi yoki kamayishi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Eruvchanlikning pasayishi - tuzlanishning kamayishi, ortishi - tuzlanishning ortishi deyiladi.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Tuzlanish natijasida taqsimlanish koeffitsienti ortadi va organik erituvchi bilan ekstraksiyalanish kuchayadi.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Kichik radiusli ionlarning tuzlash ta’siri katta radiusli ionlarnikidan katta.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Elektrolit qo‘shiladi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Suvda eruvchanlik o‘zgaradi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Taqsimlanish koeffitsienti ortadi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Organik qatlamga ekstraksiya kuchayadi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Tuzlanish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Nurmatova M.I., Toksikologik kimyo modulidan o‘quv-uslubiy majmua, betlar: 228, 229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Nima uchun ajralma tozalanadi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Suyuqlik-suyuqlik ekstraksiyasi; ajralmani tozalash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Ajratib olingach, kislotali va ishqoriy muhitdagi ajralmalar qoldig‘i holida bo‘ladi; ularda yot moddalar ko‘p.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Yot moddalar tahlilga halaqit beradi, reaktivlar bilan tekshiriluvchi modda kabi mahsulot berishi va miqdor tahliliga salbiy ta’sir qilishi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Tozalashning umumiy aniq usuli yo‘q; modda xossalariga qarab usul tanlanadi.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Kislotali va ishqoriy ajralma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Yot moddalar ham bor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Tahlilga halaqit beradi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Tozalash (usul xossaga qarab)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Chinlik va miqdor tahlili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Ajralma va yot moddalar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222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Kislotali moddalarni reekstraksiya bilan tozalash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Suyuqlik-suyuqlik ekstraksiyasi; ajralmani tozalash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Organik kislotalar va barbituratlar ekstraksiya va reekstraksiya usulida tozalanadi.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 usulda neytral va kuchsiz asosli moddalarni tozalab bo‘lmaydi: ular yo‘qotib qo‘yiladi.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Qoldiq + ishqor (pH 13)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Ishqoriy suvli qatlam: kerak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Kislota (pH 1): reekstraksiya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Organik qatlam: modda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Kislotali moddalar tozalanishi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222, 223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Asosli moddalarni reekstraksiya bilan tozalash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Suyuqlik-suyuqlik ekstraksiyasi; ajralmani tozalash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Alkaloidlar va ularning sintetik analoglari ham reekstraksiya usulida tozalanadi.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Kuchsiz asoslar (purin hosilalari, narkotin, promedol, antipirin, amidopirin) yo‘qotiladi.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Qoldiq + kislota (pH 1)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Kislotali suvli qatlam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Ishqor (pH 13) reekstraksiya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Organik qatlam: modda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Asosli moddalar tozalanishi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223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Quruq haydash va elektrodializ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Suyuqlik-suyuqlik ekstraksiyasi; ajralmani tozalash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Quruq haydash (vozgonka): issiqlikda sublimatsiyalanadigan barbituratlar, benzoy va salitsil kislotalari, kofein tozalanadi.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Elektrodializ strixnin, paxikarpin kabi ayrim moddalarni ajratish va tozalashda qo‘llaniladi.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Alkaloid tuzlari doimiy tok ta’sirida yarim o‘tkazgich parda orqali katodga siljiydi; tahlil uchun katod suyuqligi ekstraksiyalanadi.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Quruq haydash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Issiqlikda sublimatsiya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Barbituratlar, benzoy va salitsil kislota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Kofein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Elektrodializ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Strixnin, paxikarpin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Tuzlar katodga siljiydi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Katod suyuqligi ekstraksiyalanadi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Quruq haydash va elektrodializ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223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Elektroforez va xromatografiya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Suyuqlik-suyuqlik ekstraksiyasi; ajralmani tozalash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Elektroforez: alkaloid va asosli sintetik moddalarning tuzlari doimiy tokda katodga turli tezlikda siljiydi, shu tufayli ajraladi.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Xromatografiyada eng ko‘p ishlatiladigani yupqa qatlam, kolonkali gel va qog‘oz xromatografiyasi.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Xromatografiya yot moddalardan tozalashdan tashqari modda chinligini ham aniqlashga imkon beradi.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223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YuQX orqali tozalash va aniqlash tizimlari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Suyuqlik-suyuqlik ekstraksiyasi; ajralmani tozalash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Barbituratlar: 0,02% difenilkarbazon (xloroformda) va HgSO4 purkaladi; dog‘lar siyoh rangda.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Ishqoriy ajralmadagi alkaloidlar uchun aniqlovchi reaktiv - Dragendorf reaktivi.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902959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4474"/>
                <a:gridCol w="3888485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Moddalar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Faza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Barbituratlar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xloroform-n-butanol-25% NH4OH (70:40:5)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Alkaloidlar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xloroform-aseton-dietilamin (50:30:2)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Alkaloidlar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xloroform-aseton-ammiak (30:20:2)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YuQX harakatlanuvchi fazalar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223, 224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Boshqa tozalash usullari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Suyuqlik-suyuqlik ekstraksiyasi; ajralmani tozalash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Boshqa tozalash usullari ajratib olish usullari bilan birga olib boriladi.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Masalan: filtrlash, oqsillarni spirt yoki elektrolitlar yordamida cho‘ktirish, sentrifugalash.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Oqsillarni cho‘ktirib, ajralmani yot moddalardan tozalashga yordam beradi.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224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Tozalash usulini tanlash: qisqacha jadval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Suyuqlik-suyuqlik ekstraksiyasi; ajralmani tozalash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Tozalashning umumiy aniq usuli yo‘q: usul modda fizik-kimyoviy xossasiga qarab tanlanadi.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Boshqa tozalash usullari ajratib olish bilan birga olib boriladi.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57000"/>
                <a:gridCol w="2130975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Usul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Organik kislota, barbiturat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ekstraksiya, reekstraksiya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Alkaloid, sintetik asos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reekstraksiya (pH 1, pH 13)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Barbiturat, benzoy/salitsil k-ta, kofein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quruq haydash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Strixnin, paxikarpin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elektrodializ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Modda va tozalash usuli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222, 224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Nazorat savollari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Suyuqlik-suyuqlik ekstraksiyasi; ajralmani tozalash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Suvli eritmalarni organik erituvchilar bilan ishlashda pH-muhitining qanday ahamiyati bor?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Xloroformli ajralmalarni yot moddalardan tozalash usullarini aytib, tushuntiring.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Nima uchun pH=2,5-3,0 va 8,0-9,0 muhitlari yaratiladi? Misollar keltiring.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Ajralmalarni yot moddalardan tozalash usullariga misollar keltiring.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224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 va hisobot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Suyuqlik-suyuqlik ekstraksiyasi; ajralmani tozalash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Peshobdan fenatsetin va salitsil kislota kislotali, so‘ng ishqoriy (pH 9-10) ekstraksiya bilan ajratiladi; har biri 3 marta takrorlanadi.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Kislotali moddalar kislotali, asosli moddalar ishqoriy sharoitda ekstraksiyalanadi; neytral moddalarga pH kam ta’sir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Ajralma reekstraksiya, vozgonka, elektrodializ, elektroforez va xromatografiya bilan yot moddalardan tozalanadi.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222, 223; Yuldashev Z.A., Nurmatova M.I., Toksikologik kimyo modulidan o‘quv-uslubiy majmua, betlar: 228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Suyuqlik-suyuqlik ekstraksiyasi; ajralmani tozalash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Antifibrin va fenatsetin kabi neytral moddalar kislotali, neytral va ishqoriy sharoitda ham yaxshi ekstraksiyalanadi.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Kichik radiusli ionlarning tuzlash ta’siri katta radiusli ionlarnikidan kuchli.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Elektrodializda alkaloid tuzlari doimiy tokda yarim o‘tkazgich parda orqali katodga siljiydi; tahlil uchun katod suyuqligi ekstraksiyalanadi.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Reekstraksiya usulida kuchsiz asosli moddalar (purin hosilalari, narkotin, promedol, antipirin, amidopirin) yo‘qotib qo‘yiladi.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Suyuqlik-suyuqlik ekstraksiyasi; ajralmani tozalash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Umarova G.Q. Toksikologik kimyo modulidan o‘quv-uslubiy majmua (Farmatsiya). Toshkent farmatsevtika instituti, 2025. b. 86-94, 96-98, 222-224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Nurmatova M.I. Toksikologik kimyo modulidan o‘quv-uslubiy majmua (DVSSM). Toshkent farmatsevtika instituti, 2025. b. 227-229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