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qon va peshob ekstraksiyasi sud-kimyoda eng ko‘p qo‘llanadi? Doskada: reja (2 band). Tipik xato: ekstraksiya bilan tozalashni bir bosqich deb tushunish; ular alohida.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neytral va kislotali modda (fenatsetin, salitsil kislota) tanlangan? Doskada: jihozlar. Tipik xato: ajratgich voronka kranini yog‘lamay ishlatish va sizib ketishini sezmaslik (o‘qituvchi tekshiradi).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nima uchun jarayon 3 marta takrorlanadi? (Moddani to‘liqroq ajratish; o‘qituvchi bilan tekshiring.) Doskada: 5 qutili sxema. Tipik xato: birinchi organik qatlamni tashlab yuborish.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suvli qatlamni tashlab yubormaslik nima uchun muhim? Doskada: pH 9-10. Tipik xato: kitob dvssm 232-betda boshqa usulda pH 8,0-9,0 beradi; bu mashg‘ulotda 9-10 ishlatiladi: usullarni aralashtirmang.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ikki ajratma alohida bug‘latiladi? Doskada: ’kislotali + ishqoriy - alohida’. Tipik xato: ikki ajratmani aralashtirib bug‘latish. Eslatma: fenatsetin va salitsil kislota reaksiyalari 63-darsda o‘rganiladi.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R-COOH ⇌ R-COO- + H+ muvozanatini kislota va ishqor qo‘shganda tushuntiring. Doskada: muvozanat tenglamasi. Tipik xato: kislota qo‘shilganda dissotsiyalanish ortadi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alkaloidlar kislotali suvli qatlamda qoladi? Doskada: AlK.HX ⇌ AlK.H+ + X-. Tipik xato: kislotali xloroform qatlamida alkaloidni qidirish.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amfoter moddalar uchun optimal pH tanlash qiyin? Doskada: morfin, ekgonin. Tipik xato: amfoter moddani oddiy asos kabi ishqorda ajratishga urinish.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oltin qoida: kislota-kislotali, asos-ishqoriy. Doskada: 3 guruh (kislotali, asosli, neytral). Tipik xato: neytral moddalar uchun pH ni qat’iy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K=4 va K=0,2 bo‘lsa, qaysi biri yaxshi ekstraksiyalanadi? (Misol o‘qituvchidan; kitobda raqamli misol yo‘q.) Doskada: ikki formula. Tipik xato: A va N ni almashtirib R&gt;100%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haroratni ekstraksiya vaqtida o‘zgarmas ushlash kerak? Doskada: 5 omil. Tipik xato: omillardan faqat pH ni eslab qolish.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tuzlash agentiga misol keltiring. Doskada: ’tuzlash -&gt; K ortadi’. Tipik xato: kitobdagi ’tuzlanishni kamayishi/ortishi’ atamalarini teskari tushunish (aslida eruvchanlikning pasayishi).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yot modda qanday ’soxta musbat’ natija beradi? Doskada: 3 sabab. Tipik xato: tozalashni ixtiyoriy deb hisoblash; kitob uni majburiy bosqich deb ko‘rsatadi.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sxemada qaysi qatlam tashlanadi? (Birinchi organik qatlam - keraksiz.) Doskada: pH 13 va pH 1. Tipik xato: pH qiymatlarini almashtirib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kofein va antipirin bu usulda yo‘qoladi? (Kuchsiz asos.) Doskada: ro‘yxat. Tipik xato: antipirin va amidopirinni kuchli asos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sublimatsiyalanadigan moddalarni sanang. Doskada: ’vozgonka: barbiturat, benzoy, salitsil, kofein’. Tipik xato: elektrodializda moddalar anodga siljiydi deb yozish (kitob: katodga).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xromatografiya ham tozalash, ham chinlik tahlili? Doskada: 3 usul nomi. Tipik xato: elektroforezni elektrodializ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barbituratlarni qaysi rang bilan ko‘rasiz? (Siyoh rangli dog‘lar.) Doskada: jadvaldagi 3 faza. Tipik xato: nisbatlarni (70:40:5; 50:30:2; 30:20:2) almashtirish. Kitobda (toks 223): «difenilkarbazid» — to‘g‘risi difenilkarbazon (gmt 113).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oqsilni cho‘ktirish alohida bosqich? Doskada: 3 usul. Tipik xato: sentrifugalash o‘rniga filtrlashda modda filtr qog‘ozida adsorbsiyalanib yo‘qolishi mumkinligini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jadvaldagi har bir qatorga bittadan sabab ayting. Doskada: jadval. Tipik xato: kofeinni reekstraksiyada tozalash (u kuchsiz asos sifatida yo‘qoladi).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javoblarni 8-14 va 15-19-slaydlar bilan bog‘lang. Doskada: pH 2,5-3,0 va 8,0-9,0. Tipik xato: pH oralig‘ini mashg‘ulotdagi pH 9-10 bilan aralashtirish: kitob boshqa usullarda boshqa pH ishlatadi.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Hisobot: talaba ish daftariga ekstraksiya jadvali (qatlam, pH, erituvchi), qoldiq tavsifi va xulosani yozadi. Muhokama: 3 asosiy xulosa. Doskada: sxema ’kislotali -&gt; ishqoriy’. Tipik xato: tozalash usullarini ekstraksiya bilan chalkashtirish.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Suyuqlik-suyuqlik ekstraksiyasi; ajralmani tozalash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Suyuqlik-suyuqlik ekstraksiyasi; ajralmani tozalash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talabalarni biologik suyuqliklardan (qon, peshob) zaharli moddalarni ajratib olish uchun suyuqlik-suyuqlik ekstraksiyasi bilan tanishtirish.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1) suyuqlik-suyuqlik ekstraksiyasi; 2) ajralmani yot moddalardan tozalash.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Natija: talabalar sifat reaksiyalarini o‘tkazadi, natijalarni ish daftariga yozib, o‘qituvchidan tasdiqlatadi.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Jihozlar va ish ob’ekti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Suyuqlik-suyuqlik ekstraksiyasi; ajralmani tozalash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Zarur vositalar: probirkalar, ajratgich voronkalar, reaktivlar, ko‘rgazmali materiallar.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Laboratoriya jihozlari: maxsus laboratoriya vositalari bilan jihozlangan xona.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 ob’ekti: talabalarga fenasetin yoki salitsil kislotasi bilan zaharlangan peshob beriladi.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1-bosqich: kislotali ekstraksiya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Suyuqlik-suyuqlik ekstraksiyasi; ajralmani tozalash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Peshobning pH i oksalat kislotasi bilan kislotali sharoitga keltiriladi.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 ml organik erituvchi (xloroform yoki dietil efiri) qo‘shilib, 15 daqiqa chayqatiladi.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Organik qatlam ajratgich voronkada olinadi; jarayon 3 marta takrorlanib, qatlamlar birlashtiriladi.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Peshob + oksalat kislota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 ml xloroform yoki efir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15 daqiqa chayqatish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Organik qatlam olinadi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 marta takrorlash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ekstraksiya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2-bosqich: ishqoriy ekstraksiya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Suyuqlik-suyuqlik ekstraksiyasi; ajralmani tozalash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Qolgan suvli qatlam ammiak yordamida ishqoriy sharoitga (pH 9-10) keltiriladi.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 ml xloroform yoki dietil efiri qo‘shilib, 15 daqiqa chayqatiladi.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Organik qatlam ajratgich voronkada olinadi; jarayon 3 marta takrorlanadi.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Suvli qatlam + ammiak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pH 9-10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 ml xloroform yoki efir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15 daqiqa, 3 marta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Ishqoriy ekstraksiya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Qoldiqni tayyorlash va tahlil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Suyuqlik-suyuqlik ekstraksiyasi; ajralmani tozalash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Olingan kislotali va ishqoriy ajratmalar alohida idishlarda xona haroratida bug‘latiladi.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Quruq qoldiq 5 ml etil spirtida eritiladi.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Eritmada fenatsetin va salitsil kislotalarga tahlil o‘tkaziladi.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Organik kislotalar ekstraksiyasi va 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Suyuqlik-suyuqlik ekstraksiyasi; ajralmani tozalash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Organik kislota suvli eritmada dissotsiyalanib, suv dipollari bilan tez gidratlanadi; barqaror gidrat bog‘lar tufayli yomon ekstraksiyalanadi.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Muhit ishqoriy tomonga o‘zgarsa, dissotsiyalanish ortadi va organik erituvchi bilan ekstraksiyalanish pasayadi.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Kislotali tomonga o‘zgarsa, dissotsiyalanmagan molekulalar ko‘payadi va ekstraksiyalanish ortadi.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Bunday sharoitda kuchsiz organik kislotalar ham ko‘p ekstraksiyalanadi.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Alkaloid va azotli asoslar ekstraksiyasi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Suyuqlik-suyuqlik ekstraksiyasi; ajralmani tozalash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Alkaloid va sintetik azotli birikmalar neytral sharoitda kislota bilan dissotsiyalanadigan ionlar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Dissotsiyalanmagan organik asoslar tez solvatlanib, organik erituvchi qatlamiga o‘tadi.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Organik asoslar kuchsiz elektrolit: dissotsiyalanishi ortsa, organik erituvchilarda ekstraksiyalanishi pasayadi.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Ishqor qo‘shilsa, organik erituvchilarda ekstraksiyalanish oshiriladi.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Amfoter birikmalar ekstraksiyasi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Suyuqlik-suyuqlik ekstraksiyasi; ajralmani tozalash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Amfoter birikmalar: amin va fenol guruhli (morfin, apomorfin, salsolin) hamda amin va karboksil guruhli (ekgonin, aminokislotalar).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Molekulyar holatdagi amfoter birikmalar suvli eritmadan organik erituvchilar bilan yaxshi ekstraksiyalanadi.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Ionlari suv bilan oson gidratlanib, deyarli ekstraksiyalanmaydi; izoelektrik nuqtada zaryadsiz, oqsillar odatda cho‘kmaga tushadi.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227, 228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Umumiy qoida: kislotali va asosli moddalar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Suyuqlik-suyuqlik ekstraksiyasi; ajralmani tozalash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Barbituratlar va boshqa kislotali organik birikmalar kislotali sharoitda organik erituvchilar bilan yaxshi ekstraksiyalanadi.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Alkaloid va sintetik azotli birikmalar kislotali muhitda organik qatlamga o‘tmay, suvli eritmada qoladi.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Ularni ajratish uchun suvli eritmaga ishqor qo‘shib, asos holiga keltiriladi va organik erituvchi bilan ekstraksiyalanadi.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Antifibrin va fenatsetin kabi neytral moddalarga bu omillar kam ta’sir qiladi: ular kislotali, neytral va ishqoriy sharoitda yaxshi ekstraksiyalanadi.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Taqsimlanish koeffitsienti va ekstraksiya darajasi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Suyuqlik-suyuqlik ekstraksiyasi; ajralmani tozalash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 qancha katta bo‘lsa, modda shuncha ko‘p organik erituvchi qatlamiga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 ekstraksiyalanish darajasi (foizda): R = A / N · 100%.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50"/>
                <a:gridCol w="377712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Ma’nosi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 = Corg / Csuv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taqsimlanish koeffitsienti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Corg, Csuv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organik erituvchi va suvdagi konsentratsiya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organik erituvchida ekstraksiyalangan miqdor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suvdagi boshlang‘ich umumiy miqdor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Belgilar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Ekstraksiyaga ta’sir qiluvchi omillar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Suyuqlik-suyuqlik ekstraksiyasi; ajralmani tozalash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To‘liq o‘tishga pH-muhit, ionlanish darajasi, taqsimlanish koeffitsienti, harorat va tuzlovchi agentlar ta’sir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Harorat o‘zgarsa, taqsimlanish koeffitsienti o‘zgaradi; fazalarda dissotsiatsiya va assotsiatsiya jarayonlari ham o‘zgaradi.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Ekstraksiyalanish darajasiga organik erituvchining xarakteri ham katta ta’sir etadi.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Elektrolitlar va tuzlanish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Suyuqlik-suyuqlik ekstraksiyasi; ajralmani tozalash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Elektrolitlar qo‘shilsa, suvda yaxshi eruvchi organik moddalarning eruvchanligi ortishi yoki kamayishi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Eruvchanlikning pasayishi - tuzlanishning kamayishi, ortishi - tuzlanishning ortishi deyiladi.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Tuzlanish natijasida taqsimlanish koeffitsienti ortadi va organik erituvchi bilan ekstraksiyalanish kuchayadi.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Kichik radiusli ionlarning tuzlash ta’siri katta radiusli ionlarnikidan katta.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228, 229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Nima uchun ajralma tozalanadi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Suyuqlik-suyuqlik ekstraksiyasi; ajralmani tozalash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Ajratib olingach, kislotali va ishqoriy muhitdagi ajralmalar qoldig‘i holida bo‘ladi; ularda yot moddalar ko‘p.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Yot moddalar tahlilga halaqit beradi, reaktivlar bilan tekshiriluvchi modda kabi mahsulot berishi va miqdor tahliliga salbiy ta’sir qilishi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Tozalashning umumiy aniq usuli yo‘q; modda xossalariga qarab usul tanlanadi.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Kislotali moddalarni reekstraksiya bilan tozalash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Suyuqlik-suyuqlik ekstraksiyasi; ajralmani tozalash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Organik kislotalar va barbituratlar ekstraksiya va reekstraksiya usulida tozalanadi.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usulda neytral va kuchsiz asosli moddalarni tozalab bo‘lmaydi: ular yo‘qotib qo‘yiladi.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Qoldiq + ishqor (pH 13)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Ishqoriy suvli qatlam: kerak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Kislota (pH 1): reekstraksiya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Organik qatlam: modda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moddalar tozalanishi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222, 223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Asosli moddalarni reekstraksiya bilan tozalash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Suyuqlik-suyuqlik ekstraksiyasi; ajralmani tozalash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Alkaloidlar va ularning sintetik analoglari ham reekstraksiya usulida tozalanadi.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Kuchsiz asoslar (purin hosilalari, narkotin, promedol, antipirin, amidopirin) yo‘qotiladi.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Qoldiq + kislota (pH 1)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Kislotali suvli qatlam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Ishqor (pH 13) reekstraksiya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Organik qatlam: modda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Asosli moddalar tozalanishi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Quruq haydash va elektrodializ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Suyuqlik-suyuqlik ekstraksiyasi; ajralmani tozalash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Quruq haydash (vozgonka): issiqlikda sublimatsiyalanadigan barbituratlar, benzoy va salitsil kislotalari, kofein tozalanadi.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Elektrodializ strixnin, paxikarpin kabi ayrim moddalarni ajratish va tozalashda qo‘llaniladi.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Alkaloid tuzlari doimiy tok ta’sirida yarim o‘tkazgich parda orqali katodga siljiydi; tahlil uchun katod suyuqligi ekstraksiyalanadi.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Elektroforez va xromatografiya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Suyuqlik-suyuqlik ekstraksiyasi; ajralmani tozalash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Elektroforez: alkaloid va asosli sintetik moddalarning tuzlari doimiy tokda katodga turli tezlikda siljiydi, shu tufayli ajraladi.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Xromatografiyada eng ko‘p ishlatiladigani yupqa qatlam, kolonkali gel va qog‘oz xromatografiyasi.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Xromatografiya yot moddalardan tozalashdan tashqari modda chinligini ham aniqlashga imkon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 orqali tozalash va aniqlash tizimlari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Suyuqlik-suyuqlik ekstraksiyasi; ajralmani tozalash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Barbituratlar: 0,02% difenilkarbazon (xloroformda) va HgSO4 purkaladi; dog‘lar siyoh rangda.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Ishqoriy ajralmadagi alkaloidlar uchun aniqlovchi reaktiv - Dragendorf reaktivi.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902959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4474"/>
                <a:gridCol w="388848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Faza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Barbituratlar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xloroform-n-butanol-25% NH4OH (70:40:5)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Alkaloidlar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xloroform-aseton-dietilamin (50:30:2)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Alkaloidlar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xloroform-aseton-ammiak (30:20:2)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YuQX harakatlanuvchi fazalar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223, 224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Boshqa tozalash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Suyuqlik-suyuqlik ekstraksiyasi; ajralmani tozalash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Boshqa tozalash usullari ajratib olish usullari bilan birga olib boriladi.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Masalan: filtrlash, oqsillarni spirt yoki elektrolitlar yordamida cho‘ktirish, sentrifugalash.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Oqsillarni cho‘ktirib, ajralmani yot moddalardan tozalashga yordam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Tozalash usulini tanlash: qisqacha jadval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Suyuqlik-suyuqlik ekstraksiyasi; ajralmani tozalash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Tozalashning umumiy aniq usuli yo‘q: usul modda fizik-kimyoviy xossasiga qarab tanlanadi.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Boshqa tozalash usullari ajratib olish bilan birga olib boriladi.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7000"/>
                <a:gridCol w="213097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Organik kislota, barbiturat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ekstraksiya, reekstraksiya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Alkaloid, sintetik asos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reekstraksiya (pH 1, pH 13)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Barbiturat, benzoy/salitsil kislota, kofein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quruq haydash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Strixnin, paxikarpin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elektrodializ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Modda va tozalash usuli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222, 224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Suyuqlik-suyuqlik ekstraksiyasi; ajralmani tozalash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Suvli eritmalarni organik erituvchilar bilan ishlashda pH-muhitining qanday ahamiyati bor?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Xloroformli ajralmalarni yot moddalardan tozalash usullarini aytib, tushuntiring.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Nima uchun pH=2,5-3,0 va 8,0-9,0 muhitlari yaratiladi? Misollar keltiring.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Ajralmalarni yot moddalardan tozalash usullariga misollar keltiring.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hisobot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Suyuqlik-suyuqlik ekstraksiyasi; ajralmani tozalash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Peshobdan fenatsetin va salitsil kislota kislotali, so‘ng ishqoriy (pH 9-10) ekstraksiya bilan ajratiladi; har biri 3 marta takrorlanadi.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Kislotali moddalar kislotali, asosli moddalar ishqoriy sharoitda ekstraksiyalanadi; neytral moddalarga pH kam ta’sir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Ajralma reekstraksiya, vozgonka, elektrodializ, elektroforez va xromatografiya bilan yot moddalardan tozalanadi.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222, 223; Yuldashev Z.A., Nurmatova M.I., Toksikologik kimyo modulidan o‘quv-uslubiy majmua, betlar: 228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Suyuqlik-suyuqlik ekstraksiyasi; ajralmani tozalash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Antifibrin va fenatsetin kabi neytral moddalar kislotali, neytral va ishqoriy sharoitda ham yaxshi ekstraksiyalanadi.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Kichik radiusli ionlarning tuzlash ta’siri katta radiusli ionlarnikidan kuchli.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Elektrodializda alkaloid tuzlari doimiy tokda yarim o‘tkazgich parda orqali katodga siljiydi; tahlil uchun katod suyuqligi ekstraksiyalanadi.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Reekstraksiya usulida kuchsiz asosli moddalar (purin hosilalari, narkotin, promedol, antipirin, amidopirin) yo‘qotib qo‘yiladi.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Suyuqlik-suyuqlik ekstraksiyasi; ajralmani tozalash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222-224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227-229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