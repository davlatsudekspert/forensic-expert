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Mikroskopdagi o‘zgarish nega har doim o‘lim sababi bo‘lavermaydi? 2) Gistologiyadan tashqari yana qanday ma’lumot kerak? Doskada chizish: ikki ustun — «sabab» va «tasodifiy topilma» — va har biriga bittadan misol yozdiring. Tipik xato: topilgan o‘zgarishni darhol o‘lim sababi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aynan o‘pka va yurak tanlangan? 2) Ikki manba bir-biridan nimasi bilan farq qiladi? Doskada chizish: ikki bo‘limli reja jadvalini ko‘chirtiring. Tipik xato: ikki ishni bir xil tadqiqot turi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DAD va ARDS o‘rtasidagi bog‘liqlik qanday? 2) Qaysi holatlarda DAD rivojlanishi mumkin? Doskada chizish: «DAD — gistologik nom, ARDS — klinik nom» sxemasini chizdiring. Tipik xato: DAD va ARDS ni aynan bir tushuncha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nima uchun bir xil o‘pka morfologiyasi turli sabablardan kelib chiqishi mumkin? Sud-tibbiy ekspertiza uchun bu nimani anglatadi? Doskada: DAD markazda, atrofida to‘rt guruh sababni chizing. Tipik xato: DAD ni alohida kasallik deb o‘ylash, aslida bu ko‘p sababli morfologik o‘zgarish.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biopsiya materialida o‘tkir bosqich kam uchraydi? Sud-tibbiy yorishning afzalligi nimada? Doskada: ikki ustunli solishtirish (biopsiya va yorish) chizing. Tipik xato: biopsiyada topilgan kech bosqichni DAD ning odatdagi ko‘rinishi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Savollarni talabalardan og‘zaki so‘rang. Muhokama: DAD va ARDS atamalari qanday farqlanadi? Doskada: «morfologiya → klinika» strelkasini chizing. Tipik xato: DAD va ARDS ni bir xil tushuncha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aynan sud-tibbiy autopsiya o‘pka shikastini o‘rganish uchun qulay? 2) Faqat hisobotlarga tayanishning cheklovi nima? Doskada: tanlov voronkasini 12 504 → 6813 → 66 ko‘rinishida chizdiring. Statistika: Fisher aniq testi, logistik regressiya, P&lt;0,05 ahamiyatli deb olingan (SPSS 11.5). Tipik xato: 12 504 (barcha autopsiya), 6813 (gistologik namunali hisobot) va 66 (DAD holatlari) raqamlarini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Intensivlik bilan tarqalishning farqi nimada? 2) Nega faza ajratishda bitta mezon (fibroz) tanlangan? Doskada: 0–3 shkalani to‘rt katakli sxema ko‘rinishida chizdiring. Tipik xato: gialin membrana (HM) tarqalish bo‘yicha, surunkali yallig‘lanish esa intensivlik bo‘yicha baholanishini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sud-tibbiy autopsiyada ko‘proq erta (ekssudativ) faza uchraydi? 2) Alveolyar fibrin proliferativ faza uchun nimani anglatadi? Doskada: uch fazani strelkalar bilan chizib, har biriga xarakterli belgini yozing (ekssudativ: alveolyar ekssudat/shish; proliferativ: fibrin, fibroz, gistiotsitar deskvamatsiya, surunkali yallig‘lanish). Eslatma: logistik regressiyada proliferativ fazani faqat alveolyar fibrin mustaqil bashorat qilgan; tadqiqot holatlari kech fibrotik fazaga mos kelmagan. Tipik xato: ekssudativ va proliferativ fazani gialin membrana borligiga qarab ajratish; asosiy mezon organizatsiyalovchi fibrozdir.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keyingi fazada HM ko‘proq topiladi? 2) HM necha kundan keyin shakllanadi? Doskada chizing: vaqt o‘qi (shikast → 4–5 kun → HM) va ikki faza ustuni. Tipik xato: HM har doim ekssudativ fazada ko‘p deb o‘ylash; aslida u proliferativ fazada ko‘proq topilgan.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Nima uchun sud-tibbiy materialda erkaklar ko‘p bo‘lishi mumkin? 2) Fazalar nisbati nimani ko‘rsatadi? Doskada chizing: 66 holatni ikki qismga bo‘luvchi doira diagrammasi. Tipik xato: foizlarni 100 dan oshiq yoki umumiy sonsiz talqin qilish; asosiy son 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bitta belgi (fibrin) mustaqil bashorat bo‘ldi? 2) Barcha belgilar har holatda bir xil kuchda topiladimi? Doskada chizing: ikki ustunli jadval (ekssudativ | proliferativ) va belgilarni joylashtiring. Tipik xato: fibroz va fibrinni bir narsa deb adashtirish (fibroz ≠ fibrin).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fibroz bor, lekin mustaqil belgi emas? 2) Fazani ajratishda asosiy mezon nima (alveolyar organizatsiyalovchi fibroz)? Doskada: ikki ustunli ro‘yxat chizing: ekssudativ faza (ekssudat/shish) va proliferativ faza (fibrin, fibroz, surunkali yallig‘lanish, gistiotsitlar). Tipik xato: P qiymati bo‘yicha ustun belgini ’mustaqil prediktor’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sud-tibbiy seriyada travma, kasalxona seriyasida infeksiya ustun? 2) Yog‘ emboliyasi DAD bilan qanday bog‘lanishi mumkin? Doskada: sabablar ro‘yxati (travma, yong‘in, boshqalar) va 41% ni belgilang. Tipik xato: 41% ni barcha 66 holatga emas, travma guruhiga tegishli deb bilmaslik yoki 92% ni shu tadqiqot natijasi deb o‘ylash (u adabiyot ma’lumoti).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Travmada o‘pka shikastlanishining qanday mexanizmlari bo‘lishi mumkin (qon ketishdan gipoksiya, sitokinlar va h.k.)? 2) Hayotlik ma’lumotlari bo‘lmasa, xulosa qanday yozilishi kerak? Doskada: ’DAD → ko‘p sabab → anamnez + otopsiya + gistologiya → xulosa’ zanjirini chizing. Tipik xato: DAD topilganini o‘lim sababi deb to‘g‘ridan-to‘g‘ri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HM mavjudligi nima uchun o‘tkir fibrinoz pnevmoniyani inkor qiladi? 2) Neytrofillar kam bo‘lishi qaysi tashxisni chetlatadi? Doskada chizish: to‘rt holatni DAD bilan yonma-yon solishtiruvchi jadval. Tipik xato: UIP (oddiy interstitsial pnevmoniya) avj olishini DAD bilan bir xil deb olish; ularning reaksiyasi o‘xshash, ammo fonda dog‘simon fibroz va asalari uyasi naqshi bo‘ladi. AEP – o‘tkir eozinofil pnevmoniya.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Yong‘in o‘limida DAD o‘pka yoki o‘pkadan tashqari yo‘l bilan rivojlanishi mumkinmi? 2) Jarrohlikdan keyingi DAD sud-tibbiy javobgarlikni baholashda nimani bildiradi? Doskada chizish: to‘rt sababdan nafas yetishmovchiligiga olib boruvchi strelkali sxema. Tipik xato: bitta sabab bor deb o‘ylash; ko‘p hollarda o‘zaro bog‘liq bir nechta hodisa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Yorishda DAD topilmasa, ARDSni butunlay inkor qilish mumkinmi? 2) Faqat gistologiya asosida o‘lim sababini yozish nima uchun xavfli? Doskada chizish: ‘DAD ≠ o‘lim sababi’ degan qisqa mantiqiy zanjir (gistologiya + klinika + holat). Tipik xato: DAD topilgach, uni darhol yagona o‘lim sababi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Talabalar avval javobni o‘zlari aytsin, so‘ng umumlashtiring. Muhokama savollari: 1) Travma yoki yong‘in holatida DAD ning qaysi turli omillari ishtirok etishi mumkin (sepsis, intoksikatsiya)? 2) Hayotlik ma’lumoti bo‘lmasa, xulosada nimalarga ehtiyot bo‘lish kerak? Doskada chizish: ‘DAD’ markazda, atrofida sabab omillari (travma, yong‘in, sepsis, dori zaharlanishi) va ‘antemortem + sud-tibbiy ma’lumot’ strelkasi. Tipik xato: DAD topilishini o‘limning yagona sababi deb yozish yoki DAD yo‘qligini ARDS yo‘q degan ma’noda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Nega miokardit topilmasi har doim o‘lim sababi bo‘lavermaydi? 2) Qanday holatlarda boshqa topilmalar miokardit talqinini murakkablashtiradi? Doskada chizish: uch ustunli sxema ‘sabab / hissa qo‘shuvchi / tasodifiy’ va har biriga bittadan misol yozdiring. Tipik xato: gistologik ‘miokardit’ so‘zini avtomatik ravishda o‘lim sababi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Markazlar: Niderlandiya sud-tibbiyot instituti (NFI) va Amsterdam universitet tibbiyot markazi (Amsterdam UMC). Muhokama savollari: 1) Nega tizimli kasallik va miokard infarkti bor holatlar chiqarib tashlandi? 2) Retrospektiv dizaynning cheklovi qanday? Doskada chizish: tanlov voronkasini (85 + 51 dan 79 gacha) chizdiring. Tipik xato: 79 holatning hammasini miokarditdan o‘lgan deb o‘ylash; tanlovga miokard yallig‘lanishi bor har qanday holat kirgan.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1-guruhdagi yallig‘lanish “tasodifiy” hisoblangan? 2) 2-guruhda yakuniy xulosa nima uchun qiyin? Doskada: uch ustunli jadvalni (guruh, soni, mazmun) o‘zlari chizsin. Tipik xato: 2- va 3-guruhni bir xil deb o‘ylash; 2-guruhda miokardit faqat bir nechta mumkin sabablardan biri.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miotsit shikasti yolg‘iz o‘zi ajratuvchi belgi bo‘la olmagan? 2) Diffuz va ko‘p o‘choqli yallig‘lanish farqi nimada? Doskada: ≥10 hujayrali o‘choq va diffuz tarqalishning sodda sxemasini chizdiring. Tipik xato: miotsit shikasti bor bo‘lsa, miokardit o‘limning sababi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past indeks qiymatlari kam ahamiyatli? 2) Diffuz holatda indeks nega chalg‘itadi? Doskada: 10 ta kesmada 6 ta o‘choq bo‘lsa, indeksni hisoblang va toifasini toping. Tipik xato: indeks 0 ni “yallig‘lanish yo‘q”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xil o‘choq soni turli talqinga olib kelishi mumkin? Nega faqat diffuz tur ajratuvchi bo‘ldi? Doskada: to‘rt turni ‘o‘choq soni’ va ‘shikast’ o‘qlari bo‘yicha joylashtiring. Tipik xato: chegaraviy miokarditda ham shikast bor deb o‘ylash; aslida u shikastsiz.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Talabalardan javobni yozma so‘rang, so‘ng tekshiring. Muhokama: 12 kesmada 6 ta o‘choq topilsa indeks qancha va u qaysi toifaga kiradi? Doskada: indeks formulasini va 5 ta toifa shkalasini yozing. Tipik xato: indeks 0 ni ‘yallig‘lanish yo‘q’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miotsit shikasti bo‘lsa, miokardit o‘lim sababi bo‘ladimi? Nima uchun faqat GE yetarli emas? Doskada: bo‘yoq nomini hujayra turiga strelka bilan bog‘lang. Tipik xato: CD68 ni limfotsit belgisi deb adashtirish; u makrofaglarni bildiradi.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Avval uch guruh ta’rifini eslating: 1 – aniq zo‘ravon o‘lim, 2 – miokardit bir nechta mumkin bo‘lgan sabablardan biri, 3 – yagona muhim topilma. Muhokama: nega faqat diffuz o‘tkir shakl guruhlarni ajratdi? Nega oz indeks hamma guruhda ko‘p chiqdi? Doskada: jadvalni chizib, har guruh uchun diffuz holatlar sonini to‘ldirtiring. Tipik xato: indeks past bo‘lsa, yallig‘lanish ahamiyatsiz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tasodifiy yallig‘lanish nega deyarli doim limfotsitar? Nima uchun limfotsitar tur o‘lim sababini isbotlamaydi? Nolimfotsitar ustunlik nimani taxmin qildiradi? Doskada: uchta guruh uchun infiltrat turlarini ustunli diagrammada chizdiring. Tipik xato: miotsit shikasti bo‘lsa, miokardit o‘limga sabab deb avtomatik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diffuz holatda nega o‘choq sanab bo‘lmaydi? Indeks 0 bo‘lgan preparatda sud-tibbiy ekspert qanday xatoga yo‘l qo‘yishi mumkin? Doskada: indeks formulasini yozib, diffuz holat uchun surat nol bo‘lishini ko‘rsating. Tipik xato: indeks 0 ni normal miokard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o‘choqlar soni yolg‘iz yetarli emas? 2) Qaysi qo‘shimcha tekshiruvlarni buyurasiz? Doskada: «Ha / Yo‘q / Noaniq» ustunlari bilan qaror daraxtini chizdiring. Tipik xato: miotsit nekrozini avtomatik o‘lim sababi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klinik tashxis qo‘yilgach tekshiruv to‘xtab qolishi xavfli? 2) Barcha tekshiruvga imkon bo‘lmasa, xulosani qanday yozasiz? Doskada: tekshiruv zanjirini ketma-ket chizdiring. Tipik xato: genetik va toksikologik tekshiruvni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Ikki organda gistologiya yolg‘iz nimani isbotlay olmaydi? 2) Jadvaldagi qaysi belgi eng ishonchli? Doskada: jadvalni talabalar bilan birga to‘ldiring. Mnemonika («bitta belgi — bitta xulosa emas») o‘qituvchi tomonidan umumlashtirilgan, manbada so‘zma-so‘z yo‘q. Tipik xato: DAD yoki miokardit topilgani zahoti o‘lim sababi deb yozish.</a:t>
            </a:r>
          </a:p>
          <a:p/>
          <a:p>
            <a:r>
              <a:t>Tekshirish kerak (manbada noaniq):</a:t>
            </a:r>
          </a:p>
          <a:p>
            <a:r>
              <a:t>- Eslab qoling: bitta belgi — bitta xulosa emas; avval boshqa sabablarni istisno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faqat gistologiyaga tayanib miokarditni o‘lim sababi deb yozish xavfli? 2) DAD topilmasa, ARDS ni inkor qilish mumkinmi? Doskada chizish: o‘lim sababini aniqlash uchun kerakli tekshiruvlar ro‘yxatini (ko‘rik, gistologiya, toksikologiya, genetika, holat sharoiti) yozdiring. Tipik xato: mikroskopda yallig‘lanish ko‘rindi, demak o‘lim sababi shu,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Gistopatologik belgilar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gistopatologik belgilar nima uchun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Mikroskopda topilgan o‘zgarish o‘lim sababi bo‘lishi ham, o‘limga aloqasiz tasodifiy topilma bo‘lishi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Yurakdagi yallig‘lanish (miokardit) yorishlarda tez-tez uchraydi, ammo uni gistologik tashxislash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alveolyar shikast (DAD) ko‘p omilli o‘zgarish. Faqat unga qarab o‘lim sababini aniqlash kutilmaydi.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 yolg‘iz yetarli emas. O‘limgacha bo‘lgan tibbiy va sud-tibbiy ma’lumot, toksikologiya, holat tahlili ham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35784416;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ikki asosiy manba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bo‘lim: o‘pkada DAD, uning bosqichlari va o‘lim sabablari.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bo‘lim: yurakda miokard yallig‘lanishi va uning o‘limdagi ahamiyati.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du Long ishi sud-tibbiy va klinik yorishlarni birga o‘rgangan (79 ta holat).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993"/>
                <a:gridCol w="2396113"/>
                <a:gridCol w="1569867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A’zo/belgi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O‘pka: DAD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Urer va b., 2012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Yurak: miokard yallig‘lanishi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du Long va b., 2022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Ma’ruzaning ikki bo‘limi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23028252;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Diffuz alveolyar shikast (DAD):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DAD — o‘tkir interstitsial pnevmoniyaning morfologik prototipi. Uning kechishi tez va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Klinikada DAD o‘tkir respirator distress sindromi (ARDS) ko‘rinishida namoyon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sepsis, shok, travmada va surunkali interstitsial o‘pka kasalliklarining o‘tkirlashuvida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Rentgenda ikki tomonlama diffuz xiralashuv ko‘rinadi, chuqur gipoksemiya sun’iy ventilyatsiyani talab qiladi. O‘lim 43–50%.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DAD qaysi holatlarda uchraydi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DAD — o‘tkir interstitsial pnevmoniyaning morfologik prototipi; kechishi tez va halokatli.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Sepsis, shok, travma, o‘tkir respirator distress sindromi (ARDS) va idiopatik hollarda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Surunkali interstitsial o‘pka kasalliklarining o‘tkir avj olishida ham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DAD uchraydigan holatlar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Tizimli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Sepsis, shok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Travma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Sababi noaniq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Idiopatik holatlar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Surunkali kasallik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Interstitsial kasallik avji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DAD uchraydigan holatlar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23028252, Introduction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DAD o‘rganishda sud-tibbiy yorishning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nafas yetishmovchiligi bor bemorlarda ochiq o‘pka biopsiyasi cheklangan, shuning uchun bunday ma’lumotlar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bosqichda o‘lim xavfi yuqori, shu sababli biopsiyada ko‘pincha kech yoki organizatsiya bosqichi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biopsiya idiopatik o‘pka fibrozi bor bemorlarda o‘tkir xurujni qo‘zg‘atishi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sud-tibbiy yorish va DAD tarqalishini o‘rganish muqobil tadqiqot yo‘nalishi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23028252, Introduction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DAD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DAD qaysi kasallikning morfologik prototipi? Javob: o‘tkir interstitsial pnevmoniyaning.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klinikada DAD qaysi sindrom bilan namoyon bo‘ladi? Javob: o‘tkir respirator distress sindromi (ARDS).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DAD ≠ ARDS. DAD morfologik tasvir, ARDS esa klinik sindrom.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Radiologiyada ikki tomonlama diffuz xiralashuv, ko‘p hollarda mexanik ventilyatsiya talab qiladigan chuqur gipoksemiya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23028252, Introduction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Tadqiqot materiali va usuli (Urer va b.)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2006–2008 yillarda 12 504 ta autopsiya o‘tkazilgan; 6813 tasida gistologik namuna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 yoshdan katta, diffuz alveolyar shikastlanish (DAD) tashxisli 66 kishi tanlangan.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Gematoksilin-eozin (H&amp;E) bilan bo‘yalgan o‘pka preparatlarini patolog yorug‘lik mikroskopida qayta baholagan.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12 504 ta autopsiya (2006–2008)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6813 ta gistologik hisobot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18+ yosh, DAD: 66 holat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H&amp;E preparat qayta ko‘rildi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Fisher testi, regressiya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Tanlov va 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ATS/ERS mezonlari va baholash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2002 yilgi ATS/ERS (Amerika torakal va Yevropa respirator jamiyatlari) kelishuv mezonlari asos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0 (yo‘q), 1 (yengil), 2 (o‘rta), 3 (og‘ir) shkalada baholangan.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Alveolyar organizatsiyalovchi fibroz bo‘lishi ekssudativ va proliferativ fazani ajratuvchi asosiy mezon.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ATS/ERS asosida baholash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Intensivlik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Surunkali yallig‘lanish, eozinofiliya  ·  0–3 shkala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Tarqalish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Gialin membrana (HM)  ·  0–3 shkala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Asosiy mezon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Alveolyar organizatsiyalovchi fibroz  ·  Bor-yo‘qligi faza ajratadi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Baholash mezonlari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DAD fazalari: ekssudativ, proliferativ, fibrotik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DAD uch bosqichdan o‘tadi: erta ekssudativ, ostki o‘tkir proliferativ va kech fibrotik.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 shikastdan 4–5 kun o‘tgach shakllanadi; proliferativ holatlarda u ko‘proq uchragan.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Tadqiqotda 50 ta (75,7%) holat ekssudativ, 16 ta (24,2%) proliferativ fazada bo‘lgan.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Ekssudativ (erta)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O‘tkir faza; 50 ta holat (75,7%)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Proliferativ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Ostki o‘tkir; HM 4–5 kundan; 16 ta (24,2%)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Fibrotik (kech)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Surunkali faza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DAD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Gialin membrana (HM) paydo bo‘lishi va chastotasi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 (HM) shikastdan 4–5 kun o‘tgach ko‘rina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Ferrer ma’lumoti: HM ekssudativ fazadagi holatlarning 12%, proliferativ fazadagilarning 62% qismida topilgan.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Mazkur tadqiqotda ham HM proliferativ fazada ekssudativ fazaga qaraganda ko‘proq uchradi.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Ekssudativ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</a:t>
            </a:r>
            <a:r>
              <a:rPr sz="1500" b="0">
                <a:solidFill>
                  <a:srgbClr val="6B7280"/>
                </a:solidFill>
                <a:latin typeface="Calibri"/>
              </a:rPr>
              <a:t>  % da 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Proliferativ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62</a:t>
            </a:r>
            <a:r>
              <a:rPr sz="1500" b="0">
                <a:solidFill>
                  <a:srgbClr val="6B7280"/>
                </a:solidFill>
                <a:latin typeface="Calibri"/>
              </a:rPr>
              <a:t>  % da HM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Gialin membrana chastotasi (Ferrer)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Natijalar: fazalar va demografik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DAD (diffuz alveolyar shikast) tashxisli 66 holatdan 50 tasi (75,7%) ekssudativ, 16 tasi (24,2%) proliferativ fazada edi.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Holatlarning 55 tasi (83,3%) erkak, 11 tasi (16,6%) ayol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O‘rtacha yosh 53, mediana 54 yosh; yosh oralig‘i 19 dan 92 gacha.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Ekssudativ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 (75,7%)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Proliferativ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 (24,2%)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Erkaklar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 (83,3%)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Ayollar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11 (16,6%)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Holatlar taqsimoti (n = 66)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Fazalarni ajratuvchi gistologik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alveolyar ekssudat/shish ekssudativ fazada sezilarli yuqori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Proliferativ fazada histiotsitar desk‘vamatsiya, fibroz, surunkali yallig‘lanish va fibrin ko‘proq edi.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Regressiyada faqat alveolyar fibrin proliferativ fazani mustaqil bashorat qildi (P = 0,016).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485"/>
                <a:gridCol w="1691639"/>
                <a:gridCol w="12348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Ustun 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 qiymati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Alveolyar ekssudat/shish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Ekssudativ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0,003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Histiotsitar desk‘vamatsiya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Proliferativ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Fibroz / surunkali yallig‘lanish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Proliferativ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0,017 / 0,02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Alveolyar fibrin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Proliferativ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0,001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Faza bo‘yicha farqlovchi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fazalar va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logistik regressiyada proliferativ faza foydasiga qaysi belgi mustaqil o‘zgaruvchi bo‘ldi? Javob: alveolyar fibrin (P = 0,016).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Ekssudativ fazada faqat alveolyar ekssudat/shish ulushi sezilarli yuqori bo‘ldi (P = 0,003).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Proliferativ holatlarda ko‘proq uchradi: alveolyar gistiotsitar desKvamatsiya, alveolyar fibroz, surunkali yallig‘lanish va fibrin.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fibroz va surunkali yallig‘lanish proliferativ fazada ko‘p, lekin yengil darajada edi. Mustaqil belgi faqat fibrin.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DAD sabablari: travma va yong‘in ustun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28 holat (41%) jismoniy travma bilan bog‘liq edi. Ularning yettitasi yo‘l-transport va ishlab chiqarish hodisalari.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uchragan hodisa turlari jismoniy travma va yong‘in bo‘ldi. Travma, kuyish va boshqa guruhlar orasida faza bo‘yicha farq topilmadi.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Travmadan keyin rivojlangan yog‘ emboliyasi proliferativ fazadagi bitta DAD holatida aniqlandi.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otopsiyadagi DAD o‘limlarining 92% g‘ayritabiiy, travma eng ko‘p sabab. Kasalxona seriyalarida esa infeksiya ustun.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DAD va o‘lim sababi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travma yoki yong‘indan keyin vafot etgan shaxs o‘pkasida mikroskopda DAD topildi. Vaziyat tadqiqotdagi holat turlariga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DAD yolg‘iz o‘lim sababini belgilaydimi? Yo‘q. DAD ko‘p omillar chaqiradigan umumiy o‘zgarish, shuning uchun yolg‘iz sabab bo‘la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Hayotlik davridagi tibbiy va sud-tibbiy ma’lumotlar birgalikda baholanishi kerak. Yong‘inda gipoksiya va yonish gazlari muhim rol o‘ynaydi.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otopsiyada DAD yo‘qligi ARDS ni inkor qilmaydi, chunki ARDS klinikasi bor shaxslarning faqat yarmida DAD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Pulmonar va ekstrapulmonar 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Pulmonar DAD alveola ichidagi patologik ta’sirdan (masalan, pnevmoniya) kelib chiqadi.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Ekstrapulmonar DAD tizimli yallig‘lanishdan (masalan, sepsis) va aylanuvchi sitokinlar keltirgan shikastdan kelib chiqadi.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Ikki guruhda gialin membrana taqsimotida farq bildirilmagan: rivojlanishi turlicha bo‘lsa-da, patologik o‘zgarishlar o‘xshash.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Sud-tibbiy seriyada ikkala turdagi holatlar bor; yong‘indan keyingi DAD pulmonar yoki ekstrapulmonar xavf bilan bog‘liq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Pulmonar DAD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Alveola ichidagi ta’sir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Masalan, pnevmoniya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Gialin membrana taqsimoti o‘xshash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Ekstrapulmonar DAD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Tizimli yallig‘lanish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Masalan, sepsis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Aylanuvchi sitokinlar shikasti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DAD ning ikki yo‘li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23028252, Discussion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Differensial tashxis: DAD ≠ o‘xshash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Mikroskopik differensial tashxis qo‘yish mexanizmni gistologiya bilan bog‘lashdan ham muhimroq.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 (HM) barcha holatlarda bor edi, shu sabab o‘tkir fibrinoz pnevmoniya variantiga mos kelmadi.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Septa fibrozi va alveolyar organizatsiyalanuvchi fibroz birga bo‘lsa, bu proliferativ faza belgisi.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DAD va o‘xshash holatlar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O‘tkir fibrinoz pnevmoniya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HM yo‘q  ·  Fibrin keng to‘plangan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Bakterial pnevmoniya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DAD da neytrofil kam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UIP avj olishi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Dog‘simon fibroz  ·  Asalari uyasi naqshi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AEP (eozinofil pnevmoniya)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Mikroabssess yo‘q  ·  Diffuz HM kuzatilmadi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Differensial tashxis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eozinofil pnevmoniya va UIP avj olishi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UIP avj olishida DAD ga o‘xshash gistologik reaksiya bo‘ladi, ammo fonda dog‘simon interstitsial fibroz va asalari uyasi naqshi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Tadqiqotda surunkali yallig‘lanish hujayralari va alveolyar septa fibrozi yengil edi; UIP avj olishi mezonlariga hech bir holat mos kelmadi.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O‘tkir eozinofil pnevmoniya (AEP) sabablari: toksik ingalyatsiya, dori reaksiyalari, infeksiya, parazit, mikoz, chekish.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Kuyishdan o‘lgan bitta holatda o‘rtacha eozinofil infiltratsiya bor edi; mikroabssess, diffuz HM va II tur pnevmotsit giperplaziyasi yo‘qligi AEP ni inkor etdi.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UIP avj olishi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DAD ga o‘xshash reaksiya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Fonda dog‘simon fibroz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Asalari uyasi naqshi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Toksik ingalyatsiya, dori, infeksiya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Eozinofil mikroabssess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Diffuz HM, II tur pnevmotsit giperplaziyasi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DAD dan 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23028252, Discussion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 shikastining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Travmada bosh jarohati, nafas mushaklari va o‘pka arteriya bosimi ham ahamiyatli.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Qorin va ko‘krak jarrohligi ayniqsa xavfli: anesteziya va ko‘krak harakati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Kimyoterapiya vositalari, ayrim antibiotiklar va paraquat alveolyar shikast asorati berishi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Nafas yetishmovchiligi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Travma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ketishidan gipoksiya  ·  Sitokinlar, shish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Yong‘in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Gipoksiya  ·  Yonishda ajralgan gazlar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Jarrohlik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Anesteziya  ·  Ko‘krak harakati buzilishi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Dori va paraquat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Alveolaga toksik ta’sir  ·  Atsidoz, sitokinlar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O‘pka shikasti mexanizmlari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DAD cheklovlari va tashxis qiymati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DAD turli omillardan kelib chiqadigan umumiy o‘zgarish, shuning uchun yolg‘iz o‘zi o‘lim sababini belgilamaydi.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Hayotlik tibbiy va sud-tibbiy ma’lumot birga baholanadi.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O‘tkir respirator distress sindromi (ARDS) klinikasi bor odamlarning faqat yarmida yorishda DAD topiladi. DAD bo‘lmasligi ARDSni inkor qilmaydi.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Tadqiqot cheklovlari: alveolyar qon quyilish baholanmagan, ma’lumot hisobotlardan olingan, o‘lim va aralashuv oraliqlari noma’lum, kuzatuvchilararo farq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DAD rivojlanish mexanizmi to‘liq tushunilmagan, shu sabab patolog va sud-tibbiyot mutaxassisi klinik parametrlarni ham bilishi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DAD bo‘limi yakuni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o‘pkada diffuz alveolyar shikastlanish (DAD) topilsa, o‘lim sababi shu bilan aniqlanadimi? Nega antemortem va sud-tibbiy ma’lumotlar birga baholanadi?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DAD bitta kasallikka xos emas. Bu turli omillardan kelib chiqishi mumkin bo‘lgan umumiy patologik o‘zgarishdir.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faqat DAD bo‘yicha o‘lim sababini aniqlash kutilmaydi. Hayotlik davridagi tibbiy va sud-tibbiy ma’lumot birga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o‘tkir respirator distress sindromi (ARDS) klinikasi bo‘lganlarning taxminan yarmida DAD topiladi. DAD yo‘qligi ARDSni inkor 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Miokard yallig‘lanishi: muammoning qo‘yilishi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Miokardit sud-tibbiy va klinik autopsiyada tez-tez uchraydi. To‘satdan yurak o‘limi tadqiqotlarida uchrash chastotasi 0,3% dan 14,8%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Miokarditning gistopatologik tashxisi qiyin. Klinikasi yengil “grippga o‘xshash” belgilardan to‘satdan o‘limgacha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topilmalar ham bo‘lsa, yallig‘lanish o‘limning sababi, hissa qo‘shgan omili yoki ahamiyatsiz topilma ekanini baholash murakkab.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Masalan, miokardit bo‘g‘ish yoki ushlab turishdan asfiksiyaga mos topilmalar bilan, yoki chegaraviy o‘ldiruvchi toksikologiya bilan birga uchrashi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Tadqiqot dizayni va tanlov (du Long va b.)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Retrospektiv, ikki markazli tadqiqot: sud-tibbiy va klinik autopsiya holatlari, 2014–2019 yillar.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Istisno: 18 yoshgacha, tizimli yoki ishemik yurak kasalligi, to‘liq bo‘lmagan hisobot yoki blok.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Yakunda 79 holat qoldi: 41 sud-tibbiy, 38 klinik; 56 erkak, 23 ayol.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 guruhning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Jami 79 ta kattalar autopsiyasi o‘rganilgan: 41 ta sud-tibbiy va 38 ta klinik holat.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1-guruhda miokardit tasodifiy topilma deb baholangan; bemorlar 1 soatdan kam yashagan.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 va 3-guruhdagi hech kimda muvaffaqiyatli reanimatsiya o‘tkazilmagan.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800"/>
                <a:gridCol w="1262800"/>
                <a:gridCol w="276237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41 sud-tibbiy, 38 klinik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 g‘ayritabiiy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Miokardit — mumkin sabablardan biri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Miokardit — yagona muhim topilma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Guruhlar solishtiruvi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Yallig‘lanish o‘chog‘i va gistologik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O‘choq — kamida 10 ta yallig‘lanish hujayrasi to‘plami. HE bo‘yalgan kesmalarda o‘choqlar soni va joyi sanalgan.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 o‘choq bo‘lmasa-yu, yallig‘lanish hujayralari tarqoq joylashsa, holat “diffuz” deb yozilgan.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Miotsit shikasti — yallig‘lanish hujayralari yonida kardiomiotsitning vakuollanishi, bo‘laklanishi yoki parchalanishi.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Fibroz, shish va qon quyilishi bor yoki yo‘q deb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guruhlarni faqat diffuz yallig‘lanish ishonchli ajratgan. Miotsit shikasti, shish, fibroz va qon quyilishi guruhlarda deyarli teng chiqqan.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Yallig‘lanish indeksi (Kitulwatte)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Indeks = o‘choqlarning umumiy soni, kesmalarning umumiy soniga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tadqiqotda ko‘pchilik holat “oz” toifada; o‘rta va yaqqol yallig‘lanish uchramagan.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diffuz yallig‘lanishda o‘choq yo‘q, indeks 0 chiqadi — bu yallig‘lanish yo‘q degani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Yallig‘lanish yo‘q (diffuzda ham 0!)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0,1–1,0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1,1–1,9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Yengil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2,0–4,9 va ≥ 5,0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O‘rta va yaqqol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Yallig‘lanish indeksi (Kitulwatte)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Basso tasnifi: miokardit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Yevropa yurak-qon tomir patologiyasi assotsiatsiyasi (AECVP) ko‘rsatmasiga tayanadi va Basso ishidan moslashtirilgan.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O‘choq — kamida 10 ta yallig‘lanish hujayrasi. Shikastsiz siyrak o‘choqlar chegaraviy miokardit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orasida faqat o‘tkir diffuz miokardit sezilarli farq berdi (P = 0.021).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Miokardit turlari (Basso)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Chegaraviy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Siyrak o‘choqlar ≥ 10 hujayra  ·  Shikast yo‘q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Fokal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Kamida 1 o‘choq  ·  Shikast bor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Multifokal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kesmada &gt;1 o‘choq  ·  Yoki ko‘p kesmada  ·  Shikast: variantga bog‘liq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O‘tkir diffuz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Diffuz infiltratsiya  ·  O‘choqsiz, keng tarqalgan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Miokardit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4: tasnif va indeks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fokal va multifokal miokardit farqi nima? Fokal — shikastli kamida bitta o‘choq.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Multifokal — bir kesmada bir nechta o‘choq yoki ko‘p kesmada shikastli o‘choq.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yallig‘lanish indeksi qanday hisoblanadi? O‘choqlarning umumiy sonini kesmalarning umumiy soniga bo‘lamiz (Kitulwatte usuli).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Talqin: 0 — yo‘q; 0.1–1.0 — kam; 1.1–1.9 — yengil; 2.0–4.9 — o‘rtacha; ≥5.0 — yaqqol yallig‘lanish.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diffuz yallig‘lanishda o‘choq yo‘q, indeks 0 chiqadi. Bu yallig‘lanish yo‘q degani emas, aksincha eng og‘ir shakl.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Miotsit shikasti va immunogistokimyo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Miotsit shikasti — yallig‘lanish yonida kardiomiotsitning vakuolizatsiyasi, bo‘laklanishi yoki parchalanishi.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Nekrotik kardiomiotsit ingichka, sal eozinofil hujayra qoldig‘i sifatida tanilishi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Ustun hujayra turi gematoksilin-eozin (GE) va CD45, CD68, mieloperoksidaza (MPO) bo‘yoqlari bilan aniqlandi.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Bo‘yoq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Aniqlaydi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CD45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Limfotsitlar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Makrofaglar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MPO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Neytrofil va eozinofil granulotsitlar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Bo‘yoq va hujayra turi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Natijalar: tarqalish va og‘irlik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79 holatning 17 tasida (21,5%) yurak yallig‘lanishi diffuz tarqalgan edi.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Yallig‘lanish indeksi ko‘pchilikda oz (0,1–1,0) bo‘ldi; o‘rtacha va yuqori daraja uchramadi.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orasida faqat diffuz o‘tkir miokardit farq berdi: 2- va 3-guruhda 9 va 7, 1-guruhda 1 holat (P = 0,021).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322"/>
                <a:gridCol w="1410126"/>
                <a:gridCol w="167452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Oz indeks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Diffuz o‘tkir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1-guruh (zo‘ravon o‘lim)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24/27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holat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2-guruh (bir necha sabab)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17/29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3-guruh (yagona topilma)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16/23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 holat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Guruhlar bo‘yicha natija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Miokard namunalash va o‘choqlar joylashuvi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Namuna olingan joylar soni: 1-guruhda o‘rtacha 5,6, 2-guruhda 8,3, 3-guruhda 7,8; farq faqat 1- va 2-guruh orasida ahamiyatli.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Deyarli barcha holatda o‘ng va chap qorincha (old, yon, orqa devor) hamda qorinchalar to‘sig‘i namunalangan; o‘tkazuvchi tizim 13 holatda.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Diffuz bo‘lmagan holatlarda o‘choqlar o‘rtacha soni 2-guruhda 2,6, 3-guruhda 1,8 (P = 0,375 — farq ahamiyatsiz).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O‘choqlar ko‘pincha chap qorincha devorida; o‘tkazuvchi tizim namunalangan 13 holatning 3 tasida ham o‘choq topilgan; ikkala bo‘lmacha — faqat 1 holatda.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 joylari, 1-guruh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5,6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 joylari, 2-guruh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 joylari, 3-guruh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7,8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O‘choq soni, 2-guruh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O‘choq soni, 3-guruh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O‘tkazuvchi tizimda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3 / 13 o‘choq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Namunalash va o‘choqlar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35784416, Myocardial sampling, PMID 35784416, Results: Distribution of inflammation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Infiltrat turi va boshqa gistologik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1-guruhda infiltrat deyarli hammasida limfotsitar edi (26/27); bir holatda aralash tur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3-guruhda ham limfotsitar tur ustun (18/23). 2-guruhda tur eng xilma-xil: limfotsitar atigi 13/29.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2-guruhda aralash, neytrofilli, eozinofilli va gigant hujayrali yallig‘lanish ham uchradi.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Miotsit shikasti (78%, 76%, 70%), shish, fibroz va qon quyilishi guruhlar orasida ishonchli farq bermadi.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Miotsit shikasti va genetik/toksikologik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Miotsit shikasti tarixan ahamiyatli va ahamiyatsiz yallig‘lanishni ajratadigan belgi hisoblangan (Dallas mezonlari, AECVP).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Casali va b. miotsit shikastini o‘limli miokarditni ajratuvchi deb topgan; bu tadqiqotda esa u tasodifiy topilma bo‘lishi mumkin (78%, 76%, 70%).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Papadakis: “yengil” o‘zgarishli (fokal/chegaraviy miokardit) to‘satdan yurak o‘limida irsiy kasallik 51%, butunlay normal yurakda 47%.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 sababli miokardit tashxisi bilan tekshiruvni to‘xtatish xavfli; genetik va toksikologik tekshiruvga past chegara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Miotsit shikasti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Dallas/AECVP: ahamiyatlini ajratgan belgi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Casali: ajratuvchi deb topilgan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 tadqiqot: tasodifiy bo‘lishi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Irsiy yurak kasalligi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“Yengil” o‘zgarishlarda: 51%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Normal yurakda: 47%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Genetik tekshiruvga past chegara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Miotsit shikasti va irsiy xavf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35784416, Discussion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indeks 0 ≠ yallig‘lanish yo‘q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yallig‘lanishda alohida o‘choq bo‘lmaydi, shuning uchun hisoblangan indeks 0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yanglishtiradi: 0 qiymat yallig‘lanish yo‘q degan taassurot beradi, holbuki diffuz shakl eng og‘ir turdir.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Indeks (o‘choqlar soni / kesmalar soni) faqat nodiffuz turlarga qo‘llanishi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indekslarning qiymati cheklangan; indeks yuqori ko‘rsatkichlarda ko‘proq ma’lumot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tasodifiy yoki o‘limli miokardit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yurak kesmalarida bir necha yallig‘lanish o‘chog‘i va miotsit nekrozi bor. Boshqa gistologik o‘lim sababi topilmagan.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o‘choqlar ko‘pligi va miotsit shikasti ravshan tabiiy bo‘lmagan o‘limda (1-guruh) ham uchragan, ya’ni tasodifiy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miokarditni o‘lim sababi deb atash mumkinmi? Keyingi qadamlar qanday bo‘ladi?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boshqa sabablarni istisno qiling (toksikologiya, genetika, klinik tarix, holat sharoiti). Diffuz o‘tkir shakl esa ancha ishonchli.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Tadqiqot ishonchliligi: kuzatuvchi ichi kelishuvi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gistologik qayta ko‘rik bitta tadqiqotchi tomonidan o‘tkazilgan; ikkinchi ko‘rik kamida 4 hafta keyin bajarilgan.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Kelishuv Cohen kappasi bilan baholangan; κ &gt; 0,80 kuchli kelishuv deb hisoblangan.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O‘choqlar soni uchun κ = 0,85, miotsit shikasti — 0,96, shish — 1,00, fibroz — 0,88, qon quyilishi — 0,92.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Chi-kvadrat, Fisher aniq testi yoki Kruskal–Wallis testi bilan solishtirilgan; P &lt; 0,05 ahamiyatli deb olingan.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O‘choqlar soni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0,85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Miotsit shikasti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0,96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1,00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Fibroz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0,88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 quyilishi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0,92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kelishuv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0,80</a:t>
            </a:r>
            <a:r>
              <a:rPr sz="1500" b="0">
                <a:solidFill>
                  <a:srgbClr val="6B7280"/>
                </a:solidFill>
                <a:latin typeface="Calibri"/>
              </a:rPr>
              <a:t>  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Intra-observer kelishuv (Cohen κ)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35784416, Intra-observer agreement, PMID 35784416, Statistical analysis, PMID 35784416, Results: Intra-observer agreement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Cheklovlar va keng qamrovli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Genetik tekshiruv va oilaviy anamnez o‘tkazilmagan, shuning uchun aritmiyaga moyillik baholanmagan.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autopsiyalarda toksikologik sabab istisno qilinmagan; hamroh kasalliklar talqinni qiyinlashtirgan.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baholash sud jarayonini murakkablashtirishi, hatto gumondorni asossiz oqlashi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Ko‘rik + organlar gistologiyasi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tarix, holat sharoiti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Toksikologiya va biokimyo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Genetika, virusologiya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Ehtiyotkor 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Keng qamrovli tekshiruv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Eslab qoling: ikki o‘pka va yurak belgilarini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DAD yolg‘iz o‘lim sababini belgilamaydi; antemortem va sud-tibbiy ma’lumot birga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Miokarditda diffuz o‘tkir shakl muhim va tasodifiy yallig‘lanishni ajratgan yagona belgi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bitta belgi — bitta xulosa emas; avval boshqa sabablarni istisno qiling.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O‘pka (DAD)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Gialin membrana, alveolyar ekssudat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Ekssudativ va proliferativ faza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Yolg‘iz o‘lim sababini aytmaydi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Alveolyar fibrin — proliferativ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Yurak (miokardit)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O‘choqlar ≥ 10 hujayra, miotsit shikasti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Chegaraviy, fokal, multifokal, diffuz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O‘choq soni yolg‘iz yetarli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Diffuz o‘tkir — ajratuvchi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DAD va miokardit solishtirmasi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Urer et al., Diffuse Alveolar Damage of the Lungs in Forensic Autopsies: Assessment of Histopathological Stages and Causes of Death, betlar: PMID 23028252; du Long et al., The histopathological spectrum of myocardial inflammation in relation to circumstance of death: a retrospective cohort study in clinical and forensic autopsies, betlar: PMID 35784416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amaliy tavsiyalar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 yolg‘iz o‘zi miokardning tasodifiy yallig‘lanishini ahamiyatli yallig‘lanishdan ishonchli ajrata olmaydi. Faqat diffuz yallig‘lanish farq ko‘rsatdi.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 berishda barcha yorish natijalari, qo‘shimcha testlar (toksikologiya, virusologiya, genetika) va o‘lim holati sharoiti birgalikda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Diffuz alveolyar shikastlanish (DAD) o‘zi o‘lim sababini aytmaydi. Uning topilmasligi o‘tkir respirator distress sindromini (ARDS) inkor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Keng tekshiruv imkonsiz bo‘lsa, o‘lim sababi va mexanizmi haqida qat’iy xulosa chiqarishdan ehtiyot bo‘lish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du Long et al., The histopathological spectrum of myocardial inflammation in relation to circumstance of death: a retrospective cohort study in clinical and forensic autopsies, betlar: PMID 35784416; Urer et al., Diffuse Alveolar Damage of the Lungs in Forensic Autopsies: Assessment of Histopathological Stages and Causes of Death, betlar: PMID 23028252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sud-tibbiy yorilgan 66 ta DAD (diffuz alveolyar shikastlanish) holatidan 50 tasi (75,7%) eksudativ, 16 tasi (24,2%) proliferativ fazada edi. Proliferativ faza belgisi sifatida faqat alveolyar fibrin mustaqil bo‘ldi.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sud-tibbiy yorishda DAD topilgan o‘limlarning 92% g‘ayritabiiy bo‘lgan, eng ko‘p sabab travma. Kasalxona yorishlarida esa infeksiya birinchi o‘rinda turadi.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gialin membrana jarohatdan 4-5 kun o‘tgach paydo bo‘ladi. Shuning uchun u kechroq, proliferativ fazada ko‘proq uchraydi (Ferrer: eksudativda 12%, proliferativda 62%).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 (Basso bo‘yicha miokardit): chegaraviy – o‘choq bor, kardiomiotsit shikasti yo‘q; fokal – 1 o‘choq + shikast; multifokal – bir nechta o‘choq; diffuz o‘tkir – yoyilgan infiltratsiya + keng shikast. O‘choq: ≥10 yallig‘lanish hujayrasi.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tuzoq: diffuz yallig‘lanishda o‘choq yo‘q, shuning uchun yallig‘lanish indeksi 0 chiqadi va yallig‘lanish yo‘qdek ko‘rinadi. Aslida bu eng og‘ir shakl. Uch guruhni faqat diffuz o‘zgarish ishonchli ajratdi.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Gistopatologik belgilar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Urer et al. Diffuse Alveolar Damage of the Lungs in Forensic Autopsies: Assessment of Histopathological Stages and Causes of Death, The Scientific World Journal. 2012. PMID 23028252; DOI 10.1100/2012/657316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du Long et al. The histopathological spectrum of myocardial inflammation in relation to circumstance of death: a retrospective cohort study in clinical and forensic autopsies, Forensic Sciences Research. 2022. PMID 35784416; DOI 10.1080/20961790.2021.1989793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