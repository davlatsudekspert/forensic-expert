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nosvoy va tamaki chekish nima uchun toksikologik masala? (toks 109.) Doskada: mashg‘ulot rejasi. Tipik xato: nikotinni faqat sigaretadagi modda deb bilish; kitobda u insektitsid sifatida ham zaharlanish manbai.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uch alkaloid uchun kristall shakllari va ranglar jadvali. Muhokama: kristall shaklini chizish nega talab qilinadi? (Alkaloidlar kristall shakli bilan farqlanadi — toks 110.) Doskada: 3 natija. Tipik xato: kristallni chizmasdan faqat «kristall hosil bo‘ldi»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nam kamera nega kerak? (Kristallar 15-25 daqiqa davomida hosil bo‘ladi — toks 239-240.) Doskada: jihozlar ro‘yxati. Kitobda nam kameraning tuzilishi bu sahifalarda berilmagan. Tipik xato: nam kamerasiz kristallarni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Reyneke tuzini nega yangi tayyorlash kerak? (toks 239: «yangi tayyorlangan 1% Reyneke tuzi».) Doskada: alkaloid — reaktiv jadvali. Eslatma: reaktivlarni tayyorlash retseptlari bu sahifalarda berilmagan. Tipik xato: Reyneke tuzi eritmasini oldindan tayyorlab saqlash.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nikotin nega havoda qorayadi? (Oksidlanib nikotirin hosil qiladi — toks 109.) Doskada: nikotin formulasi (piridin-3-N-metilpirrolidin). Tipik xato: tuzlarining optik aylanishini asosnikidek chapga deb yozish: kitobga ko‘ra tuzlari o‘ngga buradi.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tamaki chekish toksikomaniyasi tahlil mavzusiga qanday aloqador? Doskada: nikotin manbalari: tamaki, nosvoy, insektitsid. Tipik xato: nikotinli preparatlarni tibbiyotda ishlatiladi deb hisoblash — kitobga ko‘ra ishlatilmaydi.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patologoanatomik belgi yo‘qligi kimyoviy tahlil zarurligini qanday izohlaydi? Doskada: so‘rilish yo‘llari. Tipik xato: chekmaydigan odam uchun 1-2 papirosdagi 1-4 mg nikotinni o‘lchamsiz xavfsiz deb hisoblash (toks 110: bu dozada ham zaharlanish belgilari paydo bo‘ladi).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bu alkaloidlar suv bug‘i bilan haydaladi? (Nikotin va anabazin uchuvchan suyuq alkaloidlar — toks 109, 111.) Doskada: alkaloid — ajratish usuli jadvali. Tipik xato: ishqoriy muhitni kislotali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qizil-qo‘ng‘ir «X» yoki «K» shaklidagi kristallar, ba’zan uchib ketayotgan qushlarga o‘xshaydi (toks 110); aniqlanish chegarasi 1 mkg. Muhokama: anabazin va koniin ham kristall beradi, lekin shakli boshqa (toks 110). Tipik xato: xloroformni to‘liq uchirmay reaktiv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och pushti prizma shaklidagi kristallar; shaklini daftarga chizing. Boshqa variant: toks 241 jadvalida «kristall hosil bo‘lmaydi»; slaydda 239 va 110 betlar olindi. Tipik xato: eski Reyneke eritmasi bilan manfiy natija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rang tafovutlari ish daftariga yoziladi. Eslatma: sianid reaksiyasi (toks 110) lecture matnidan — mashg‘ulot sahifalarida yo‘q, sianid bilan ishlash xavfi sababli faqat o‘qituvchi nazoratida. Boshqa variant: toks 110 da p-DMABA HCl bilan pushti-binafsha; slaydda 240-bet olindi. Tipik xato: p-DMABA reaktivining kislotasini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«murda nikotini» Dragendorf bilan kristall bersa ham farmakologik ta’sirni bermaydi (toks 104) — shu sababli farmakologik tekshiruv nima uchun kerak? Doskada: usul — natija jadvali. Tipik xato: faqat kristall hosil bo‘lishiga tayanib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anabazin nikotindan qaysi reaksiya bilan farqlanadi? (Formaldegid + HNO3 ni anabazin bermaydi — toks 110.) Doskada: nikotin — anabazin taqqosi. Eslatma: kitobdagi o‘simlik nomi «Anabasis aphulla» deb yozilgan (imlo xatosi). Tipik xato: anabazin metabolitlari o‘rganilgan deb yozish — kitobga ko‘ra kam o‘rganilgan.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uch reaktiv uchun kristall shakllari daftarga chiziladi. Kitobda boshqa variant: toks 111 va 241 da kristall shakli boshqacha yozilgan; slaydda mashg‘ulot matni (240) olindi. Tipik xato: anabazinni nikotin kristallari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qizil/shokolad (pergidrol) va qizil/to‘q-qizil (vanilin) ranglar. Muhokama: sud-kimyoviy ahamiyatini izohlang — kitob bu savolni mashg‘ulot matnida qoldirgan. Xavfsizlik: konsentrlangan H2SO4 va sianid saqlovchi reaktivlar bilan faqat o‘qituvchi nazoratida va so‘rish shkafida ishlang (kitobda bu ko‘rsatma yo‘q). Tipik xato: pergidrolni kislotadan oldin tomizish tartibini buzish.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paxikarpin tuzida yod borligi tahlilni qanday osonlashtiradi? (Yod ioni alohida aniqlanadi — toks 240.) Doskada: paxikarpin yodid. Tipik xato: paxikarpin organizmda to‘planadi deb yozish (kitobga ko‘ra yo‘q).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sud-kimyoda bunday holatda qanday ob’ektlar yuboriladi? (Kitobda bu sahifada aytilmagan; oldingi mashg‘ulot bilan bog‘lang.) Doskada: belgilar ro‘yxati. Tipik xato: belgilarni tashxis sifatida yozib, kimyoviy tasdiqni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xloroform qatlami binafsha (erkin yod). Muhokama: ob’ektdan ajratish jarayonida yod ioni topilishi qaysi moddaga ishora qiladi? (2-KEYS, toks 241.) Doskada: 2NH4I + 2NaNO2 + 2H2SO4 — I2 reaksiyasi (toks 112). Tipik xato: kislotani ortiqcha qo‘shib lakmus oralig‘idan chiqish.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25 daqiqa. Kutilayotgan natija: uch xil kristall shakli daftarga chiziladi. Boshqa variant: toks 113 va 241 da pikrin natijasi boshqacha; slaydda 240-bet olindi. Tipik xato: kutish vaqtini qisqartirish.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qizil pushti rang. Muhokama: lecture (toks 113) da sariq rang ammiak bilan qizdirilganda qizil rangga o‘tadi — bir xil jarayon. Xavfsizlik: brom bug‘i bilan faqat so‘rish shkafida va o‘qituvchi nazoratida ishlang (kitobda bu ko‘rsatma yo‘q). Tipik xato: ammiak bosqichini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koniin va arekolinning toksikologik ahamiyati (toks 242, 18-19-savollar). Doskada: ikki alkaloid — o‘simlik, hid, kristall. Tipik xato: koniinni nikotin bilan bir xil usulda aniqlash mumkin deb o‘ylash: kristall shakli boshqa.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Usul: «Charxpalak» treningi — talabalar jadvalni to‘ldirishadi (toks 241). Jadval qiymatlari 239-240 betlar matniga mos kelmaydi, shu sababli slaydga kiritilmadi. Talabalar javobni mashg‘ulot matni bo‘yicha tekshiradi. Tipik xato: jadvaldagi qiymatni matn bilan solishtirmasdan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baqada tirishish bo‘lmasa, kristall hosil bo‘lishi nimani anglatishi mumkin? (Murda nikotini — toks 104.) Doskada: «kristall + ta’sir». Tipik xato: faqat kristall asosida «nikotin aniqlandi»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Usul: «Muammo turi — Kelib chiqish sabablari — Hal etish yo‘llari» jadvali (2-KEYS, toks 241). Kutilayotgan natija: talaba paxikarpin yodid tuziga tekshirishni asoslaydi va kristall reaksiyalar bilan tasdiqlaydi. Tipik xato: yod ionini topgach, boshqa alkaloidlarga tekshirmaslik.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19 savoldan har guruh bittadan blokni tayyorlaydi. Doskada: savollarni raqamlab yozing. Tipik xato: savollarga umumiy javob berib, aniq reaktiv va kristall shaklini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kristallar shakli, ranglar va xulosa yoziladi. Muhokama: uchta alkaloidni bir-biridan farqlovchi eng aniq reaksiya qaysi? Doskada: nikotin — anabazin — paxikarpin farqlari. Tipik xato: bitta reaksiya natijasi bilan chegaralanish.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Nikotin, anabazin, paxikarpin; mikrokristalloskopiya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ekstraktda nikotin, anabazin va paxikarpin alkaloidlarini aniqlash; tamaki chekish toksikomaniyasi; mikrokristalloskopik tahlil.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nikotin, anabazin va paxikarpin alkaloidlarining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bu alkaloidlarning toksikologik ahamiyati; ularning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nikotin, anabazin va paxikarpin alkaloidlarini toza eritmalarda hamda noma’lum tarkibdagi eritmada sifat reaksiyalarini o‘tkazish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Mikrokristallar shaklini ish daftariga chizib oladilar va har bir reaksiyaning sud-kimyoviy ahamiyatini izohlaydilar.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Nikotin, anabazin va paxikarpin uchun xarakterli rangli va kristall reaksiyalarni bir-biridan farqlaydilar.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248; Yuldashev Z.A., Umarova G.Q., Toksikologik kimyo modulidan o‘quv-uslubiy majmua, betlar: 239, 240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Mikrokristalloskopiya uchun buyum oynasi, nam kamera, mikroskop va chinni tayoqcha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uchun: Dragendorf reaktivi, 0,1 M HCl, 1% Reyneke tuzi, 4% formaldegid, konsentrlangan HNO3, p-dimetilaminobenzaldegid, konsentrlangan H2SO4.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uchun: pikrin kislotasining to‘yingan eritmasi, pergidrol, konsentrlangan H2SO4, vanilin kristali.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 uchun: Bushard reaktivi, kobalt rodanidi, pikrin kislotasi, brom bug‘i va ammiak bug‘i.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239, 240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manbasi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Tamaki o‘simligi 0,6% dan 8% gacha nikotin va unga o‘xshash alkaloidlar (nornikotin, nikotirin, metilanabazin, anabazin) saqlaydi.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 nikotin asos holida rangsiz, hidsiz moysimon suyuqlik; qaynash harorati 246,1 °C; qutblangan nurni chapga buradi.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60 °C dan past haroratdagi suvda cheksiz aralashadi; havoda tez oksidlanib, asta-sekin qorayadi.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eritmasi ishqoriy, kislotalar bilan kristall tuzlar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xalq xo‘jaligida kontaktli insektitsid sifatida qo‘llanadi (nikodust — 5 g nikotin sulfat va 95 g ohak); tibbiyotda ishlatilmaydi.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O‘rta Osiyoda nosvoy keng tarqalgan: tarkibida nikotinli tamaki, ta’sirni oshiruvchi so‘ndirilgan ohak, saqich va moy moddalari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nerv hujayralariga zaharli: avval qo‘zg‘atadi, so‘ng falajlaydi; halokatli doza 0,01-0,08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109, 109-110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zaharlanish belgilari va so‘rilish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kuchli bosh og‘rig‘i, bosh aylanishi, darmonsizlik, ich ketish, qusish, yurak urishi tezlashishi va nafas qiyinlashishi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Chekilganda tutun orqali 90-98% gacha nikotin organizmga tushadi; sog‘lom teri orqali ham tez shimiladi.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jigarda oksidlanadi, demetillanadi; metabolitlari peshob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patologoanatomik tekshirish nikotinga xarakterli belgi ko‘rsatmaydi.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Piridin va piperidin alkaloidlarini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 ob’ektdan nordonlashtirilgan spirt yoki suv usullari, shuningdek suv bug‘i bilan haydash usulida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erituvchilar bilan qisman kislotali, asosan ishqoriy muhitda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nordonlashtirilgan suv usulida va ishqoriy muhitda suv bug‘i yordamida haydab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 nordonlashtirilgan spirt va suv usullaridan tashqari elektrodializ usulida ham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110, 111, 112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Dragendorf reaktivi bilan mikrokristallar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uchirilgach, qoldiqqa 1 tomchi 0,1 M HCl va 1 tomchi Dragendorf reaktivi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15-20 daqiqadan so‘ng qizil-qo‘ng‘ir «X» yoki «K» shaklidagi mikrokristallar ko‘rinadi.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Xloroformli eritma oynada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uchiriladi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M HCl + Dragendorf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15-20 daqiqa nam kamera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«X» yoki «K» kristallar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 — Dragendorf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Reyneke tuzi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1 tomchi 0,1 M HCl va 1 tomchi yangi tayyorlangan 1% Reyneke tuzi eritmasi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15-20 daqiqa nam kamerada saqlangach, och pushti prizma shaklidagi kristallar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 matni: qizil pushti prizmatik kristallar; aniqlanish chegarasi 1,2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+ 0,1 M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+ 1% Reyneke tuzi (yangi)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15-20 daqiqa nam kamera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Och pushti prizmalar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 — Reyneke tuzi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248; Yuldashev Z.A., Umarova G.Q., Toksikologik kimyo modulidan o‘quv-uslubiy majmua, betlar: 239, 110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Formaldegid va konts. HNO3 bilan nikotin qizil pushti rang beradi; anabazin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p-Dimetilaminobenzaldegid va konts. H2SO4 bilan qo‘ng‘ir pushti rang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643"/>
                <a:gridCol w="214833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4% formaldegid + HNO3 (konts.)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p-DMABA + H2SO4 (konts.)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KCN + xloramin B + barbitur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Sariq-qizg‘ish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239-240, 240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Nikotin: UB, farmakologik va YuQX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Nikotinning 0,1 M sulfat kislotadagi eritmasi 260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 eritmasi baqa orqa terisiga tomizilsa, ma’lum vaqtdan so‘ng o‘ziga xos tirishish holati yuzaga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geksan-aseton (4:1), yodplatinat reaktivi; Rf=0,4, ko‘k dog‘.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350"/>
                <a:gridCol w="24036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(0,1 M H2SO4)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Maksimum 260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Farmakologik (baqa)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O‘ziga xos tirishish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 (geksan-aseton 4:1)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Rf=0,4, ko‘k dog‘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Nikotin: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240, 110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Anabasis aphylla o‘simligida, qisman tamakida uchraydigan rangsiz moysimon alkaloid; organik erituvchilarda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 gidroxlorid tabletkasi chekishga qarshi ishlatiladi; qishloq xo‘jaligida anabadust holida hasharotlarga qarshi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Fiziologik ta’siri nikotinga o‘xshash: avval qo‘zg‘atadi, so‘ng vegetativ nerv tolalarini falajlaydi.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Zaharlanishda so‘lak oqishi, qusish, ich ketish, tananing sarg‘ayishi, soch to‘kilishi kuzatiladi; peshob orqali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mikrokristall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Dragendorf reaktivi (nikotindagi kabi) anabazin bilan romb shaklidagi qo‘ng‘ir mikrokristallar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Reyneke tuzi bilan mayda ninasimon pushti mikrokristallar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Pikrin kislotasining suvdagi to‘yingan eritmasi 2 tomchi, 15-20 daqiqa nam kamerada: sariq rangli o‘ziga xos shaklli mikrokristallar.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Anabazin: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Probirkada 1 ml tekshiriluvchi eritmaga 1 ml pergidrol va 2-3 tomchi konsentrlangan H2SO4 qo‘shilsa, qizil yoki shokolad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eritmaga vanilin kristali va 1-2 tomchi konsentrlangan H2SO4 qo‘shilsa, qizil yoki to‘q-qizil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KCN, xloramin B va barbitur kislotasi bilan anabazin sariq-qo‘ng‘ir rang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249;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 safora o‘simligining ustki qismlarida va termopsis bargida saqlanadi; sof asos tiniq, rangsiz moysimon suyuqlik.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yodid tuzi holida ishlatiladi; suv va spirtda yaxshi eriydi; periferik tomirlar spazmi va gipertoniyada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qismi ishqoriy, oz qismi kislotali sharoitda organik erituvchi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yig‘ilmaydi va bir sutka ichida chiqib ketadi.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Terapevtik dozadan ko‘p qabul qilinganda ko‘ngil aynishi, qusish, bosh aylanishi va nafas olish qiyinlashishi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Natijada ko‘z qorachig‘i kengayadi, sianoz, tirishish va havo yetishmovchiligidan o‘lim sodir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Ba’zi ayollar sun’iy abort chaqirish maqsadida terapevtik dozadan ko‘p qabul qilgan hollar zaharlanishga olib kelgan.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yod ionini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 bilan ajratilgach qolgan ammiakli suv 10% H2SO4 bilan lakmus bo‘yicha nordonlashtiriladi.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2-3 tomchi 1% NaNO2 va 3 ml xloroform qo‘shib chayqatilsa, xloroform binafsha rangga bo‘yaladi.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Ammiakli suv nordonlashtiriladi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10% H2SO4 (lakmus bo‘yicha)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2-3 tomchi 1% NaNO2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+ 3 ml xloroform, chayqatish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binafsha rangda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I- ionini aniqlash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Paxikarpin: mikrokristall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Bushard reaktivi, 20-25 daqiqa nam kamerada: sariq, eman bargi shaklidagi 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Kobalt rodanidi, 15-20 daqiqa: zangori prizma shaklidagi mikrokristallar.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Pikrin kislotasi, 10-15 daqiqa: sariq prizma shaklidagi mikrokristallar.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834603"/>
                <a:gridCol w="172668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Kutish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Bushard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Sariq, eman bargi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20-25 daq.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Kobalt rodanidi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Zangori, prizma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15-20 daq.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Pikrin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Sariq, prizma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10-15 daq.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Paxikarpin 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Paxikarpinni brom yordamida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 eritmasi filtr qog‘oziga shimdirilib, erituvchi uchirilgach, brom bug‘ida sariq ranggacha tutiladi.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ammiak bug‘ida tutilib, qaynoq suv hammomida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Paxikarpin bo‘lsa, filtr qog‘ozida qizil pushti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 qog‘ozi eritma bilan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Brom bug‘ida sariq rang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 bug‘ida tutiladi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Qaynoq suv hammomida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pushti rang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Brom bilan reaksiya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249; Yuldashev Z.A., Umarova G.Q., Toksikologik kimyo modulidan o‘quv-uslubiy majmua, betlar: 241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Koniin va arekolin (qisqa ma’lumot)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Koniin dog‘li sikuta o‘simligidan olinadi; sichqon peshobi hidini eslatuvchi rangsiz moysimon suyuqlik; suv bug‘i bilan yaxshi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Koniin bilan zaharlanishda patomorfologik tekshirish xarakterli alomat bermaydi; odamni halok qiluvchi eng kam miqdori 0,5-1,0 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Arekolin Dragendorf reaktivi bilan 30 daqiqada qizil «x» shaklidagi mikrokristallar beradi; aniqlash chegarasi 0,2 mkg.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113, 114, 116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Charxpalak mashqi: kristallarni moslashtirish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Topshiriq: alkaloidlar uchun reaktivlar bilan hosil qiladigan tegishli kristallarni toping.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Alkaloidlar: nikotin, anabazin, paxikarpin, koniin, arekolin.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Reaktivlar: Dragendorf reaktivi, Reyneke tuzi, pikrin kislotasi.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alkaloidlari va farmakologik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Chirigan ob’ektda oqsil metabolizmi natijasida gistidin, gistamin kabi moddalar hosil bo‘ladi — ularni «murda alkaloidlari»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«Murda nikotini» Dragendorf reaktivi bilan kristall hosil qilsa ham, farmakologik ta’sirni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mikrokristalloskopik reaksiyalar bilan birga farmakologik tekshiruv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103, 104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Keys: ajralmada yod anioni topildi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organik zaharlarga tahlil uchun yo‘llanma bilan biologik ob’ekt keltirildi.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suv usulida ajratma olinganda suvli qatlamda yod anioni aniqlandi.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moddalarga tahlil olib borish zarur? Paxikarpin tarkibida yod ionini aniqlash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241, 240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Piridin va piperidin alkaloidlarini bioob’ektdan qaysi usullarda ajratib olish mumkin? Nikotinning toksikologik va narkologik ahamiyati, tamaki toksikomaniyasi?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Nikotinning chinligi, farmakologik ta’siri, murda alkaloidlari; YuQX va miqdoriy aniqlash qanday bajariladi?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Anabazinning toksikologik ahamiyati, ajratib olinishi, chinligi, YuQX va miqdori.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Paxikarpin: qaysi tuz holida ishlab chiqariladi; yod ioni qanday aniqlanadi; chinligi va miqdoriy aniqlanishi. Koniin va arekolinning ahamiyati.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241-242, 242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Nikotin: Dragendorf bilan «X»/«K» kristallar, Reyneke tuzi bilan och pushti prizmalar; UB maksimum 260 nm (0,1 M H2SO4).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Anabazin: pergidrol va H2SO4 bilan qizil/shokolad, vanilin va H2SO4 bilan qizil rang; formaldegid + HNO3 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Paxikarpin: yod ioni (xloroform binafsha), Bushard — sariq eman bargi, kobalt rodanidi — zangori prizma, brom — qizil pushti.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239-240, 240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 tamaki o‘simligida 0,6% dan 8% gacha uchraydi; toza holda 1828 yilda ajratilgan va 1935 yilda sintez qilingan.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Chekilganda tutun orqali 90-98% gacha nikotin organizmga tushadi; chekuvchi ayollarda qon orqali ona sutiga o‘tadi.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Nikotin Dragendorf reaktivi bilan ba’zan uchib ketayotgan qushlarga o‘xshash «X» va «K» shaklidagi kristallar hosil qiladi; aniqlanish chegarasi 1 mkg.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Paxikarpin organizmda yig‘ilmaydi va bir sutka ichida chiqib ketadi.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Nikotin, anabazin, paxikarpin; mikrokristalloskopiya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103-104, 109-114, 116, 166, 239-242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248-249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