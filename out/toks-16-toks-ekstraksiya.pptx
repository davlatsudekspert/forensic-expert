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ob’ektdan ajratib olingan modda har doim yot moddalar bilan aralash bo‘ladi? Doskada: ma’ruzaning 4 qismi (omillar, pH, tozalash, qayta ekstraksiya). Tipik xato: ekstraksiyani faqat «chayqatish»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«konsentratsiya tenglashguncha» iborasi nimani bildiradi? Doskada: ikki qatlamli ajratgich voronka chizmasi. Tipik xato: bir marta chayqatish bilan modda to‘liq o‘tadi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omilni laboratoriyada eng oson o‘zgartirish mumkin? Doskada: 7 omil ro‘yxati. Tipik xato: omillarni mustaqil deb qarash; ular bir vaqtda ta’sir qiladi.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K=1 bo‘lsa nima bo‘ladi? Doskada: K = Corg / Csuv va ikki qatlam chizmasi. Tipik xato: Corg va Csuv o‘rnini almashtirib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 va K o‘rtasidagi farq nima? Doskada: R = A / N · 100 % formulasi bilan misol. Tipik xato: R ni konsentratsiyalar nisbati deb o‘ylash; u miqdorlar nisbati.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Doskada: ikki formula. Tipik xato: K ni foizda, R ni nisbatda ifodalash.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K&gt;1 sharti nima uchun tozalashda ham muhim? Doskada: K&gt;1 va K&lt;1 holatlari. Tipik xato: sovunlashni har qanday modda uchun qo‘llash — faqat gidrolizga chidamlilar uchun.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neytral molekula nega organik qatlamga oson o‘tadi? Doskada: R-COOH va R-COO- + H+ muvozanati. Tipik xato: solvatlanish va gidratlanishni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barbiturat qaysi muhitda efirga o‘tadi? Doskada: kislotali va ishqoriy muhit uchun ikki strelka. Tipik xato: kislotani ishqoriy muhitda ekstraksiya qilishga urinish.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alkaloid kislotali muhitda suvda qoladi? Doskada: AlK.HX muvozanati. Tipik xato: alkaloidni kislotali muhitda xloroformga o‘tkazishga urinish.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morfin nega bir vaqtda ham kislotali, ham asosli xossa ko‘rsatadi? Doskada: ekgonin chizmasi. Tipik xato: morfinni oddiy asos deb ekstraksiya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izoelektrik nuqtada ekstraksiya yaxshilanadi? Doskada: kation – molekula – anion qatori. Tipik xato: izoelektrik nuqtani «neytral pH=7» bilan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ob’ektdan avval qaysi guruh ajratib olinadi va nega? Doskada: jadvalni to‘ldiring. Tipik xato: bir muhitda hamma guruhni birdan ajratib olish mumkin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Doskada: jadvalni to‘ldiring. Tipik xato: alkaloidlarni kislotali muhitda ekstraksiya qilishga urinish.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fenatsetin qaysi ajralmaga tushadi? Doskada: neytral moddalar ro‘yxati. Tipik xato: neytral modda uchun pH ni qat’iy nazorat qilish kerak deb o‘ylash — kitobga ko‘ra ta’siri kam.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bir xil modda turli erituvchilarda turlicha ajraladi? Doskada: erituvchi tanlash mezonlari. Tipik xato: erituvchi tanlashni faqat qutblilik bilan bog‘lash.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3 martadan keyin ekstraksiya foydasiz? Doskada: ekstraksiya soni va chiqish grafigi. Tipik xato: ko‘p marta ekstraksiya doim yaxshi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jadvaldan qanday xulosa chiqadi? Doskada: ikki ustunli jadval. Tipik xato: bu qiymatlarni barcha sharoit uchun umumiy deb hisoblash — ular malaka materialidagi tajriba natijasi.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fenobarbital va geksamidin uchun eng yaxshi erituvchi turlicha? Doskada: ikki jadvalni yonma-yon solishtiring. Tipik xato: bitta erituvchini barcha moddalar uchun universal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tuz qo‘shish nega modda qatlamini o‘zgartiradi? Doskada: tuz qo‘shishdan oldin va keyingi eruvchanlik. Tipik xato: «tuzlanish» atamasini oshxona ma’nosida tushunish. Eslatma: kitobda «kamayishi/ortishi» iboralari qisqa berilgan; ma’nosi matn kontekstidan olindi.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emulsiya hosil bo‘lganda nima qilish mumkin? Doskada: ion radiusi bo‘yicha tartib. Tipik xato: elektrolit hamma holatda ekstraksiyani yaxshilaydi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harorat ta’siri bir tomonlama emas? Doskada: harorat – K – dissotsiatsiya zanjiri. Tipik xato: haroratni oshirish doim ekstraksiyani yaxshilaydi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yot modda aniqlanishga qanday xalaqit beradi? Doskada: 3 xil xalaqit. Tipik xato: tozalashni ixtiyoriy bosqich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sentrifugalash qulayroq? Doskada: 5 tozalash usuli nomi. Tipik xato: filtrlash moddani yo‘qotmaydi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oqsilni cho‘ktirishning 4 usulini sanang. Doskada: reagentlar ro‘yxati. Tipik xato: kitobdagi «400C» yozuvini 400 daraja deb o‘qish — mazmuniga ko‘ra 40 °C.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qaysi qatlam tashlanadi, qaysi saqlanadi? Doskada: chizmani qatlam rangi bilan chizing. Tipik xato: organik qatlamni birinchi bosqichda tashlamasdan saqlash.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bu sxema kislotali sxemadan nimasi bilan farq qiladi? Doskada: ikki sxemani yonma-yon chizing. Tipik xato: pH qiymatlarini almashtirib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kofeinni qayta ekstraksiya bilan tozalash mumkinmi? Doskada: «yo‘qotiladigan» moddalar ro‘yxati. Tipik xato: reekstraksiya hamma modda uchun universal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gidrolizga chidamlilik shart? Doskada: yog‘ – gidroliz – ekstraksiya zanjiri. Tipik xato: sovunlashni har qanday modda uchun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sulfat kislotaga chidamlilik tanlov mezoni sifatida qanday ishlatiladi? Doskada: chidamli / chidamsiz moddalar. Tipik xato: sulfirlashni kislotaga chidamsiz alkaloidlarga qo‘llash. Kitobda sulfirlash uslubi (reaktiv miqdori, vaqt) berilmagan — slaydga to‘qib yozilmadi.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past haroratda yog‘ ajraladi? Doskada: haroratga bog‘liq eruvchanlik. Tipik xato: sovitish moddani yo‘qotmaydi deb o‘ylash. Syllabus nomidagi «muzlatish» kitobda alohida usul sifatida berilmagan; shu usul ekanligi kitobda aytilmagan, faqat sovitib yog‘ ajratish tasvirlangan. Kitobda: «- 70°S gacha» (OCR da minus ajralib qolgan) — −70 °C.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sublimatsiyalanuvchi moddani qaysi usul bilan tozalash qulay? Doskada: 4 modda nomi. Tipik xato: barcha moddalar sublimatsiyalanadi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tozalash usuli moddaning fizik-kimyoviy xossalariga asoslanadi?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katod suyuqligi tahlilga olinadi? Doskada: katod – anod chizmasi. Tipik xato: elektrodializ va elektroforezni bir xil usul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barbituratlar va alkaloidlar uchun turli tizim ishlatiladi? Doskada: ikki tizimning tarkibi. Tipik xato: tizim nisbatlarini (70:40:5, 50:30:2, 30:20:2) aralashtirib yuborish. Kitobda (toks 93): «difenilkarbazid» — to‘g‘risi difenilkarbazon (gmt 113).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yirik molekulalar oldin chiqadi? Doskada: sefadeks donachasi va g‘ovaklar. Tipik xato: gel xromatografiyani yupqa qatlam xromatografiyasi bilan aralashtirish. Izoz: bu band kitobda emas, malaka materialidan.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ikki ajralmada qanday moddalar bo‘ladi? Doskada: ikki ustun — «kislotali» va «ishqoriy». Tipik xato: ikki ajralmani aralashtirib, bitta tahlil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noma’lum ob’ektdan alkaloid va barbiturat ajratish yo‘lini aytib bering. Doskada: kislotali – ishqoriy zanjir. Tipik xato: reekstraksiyada pH qiymatlarini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Ekstraksiya nazariyasi: taqsimlanish koeffitsienti, pH, erituvchi tabiati, elektrolitlar, harorat; ajralmalarni tozalash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 va tayanch iboralar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Ekstraksiya nazariyasi: taqsimlanish koeffitsienti, pH, erituvchi tabiati, elektrolitlar,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organik erituvchi tabiati va pH ning ekstraksiyaga ta’siri, elektrolitlar ta’siri, ajralmalarni yot moddalardan tozalash usullari.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Tayanch iboralar: ekstraksiya, organik erituvchi, pH sharoit, elektrolit, ekstraktiv moddalar, ekstraksiya soni, qutbli erituvchi.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Zaharli moddalarni biologik ob’ekt va biosuyuqliklardan ajratish asosan nordonlashtirilgan suv, spirt yoki organik erituvchilar yordamida bajariladi.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85; Yuldashev Z.A., Nurmatova M.I., Toksikologik kimyo modulidan o‘quv-uslubiy majmua, betlar: 89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Ekstraksiyaning o‘rni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Ekstraksiya nazariyasi: taqsimlanish koeffitsienti, pH, erituvchi tabiati, elektrolitlar,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Ekstraksiya toksikologik ahamiyatli moddalarni ob’ektdan ajratib olish va tozalash uchun ishlatiladigan asosiy usullardan biri.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Moddaning bir erituvchidan ikkinchisiga o‘tishi uning har bir erituvchida eruvchanligi bilan bog‘liq.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Taqsimlanish modda konsentratsiyasi ikkala erituvchida tenglashguncha davom etadi.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Ajratib olinayotgan erituvchida yot moddalar, oqsil, yog‘ va pigmentlarning erimasligi katta ahamiyatga ega.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Ekstraksiyaga ta’sir qiluvchi omillar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Ekstraksiya nazariyasi: taqsimlanish koeffitsienti, pH, erituvchi tabiati, elektrolitlar,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Moddaning suvli eritmadan organik qatlamga to‘liq o‘tishiga taqsimlanish koeffitsienti va ekstraksiyalanish darajasi ta’sir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Shuningdek pH sharoit, organik erituvchi tabiati, ekstraksiya soni, tuzlovchi agentlar (elektrolitlar) va harorat ta’sir ko‘rsatadi.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Moddaning eruvchanligiga erituvchi tabiati, pH muhit va elektrolitlar katta ta’sir ko‘rsatadi.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Ekstraksiyaga ta’sir qiluvchi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22120"/>
            <a:ext cx="0" cy="341376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2212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Taqsimlanish koeffitsienti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40487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100072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100072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Ekstraksiyalanish darajasi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08762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2782824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2782824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pH sharoit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377037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465576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465576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Organik erituvchi tabiati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445312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148328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148328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Ekstraksiya soni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612380" y="513588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772400" y="4831080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4831080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Elektrolitlar va harorat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Omillar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86,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Taqsimlanish koeffitsienti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Ekstraksiya nazariyasi: taqsimlanish koeffitsienti, pH, erituvchi tabiati, elektrolitlar,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Modda organik erituvchi qatlamiga taqsimlanish koeffitsienti (K) ga bog‘liq holda o‘tadi: K = Corg / Csuv.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Corg — organik erituvchida erigan modda konsentratsiyasi; Csuv — suvda erigan modda konsentratsiyasi.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 qancha katta bo‘lsa, modda shuncha ko‘p organik erituvchi qatlamiga o‘tadi.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685"/>
                <a:gridCol w="3561289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Ma’nosi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Taqsimlanish koeffitsienti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Corg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Organik qatlamdagi konsentratsiya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Csuv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Suvli qatlamdagi konsentratsiya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 formulasi belgilari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86, 91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Ekstraksiyalanish darajasi 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Ekstraksiya nazariyasi: taqsimlanish koeffitsienti, pH, erituvchi tabiati, elektrolitlar,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Ekstraksiyalanish darajasi R (foizda): R = A / N · 100 %.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 — organik erituvchida ekstraksiyalangan modda miqdori; N — moddaning boshlang‘ich (suvdagi) umumiy miqdori.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 va R qancha katta bo‘lsa, modda shuncha ko‘p organik erituvchi qatlamiga o‘tadi.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2152"/>
                <a:gridCol w="3595823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Ma’nosi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Ekstraksiyalanish darajasi, 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Organik qatlamga o‘tgan miqdor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Suvdagi boshlang‘ich umumiy miqdor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 formulasi belgilari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 va R: taqqoslash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Ekstraksiya nazariyasi: taqsimlanish koeffitsienti, pH, erituvchi tabiati, elektrolitlar,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 = Corg / Csuv — moddaning organik va suvli qatlamdagi konsentratsiyalari nisbati.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 = A / N · 100 % — organik erituvchiga o‘tgan miqdorning boshlang‘ich umumiy miqdorga foizi.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 va R qancha katta bo‘lsa, modda shuncha ko‘p organik erituvchi qatlamiga o‘tadi.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 (taqsimlanish)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 = Corg / Csuv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Konsentratsiyalar nisbati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Katta K — ko‘p modda organik qatlamda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 (daraja)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R = A / N · 100 %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Miqdorning foizi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Katta R — ko‘p modda ekstraksiyalangan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 va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 birdan katta bo‘lishi sharti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Ekstraksiya nazariyasi: taqsimlanish koeffitsienti, pH, erituvchi tabiati, elektrolitlar,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Sovunlash usulida organik erituvchida erigan moddaning taqsimlanish koeffitsienti birdan katta bo‘lishi zarur.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Suvda erigan moddaniki esa birdan kichik bo‘lishi zarur.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Sovunlash gidrolizga chidamli birikmalar uchun qo‘llanadi; gidrolizdan so‘ng asosiy modda ekstraksiyalanadi.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pH ning ta’siri: organik kislotalar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Ekstraksiya nazariyasi: taqsimlanish koeffitsienti, pH, erituvchi tabiati, elektrolitlar,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Barbituratlar kabi dissotsiyalanmaydigan organik kislotalarning suvli eritmalari elektroneytral bo‘ladi va suv molekulalari bilan yomon gidratlanadi.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Bunday molekulalar organik erituvchi bilan aralashganda tez solvatlanib, organik qatlamga o‘tadi.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Suvli eritmada dissotsiyalangan kislota suv dipollari bilan tez gidratlanadi; barqaror gidrat bog‘lar tufayli yomon ekstraksiyalanadi.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Dissotsiyalanmagan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Elektroneytral, suv bilan yomon gidratlanadi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Organik erituvchi bilan tez solvatlanadi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Organik qatlamga o‘tadi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Dissotsiyalangan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Suv dipollari bilan tez gidratlanadi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Gidrat bog‘lar barqaror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Kam solvatlanadi, yomon ekstraksiyalanadi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Barbituratlar kabi kislotalar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89, 90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Kislotalar: pH o‘zgarishi natijasi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Ekstraksiya nazariyasi: taqsimlanish koeffitsienti, pH, erituvchi tabiati, elektrolitlar,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Muhit ishqoriy tomonga o‘zgarsa, kislotaning dissotsiyalanishi ortadi, dissotsiyalanmagan molekulalar kamayadi va ekstraksiya pasayadi.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Vodorod ionlari konsentratsiyasi kislotali tomonga o‘zgarsa, dissotsiyalanmagan molekulalar soni ortib, ekstraksiya ortadi.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Bunday sharoitda kuchsiz organik kislotalar ham to‘liq dissotsiyalanmagan holda bo‘lib, ko‘p ekstraksiyalanadi.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Ishqoriy tomonga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Dissotsiyalanish ortadi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Dissotsiyalanmagan molekulalar kamayadi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Ekstraksiya pasayadi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Kislotali tomonga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Dissotsiyalanmagan molekulalar ortadi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Kuchsiz kislotalar ham ko‘p ekstraksiyalanadi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pH va kislota ekstraksiyasi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86, 87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pH ning ta’siri: alkaloidlar va asoslar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Ekstraksiya nazariyasi: taqsimlanish koeffitsienti, pH, erituvchi tabiati, elektrolitlar,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Alkaloid va sintetik azot saqlovchi birikmalar neytral sharoitda kislota qo‘shilsa, dissotsiyalanadigan ionlar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Dissotsiyalanmagan organik asoslar tez solvatlanib, organik erituvchi qatlamiga o‘tadi.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Organik asoslar kuchsiz elektrolit; dissotsiyalanishi ortsa, ekstraksiyalanishi pasayadi. Ishqor qo‘shilsa, ekstraksiya oshadi.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Kislota qo‘shilganda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Alk.HX dissotsiyalanib ionlar hosil qiladi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Dissotsiyalanishi ortadi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Ekstraksiyalanishi pasayadi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Ishqor qo‘shilganda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Dissotsiyalanmagan asos hosil bo‘ladi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Tez solvatlanib organik qatlamga o‘tadi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Ekstraksiya oshadi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Asoslar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90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Amfoter birikmalar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Ekstraksiya nazariyasi: taqsimlanish koeffitsienti, pH, erituvchi tabiati, elektrolitlar,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Amin va fenol guruhi saqlovchi morfin, apomorfin, salsolin hamda amin va karboksil guruhi saqlovchi ekgonin va aminokislotalar amfoter birikmalardir.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Ular pH muhitga mos holda kislotali sharoitda asosli, ishqoriy sharoitda kislotali xossalarni namoyon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Molekulyar holatdagi amfoter birikmalar suvli eritmadan organik erituvchilar bilan yaxshi ekstraksiyalanadi.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Amfoter birikmalar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404872"/>
            <a:ext cx="0" cy="2048256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40487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9751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97510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Amin + fenol guruhi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Morfin  ·  Apomorfin  ·  Salsolin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445312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3465576"/>
            <a:ext cx="3779215" cy="19751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65576"/>
            <a:ext cx="3779215" cy="197510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Amin + karboksil guruhi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Ekgonin  ·  Aminokislotalar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Toksikologik ahamiyatli amfoterlar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90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Amfoter birikmalar: izoelektrik nuqta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Ekstraksiya nazariyasi: taqsimlanish koeffitsienti, pH, erituvchi tabiati, elektrolitlar,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Amfoter birikmalarning ionlari suv molekulalari bilan oson gidratlanadi va organik erituvchilar bilan deyarli ekstraksiyalanmaydi.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Izoelektrik nuqtada ular elektr zaryadiga ega bo‘lmaydi va reaksion aktivligi pasayadi.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Oqsillar bunday sharoitda odatda cho‘kmaga tushadi.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Kislotali muhit: asosli xossa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Izoelektrik nuqta: zaryadsiz molekula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Molekulyar holat: yaxshi ekstraksiya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Ishqoriy muhit: kislotali xossa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Ionlar gidratlanadi: ekstraksiya yo‘q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Amfoterlar va pH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90-91, 91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pH bo‘yicha umumiy 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Ekstraksiya nazariyasi: taqsimlanish koeffitsienti, pH, erituvchi tabiati, elektrolitlar,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Barbituratlar va kislotali xossali birikmalar kislotali sharoitda yaxshi ekstraksiyalanadi.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Alkaloidlar kislotali muhitda organik qatlamga o‘tmaydi, suvli eritmada qoladi.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Ularni ajratish uchun ishqor qo‘shib, asos holiga keltirib ekstraksiyalanadi.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2785"/>
                <a:gridCol w="2115190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Muhit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Kislotalar, barbituratlar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Kislotali muhitda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Alkaloidlar, azotli asoslar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Ishqoriy muhitda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Neytral moddalar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Har qanday muhitda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Moddalar guruhi va muhit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pH va ionlanish: kislota va asos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Ekstraksiya nazariyasi: taqsimlanish koeffitsienti, pH, erituvchi tabiati, elektrolitlar,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Kislotali xossali moddalar (barbituratlar) kislotali muhitda dissotsiyalanmay yaxshi ekstraksiyalanadi.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Alkaloid va azot saqlovchi sintetik asoslar kislotali muhitda ionlanib suvda qoladi; ishqor qo‘shib asos holiga keltirilgach ekstraksiyalanadi.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Antifibrin, fenatsetin kabi neytral moddalarga pH ning ta’siri kam.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5969"/>
                <a:gridCol w="1588374"/>
                <a:gridCol w="1653631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Kislotali muhit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Ishqoriy muhit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Kislotalar (barbituratlar)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Yaxshi ekstraksiya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Ionlanadi, ekstraksiya kam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Alkaloid va azotli asoslar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Ionlanadi, suvda qoladi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Yaxshi ekstraksiya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Neytral (fenatsetin)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Yaxshi ekstraksiya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Yaxshi ekstraksiya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pH va ekstraksiya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Neytral moddalar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Ekstraksiya nazariyasi: taqsimlanish koeffitsienti, pH, erituvchi tabiati, elektrolitlar,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Antifibrin, fenatsetin kabi neytral moddalar uchun pH ta’siri kam.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Ular organik erituvchilar bilan kislotali, neytral va ishqoriy sharoitda ham yaxshi ekstraksiyalanadi.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Kislotali sharoitda olingan ajralmada barbituratlar, neytral moddalar (fenatsetin) va organik kislotalar (salitsil, pikrin kislota) tekshiriladi.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87, 96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Organik erituvchi tabiati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Ekstraksiya nazariyasi: taqsimlanish koeffitsienti, pH, erituvchi tabiati, elektrolitlar,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Ekstraksiyalanish darajasiga organik erituvchilar xarakteri ham katta ta’sir etadi.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Zaharli, narkotik va gangituvchi moddalarni to‘liqroq ajratish uchun ularning organik erituvchilarda eruvchanligi hisobga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Malaka materialiga ko‘ra fenobarbital va geksamidinning chiqishi xloroform bilan dietil efirda turlicha (jadval keyingi slaydlarda).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88; Malaka materiali №060 (TFI Toksikologik kimyo kafedrasi)., 4-ma’ruza: Ob’ektdan zaharli moddalarni qutbli erituvchilar yordamida ajratib olish, betlar: ma’ruza matni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Ekstraksiya soni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Ekstraksiya nazariyasi: taqsimlanish koeffitsienti, pH, erituvchi tabiati, elektrolitlar,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Aksariyat zaharli, narkotik va gangituvchi moddalarni suvli qatlamdan ajratishda ekstraksiya soni ta’sir ko‘rsatadi.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Ekstraksiya soni tajriba yo‘li bilan topiladi.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Malakadagi tajriba: 4 va 5 marta ekstraksiya fenobarbital va geksamidin miqdorini sezilarli oshirmagan, shuning uchun xloroform bilan 3 marta yetarli.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88; Malaka materiali №060 (TFI Toksikologik kimyo kafedrasi)., 4-ma’ruza: Ob’ektdan zaharli moddalarni qutbli erituvchilar yordamida ajratib olish, betlar: ma’ruza matni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Fenobarbital: erituvchi va ekstraksiya soni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Ekstraksiya nazariyasi: taqsimlanish koeffitsienti, pH, erituvchi tabiati, elektrolitlar,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Xloroformda 10 ml dan: 1-marta 74,54 %, 2-marta 88,35 %, 3-marta 92,83 %, 5-marta 93,30 %.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Dietil efirida 10 ml dan: 1-marta 91,31 %, 2-marta 93,62 %, 3-marta 95,32 %, 5-marta 96,02 %.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Demak, fenobarbital uchun dietil efiri xloroformga qaraganda yuqoriroq chiqish bergan.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3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685"/>
                <a:gridCol w="1726685"/>
                <a:gridCol w="1834603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Marta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Xloroform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Dietil efir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74,54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91,31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88,35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93,62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92,83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95,32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93,30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96,02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Fenobarbital chiqishi,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№060 (TFI Toksikologik kimyo kafedrasi)., 4-ma’ruza: Ob’ektdan zaharli moddalarni qutbli erituvchilar yordamida ajratib olish, betlar: jadval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Geksamidin: erituvchi va ekstraksiya soni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Ekstraksiya nazariyasi: taqsimlanish koeffitsienti, pH, erituvchi tabiati, elektrolitlar,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Xloroformda 10 ml dan: 1-marta 79,33 %, 2-marta 89,31 %, 3-marta 91,84 %, 5-marta 92,31 %.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Dietil efirida geksamidin yomon o‘tadi: 1-marta 14,92 %, 3-marta 24,45 %, 5-marta 27,67 %.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Geksamidin uchun xloroform dietil efirdan ancha samarali.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3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685"/>
                <a:gridCol w="1726685"/>
                <a:gridCol w="1834603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Marta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Xloroform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Dietil efir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79,33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14,92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89,31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19,64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91,84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24,45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92,31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27,67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Geksamidin chiqishi,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№060 (TFI Toksikologik kimyo kafedrasi)., 4-ma’ruza: Ob’ektdan zaharli moddalarni qutbli erituvchilar yordamida ajratib olish, betlar: jadval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Elektrolitlar ta’siri: tuzlanish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Ekstraksiya nazariyasi: taqsimlanish koeffitsienti, pH, erituvchi tabiati, elektrolitlar,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Suvda yaxshi eriydigan organik birikma eritmasiga elektrolit qo‘shilsa, eruvchanlik o‘zgaradi — ortishi yoki kamayishi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Eruvchanlikning kamayishi tuzlanishning kamayishi, ortishi esa tuzlanishning ortishi deyiladi.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Tuzlanish natijasida organik erituvchi bilan ekstraksiya ortadi, ya’ni taqsimlanish koeffitsienti ortadi.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91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Elektrolitlar: omillar va qo‘llanishi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Ekstraksiya nazariyasi: taqsimlanish koeffitsienti, pH, erituvchi tabiati, elektrolitlar,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Elektrolitlarning tuzlash ta’siri tuzlanayotgan modda va tuzlanuvchi tabiatiga, konsentratsiyasi va ion radiusiga bog‘liq.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Kichik radiusli ionlarning tuzlanish ta’siri katta radiusli ionlarnikiga nisbatan katta.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Elektrolit emulsiyalarni parchalash va oqsil moddalarni cho‘ktirishda ham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Ba’zi hollarda elektrolit ta’sirida moddani suvli eritmadan ajratib olish darajasi sezilarli kamayadi.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Tuzlash ta’siri bog‘liq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Tuzlanayotgan modda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Tuzlovchi tabiati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Konsentratsiya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Ion radiusi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Kichik radius: ta’sir katta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Elektrolitlar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91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Haroratning ta’siri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Ekstraksiya nazariyasi: taqsimlanish koeffitsienti, pH, erituvchi tabiati, elektrolitlar,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Harorat o‘zgarishi bilan moddalarning ekstraksiyalanishi ortishi yoki kamayishi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harorat ta’sirida taqsimlanish koeffitsientining o‘zgarishiga bog‘liq.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Harorat o‘zgarishi bilan fazalarda dissotsiatsiya va assotsiatsiya bosqichlari, gidratatsiya va solvatatsiya o‘zgaradi.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Harorat o‘zgaradi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Taqsimlanish koeffitsienti o‘zgaradi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Dissotsiatsiya, assotsiatsiya o‘zgaradi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Gidratatsiya, solvatatsiya o‘zgaradi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Ekstraksiya ortadi yoki kamayadi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Harorat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91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Ajralmalarni tozalash: nima uchun kerak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Ekstraksiya nazariyasi: taqsimlanish koeffitsienti, pH, erituvchi tabiati, elektrolitlar,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Qutbli erituvchilar bilan ajratilgach, kislotali va ishqoriy muhitda olingan ikki xil ajralma qoldig‘i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Ularda ajratilgan modda bilan birga ekstraksiyalangan oqsillar, aminokislotalar, yog‘ va lipidlar kabi yot moddalar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Yot moddalar tahlilga halaqit beradi, ba’zan reaktivlar bilan tekshirilayotgan modda kabi mahsulot hosil qiladi, miqdoriy tahlilga ham salbiy ta’sir qiladi.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92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Tozalash: suzish va filtrlash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Ekstraksiya nazariyasi: taqsimlanish koeffitsienti, pH, erituvchi tabiati, elektrolitlar,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Tozalashning asosiy usullari: suzish, filtrlash, sentrifugalash, cho‘ktirish va qayta ekstraksiyalash.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Suzish paxta yoki bint bilan bajariladi, yirik mexanik qo‘shilmalarni ajratadi; paxta aniqlanuvchi moddani adsorbsiyalab, yo‘qotishga sabab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Filtrlash yirik va mayda mexanik qo‘shilmalarni ajratadi, lekin filtr qog‘ozi ham moddani adsorbsiyalaydi; shu sababli sentrifugalash qulayroq hisoblanadi.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Tozalash usullari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90395"/>
            <a:ext cx="0" cy="3277209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90395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Suzish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Paxta yoki bint  ·  Moddani adsorbsiyalaydi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609697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236622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236622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Filtrlash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Filtr qog‘ozi  ·  Moddani adsorbsiyalaydi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055924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055924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Sentrifugalash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Qulayroq usul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24830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875227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875227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Cho‘ktirish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Oqsil va polipeptidlar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50676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694529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694529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Qayta ekstraksiya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pH ga bog‘liq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Asosiy usullar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92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Tozalash: sentrifugalash va cho‘ktirish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Ekstraksiya nazariyasi: taqsimlanish koeffitsienti, pH, erituvchi tabiati, elektrolitlar,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Sentrifugalash ajralmani yirik va mayda mexanik qo‘shilmalardan sentrifuga apparatlari yordamida tozalaydi.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Oqsil va polipeptidlar uchxlorsirka, volfram, metafosfat kislotalari va ayrim geteropoli birikmalar bilan cho‘ktiriladi.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Eritmani taxminan 40 °C gacha isitib ko‘p oqsilni cho‘ktirish mumkin; absolyut etil va metil spirti yoki aseton ham oqsilni cho‘ktiradi.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Oqsil moddalarni cho‘ktirishda tuzlash usuli ham qo‘llanadi: to‘yingan tuz eritmasida oqsillar cho‘kadi.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Oqsillarni cho‘ktirish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Kislotalar bilan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Uchxlorsirka  ·  Volfram, metafosfat kislotalar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Isitish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Taxminan 40 °C gacha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Erituvchilar bilan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Absolyut etil, metil spirti  ·  Aseton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Tuzlash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To‘yingan tuz eritmasi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Oqsillarni cho‘ktirish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92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Qayta ekstraksiya: kislotali ajralma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Ekstraksiya nazariyasi: taqsimlanish koeffitsienti, pH, erituvchi tabiati, elektrolitlar,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Organik kislotalar va barbituratlar ekstraksiya va qayta ekstraksiya (reekstraksiya) bilan tozalanadi.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Qoldiq + ishqor (pH-13): organik qatlam keraksiz, ishqoriy suvli qatlam kerakli.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Suvli qatlam kislotalanib (pH-1) reekstraksiyalanadi: kerakli modda organik qatlamda.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Qoldiq + ishqor, pH-13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Ekstraksiya: organik tashlanadi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Suvli qatlam + kislota, pH-1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Reekstraksiya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Organik qatlam: kerakli modda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Kislotali xossali moddalar tozalanishi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89, 92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Qayta ekstraksiya: ishqoriy ajralma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Ekstraksiya nazariyasi: taqsimlanish koeffitsienti, pH, erituvchi tabiati, elektrolitlar,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Alkaloidlar va ularning sintetik analoglari ham reekstraksiya usulida tozalanadi.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Qoldiq + kislota (pH-1): organik qatlam keraksiz, kislotali suvli qatlam kerakli.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Suvli qatlam ishqorlanib (pH-13) reekstraksiyalanadi: kerakli modda organik qatlamda.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Qoldiq + kislota, pH-1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Ekstraksiya: organik tashlanadi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Suvli qatlam + ishqor, pH-13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Reekstraksiya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Organik qatlam: kerakli modda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Ishqoriy xossali moddalar tozalanishi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89, 92, 93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Qayta ekstraksiya shartlari va cheklovlari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Ekstraksiya nazariyasi: taqsimlanish koeffitsienti, pH, erituvchi tabiati, elektrolitlar,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Qayta ekstraksiyalab tozalashda pH muhit aniq bo‘lishi zarur; e’tibor berilmasa, tekshirilayotgan modda yo‘qotilishi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Kislotali sxemada neytral va kuchsiz asos xossali moddalarni tozalab bo‘lmaydi, chunki ular tozalash davomida yo‘qotiladi.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Ishqoriy sxemada kuchsiz asos xossali moddalar (purin hosilalari, narkotin, promedol, antipirin va amidopirinlar) yo‘qotiladi.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Kislotali sxema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Neytral moddalar yo‘qotiladi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Kuchsiz asos xossali moddalar yo‘qotiladi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Ishqoriy sxema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Purin hosilalari yo‘qotiladi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Narkotin, promedol yo‘qotiladi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Antipirin, amidopirin yo‘qotiladi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Qayta ekstraksiyaning cheklovi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92, 93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Sovunlash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Ekstraksiya nazariyasi: taqsimlanish koeffitsienti, pH, erituvchi tabiati, elektrolitlar,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Sovunlash gidrolizga chidamli birikmalar uchun qo‘llaniladi.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Masalan, xlororganik birikmalarni yog‘dan tozalashda yog‘ gidrolizlanadi.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Gidrolizdan so‘ng asosiy modda ekstraksiyalanadi.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Sulfirlash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Ekstraksiya nazariyasi: taqsimlanish koeffitsienti, pH, erituvchi tabiati, elektrolitlar,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Sulfirlash yog‘ va lipidlarga boy ekstraktlarni tozalashda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 konsentrlangan sulfat kislotaga chidamli moddalarni (masalan, barbituratlarni) ajratib olish imkonini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Ajratilgan moddalarni tozalashda sovunlash, qayta ekstraksiya, sulfirlash, xromatografiya va yog‘ni cho‘ktirish usullari qo‘llanadi.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Yog‘ va mumsimon moddalarni cho‘ktirish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Ekstraksiya nazariyasi: taqsimlanish koeffitsienti, pH, erituvchi tabiati, elektrolitlar,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Usul yog‘ va mumsimon moddalarning sovuq sharoitda aseton, asetonitril kabi erituvchilarda eruvchanligi kamayishiga asoslangan.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Asetonli eritma −70 °C gacha sovitilganda erigan yog‘ va mumsimon moddalar qalqib chiqadi va ajraladi.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Yog‘ va mumsimon moddalarni cho‘ktirish ajratilgan moddalarni tozalash usullaridan biri sifatida keltirilgan.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Aseton yoki asetonitril eritmasi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Sovitish: −70 °C gacha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Yog‘ va mumsimon moddalar qalqib chiqadi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Ajratiladi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Sovuqda cho‘ktirish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Quruq haydash (vozgonka)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Ekstraksiya nazariyasi: taqsimlanish koeffitsienti, pH, erituvchi tabiati, elektrolitlar,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Quruq haydash issiqlik ta’sirida sublimatsiyalanuvchi moddalarni tozalashda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Bunday moddalarga barbituratlar, benzoy va salitsil kislotalari, kofein kiradi.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Boshqa tozalash usullari ajratib olish usullari bilan birga olib boriladi: filtrlash, oqsillarni spirt yoki elektrolit bilan cho‘ktirish, sentrifugalash.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93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Fizik-kimyoviy tozalash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Ekstraksiya nazariyasi: taqsimlanish koeffitsienti, pH, erituvchi tabiati, elektrolitlar,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Quruq haydash sublimatsiyalanuvchi moddalar — barbituratlar, benzoy va salitsil kislotalari, kofein uchun qo‘llanadi.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Elektrodializ strixnin, paxikarpin kabi moddalarni ajratish va tozalashda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Xromatografik tozalashda yupqa qatlam, kolonkali gel va qog‘oz xromatografiyasi eng ko‘p ishlatiladi.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7859"/>
                <a:gridCol w="1574042"/>
                <a:gridCol w="1786073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Qaysi moddalar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Mohiyati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Quruq haydash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Barbituratlar, kofein, kislotalar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Issiqlikda sublimatsiya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Elektrodializ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Strixnin, paxikarpin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Tuz katodga siljiydi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Elektroforez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Alkaloid va sintetik asoslar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Katodga turli tezlikda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Xromatografiya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Barcha guruhlar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Sorbent, qo‘zg‘aluvchi faza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Fizik-kimyoviy usullar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Elektrodializ va elektroforez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Ekstraksiya nazariyasi: taqsimlanish koeffitsienti, pH, erituvchi tabiati, elektrolitlar,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Elektrodializ strixnin, paxikarpin kabi ayrim moddalarni ajratish va tozalashda qo‘llanadi.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Alkaloid tuzlari doimiy tok ta’sirida yarim o‘tkazgich pardadan katodga siljiydi; tahlil uchun katod suyuqligi ekstraksiyalanadi.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Elektroforez — elektr toki ta’siridagi xromatografik tozalash: asos xossali tuzlar katod tomon turli tezlikda siljib, bir-biridan va yot moddalardan ajraladi.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Elektrodializ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Strixnin, paxikarpin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Tuzlar yarim o‘tkazgich pardadan katodga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Katod suyuqligi ekstraksiyalanadi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Elektroforez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Alkaloid va sintetik asoslar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Elektr toki ta’sirida xromatografik tozalash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Tuzlar katodga turli tezlikda siljiydi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Doimiy tok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93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Xromatografik tozalash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Ekstraksiya nazariyasi: taqsimlanish koeffitsienti, pH, erituvchi tabiati, elektrolitlar,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Eng ko‘p ishlatiladigan usullar: yupqa qatlam xromatografiyasi, kolonkali gel xromatografiyasi, qog‘oz xromatografiyasi.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Bu usullarda tozalashdan tashqari tekshirilayotgan modda chinligi ham aniqlanadi; turli qo‘zg‘aluvchi tizim, sorbent va aniqlovchi reaktivlar ishlatiladi.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Barbituratlar uchun: xloroform – n-butanol – 25% NH4OH (70:40:5); aniqlovchi — Hg sulfat va 0,02% difenilkarbazon; dog‘lar siyoh rangda, Rf turlicha.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Alkaloidlar uchun: xloroform – aseton – dietilamin (50:30:2) yoki xloroform – aseton – ammiak (30:20:2); aniqlovchi — Dragendorf reaktivi.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9750"/>
                <a:gridCol w="1432256"/>
                <a:gridCol w="2045969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Qo‘zg‘aluvchi faza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Aniqlovchi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Barbituratlar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CHCl3 - n-butanol - 25% NH4OH (70:40:5)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Hg sulfat + difenilkarbazon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Alkaloidlar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CHCl3 - aseton - dietilamin (50:30:2)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Dragendorf reaktivi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Alkaloidlar (2-variant)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CHCl3 - aseton - ammiak (30:20:2)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Dragendorf reaktivi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YuQX tizimlari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Gel xromatografiya bilan tozalash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Ekstraksiya nazariyasi: taqsimlanish koeffitsienti, pH, erituvchi tabiati, elektrolitlar,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Kramarenko usulida kislotali suvli ajratma sentrifugalangach, yot moddalardan gel xromatografiya bilan tozalanadi; sorbent — G-25 va G-50 markali sefadekslar.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Yuqori molekulyar yot organik moddalar sefadeks g‘ovaklariga shimilmay o‘tib ketadi; barbituratlar g‘ovaklarga shimilib, sefadeksda qoladi.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Sefadeks sulfat kislota bilan yuvilib, eluant xloroform bilan ekstraksiyalanadi va barbituratlar tekshiriladi.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№060 (TFI Toksikologik kimyo kafedrasi)., 4-ma’ruza: Ob’ektdan zaharli moddalarni qutbli erituvchilar yordamida ajratib olish, betlar: ma’ruza matni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Ikki xloroformli ajralma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Ekstraksiya nazariyasi: taqsimlanish koeffitsienti, pH, erituvchi tabiati, elektrolitlar,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Qaysi usul qo‘llanishidan qat’i nazar, biomaterialdan ajratilgan ikki xloroformli eritma tekshiriladi.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Birinchisi — kislotali muhitda suvli eritmadan organik erituvchi bilan ajratilgan moddalar.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Ikkinchisi — ishqoriy muhitda organik qatlamga o‘tadigan moddalar; har bir ajralma alohida tahlil qilinadi.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Biomaterial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Nordon suvli ajratma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Kislotali pH: xloroform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Ishqoriy pH: xloroform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Har biri alohida tahlil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 ajralma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90, 96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Ekstraksiya nazariyasi: taqsimlanish koeffitsienti, pH, erituvchi tabiati, elektrolitlar,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Ekstraksiyaga K va R, pH, erituvchi tabiati, ekstraksiya soni, elektrolitlar va harorat ta’sir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Kislotali moddalar kislotali muhitda, asosli moddalar ishqoriy muhitda ekstraksiyalanadi; neytral moddalarga pH ta’siri kam.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Yot moddalardan tozalash: suzish, filtrlash, sentrifugalash, cho‘ktirish, qayta ekstraksiya va fizik-kimyoviy (vozgonka, elektrodializ, xromatografiya) usullar.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Nazorat: K va R ni ta’riflang; reekstraksiya sxemasini pH qiymatlari bilan chizing.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86, 87, 93, 92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Ekstraksiya nazariyasi: taqsimlanish koeffitsienti, pH, erituvchi tabiati, elektrolitlar,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Kitobdagi misol: barbituratlarni tozalash va aniqlashda xloroform – n-butanol – 25 % NH4OH (70:40:5) tizimi ishlatiladi; dog‘lar siyoh rangda bo‘ladi.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Kramarenko usulidagi pH: tirik organizmda 7,3-7,5, murdada taxminan 6,2; alkaloidlar oqsil bilan kompleks hosil qilgani uchun ularni ajratishda pH 2,5-3 ga keltiriladi.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Kofein, benzoy va salitsil kislotalari hamda barbituratlar quruq haydash (sublimatsiya) bilan tozalanishi mumkin.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Malaka tajribasi: fenobarbitalni dietil efirida 3-marta ekstraksiyalab 95,32 %, xloroformda esa 92,83 % ajratib olish mumkin.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Ekstraksiya nazariyasi: taqsimlanish koeffitsienti, pH, erituvchi tabiati, elektrolitlar,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19, 85-93, 95-96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89-93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№060 (TFI Toksikologik kimyo kafedrasi). 4-ma’ruza: Ob’ektdan zaharli moddalarni qutbli erituvchilar yordamida ajratib olish, ajralmalarni tozalash, ta’sir qiluvchi omillar (2009).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