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barbituratlar ham dori, ham narkologik ob’ekt? Doskada: ma’ruza rejasi (xossa - ahamiyat - rangli reaksiya - mikrokristalloskopiya). Tipik xato: barbituratlarni faqat uxlatuvchi dori deb o‘ylash. Izoh: kitobda bu bo‘lim va keyingisi (2.2) bitta fasl; reaksiyalar 2.2 boshida berilgan, shu sababli bu ma’ruzada 108-113 betlar ishlatildi.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radikallar (R1, R2) xossani qanday o‘zgartiradi? Doskada: barbitur kislota halqasi va 5-o‘rindagi radikallar. Tipik xato: barbitur kislotaning o‘zini dori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tutqanoqqa qarshi qo‘llanish giyohvandlik xavfini yo‘qotadimi? Doskada: 4 qo‘llanish sohasi. Tipik xato: tibbiy qo‘llanilishini xavfsizlik belgisi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ro‘yxat raqami nazorat darajasini qanday ko‘rsatadi? Doskada: 1 + 4 + 7 = 12. Tipik xato: BMT ro‘yxatini O‘zbekiston ro‘yxati bilan aralashtirish — ular boshqa hujjatlar.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ro‘yxatlar nega o‘zgaradi? Doskada: 3 ro‘yxat. Tipik xato: eski ro‘yxatlarni (malaka materiallaridagi 2000 yil 293-son qarori) amaldagi deb ko‘rsatish: ular eskirgan. Slaydda amobarbital — III ro‘yxat (101-bet va 13-jadval). Kitobning boshqa betida: 106-bet matnida amobarbital II ro‘yxatda, 13-jadvalda allobarbital II ro‘yxatda.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kislotali tabiat ishqoriy muhitda ekstraksiyaga qanday ta’sir qiladi? (anion holida suvda qoladi.) Doskada: jadvalni yozing. Tipik xato: pKa ni ishqoriy ekstraksiyaning sharti deb o‘ylash — barbituratlar kislotali muhitdan ajratiladi.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eruvchanlik farqi ekstraksiyada nimani anglatadi? Doskada: jadvalni yozing. Tipik xato: nisbatni teskari o‘qish (1:130 — 1 g ni 130 ml suvda). Eslatma: 15-jadvalda (108) shu moddalar uchun biroz boshqacha qiymatlar berilgan (barbital sovuq suv 1:170); ikkala jadval ham kitobdan.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amobarbital va pentobarbitalning M.m. bir xil (226.3), ularni nima bilan farqlaymiz? Doskada: ikki izomer tuzilishi. Tipik xato: ularni bitta modda deb hisoblash — farq radikal tuzilishida (3-metilbutil / 1-metilbutil).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tiopental barbituratlar umumiy xossasidan chetga chiqadi? (oltingugurt va natriyli tuz.) Doskada: ikki natriyli tuz. Tipik xato: tiopentalga ham «hidsiz» tavsifini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sublimat kristallari nima uchun tozalash va aniqlash vositasi? Doskada: xossalar ro‘yxati. Tipik xato: efirdagi eruvchanlikni suvdagi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ta’sir davomiyligi metabolizm tezligiga qanday bog‘liq? (keyingi slaydlarda.) Doskada: jadvalni to‘ldiring. Tipik xato: geksenalni uzoq ta’sir etuvchilar qatoriga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suyuqlanish harorati toza kukun uchun nima uchun muhim? Doskada: jadvalni yozing. Tipik xato: 13-jadvaldagi (188-192) va 15-jadvaldagi (189-191) qiymatlarni noto‘g‘ri deb hisoblash — kitob ikki xil manbadan olgan.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benzonal suvda qiyin, efirda oson erishi ekstraksiyaga qanday ta’sir qiladi? Doskada: 3 modda xossalari. Tipik xato: 15-jadvalda benzonal suyuqlanish harorati ko‘rsatilmagan («-») — uni o‘zingiz yozmang.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kumulyatsiya xavfli? Doskada: o‘lim va terapevtik doza nisbati. Tipik xato: 20 baravar farqni «xavfsiz chegara» deb 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metabolitlar nima uchun aniqlanishi kerak? Doskada: 3 yo‘nalish. Tipik xato: faqat o‘zgarmagan modda bo‘yicha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ob’ektdan ajratilgan qoldiq hajmi reaksiya tanloviga qanday ta’sir qiladi? Doskada: sxema. Tipik xato: toza kukun reaksiyalarini ajralmaga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ammiak hidi nega barcha barbituratlar uchun umumiy? (ureid guruhi.) Doskada: reaksiya sharti. Tipik xato: bu reaksiyani faqat fenobarbitalga xos deb hisoblash — barcha barbituratlar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kompleks hosil bo‘lishi rangni o‘zgartiradi? Doskada: 4 bosqich. Tipik xato: bosqichlar tartibini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kofein bunday sinovda xalaqit beradi? (purin alkaloidlari.) Doskada: bajarish tartibi. Tipik xato: musbat natijani purin alkaloidlari bo‘lgan ajralmada ham barbiturat bor degan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oksidlanish nega zarur? Doskada: tenglamalar. Tipik xato: kobaltning oksidlanish darajasini unutish (II dan III ga).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ichki kompleks nima? Doskada: kompleks sxemasi (kitob 111). Tipik xato: reaksiyani suvli muhitda o‘tkazish — xloroformli eritma ishlatiladi.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reaktiv hosilasi tekshiriladi? Doskada: usul sxemasi. Tipik xato: moddaning o‘z kristallini tekshirish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afzallik ekspertiza uchun eng muhim? Doskada: 3 afzallik. Tipik xato: usulni miqdoriy tahlil usuli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kattalashtirish ko‘p bo‘lsa nima yaxshiroq? Doskada: raqamlar. Tipik xato: 20-50 mkm ni kattalashtirishdan keyingi o‘lcham deb 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real kristallarning nuqsonlari tahlilga ta’sir qiladimi? Doskada: ideal va real. Tipik xato: barcha kristallarni ideal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suyultirilgan eritma yirik kristall beradi? (markazlar kam.) Doskada: ikki bosqich. Tipik xato: reaktivni konsentrlangan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nam kameraning vazifasi nima? (reaktiv erituvchisi bug‘lanmasligi.) Doskada: Petri idishi sxemasi. Tipik xato: oynachani ochiq havoda uzoq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solishtirish nazorati (guvoh) shart? Doskada: omillar ro‘yxati. Tipik xato: bitta kristall shaklini yagona tasdiq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oq loyqa nima? Doskada: reaksiya bosqichlari. Tipik xato: kislotani suvga qo‘yish tartibini teskari bajarish — avval modda kislotada eriydi, keyin suv qo‘shiladi.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cho‘kma kislotada nega yo‘qoladi? Doskada: kompleks sxemasi (kitob 113). Tipik xato: mis piridin reaktivini barcha barbituratlar uchun bir xil shakl beradi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noma’lum qoldiqda qaysi reaksiyadan boshlaysiz? Doskada: sxema. Tipik xato: bitta reaksiya bilan xulosa qilish. Bu umumlashtirma: har bir band kitobdagi aniq bo‘limlardan.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dars boshidagi savollarga qayting. Doskada: 3 xulosa. Tipik xato: reaksiya shartlarini unutish. Nazorat savollari kitobda (gmt 115): barbitur kislota ahamiyati; kobalt ammiakati reaksiyasi tenglamasi; mikrokristalloskopik reaksiyalar; BMT Konvensiyasi; ta’sir bo‘yicha guruhlash.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Psixotrop moddalar. Barbitur kislota hosilalari: tasnifi, xossalari, narkologik ahamiyati, rangli va mikrokristalloskopik reaksiyalar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rejasi: psixotrop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psixotrop moddalar; barbitur kislota hosilalari, ularning fizik-kimyoviy xossalari, narkologik ahamiyati, mikrokristalloskopik tahlili va rangli reaksiyalari.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Dars davomida o‘rganiladigan barbituratlar: barbital, fenobarbital, barbamil, geksenal, tiopental, benzonal.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Ajratib olish, YuQX-skrining, UB-SF, GX va YuSSX usullari keyingi ma’ruzada yoritiladi.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101, 106-109, 108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Barbitur kislota va uning hosilalari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 kislota (malonil mochevina) tibbiyotda qo‘llanilmaydi; uning hosilalari - barbituratlar tibbiyotda keng qo‘llanadi va katta narkologik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 asosan malon kislota va mochevina yordamida sintez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Turli radikallar kiritilishi natijasida 2500 dan ortiq barbiturat sintez qilingan, hozirda dunyoda 50 dan ortig‘i tibbiyotda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Qo‘llanilishi va narkologik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tinchlantiruvchi, uxlatuvchi, anesteziya va tutqanoqqa qarshi vositalar sifatida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O‘zida giyohvandlik xususiyatini namoyon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Dori shakllari: tabletka, kapsula, eliksir, in’eksion eritma, kukun, shamcha va boshqalar.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101, 105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BMT 1971 yil Konvensiyasi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BMT ning 1971 yildagi Konvensiyasiga binoan 12 barbiturat xalqaro nazoratga olingan.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II ro‘yxat: sekobarbital; III ro‘yxat: amobarbital, butalbital, siklobarbital va pentobarbital.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IV ro‘yxat: allobarbital, barbital, butobarbital, fenobarbital va boshqalar (7 ta).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8679"/>
                <a:gridCol w="183929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Ro‘yxat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Soni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 (sekobarbital)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III (amobarbital va boshqalar)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IV (allobarbital va boshqalar)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Konvensiya ro‘yxatlari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O‘zbekistonda nazoratdagi barbituratlar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O‘zbekiston Respublikasi Vazirlar Mahkamasining 2015 yil 12 noyabrdagi 330-sonli qaroriga asosan 13 turdagi barbiturat ro‘yxatga olingan.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III ro‘yxatga allobarbital, barbital, barbital-natriy, butalbital, butobarbital, vinilbital, mefobarbital, pentobarbital, sekbutabarbital, tiopental-natriy, fenobarbital, siklobarbital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Hozir tibbiyotda qo‘llanadi: barbital, fenobarbital, geksenal, barbamil, etaminal, benzonal, butobarbital.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105, 106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Asosiy barbituratlar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Barcha keltirilgan barbituratlar kislotali xossali oq kristall kukunlar.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pKa: fenobarbital 7.4 (25°), barbital 8.0 (25°), amobarbital 7.9 (25°), pentobarbital 8.0 (20°).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Suyuqlanish harorati: barbital 188-192, fenobarbital 174-178, amobarbital 156-158, pentobarbital 129-130 °C.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582321"/>
                <a:gridCol w="1895903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pKa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 suyuql., °C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8.0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188-192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Fenobarbital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7.4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174-178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Amobarbital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7.9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156-158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Pentobarbital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8.0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129-130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13-jadval (qisqa)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102-104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Barbital va fenobarbital eruvchanligi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Barbital: suv 1:130, issiq suv 1:13, etanol 1:14, dietil efir 1:35, xloroform 1:75.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Fenobarbital: suv 1:1000, etil spirti 1:8, dietil efir 1:13, xloroform 1:40, benzin 1:700.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Ikkalasi ham ishqor eritmalarida eriydi.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2152"/>
                <a:gridCol w="1692152"/>
                <a:gridCol w="1903671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Erituvchi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Barbital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Fenobarbital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1:130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1:1000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Etanol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Dietil efir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1:35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1:13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1:75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1:40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Eruvchanlik (nisbat)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102, 104, 102-104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Amobarbital, pentobarbital, butobarbital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Amobarbital: M.m. 226.3; suvda 1:1300, etanolda 1:15, xloroformda 1:17 eriydi; petroleyn efirida erimaydi.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Pentobarbital: suvda juda kam; etanol 1:4.5, xloroform 1:4, dietil efir 1:10, aseton va metanolda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Butobarbital: suyuqlanish harorati 124-127 °C; etanol 1:5, dietil efir 1:10; suvda amalda erimaydi.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102, 104, 103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Tiopental-natriy va barbital-natriy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Tiopental-natriy: oq, ba’zan sarg‘ish modda, oltingugurtga xos kuchsiz hidi bor; suv va etanolda yaxshi eriydi, dietil efirida erimaydi.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Tiopental-natriy suyuqlanish harorati 156-159 °C; tabiati neytral.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Barbital-natriy: M.m. 206.2; neytral; suv 1:5, issiq suv 1:2.5, etanol 1:400; suyuqlanish harorati 190 °C.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Barbituratlarning umumiy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Barcha barbituratlar (tiopental-natriydan tashqari) qattiq kristall moddalar: hidsiz, achchiq ta’mli.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Dietil efirida yaxshi, xloroform va spirtda yomonroq, suvda yomon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haroratda quruq haydaladi; olingan sublimat kristallari ayrim barbituratlar uchun xarakterli.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Ta’sir davomiyligi bo‘yicha guruhlar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Uzoq ta’sir etuvchilar: barbital, fenobarbital.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O‘rtacha ta’sir etuvchilar: barbamil, etaminal.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Qisqa ta’sir etuvchilar: geksenal, butobarbital.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Uzoq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O‘rtacha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Qisqa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Barbamil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Geksenal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Fenobarbital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Etaminal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Butobarbital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14-jadval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15-jadval: narkologik ahamiyatli barbituratlar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Barbital: suyuqlanish harorati 189-191 °C; sovuq suvda 1:170, qaynoq suvda 1:15, spirtda 1:14.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Fenobarbital: 174-177 °C; sovuq suvda 1:1100, qaynoq suvda 1:40, spirtda 1:10.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Barbamil (5-izoamil-5-etilbarbiturat): oq amorf kukun, hidsiz, 141 °C; nembutal 129,5 °C.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T, °C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189-191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Fenobarbital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174-177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Barbamil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141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Nembutal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129,5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Suyuqlanish harorati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Geksenal, tiopental, benzonal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Geksenal: oq, hidsiz, achchiqroq mazali kristall kukun; suyuqlanish harorati 143-146 °C; suv va spirtda eriydi, efirda erimaydi.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Tiopental: suyuqlanish harorati 156-159 °C; suvda oson eriydi, spirtda oson eriydi, efirda erimaydi.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Benzonal: achchiq ta’mli oq kristall kukun; suvda qiyin eriydi, spirt, xloroform va efirda oson eriydi.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108, 109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 zaharli bo‘lishiga qaramay tibbiyotda ishlatiladi va zaharlanish hollari ko‘p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chaqiruvchi doza terapevtik dozadan 20 baravar ko‘p: barbital 6-10 g, fenobarbital 4-6 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 barbituratlar kumulyatsiyalanadi; patologo-anatomik tekshirish xarakterli alomat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biologik ob’ektni sud-kimyoviy tahlil qilish va miqdorini aniqlash nihoyatda muhim.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Barbituratlar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Zaharlanganda bir qismi jigarda parchalanib zararsizlanadi, bir qismi buyraklar orqali peshob bilan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Metabolizm bir necha yo‘nalishda boradi: dezalkillanish, gidroksillanish, karboksillanish.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Metabolizm sxemasi kitobda 20-rasm sifatida berilgan.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106, 107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Barbituratlarni aniqlash reaksiyalari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Rang, cho‘kma, mikrokristalloskopik reaksiyalar va fizik-kimyoviy usullar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Toza kukunda: suyuqlanish harorati, ishqor bilan reaksiya, izonitrozobarbitur reaksiyasi.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 miqdorda: kobalt ammiakati va kobalt tuzlari + izopropilamin bilan reaksiyalar.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Ajratma yoki kukun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Toza kukun: umumiy reaksiya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Kam miqdor: rangli reaksiya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Mikrokristalloskopiya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Reaksiyalar tanlovi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108, 108-109, 110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Suyuqlanish harorati va ishqor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Suyuqlanish harorati aniqlanadi (ayrim barbituratlar xossalari 15-jadvalda).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 kislota va ishqor eritmalariga nisbatan barqaror; faqat ishqor ishtirokida yuqori haroratda qizdirilganda parchalanib, ammiak hidi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Ammiak hidi barcha barbituratlar uchun umumiy; hosil mahsulotga kislota qo‘shilsa, tegishli kislota hidi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108, 109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Izonitrozobarbitur kislota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Qoldiqqa pergidrol va ammoniy xlorid qo‘shib qizdirilsa, oksidlanish mahsuloti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Na2S bilan qizdirilganda barbitur kislota; nitritlar bilan qizil izonitrozobarbitur kislota.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Izonitrozobarbitur kislota temir tuzlari bilan ko‘k rangli temirli kompleksga o‘tadi.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Barbiturat + pergidrol, NH4Cl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Na2S: barbitur kislota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nitrit: qizil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temir tuzi: ko‘k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Rang hosil bo‘lishi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Kobalt ammiakati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Barcha barbituratlar kobalt tuzlarining ammiakli eritmasi bilan metil spirti ishtirokida xarakterli qizil rang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Kobalt nitrat eritmasi shimdirilgan filtr qog‘oziga barbiturat saqlovchi spirtli eritma shimdirilib, ammiak bug‘iga tutiladi.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Reaksiyaga purin alkaloidlari va byuret zanjiri saqlovchi moddalar xalaqit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Kobalt ammiakati: kimyoviy sxema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Co(NO3)2 + 2NH4OH hosil qiladi Co(OH)2 va 2NH4NO3.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Co(OH)2 darhol Co(OH)3 gacha oksidlanadi; u ammiak bilan [Co(NH3)6](OH)3 kompleksini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Kompleksdagi ikkita gidroksil o‘rniga barbiturat qoldig‘i birikadi.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Co(NO3)2 + NH4OH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Co(OH)2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Co(OH)3 (oksidlanish)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[Co(NH3)6](OH)3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barbiturat: qizil kompleks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Kompleks hosil bo‘lishi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Kobalt asetat va izopropilamin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Xloroformli eritmaga kobalt asetat va izopropilaminning spirtli eritmalari qo‘shilib chayqatiladi.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 bo‘lsa qizil pushti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Qizil rangli ichki kompleks hosil bo‘ladi (kobalt barbiturat va izopropilamin bilan bog‘lanadi).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110, 110-111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Mikrokristalloskopiya: mohiyati va tarixi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moddalarni kristall tuzilishi, o‘lchami va rangi bo‘yicha aniqlashga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Moddaning o‘zi emas, uning o‘ziga xos reaktivlar bilan hosil qilgan mahsulotlarining kristallari mikroskopda ko‘riladi.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tadqiqotlarda mikroskopni birinchi bo‘lib M.V. Lomonosov ishlatgan; T.E. Lovits kristall shakli orqali aniqlash uchun qo‘llagan.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Mikrokristalloskopiyaning afzalliklari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 uchun moddaning juda oz miqdori kifoya.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Portlovchi va zaharli moddalar tahlilida foydalanish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Filtrlash, bug‘latish, qizdirish talab etilmaydi — modda strukturasi o‘zgarmaydi.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Kristall o‘lchami va mikroskop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Reaksiyalar buyum oynachasida bajariladi: modda tomiziladi, so‘ng reaktiv, mikroskopda kristall ko‘riladi.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Hosil bo‘lgan kristallar o‘lchami 20-50 mkm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Mikroskop ostida 2-20 mkm zarrachalarni 150-250 marta kattalashtirib ko‘rish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Kristall va kristallik panjara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Zarrachalar shakli davriy ravishda qaytariladigan aniq tartibda joylashgan qattiq jismlar kristall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Kristallik panjara kristall atomlari va boshqa zarrachalarning to‘g‘ri davriy joylashishidir; eng kichik qismi elementar bo‘lma (yacheyka).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Ideal kristallar elementar bo‘lmalari juda o‘xshash; real kristallar ideallardan farq qiladi, ko‘pincha mozaik struktura kuzatiladi.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111, 111-112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Kristallanish shartlari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Kristallanish ikki bosqichda boradi: avval kristallanish markazi, so‘ng ionlar va molekulalar birikishi bilan o‘sish.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Yirik kristallar uchun birinchi bosqich sekin borishi kerak; suyultirilgan va issiq eritmalarga reaktiv ta’sir ettiriladi.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Konsentrlangan eritmaga konsentrlangan reaktiv ta’sir ettirilsa, xarakterli bo‘lmagan mayda kristallar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Usul texnikasi: nam kamera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Tomchi chetlarida bug‘lanish kuchli, shuning uchun kristallanish tomchi chetlaridan boshlanadi.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sekin bo‘lsa, buyum oynachasi nam kameraga (Petri idishi, namlangan filtr qog‘oz) qo‘yiladi.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 va reaktivni bir-biriga yaqin tomizib, shisha tayoqcha bilan birlashtirish yaxshi natija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Kristall shakli va usulning kamchiliklari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Kristall shakli modda tabiati va sharoitga bog‘liq: harorat, yot moddalar, erituvchi, o‘sish holati.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Ba’zan ma’lum shakldagi kristall hosil bo‘lmasligi mumkin: konsentratsiya, hajm, tezlik, pH, harorat, polimorfizm sabab.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 moddalar o‘xshash kristall beradi — bu spetsifiklikni pasaytiradi; solishtirish nazorati o‘tkazilishi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112, 112-113, 113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Konsentrlangan sulfat kislota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barbituratlarning konsentrlangan H2SO4 da oson erishi va suyultirilganda cho‘kmaga tushishiga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Qoldiq konsentrlangan sulfat kislotada eritiladi; suv qo‘shib suyultirilsa oq loyqa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Aksariyat barbituratlarning cho‘kma kristallari o‘ziga xos shaklga ega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 tuzlari va piridin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 saqlovchi qoldiq ustiga mis piridin reaktivi qo‘shilsa, amorf yoki kristall cho‘kma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Hosil bo‘lgan birikma mis (II) va piridin molekulalari bilan barbiturat kompleksi.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Birikma mineral kislotalar ta’siridan parchalanadi.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tahlil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Kukun yoki qoldiq: suyuqlanish harorati, ishqor bilan ammiak hidi, izonitrozobarbitur reaksiyasi.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 miqdorda: kobalt ammiakati va kobalt asetat + izopropilamin; mikrokristalloskopik reaksiyalar.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Keyingi bosqich: YuQX-skrining va UB-SF, GX, YuSSX usullari (keyingi ma’ruza).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/ kukun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Umumiy reaksiya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Rangli reaksiya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Mikrokristallar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Fizik-kimyoviy usul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Tahlil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108-109, 110-113, 113-116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 barbitur kislota hosilalari: 2500 dan ortig‘i sintez qilingan, tibbiyotda 50 dan ortig‘i ishlatiladi, giyohvandlik xususiyatiga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dozasi terapevtik dozadan 20 baravar ko‘p; patologo-anatomik manzara xarakterli emas — kimyoviy tahlil hal qiluvchi.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Aniqlash: kobalt ammiakati bilan qizil rang, izonitrozobarbitur kislota reaksiyasi, mikrokristalloskopik reaksiyalar.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101, 106, 109-113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 kislota hosilalaridan 2500 dan ortig‘i sintez qilingan, ammo hozirda dunyoda 50 dan ortig‘i tibbiyotda qo‘llanadi.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M.V. Lomonosov kimyoviy tadqiqotlarda mikroskopni birinchi bo‘lib ishlatgan olim sifatida qayd etilgan.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Barbamil (5-izoamil-5-etilbarbiturat) oq amorf kukun, hidsiz bo‘lib, 141 °C da suyuqlanadi.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chaqiruvchi doza terapevtik dozadan 20 baravar ko‘p: barbital uchun 6-10 g, fenobarbital uchun 4-6 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Psixotrop moddalar. Barbitur kislota hosilalari: tasnifi, xossalari, narkologik ahamiyati,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101-116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