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barbituratlar ham dori, ham narkologik ob’ekt? Doskada: ma’ruza rejasi (xossa - ahamiyat - rangli reaksiya - mikrokristalloskopiya). Tipik xato: barbituratlarni faqat uxlatuvchi dori deb o‘ylash. Izoh: kitobda bu bo‘lim va keyingisi (2.2) bitta fasl; reaksiyalar 2.2 boshida berilgan, shu sababli bu ma’ruzada 108-113 betlar ishlatildi.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radikallar (R1, R2) xossani qanday o‘zgartiradi? Doskada: barbitur kislota halqasi va 5-o‘rindagi radikallar. Tipik xato: barbitur kislotaning o‘zini dori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tutqanoqqa qarshi qo‘llanish giyohvandlik xavfini yo‘qotadimi? Doskada: 4 qo‘llanish sohasi. Tipik xato: tibbiy qo‘llanilishini xavfsizlik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 raqami nazorat darajasini qanday ko‘rsatadi? Doskada: 1 + 4 + 7 = 12. Tipik xato: BMT ro‘yxatini O‘zbekiston ro‘yxati bilan aralashtirish — ular boshqa hujjatlar.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ro‘yxatlar nega o‘zgaradi? Doskada: 3 ro‘yxat. Tipik xato: eski ro‘yxatlarni (malaka materiallaridagi 2000 yil 293-son qarori) amaldagi deb ko‘rsatish: ular eskirgan. Slaydda amobarbital — III ro‘yxat (101-bet va 13-jadval). Kitobning boshqa betida: 106-bet matnida amobarbital II ro‘yxatda, 13-jadvalda allobarbital II ro‘yxatda.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kislotali tabiat ishqoriy muhitda ekstraksiyaga qanday ta’sir qiladi? (anion holida suvda qoladi.) Doskada: jadvalni yozing. Tipik xato: pKa ni ishqoriy ekstraksiyaning sharti deb o‘ylash — barbituratlar kislotali muhitdan ajratiladi.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Barchasi kislotali xossali oq kristall kukun.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eruvchanlik farqi ekstraksiyada nimani anglatadi? Doskada: jadvalni yozing. Tipik xato: nisbatni teskari o‘qish (1:130 — 1 g ni 130 ml suvda). Eslatma: 15-jadvalda (108) shu moddalar uchun biroz boshqacha qiymatlar berilgan (barbital sovuq suv 1:170); ikkala jadval ham kitobdan.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amobarbital va pentobarbitalning M.m. bir xil (226.3), ularni nima bilan farqlaymiz? Doskada: ikki izomer tuzilishi. Tipik xato: ularni bitta modda deb hisoblash — farq radikal tuzilishida (3-metilbutil / 1-metilbutil).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tiopental barbituratlar umumiy xossasidan chetga chiqadi? (oltingugurt va natriyli tuz.) Doskada: ikki natriyli tuz. Tipik xato: tiopentalga ham «hidsiz» tavsifini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sublimat kristallari nima uchun tozalash va aniqlash vositasi? Doskada: xossalar ro‘yxati. Tipik xato: efirdagi eruvchanlikni suvdagi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ta’sir davomiyligi metabolizm tezligiga qanday bog‘liq? (keyingi slaydlarda.) Doskada: jadvalni to‘ldiring. Tipik xato: geksenalni uzoq ta’sir etuvchilar qatoriga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suyuqlanish harorati toza kukun uchun nima uchun muhim? Doskada: jadvalni yozing. Tipik xato: 13-jadvaldagi (188-192) va 15-jadvaldagi (189-191) qiymatlarni noto‘g‘ri deb hisoblash — kitob ikki xil manbadan olgan.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benzonal suvda qiyin, efirda oson erishi ekstraksiyaga qanday ta’sir qiladi? Doskada: 3 modda xossalari. Tipik xato: 15-jadvalda benzonal suyuqlanish harorati ko‘rsatilmagan («-») — uni o‘zingiz yozmang.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kumulyatsiya xavfli? Doskada: o‘lim va terapevtik doza nisbati. Tipik xato: 20 baravar farqni «xavfsiz chegara»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metabolitlar nima uchun aniqlanishi kerak? Doskada: 3 yo‘nalish. Tipik xato: faqat o‘zgarmagan modda bo‘yicha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ob’ektdan ajratilgan qoldiq hajmi reaksiya tanloviga qanday ta’sir qiladi? Doskada: sxema. Tipik xato: toza kukun reaksiyalarini ajralmaga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ammiak hidi nega barcha barbituratlar uchun umumiy? (ureid guruhi.) Doskada: reaksiya sharti. Tipik xato: bu reaksiyani faqat fenobarbitalga xos deb hisoblash — barcha barbituratlar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kompleks hosil bo‘lishi rangni o‘zgartiradi? Doskada: 4 bosqich. Tipik xato: bosqichlar tartibini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kofein bunday sinovda xalaqit beradi? (purin alkaloidlari.) Doskada: bajarish tartibi. Tipik xato: musbat natijani purin alkaloidlari bo‘lgan ajralmada ham barbiturat bor degan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oksidlanish nega zarur? Doskada: tenglamalar. Tipik xato: kobaltning oksidlanish darajasini unutish (II dan III ga).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ichki kompleks nima? Doskada: kompleks sxemasi (kitob 111). Tipik xato: reaksiyani suvli muhitda o‘tkazish — xloroformli eritma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reaktiv hosilasi tekshiriladi? Doskada: usul sxemasi. Tipik xato: moddaning o‘z kristallini tekshirish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afzallik ekspertiza uchun eng muhim? Doskada: 3 afzallik. Tipik xato: usulni miqdoriy tahlil usuli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kattalashtirish ko‘p bo‘lsa nima yaxshiroq? Doskada: raqamlar. Tipik xato: 20-50 mkm ni kattalashtirishdan keyingi o‘lcham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real kristallarning nuqsonlari tahlilga ta’sir qiladimi? Doskada: ideal va real. Tipik xato: barcha kristallarni ideal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suyultirilgan eritma yirik kristall beradi? (markazlar kam.) Doskada: ikki bosqich. Tipik xato: reaktivni konsentrlangan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nam kameraning vazifasi nima? (reaktiv erituvchisi bug‘lanmasligi.) Doskada: Petri idishi sxemasi. Tipik xato: oynachani ochiq havoda uzoq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solishtirish nazorati (guvoh) shart? Doskada: omillar ro‘yxati. Tipik xato: bitta kristall shaklini yagona tasdiq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oq loyqa nima? Doskada: reaksiya bosqichlari. Tipik xato: kislotani suvga qo‘yish tartibini teskari bajarish — avval modda kislotada eriydi, keyin suv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cho‘kma kislotada nega yo‘qoladi? Doskada: kompleks sxemasi (kitob 113). Tipik xato: mis piridin reaktivini barcha barbituratlar uchun bir xil shakl beradi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noma’lum qoldiqda qaysi reaksiyadan boshlaysiz? Doskada: sxema. Tipik xato: bitta reaksiya bilan xulosa qilish. Bu umumlashtirma: har bir band kitobdagi aniq bo‘limlardan.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dars boshidagi savollarga qayting. Doskada: 3 xulosa. Tipik xato: reaksiya shartlarini unutish. Nazorat savollari kitobda (gmt 115): barbitur kislota ahamiyati; kobalt ammiakati reaksiyasi tenglamasi; mikrokristalloskopik reaksiyalar; BMT Konvensiyasi; ta’sir bo‘yicha guruhlash.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Psixotrop moddalar. Barbitur kislota hosilalari: tasnifi, xossalari, narkologik ahamiyati, rangli va mikrokristalloskopik reaksiyalar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rejasi: psixotrop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psixotrop moddalar; barbitur kislota hosilalari, fizik-kimyoviy xossalari, narkologik ahamiyati, mikrokristalloskopik tahlili va rangli reaksiyalari.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Dars davomida o‘rganiladigan barbituratlar: barbital, fenobarbital, barbamil, geksenal, tiopental, benzonal.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Ajratib olish, YuQX-skrining, UB-SF, GX va YuSSX usullari keyingi ma’ruzada yoritiladi.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101, 106-109, 108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 kislota va uning hosilalari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 kislota (malonil mochevina) tibbiyotda qo‘llanilmaydi; uning hosilalari - barbituratlar tibbiyotda keng qo‘llanadi va katta narkologik ahamiyatga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asosan malon kislota va mochevina yordamida sintez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Turli radikallar kiritilishi natijasida 2500 dan ortiq barbiturat sintez qilingan, hozirda dunyoda 50 dan ortig‘i tibbiyotda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Malon kislota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Mochevina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Barbitur kislota (malonil mochevina)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Sintez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Hosilalari - barbituratlar - tibbiyotda qo‘llanadi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Barbituratlar sintezi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Qo‘llanilishi va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tinchlantiruvchi, uxlatuvchi, anesteziya va tutqanoqqa qarshi vositalar sifatida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O‘zida giyohvandlik xususiyatini namoyon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Dori shakllari: tabletka, kapsula, eliksir, in’eksion eritma, kukun, shamcha va boshqalar.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Barbituratlar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Tinchlantiruvchi, uxlatuvchi  ·  Anesteziya  ·  Tutqanoqqa qarshi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Narkologik ahamiyat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Giyohvandlik xususiyati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Dori shakllari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Tabletka, kapsula, eliksir  ·  In’eksion eritma, kukun, shamcha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Qo‘llanilishi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101,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BMT 1971 yil Konvensiyasi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BMT ning 1971 yildagi Konvensiyasiga binoan 12 barbiturat xalqaro nazoratga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 ro‘yxat: sekobarbital; III ro‘yxat: amobarbital, butalbital, siklobarbital va pentobarbital.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IV ro‘yxat: allobarbital, barbital, butobarbital, fenobarbital va boshqalar (7 ta).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679"/>
                <a:gridCol w="183929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Ro‘yxat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 (sekobarbital)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 (amobarbital va boshqalar)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IV (allobarbital va boshqalar)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Konvensiya ro‘yxatlari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O‘zbekistonda nazoratdagi barbituratlar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O‘zbekiston Respublikasi Vazirlar Mahkamasining 2015 yil 12 noyabrdagi 330-sonli qaroriga asosan 13 turdagi barbiturat ro‘yxatga olingan.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III ro‘yxatga allobarbital, barbital, barbital-natriy, butalbital, butobarbital, vinilbital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III ro‘yxatga yana mefobarbital, pentobarbital, sekbutabarbital, tiopental-natriy, fenobarbital, siklobarbital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Hozir tibbiyotda qo‘llanadi: barbital, fenobarbital, geksenal, barbamil, etaminal, benzonal, butobarbital.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Nazoratdagi turlar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Qaror sanasi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12.11.2015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Qaror raqami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Tibbiyotda qo‘llanadi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 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Vazirlar Mahkamasi qarori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105, 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Asosiy barbituratlar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keltirilgan barbituratlar kislotali xossali oq kristall kukunlar.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pKa: fenobarbital 7.4 (25°), barbital 8.0 (25°), amobarbital 7.9 (25°), pentobarbital 8.0 (20°).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Suyuqlanish harorati: barbital 188-192, fenobarbital 174-178, amobarbital 156-158, pentobarbital 129-130 °C.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582321"/>
                <a:gridCol w="18959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 suyuql., 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188-192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7.4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174-178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7.9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156-158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129-130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13-jadval (qisqa)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102-104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Allobarbital, amobarbital, barbital: pasport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Allobarbital: M.m. 208.2, pKa 7.8 (25°), suyuqlanish 173 °C; suv 1:700, etanol 1:15, dietil efir 1:20.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Amobarbital: C11H18N2O3, M.m. 226.3, pKa 7.9, suyuqlanish 156-158 °C; barbital: C8H12N2O3, M.m. 184.2, pKa 8.0.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 suyuqlanishi 188-192 °C; suv 1:130, issiq suv 1:13, etanol 1:14, dietil efir 1:35, xloroform 1:75.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664"/>
                <a:gridCol w="1257674"/>
                <a:gridCol w="1245388"/>
                <a:gridCol w="1282247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M.m.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Allobarbital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208.2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7.8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173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226.3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7.9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156-158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184.2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188-192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 pasporti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Butalbital, butobarbital, siklobarbital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Butalbital: C11H16N2O3, M.m. 224.3, pKa 7.9, suyuqlanish 188-192 °C; sovuq suvda kam, issiq suvda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Butobarbital: C10H16N2O3, M.m. 212.3, pKa 8.0, suyuqlanish 124-127 °C; suvda amalda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Siklobarbital: C12H16N2O3, M.m. 236.3, pKa 7.6 (20°), suyuqlanish 171-174 °C; suv 1:800, etanol 1:5.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026"/>
                <a:gridCol w="1222404"/>
                <a:gridCol w="1206668"/>
                <a:gridCol w="1253876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M.m.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Butalbital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224.3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7.9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188-192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212.3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124-127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Siklobarbital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236.3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7.6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171-174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 pasporti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102,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Pentobarbital, fenobarbital, sekbutabarbital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Pentobarbital: C11H18N2O3, M.m. 226.3, pKa 8.0 (20°), suyuqlanish 129-130 °C; suvda juda kam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Fenobarbital: C12H12N2O3, M.m. 232.2, pKa 7.4 (25°), suyuqlanish 174-178 °C; suv 1:1000, etil spirti 1:8.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Sekbutabarbital: C10H16N2O3, M.m. 212.2, pKa 8.0, suyuqlanish 165-168 °C; suv 1:1400, etil spirti 1:12.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151436"/>
                <a:gridCol w="1127522"/>
                <a:gridCol w="1199265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M.m.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226.3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129-130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232.2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7.4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174-178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Sekbutabarbital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212.2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165-168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 pasporti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Barbital va fenobarbital eruvchanligi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Barbital: suv 1:130, issiq suv 1:13, etanol 1:14, dietil efir 1:35, xloroform 1:75.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Fenobarbital: suv 1:1000, etil spirti 1:8, dietil efir 1:13, xloroform 1:40, benzin 1:700.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Ikkalasi ham ishqor eritmalarida eriydi.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1692152"/>
                <a:gridCol w="190367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1:130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1:1000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Dietil 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1:35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1:13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1:75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1:40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Eruvchanlik (nisbat)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102, 104, 102-104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Amobarbital, pentobarbital, butobarbital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Amobarbital: M.m. 226.3; suvda 1:1300, etanolda 1:15, xloroformda 1:17 eriydi; petroleyn efirida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Pentobarbital: suvda juda kam; etanol 1:4.5, xloroform 1:4, dietil efir 1:10, aseton va metanolda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Butobarbital: suyuqlanish harorati 124-127 °C; etanol 1:5, dietil efir 1:10; suvda amalda erimaydi.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323800"/>
                <a:gridCol w="2154424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M.m. / T°C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Eruvchanlik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226.3 / 156-158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1:1300, etanol 1:15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 / 129-130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etanol 1:4.5, xloroform 1:4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 / 124-127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etanol 1:5, efir 1:10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Eruvchanlik va suyuqlanish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102, 104,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Tiopental-natriy va barbital-natriy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Tiopental-natriy: oq, ba’zan sarg‘ish modda, oltingugurtga xos kuchsiz hidi bor; suv va etanolda yaxshi eriydi, dietil efirida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Tiopental-natriy suyuqlanish harorati 156-159 °C; tabiati neytral.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Barbital-natriy: M.m. 206.2; neytral; suv 1:5, issiq suv 1:2.5, etanol 1:400; suyuqlanish harorati 190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Tiopental-natriy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Oq, ba’zan sarg‘ish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 oltingugurt hidi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Suyuqlanish 156-159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Barbital-natriy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M.m. 206.2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1:5, issiq suv 1:2.5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Etanol 1:400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Suyuqlanish 190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Natriyli tuzlar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Vinilbital va sekobarbital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Vinilbital: C11H16N2O3, M.m. 224.3, pKa 8.0 (20°), suyuqlanish 90-92 °C; suvda juda kam, organik erituvchilarda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Sekobarbital: C12H18N2O3, M.m. 238.3, pKa 7.9 (20°); suvda juda kam, etanol va dietil efirda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 natriy: C8H11N2NaO3, M.m. 206.2, pKa 8.0; neytral, suyuqlanish 190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Vinilbital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M.m. 224.3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 90-92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Sekobarbital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M.m. 238.3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pKa 7.9 (20°)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Barbital natriy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M.m. 206.2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 190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Qo‘shimcha pasportlar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Barbituratlarning umumiy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barbituratlar (tiopental-natriydan tashqari) qattiq kristall moddalar: hidsiz, achchiq ta’mli.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Dietil efirida yaxshi, xloroform va spirtda yomonroq, suvda yomon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haroratda quruq haydaladi; olingan sublimat kristallari ayrim barbituratlar uchun xarakterli.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Umumiy xossalar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 ko‘rinish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Qattiq kristall moddalar  ·  Hidsiz, achchiq ta’mli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Eruvchanlik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Dietil efirida yaxshi  ·  Xloroform, spirtda yomonroq  ·  Suvda yomon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Sublimatsiya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Quruq haydaladi  ·  Sublimat kristallari xarakterli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Barbituratlar (tiopentaldan tashqari)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davomiyligi bo‘yicha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ta’sir etuvchilar: barbital, fenobarbital.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O‘rtacha ta’sir etuvchilar: barbamil, etaminal.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ta’sir etuvchilar: geksenal, butobarbital.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Uzoq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O‘rtacha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Qisqa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Barbamil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Geksenal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Etaminal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14-jadval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15-jadval: narkologik ahamiyatli barbituratlar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Barbital: suyuqlanish harorati 189-191 °C; sovuq suvda 1:170, qaynoq suvda 1:15, spirtda 1:14.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Fenobarbital: 174-177 °C; sovuq suvda 1:1100, qaynoq suvda 1:40, spirtda 1:10.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Barbamil (5-izoamil-5-etilbarbiturat): oq amorf kukun, hidsiz, 141 °C; nembutal 129,5 °C.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T, 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189-191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174-177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Barbamil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Nembutal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129,5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Suyuqlanish harorati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Geksenal, tiopental, benzonal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Geksenal: oq, hidsiz, achchiqroq mazali kristall kukun; suyuqlanish harorati 143-146 °C; suv va spirtda eriydi, efirda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Tiopental: suyuqlanish harorati 156-159 °C; suvda oson eriydi, spirtda oson eriydi, efirda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Benzonal: achchiq ta’mli oq kristall kukun; suvda qiyin eriydi, spirt, xloroform va efirda oson eriydi.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253878"/>
                <a:gridCol w="2696786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Eruvchanlik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Geksenal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143-146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suv, spirt: eriydi; efir: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Tiopental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156-159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suv, spirt: oson; efir: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Benzonal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suvda qiyin; spirt, xloroform: oson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Geksenal, tiopental, benzonal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zaharli bo‘lishiga qaramay tibbiyotda ishlatiladi va zaharlanish hollari ko‘p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chaqiruvchi doza terapevtik dozadan 20 baravar ko‘p: barbital 6-10 g, fenobarbital 4-6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barbituratlar kumulyatsiyalanadi; patologo-anatomik tekshirish xarakterli alomat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biologik ob’ektni sud-kimyoviy tahlil qilish va miqdorini aniqlash nihoyatda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 dozasi/terapevtik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baravar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Barbital o‘lim d.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Fenobarbital o‘lim d.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4-6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Kumulyatsiya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ba’zilarida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Zaharlilik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bir qismi jigarda parchalanib zararsizlanadi, bir qismi buyraklar orqali peshob bilan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 bir necha yo‘nalishda boradi: dezalkillanish, gidroksillanish, karboksillanish.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 sxemasi kitobda 20-rasm sifatida berilgan.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Metabolizm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Jigarda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Bir qismi parchalanib zararsizlanadi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Yo‘nalishlar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Dezalkillanish  ·  Gidroksillanish  ·  Karboksillanish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Chiqarilish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Buyrak, peshob bilan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Metabolizm yo‘nalishlari (20-rasm)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106, 107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Barbituratlarning peshob bilan ajralishi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qilingan barbitalning 70-80%, fenobarbitalning 15-20% peshob bilan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ta’sir etadigan barbituratlar jigarda ko‘p parchalanmaydi, peshob bilan chiqib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ta’sirli geksenal, tiopental jigarda tez parchalanadi; ular ichki organlarga deyarli bir xil tarqaladi.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ob’ektlarda saqlanish muddati 1,5 oydan 14 oygacha ko‘rsatiladi; zaharlanishda peshobni tekshirish zarur.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Uzoq ta’sirli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Jigarda ko‘p parchalanmaydi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Peshob bilan chiqadi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Barbital 70-80%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Qisqa ta’sirli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Jigarda tez parchalanadi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Geksenal, tiopental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Ajralish va ta’sir davomiyligi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 bemor uzoq uxlaydi, ba’zan 1-2 kungacha uyg‘onmaydi, xurrak otib nafas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bosimi pasayadi, oyoq-qo‘llari soviy boshlaydi, ba’zan ko‘ngli aynib qusadi.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Oxirida nafas va qon tomirlarini boshqaruvchi markazlar falajlanishidan o‘lim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Uzoq uyqu (1-2 kun)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Xurrak, bosim pasayishi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Oyoq-qo‘llar soviydi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Markazlar falaji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 kechishi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Barbituratlarni aniqlash reaksiyalari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Rang, cho‘kma, mikrokristalloskopik reaksiyalar va fizik-kimyoviy usullar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kukunda: suyuqlanish harorati, ishqor bilan reaksiya, izonitrozobarbitur reaksiyasi.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 miqdorda: kobalt ammiakati va kobalt tuzlari + izopropilamin bilan reaksiyalar.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Ajratma yoki kukun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 kukun: umumiy reaksiya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Kam miqdor: rangli reaksiya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Mikrokristalloskopiya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Reaksiyalar tanlovi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108-109, 110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Suyuqlanish harorati va ishqor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Suyuqlanish harorati aniqlanadi (ayrim barbituratlar xossalari 15-jadvalda).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kislota va ishqor eritmalariga nisbatan barqaror; faqat ishqor ishtirokida yuqori haroratda qizdirilganda parchalanib, ammiak hidi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Ammiak hidi barcha barbituratlar uchun umumiy; hosil mahsulotga kislota qo‘shilsa, tegishli kislota hidi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Suyuqlanish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Suyuqlanish harorati aniqlanadi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 + qizdirish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Barbituratlar parchalanib, ammiak ajraladi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Ammiak hidi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Barcha barbituratlar uchun umumiy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Kislota qo‘shish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Tegishli kislota hidi keladi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Ishqor bilan reaksiya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109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Izonitrozobarbitur kislota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pergidrol va ammoniy xlorid qo‘shib qizdirilsa, oksidlanish mahsuloti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Na2S bilan qizdirilganda barbitur kislota; nitritlar bilan qizil izonitrozobarbitur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Izonitrozobarbitur kislota temir tuzlari bilan ko‘k rangli temirli kompleksga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Barbiturat + pergidrol, NH4Cl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Na2S: barbitur kislota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nitrit: qizil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temir tuzi: ko‘k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hosil bo‘lishi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Kobalt ammiakati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barbituratlar kobalt tuzlarining ammiakli eritmasi bilan metil spirti ishtirokida xarakterli qizil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Kobalt nitrat eritmasi shimdirilgan filtr qog‘oziga barbiturat saqlovchi spirtli eritma shimdirilib, ammiak bug‘iga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Reaksiyaga purin alkaloidlari va byuret zanjiri saqlovchi moddalar xalaqit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Filtr qog‘ozi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Kobalt nitrat eritmasi shimdirilgan filtr qog‘ozi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Barbiturat saqlovchi spirtli eritma shimdiriladi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Ammiak bug‘i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Ammiak bug‘iga tutiladi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Xarakterli qizil rang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Kobalt ammiakati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Kobalt ammiakati: kimyoviy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Co(NO3)2 + 2NH4OH hosil qiladi Co(OH)2 va 2NH4NO3.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Co(OH)2 darhol Co(OH)3 gacha oksidlanadi; u ammiak bilan [Co(NH3)6](OH)3 kompleksini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Kompleksdagi ikkita gidroksil o‘rniga barbiturat qoldig‘i birikadi.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Co(NO3)2 + NH4OH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Co(OH)2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Co(OH)3 (oksidlanish)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[Co(NH3)6](OH)3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barbiturat: qizil kompleks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Kompleks hosil bo‘lishi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Kobalt asetat va izopropilamin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eritmaga kobalt asetat va izopropilaminning spirtli eritmalari qo‘shilib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bo‘lsa qizil pushti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 rangli ichki kompleks hosil bo‘ladi (kobalt barbiturat va izopropilamin bilan bog‘lanadi).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Barbiturat (xloroformda)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Kobalt asetat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Izopropilamin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 rangli ichki kompleks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Spirtli eritmalar, chayqatiladi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pushti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Kobalt asetat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110, 110-111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Mikrokristalloskopiya: mohiyati va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moddalarni kristall tuzilishi, o‘lchami va rangi bo‘yicha aniqlashga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Moddaning o‘zi emas, uning o‘ziga xos reaktivlar bilan hosil qilgan mahsulotlarining kristallari mikroskopda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tadqiqotlarda mikroskopni birinchi bo‘lib M.V. Lomonosov ishlatgan; T.E. Lovits kristall shakli orqali aniqlash uchun qo‘llagan.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Mikrokristalloskopiya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Mohiyati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Kristall tuzilishi, o‘lchami, rangi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Ko‘riladigan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Reaktiv mahsuloti kristallari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Tarix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M.V. Lomonosov  ·  T.E. Lovits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 va tarixi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Mikrokristalloskopiyaning afzalliklari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uchun moddaning juda oz miqdori kifoya.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Portlovchi va zaharli moddalar tahlilida foydalanish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Filtrlash, bug‘latish, qizdirish talab etilmaydi — modda strukturasi o‘zgarmaydi.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Afzalliklari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Oz miqdor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Juda oz modda kifoya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Xavfsizlik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Portlovchi, zaharli moddalar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Struktura saqlanadi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Filtrlash, bug‘latish, qizdirish yo‘q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 afzalliklari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Kristall o‘lchami va mikroskop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buyum oynachasida bajariladi: modda tomiziladi, so‘ng reaktiv, mikroskopda kristall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kristallar o‘lchami 20-50 mkm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 ostida 2-20 mkm zarrachalarni 150-250 marta kattalashtirib ko‘rish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Kristall o‘lchami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20-50</a:t>
            </a:r>
            <a:r>
              <a:rPr sz="1200" b="0">
                <a:solidFill>
                  <a:srgbClr val="6B7280"/>
                </a:solidFill>
                <a:latin typeface="Calibri"/>
              </a:rPr>
              <a:t>  mkm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Ko‘rinadigan zarracha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2-20</a:t>
            </a:r>
            <a:r>
              <a:rPr sz="1400" b="0">
                <a:solidFill>
                  <a:srgbClr val="6B7280"/>
                </a:solidFill>
                <a:latin typeface="Calibri"/>
              </a:rPr>
              <a:t>  mkm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Kattalashtirish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150-250</a:t>
            </a:r>
            <a:r>
              <a:rPr sz="1100" b="0">
                <a:solidFill>
                  <a:srgbClr val="6B7280"/>
                </a:solidFill>
                <a:latin typeface="Calibri"/>
              </a:rPr>
              <a:t>  marta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Mikroskopiya ko‘rsatkichlari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Kristall va kristallik panjara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Zarrachalar shakli davriy ravishda qaytariladigan aniq tartibda joylashgan qattiq jismlar kristall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Kristallik panjara kristall atomlari va boshqa zarrachalarning to‘g‘ri davriy joylashishidir; eng kichik qismi elementar bo‘lma (yacheyka).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Ideal kristallar elementar bo‘lmalari juda o‘xshash; real kristallar ideallardan farq qiladi, ko‘pincha mozaik struktura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Ideal kristall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Elementar bo‘lmalar juda o‘xshash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Shakli, kattaligi bir xil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Real kristall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Ideallardan farq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Ko‘pincha mozaik struktura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Kristallar turi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111, 111-112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Kristallanish shartlari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Kristallanish ikki bosqichda boradi: avval kristallanish markazi, so‘ng ionlar va molekulalar birikishi bilan o‘sish.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Yirik kristallar uchun birinchi bosqich sekin borishi kerak; suyultirilgan va issiq eritmalarga reaktiv ta’sir ettiriladi.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eritmaga konsentrlangan reaktiv ta’sir ettirilsa, xarakterli bo‘lmagan mayda kristallar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Markaz hosil bo‘lishi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Juda kichik kristallizatsiya markazi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O‘sish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Ion va molekulalar birikishi bilan kattalashadi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Yirik kristall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Birinchi bosqich sekin; suyultirilgan, issiq eritma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Mayda kristall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Konsentrlangan eritma + konsentrlangan reaktiv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Kristallanish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 texnikasi: nam kamera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Tomchi chetlarida bug‘lanish kuchli, shuning uchun kristallanish tomchi chetlaridan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sekin bo‘lsa, buyum oynachasi nam kameraga (Petri idishi, namlangan filtr qog‘oz) qo‘yiladi.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va reaktivni bir-biriga yaqin tomizib, shisha tayoqcha bilan birlashtirish yaxshi natija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Tomchilar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Modda va reaktiv bir-biriga yaqin tomiziladi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Shisha tayoqcha bilan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 kamera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Reaksiya sekin bo‘lsa, Petri idishi + namlangan filtr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Kuzatish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Kristallanish tomchi chetlaridan boshlanadi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Texnika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Kristall shakli va usulning kamchiliklari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Kristall shakli modda tabiati va sharoitga bog‘liq: harorat, yot moddalar, erituvchi, o‘sish holati.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Ba’zan ma’lum shakldagi kristall hosil bo‘lmasligi mumkin: konsentratsiya, hajm, tezlik, pH, harorat, polimorfizm sabab.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 moddalar o‘xshash kristall beradi — bu spetsifiklikni pasaytiradi; solishtirish nazorati o‘tkazilishi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Kristall hosil bo‘lmasligi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Konsentratsiya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Modda va reaktiv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Sharoit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Hajm, tezlik, pH, harorat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Polimorfizm  ·  O‘xshash kristallar: spetsifiklik past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Kamchiliklar sabablari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112, 112-113, 113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Konsentrlangan sulfat kislota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barbituratlarning konsentrlangan H2SO4 da oson erishi va suyultirilganda cho‘kmaga tushishiga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konsentrlangan sulfat kislotada eritiladi; suv qo‘shib suyultirilsa oq loyqa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barbituratlarning cho‘kma kristallari o‘ziga xos shaklga ega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Barbiturat qoldig‘i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Konsentrlangan 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Oq loyqa / kristall cho‘kma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Suv qo‘shib suyultiriladi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Aksariyatida o‘ziga xos kristall shakli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Sulfat kislota usuli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 tuzlari va piridin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 saqlovchi qoldiq ustiga mis piridin reaktivi qo‘shilsa, amorf yoki kristall cho‘kma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birikma mis (II) va piridin molekulalari bilan barbiturat kompleksi.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Birikma mineral kislotalar ta’siridan parchalanadi.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Barbiturat qoldig‘i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Mis piridin reaktivi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Cu(II)-piridin-barbiturat kompleksi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Amorf yoki kristall cho‘kma; kislotada parchalanadi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Mis-piridin reaksiyasi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Kukun yoki qoldiq: suyuqlanish harorati, ishqor bilan ammiak hidi, izonitrozobarbitur reaksiyasi.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 miqdorda: kobalt ammiakati va kobalt asetat + izopropilamin; mikrokristalloskopik reaksiyalar.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Keyingi bosqich: YuQX-skrining va UB-SF, GX, YuSSX usullari (keyingi ma’ruza).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/ kukun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Umumiy reaksiya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Rangli reaksiya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Mikrokristallar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Fizik-kimyoviy usul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108-109, 110-113, 113-116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barbitur kislota hosilalari: 2500 dan ortig‘i sintez qilingan, tibbiyotda 50 dan ortig‘i ishlatiladi, giyohvandlik xususiyatiga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dozasi terapevtik dozadan 20 baravar ko‘p; patologo-anatomik manzara xarakterli emas — kimyoviy tahlil hal qiluvchi.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Aniqlash: kobalt ammiakati bilan qizil rang, izonitrozobarbitur kislota reaksiyasi, mikrokristalloskopik reaksiyalar.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101, 106, 109-113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 kislota hosilalaridan 2500 dan ortig‘i sintez qilingan, ammo hozirda dunyoda 50 dan ortig‘i tibbiyotda qo‘llanadi.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M.V. Lomonosov kimyoviy tadqiqotlarda mikroskopni birinchi bo‘lib ishlatgan olim sifatida qayd etilgan.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Barbamil (5-izoamil-5-etilbarbiturat) oq amorf kukun, hidsiz bo‘lib, 141 °C da suyuqlanadi.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chaqiruvchi doza terapevtik dozadan 20 baravar ko‘p: barbital uchun 6-10 g, fenobarbital uchun 4-6 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Psixotrop moddalar. Barbitur kislota hosilalari: tasnifi, xossalari, narkologik ahamiyati,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101-116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