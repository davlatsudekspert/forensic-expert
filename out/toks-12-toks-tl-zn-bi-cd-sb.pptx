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oldingi ma’ruzadagi mineralizat va DDTK ekstraksiyasi sxemasini eslang. Doskada: beshta metall nomi. Tipik xato: talliyni mishyak guruhidagi metall deb o‘ylash — kitobda belgilari mishyak va surmaga o‘xshash deyilgan. Izoh: kitobda ZnCl2 uchun birlik ko‘rsatilmagan.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Doskada: daraxt sxemasini talabalar bilan to‘ldiring. Tipik xato: barcha beshta metallni bir xil usul bilan aniqlash — har birining o‘z reaktivi 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talliy tuzlari kemiruvchilarga qarshi vosita sifatida xavfli? Doskada: tuz — qo‘llanilish juftliklari. Tipik xato: atsetat tuzining soch tushiruvchi sifatida ishlatilishini zaharlanish belgisi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soch to‘kilishi nega birdaniga bo‘ladi? Doskada: Tl+ va Tl3+ ni yozing. Tipik xato: talliy zaharlanishini mishyakdan faqat klinik belgilar bilan ajratishga urinish — kimyoviy tahlil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talliy avval Tl3+ holatiga o‘tkazilishi kerak? Doskada: atsidokompleks sxemasi. Tipik xato: bu reaksiyani faqat talliyga xos deb hisoblash — surma ham beradi.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ko‘p niqoblovchi reaktiv nima uchun kerak? Doskada: reaktivlar ro‘yxatini «niqoblovchi — vazifa» tarzida yozing. Tipik xato: sianid qo‘shilgan eritmani nordonlashtirish — zaharli HCN ajraladi.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pH ning ahamiyati nimada? Doskada: ikki holatni qarama-qarshi yozing. Tipik xato: Tl3+ ni to‘g‘ridan-to‘g‘ri ditizon bilan aniqlash.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oksidlanish darajasi zaharlilikka ta’sir qiladi? Doskada: Sb3+ &gt; Sb5+. Tipik xato: barcha surma birikmalarini bir xil zaharli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surma preparatlari tibbiyotda ishlatilsa-da zaharli hisoblanadi? Doskada: SbH3 va organik birikmalar zaharliligini solishtiring. Tipik xato: organik surma birikmalarini eng zaharli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mochevinaning vazifasi nima? Doskada: reaktivlar ketma-ketligini raqamlab yozing. Tipik xato: NaNO2 ni ortiqcha qoldirish. Izoh: kitobda reaksiya tarkibida «1 ml N2SO4» yozilgan (H2SO4 bo‘lishi mumkin); noaniq bo‘lgani uchun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Sb5+ kompleksi hosil bo‘lishi kerak? Doskada: oksidlash — kompleks — assotsiat zanjiri. Tipik xato: surmani Sb3+ holida reaksiyaga kiritish. Diagrammada to‘liq bo‘lmagan tenglamalar tuzatildi (H[SbCl6] + 3H2O).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ortiqcha kislota tiosulfat sinoviga halaqit beradi? Doskada: Na2S2O3 + 2HCl -&gt; S + SO2 + 2NaCl + H2O. Tipik xato: kislotali muhitda tiosulfat qo‘shish — erkin oltingugurt ajraladi.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malaxit reaksiyasi ikkala metall uchun musbat chiqishi mumkin? Tipik xato: yagona reaksiya bilan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Doskada: tenglamani yozing. Tipik xato: kislotani ortiqcha qo‘shish — oltingugurt cho‘kadi va natijani buzadi.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ruxlangan idishda saqlangan oziq-ovqat xavfi nimada? Doskada: qo‘llanish sohalari. Tipik xato: ruxni zaharsiz mikroelement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«manfiy sud-kimyoviy ahamiyat» nimani anglatadi? Doskada: manfiy natija — tahlil to‘xtaydi. Tipik xato: musbat ditizon reaksiyasini yakuniy tasdiq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Nil ko‘ki indikatorining vazifasi. Doskada: reaktivlar ketma-ketligi. Tipik xato: pH ni 8,5 ga yetkazmasdan DDTK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reekstraksiya kerak? Doskada: xloroform — suvli qatlam sxemasi. Tipik xato: xloroformli qatlamni tashlab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oq cho‘kmali ikki reaksiya o‘rtasida farq bormi? Doskada: uch reaksiya jadvali. Tipik xato: oxirgi nuqtani teskari yo‘nalishda kuzatish.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fosfin to‘g‘ridan-to‘g‘ri emas, fosfat kislota holida aniqlanadi? Doskada: Zn3P2 -&gt; PH3 -&gt; H3PO4. Tipik xato: distillyatni oddiy suvga yig‘ish.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Tipik xato: zaharlovchi modda Zn3P2 emas, undan hosil bo‘lgan PH3 ekanini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sariq ranglik nima bilan bog‘liq? Doskada: PH3 + HBrO -&gt; H3PO4 + HBr; fosfomolibdat sariq. Tipik xato: qoldiqda ruxni tekshirmay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avval PH3 ni bromli suvda H3PO4 ga oksidlash kerak? Haydalgandan keyin qoldiq mineralizatsiyalanib ruxga tekshiriladi.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tibbiyotda ishlatiladigan metall zaharli hisoblanadi? Doskada: xossa — qo‘llanish. Tipik xato: dermatolni suvda eruvchan deb o‘ylash — kitobda suvda erimaydi. Izoh: kitobda dermatol formulasi buzuq yozilgan (S6N2(ON)3SOOVi(ON)2),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vismut organizmdan sekin chiqadi? Doskada: simob va vismut belgilarini solishtiring. Tipik xato: erimaydigan tuzlarni eng zaharli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askorbin kislota, Segnet tuzi va KI vazifalarini ayting. Doskada: halaqit — niqoblovchi jadvali. Tipik xato: ijobiy bo‘lmagan natijada ham tahlilni davom ettirish — kitobga ko‘ra tahlil to‘xtatiladi.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bosqichda vismut organik qatlamga o‘tadi? Doskada: ajratish sxemasi. Tipik xato: oxirgi reekstraksiyani tashlab ketish. Izoh: sxema pH = 12 ni kitob reaksiya tenglamasida ko‘rsatadi.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mikrokristall reaksiyaning sezgirligi (0,1 mkg) kimyoviy reaksiyalardan nimasi bilan farq qiladi? Doskada: ikki kristall shaklini chizing. Tipik xato: trilonometrik titrlashda indikator sifatida tiomochevinani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kadmiyli bo‘yoqlar bolalar o‘yinchoqlarida taqiqlangan? Doskada: kadmiyning qo‘llanilish sohalari. Tipik xato: kadmiy amalgamasini simobsiz birikma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ish zonasida kadmiy xavfi nimadan kelib chiqadi? Doskada: bug‘ va chang manbalari. Tipik xato: faqat peroral yo‘lni hisobga olish. Izoh: kitobda havo konsentratsiyasi va oksid aerozoli uchun keltirilgan raqamlar (0,0001-0,001 va 2500-2900 mg/m3) birliklari va solishtirmasi shubhali ko‘rinadi, shuning uchun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kadmiy tabiiy mikroelement bo‘lsa, topilgan miqdorni qanday baholaymiz? Tipik xato: faqat sifat reaksiyasi bilan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kadmiy topilsa ham zaharlanish deyish mumkin emas? Doskada: normal diapazon 0,26-2,09 mg. Tipik xato: sifat reaksiyasi musbat bo‘lsa miqdorini aniqlamaslik. Izoh: kitobdagi tabiiy miqdor T.M. Moiseeva ma’lumotiga tayanadi.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Na2S natijasi manfiy bo‘lsa nima qilinadi? Doskada: ekstraksiya zanjiri. Tipik xato: manfiy natijada ham mikrokristall reaksiyalarni davom ettirish — kitobga ko‘ra kadmiyga tekshirilmaydi.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reaksiya eng sezgir? Doskada: chegaralarni o‘sish tartibida yozing. Tipik xato: mkg va mg 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Doskada: jadvalni to‘ldiring. Tipik xato: reekstraksiya kislotalarini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niqoblash nima uchun kerak? Tipik xato: bir niqoblovchini barcha metallarga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sezgirlik va tanlovchanlik farqi nima? Doskada: chegaralar jadvali. Tipik xato: eng sezgir reaksiyani eng tanlovchan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sekin chiqarilish surunkali zaharlanishga qanday ta’sir qiladi? Doskada: metall — chiqish yo‘li juftliklari. Tipik xato: barcha metallar siydik bilan chiqadi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pH metallning ditizon bilan reaksiyasini qanday tanlaydi? Doskada: pH ni chizib belgilang. Tipik xato: bir xil pH da hamma metallarni aniqlashga urinish.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beshta metallning umumiy tahlil mantig‘ini ayting. Doskada: ajratish — chinlik — miqdor zanjiri. Tipik xato: talliy va surma reaksiyalarini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Talliy, rux (rux fosfidi), vismut, kadmiy, surma birikmalari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Reja: talliy, surma, kadmiy, vismut va rux elementlarini saqlovchi zaharli birikmalar va ularning tahlil usullari.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Tayanch so‘z va iboralar: kumush, mis, marganets, xrom, talliy, surma, kadmiy, rux, vismut.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Metall zaharlar uchun LD50: margimush va surma 0,08-0,1 g, talliy 0,5 g, kadmiy 0,03 g, ZnCl2 5,0.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Margimush va surma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0,08-0,1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Talliy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0,5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Xrom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0,2-1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Kadmiy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0,03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ZnCl2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5,0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Metall zaharlar: LD50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62, 58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Beshta metall: aniqlash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Talliy ditizon va malaxit yashili bilan, surma malaxit ko‘ki va natriy tiosulfat bilan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Rux, vismut va kadmiy mineralizatdan natriy dietilditiokarbamat (DDTK) bilan xloroformga ajratiladi.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Dastlabki reaksiya manfiy bo‘lsa, rux va vismut uchun tahlil to‘xtatiladi; musbat bo‘lsa DDTK bilan ajratilib, qo‘shimcha reaksiyalar bajariladi.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Tl, Sb, Zn, Bi, Cd tahlili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Talliy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Malaxit/brilliant yashili  ·  Ditizon, pH = 11-12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Surma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Malaxit ko‘ki  ·  Na tiosulfat: zarg‘aldoq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Rux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Ditizonat, pH = 4,5-5,0  ·  DDTK, pH = 8,5  ·  Na2S; K4[Fe(CN)6]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Vismut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Tiomochevina: sariq  ·  Oksin  ·  Brutsin + KBr; CsCl + KI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Kadmiy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DDTK, pH = 12  ·  Na2S: sariq CdS  ·  Brutsin yoki piridin + KBr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Dars bo‘yicha umumiy sxema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67-69, 69, 72-73, 69, 72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Talliy birikmalarining ishlatilishi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Talliy oksidi qimmatbaho toshlar va ayrim oynalar olishda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Sulfat tuzi daraxt va terini ishlashda, shuningdek zararkunanda va kemiruvchilarga qarshi kurashishda; atsetat tuzi soch tushirishda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Metall holidagi talliy turli qotishmalar tarkibiga kiradi; talliy gidroksid kuchli ishqor hisoblanadi.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Talliy bilan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Talliy bosh asab tizimini zararlaydi va buyrakni ishdan chiqaradi.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Zaharlanganda birdaniga soch to‘kilib ketadi, ichki a’zolar funksiyasi buziladi, qayt qilish, bo‘g‘imlarda kuchli og‘riq seziladi.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Belgilari margimush va surmanikiga o‘xshash; organizmdan buyrak va ichaklar orqali juda sekin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Patologik tekshirishda ichki a’zolarda qon quyilishi va nekroz belgilari topiladi; biomaterialni parchalashda Tl+1 dan Tl+3 gacha oksidlanadi.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66; Yuldashev Z.A., Umarova G.Q., Toksikologik kimyo modulidan o‘quv-uslubiy majmua, betlar: 67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Talliy: malaxit yoki brilliant yashili bilan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TlCl4- atsidokompleksi malaxit yoki brilliant yashili bilan ion assotsiat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Assotsiat toluol yoki ksilol qatlamiga o‘tadi va ko‘k havo rang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 surmaga o‘xshash; talliy bilan surmani ajratish uchun ditizon reaksiyasi bajariladi.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Tl3+ -&gt; TlCl4-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Malaxit/brilliant yashili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Toluol qatlami: ko‘k havo rang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Talliy: ion assotsiat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Talliyni ditizon bilan aniqlash (surmadan farqi)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Ajratgich voronkasida 5 ml mineralizatga 2 ml 20% limon kislota, 2 ml to‘yingan tiomochevina, 2 ml 10% gidroksilamin sulfat, 2 ml 5% KCN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 n NH4OH bilan pH = 11-12 gacha yetkazilib, 3 ml 0,01% ditizon xloroformli eritmasi qo‘shib chayqatiladi.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 qatlami to‘q qizil rangga o‘tadi; ortiqcha ditizon ammiak va KCN bilan ekstraksiyalanadi.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Mineralizat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 ml ajratgich voronkasiga solinadi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Niqoblash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Limon kislota, tiomochevina, gidroksilamin sulfat, KCN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 n NH4OH bilan pH = 11-12 gacha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Ditizon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 ml 0,01% xloroformli eritma, chayqatiladi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Natija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Xloroform qatlami to‘q qizil rangga o‘tadi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Talliy: ditizon reaksiyasi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67, 68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Talliy: niqoblash va miqdor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Mis, kadmiy, rux, kobalt, nikel komplekslari parchalanadi; talliy 1 valentli holda birikadi.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Miqdori ditizon bilan bergan rangli eritmani FEK usulida aniqlashga asoslangan.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275"/>
                <a:gridCol w="3021700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Ion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Cu, Cd, Zn, Co, 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Komplekslar parchalanadi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Tl+ (1 valentli)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Ditizon bilan birikadi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Ditizon, pH 11-12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Surma birikmalari: zaharlilik va ishlatilishi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Surmaning uch valentli birikmalari 5 valentli birikmalariga nisbatan zaharliroq.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Surma ayrim oyna va bo‘yoq tayyorlashda, rezina sanoatida qo‘llaniladi; Sb2S5 pirotexnikada, gugurt ishlashda, rezinalarni yamashda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SbCl3 metallarni zanglashdan saqlovchi qoplama sifatida; surma emal idishlar, sopol, o‘tga chidamli brezentlar olishda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Yengil qotishmalar tarkibida, tipografiya shriftlari olishda ham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Surma: tibbiyot va organizmdagi ta’sir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Tibbiyotda surmin, salosurmin, neostibazin va qayd qildiruvchi tosh ishlatiladi; organik birikmalari zaharli ta’siri kamroq.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SbH3 eng zaharli ta’sirga ega; qonga tushgach surma birikmalari yurak mushaklari va jigarni ishdan chiqaradi.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Patologik tekshiruvda o‘pka to‘qimalari va qizilo‘ngachdan qon quyilishi seziladi; buyrak orqali chiqarilgani sababli nefritga sabab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Surmani malaxit ko‘ki bilan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 ml mineralizatga 3 ml 5 n HCl, 2 tomchi 5% NaNO2; 5 daqiqadan so‘ng 1 ml mochevina, 7 tomchi 0,5% malaxit yashili, 2 g Na2SO4, 5 ml toluol solinadi.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Chayqatilsa, toluol qatlamida zangori rang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Ortiqcha NaNO2 mochevina bilan parchalanadi.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Mineralizat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 ml + 3 ml 5 n HCl + 2 tomchi 5% NaNO2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Kutish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 daqiqa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Mochevina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 ml to‘yingan eritma (ortiqcha NaNO2 ni parchalaydi)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Reaktiv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7 tomchi 0,5% malaxit yashili + 2 g suvsiz Na2SO4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Toluol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 ml qo‘shib chayqatiladi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Natija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Toluol qatlamida zangori rang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Surma: malaxit reaksiyasi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Surma: atsidokompleks hosil bo‘lishi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NaNO2 surmani Sb3+ dan Sb5+ ga oksidlaydi, so‘ng HSbO3 xlorid kislotada H[SbCl6] ga o‘tadi.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Atsidokompleks malaxit ko‘ki bilan toluol yoki ksilolda ekstraksiyalanuvchi ko‘k havo rang birikma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Sb(III) → Sb(V): NaNO2, HCl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HSbO3 + 6HCl → H[SbCl6] + 3H2O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Malaxit ko‘ki + toluol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Ko‘k havo rang qatlam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Surma: ion assotsiat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68, 69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Surma reaksiyalarida halaqit va tiosulfat sinovi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Fe3+ ham shu reaksiyani berishi mumkin: 25% H2SO4 bilan chayqatilganda rang yo‘qolishi mumkin; oltin va talliy surmaning ikkinchi reaksiyasini bermaydi.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Natriy tiosulfat bilan: 5 ml mineralizatga 5 tomchi to‘yingan Na2S2O3 qo‘shib 1-2 daqiqa qaynatilsa zarg‘aldoq cho‘kma hosil bo‘ladi (talliydan farqi).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Temir ftoridlar qo‘shib, mis (DDTK)2Pb bilan ekstraksiyalab yo‘qotiladi; miqdori toluolli eritmani FEK usulida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68, 69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Talliy va surmani farqlash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element malaxit yoki brilliant yashili bilan toluol yoki ksilolga o‘tadigan ko‘k havo rangli ion assotsiat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Farqlash: talliy uchun ditizon reaksiyasi (to‘q qizil qatlam), surma uchun natriy tiosulfat bilan zarg‘aldoq cho‘kma.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Talliy bilan zaharlanish belgilari margimush va surmanikiga o‘xshash.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Talliy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Atsidokompleks TlCl4-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Malaxit yashili: ko‘k havo rang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Ditizon, pH = 11-12: to‘q qizil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Na2S2O3 bilan cho‘kma bermaydi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Surma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Atsidokompleks [SbCl6]-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Malaxit ko‘ki: toluolda zangori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Na2S2O3: zarg‘aldoq cho‘kma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Fe3+ halaqit; 25% H2SO4 bilan ajratiladi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Tl va Sb: o‘xshash va farqli reaksiyalar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67, 69, 67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Surma: natriy tiosulfat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2Sb3+ + 3Na2S2O3 + 3H2O -&gt; Sb2S3 + 2Na2SO4 + 6H+: surma sulfid cho‘kmasi zarg‘aldoq rangda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Ortiqcha kislota qo‘shilsa, tiosulfatdan erkin oltingugurt ajraladi va reaksiyaga xalaqit beradi: Na2S2O3 + 2HCl -&gt; S + SO2 + 2NaCl + H2O.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Ortiqcha NaNO2 malaxit reaksiyasida mochevina bilan parchalanadi.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2Sb3+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3Na2S2O3 + 3H2O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933956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Sb2S3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3140964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2Na2SO4 + 6H+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5 ml mineralizat, 1-2 daqiqa qaynatish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Zarg‘aldoq rangli cho‘kma (talliydan farqi)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Surma + tiosulfat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69, 68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Rux birikmalari va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Rux xalq xo‘jaligi va tibbiyotda keng qo‘llaniladi: qotishmalar (bronza, latun), ruxlangan idishlar, ruxli belila.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ZnCl2 pergament va qo‘lomlash suyuqligi tarkibiga kiradi; ZnSO4 oftalmologiyada va to‘qimachilikda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Zaharlanishda qaltirash-lixoradka, qayt qilish, ich ketish, tirishish; rux jigarda va oshqozon osti bezida yig‘iladi.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Ruxni ditizonat bilan dastlabki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0,5 ml mineralizatga 0,25 ml to‘yingan tiosulfat, pH = 4,5-5,0 gacha kaliy ishqori, 1 ml atsetat bufer (pH = 5)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 ml xloroform va 2 tomchi 0,02% ditizon xloroformli eritmasi qo‘shib qattiq chayqatiladi.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Yashil rang qizil-pushti yoki to‘q qizil rangga o‘zgarsa, rux uchun tekshirish davom ettiriladi; reaksiya manfiy sud-kimyoviy ahamiyatga ega.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Mineralizat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0,5 ml + 0,25 ml to‘yingan tiosulfat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Kaliy ishqori bilan pH = 4,5-5,0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Bufer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 ml atsetat bufer (pH = 5)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Ditizon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 ml xloroform + 2 tomchi 0,02% ditizon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Natija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Yashil rang qizil-pushti yoki to‘q qizilga o‘zgaradi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Rux ditizonati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Ruxni mineralizatdan ajratish: ish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 ml mineralizatga 4 ml 10% Segnet tuzi (yoki 20% limon kislota), 1 ml to‘yingan Na2S2O3 (mis, kadmiy uchun), 2-3 tomchi Nil ko‘ki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Qizil-pushti rang hosil bo‘lguncha 0,2 n NaOH, so‘ng 2 n H2SO4 bilan pH = 8,5 ga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 ml 1% natriy dietilditiokarbamat suvli eritmasi va 5 ml xloroform qo‘shib qattiq chayqatiladi.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Niqoblash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10 ml mineralizat + 4 ml 10% Segnet tuzi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Tiosulfat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 ml to‘yingan Na2S2O3, 2-3 tomchi Nil ko‘ki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Ishqor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0,2 n NaOH — qizil-pushti rang hosil bo‘lguncha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pH 8,5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 n H2SO4 bilan pH = 8,5 gacha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Ekstraksiya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 ml 1% Na DDTK + 5 ml xloroform, chayqatiladi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Ruxni DDTK bilan ajratish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Rux: reekstraksiya va niqoblash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Qo‘ng‘ir rangli xloroform qatlami ajratilib, 3 ml 1 n HCl bilan chayqatiladi.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Suvli qatlamga rux uchun reaksiyalar olib 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Halaqit beruvchi ionlar: temir limon kislotasi, kadmiy tiomochevina va natriy tiosulfat bilan niqoblanadi.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4466"/>
                <a:gridCol w="3273508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Halaqit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Niqoblovchi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Limon kislota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Tiomochevina, Na tiosulfat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Niqoblash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Ruxning chinlik reaksiyalari va miqdori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Na2S bilan (pH = 5) oq ZnS cho‘kmasi; sariq qon tuzi bilan (pH = 5) oq cho‘kma.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(NH4)2[Hg(CNS)4] bilan: qoldiqqa 1 tomchi 10% sirka kislota va reaktiv — dendrit kristallar.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Miqdori trilonometrik titrlash, indikator eriokrom ko‘ki; qizildan ko‘k rangga o‘tish.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3144"/>
                <a:gridCol w="2504830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Na2S, pH = 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Oq cho‘kma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K4[Fe(CN)6], pH = 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Oq cho‘kma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(NH4)2[Hg(CNS)4]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Dendrit kristallar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Zn2+ reaksiyalari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Rux fosfidi Zn3P2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Qishloq xo‘jalik kemiruvchilariga qarshi kurashda keng qo‘llaniladi.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Oshqozon suyuqligida parchalanib kuchli zaharli fosfin (PH3) hosil qiladi: Zn3P2 + 6HCl -&gt; 3ZnCl2 + 2PH3.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 bug‘i bilan haydaladi: ashyo H2SO4 bilan nordonlashtiriladi, distillyat bromli suvga yig‘iladi.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Ashyo + H2SO4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 bug‘i bilan haydash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Distillyat bromli suvga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PH3 -&gt; H3PO4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Zn3P2 ni haydash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Zn3P2: kislotada parchalanish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Oshqozon suyuqligida: Zn3P2 + 6HCl -&gt; 3ZnCl2 + 2PH3; fosfin kuchli zaharli.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Tahlilda ashyo sulfat kislota bilan nordonlashtiriladi: Zn3P2 + 3H2SO4 -&gt; 2ZnSO4 + 2PH3.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Fosfin suv bug‘i bilan haydalib, distillyat bromli suvga yig‘iladi.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Zn3P2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6HCl (oshqozon suyuqligi)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933956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3ZnCl2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3140964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2PH3 (fosfin)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Oshqozon suyuqligi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Kuchli zaharli fosfin ajraladi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Rux fosfidining parchalanishi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Fosfin: fosfat kislotani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Bromli suvda PH3 HBrO ta’sirida H3PO4 gacha oksidlanadi.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Distillyatdagi H3PO4 ammoniy molibdat va HNO3 bilan reaksiyaga kirishib, sariq rang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Qaytaruvchi qo‘shilsa ko‘k rang hosil bo‘ladi; haydab olingach qolgan aralashma mineralizatsiyalanib ruxga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PH3 (distillyat, bromli suv)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HBrO ta’sirida oksidlanadi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H3PO4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(NH4)2MoO4 + HNO3: sariq rang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Qaytaruvchi: ko‘k rang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Fosfin → fosfat → molibdat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70, 71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Fosfat kislota: ammoniy molibdat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Distillyatdagi H3PO4 ammoniy molibdat va nitrat kislota bilan reaksiyaga kirishib, sariq rangli birikma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H3PO4 + 12(NH4)2MoO4 + 21HNO3 -&gt; (NH4)3PO4·12MoO3 + 21NH4NO3 + 12H2O.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Qaytaruvchi qo‘shilsa, ko‘k rang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H3PO4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12(NH4)2MoO4 + 21HNO3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933956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(NH4)3PO4·12MoO3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3140964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21NH4NO3 + 12H2O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Sariq rang; qaytaruvchi bilan ko‘k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Fosfatni aniqlash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70-71, 71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Vismut: xossalari va ishlatilishi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Vismut metall holida qizg‘ish kul rangli modda, 271°C da suyuqlikka aylanadi; vismut nitrat oq, suvda erimaydigan kukun.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Tibbiyotda vismut nitrat, dermatol, biyoxinol, bismoverol va salitsil kislotali tuzlari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Metall holidagi vismut oson eruvchan qotishmalar olishda asosiy xom ashyo; tuzlari fotografiyada va xrustal idishlar ishlab chiqarishda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Vismut bilan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Vismut birikmalarining toksikologik ta’siri simob birikmalarini eslatadi.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Birinchi navbatda buyraklar ishdan chiqadi, og‘izda stomatit hosil bo‘ladi, badan sariq kasali kabi sarg‘ayadi, ba’zan falajlanish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Suvda eruvchi tuzlari boshqa birikmalariga qaraganda ancha zaharli; asosiy qismi jigar, miya va oshqozon yo‘llarida to‘planadi.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Eruvchan tuzlari organizmdan 15-20 kun davomida ham to‘liq chiqib ulgurmaydi.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Vismut: tiomochevina va oksin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Tiomochevina bilan: 5 ml mineralizatga to‘yingan tiomochevina qo‘shilsa limon rangli sariq eritma; aniqlanish chegarasi 0,4 mkg; oksidlovchilar halaqit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8-oksixinolin (oksin) bilan: askorbin kislota (Fe3+), Segnet tuzi (Cu2+), KI qo‘shilgach oksin eritmasi qo‘shiladi; sariq-zarg‘aldoq rang, chegara 5 mkg.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 va amil atsetat aralashmasi bilan chayqatilsa, organik qatlam qizg‘ish-zarg‘aldoq rangga bo‘yaladi.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Tiomochevina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To‘yingan eritma 5 ml mineralizatga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Limon rangli sariq eritma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Chegara: 0,4 mkg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Oksidlovchilar halaqit beradi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8-oksixinolin (oksin)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Askorbin k-ta, Segnet tuzi, KI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Sariq-zarg‘aldoq rang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Chegara: 5 mkg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Aseton + amil atsetat: qizg‘ish-zarg‘aldoq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Bi3+ reaksiyalari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71, 72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Vismutni DDTK bilan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 ml mineralizatga Nil zangorisi va qizil-pushti rang hosil bo‘lguncha natriy ishqori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 dietilditiokarbaminat va 5 ml xloroform qo‘shiladi; qo‘ng‘ir Bi(DDTK)3 ajratiladi.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Nitrat kislota bilan chayqatilganda Bi(NO3)3 suvli ajralmaga o‘tadi va qo‘shimcha reaksiyalar bajariladi.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Mineralizat + NaOH (pH 12)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 DDTK + CHCl3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Qo‘ng‘ir Bi(DDTK)3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HNO3: suvli Bi(NO3)3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Vismutni ajratish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Vismut: mikrokristallar va miqdor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Brutsin va KBr bilan: H2BiBr5·2brutsin hisobiga yashil sferoid mikrokristallar.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CsCl va KI bilan: Cs2BiI5 tarkibli olti qirrali qizil-zarg‘aldoq kristallar; aniqlanish chegarasi 0,1 mkg.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Miqdori: tiomochevina bilan sariq birikmaning optik zichligi (FEK) yoki Bi(NO3)3 ni trilonometrik titrlash.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168"/>
                <a:gridCol w="3407806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Kristall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Brutsin + KBr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Yashil sferoidlar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CsCl + 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Qizil-zarg‘aldoq olti qirrali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Bi3+ mikrokristallari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72, 73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Kadmiy: xossalari va ishlatilishi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Kadmiy yumshoq, kumushsimon oq metall, 321°C da suyuqlikka aylanadi; tuzlari (sulfat, atsetat, nitrat) rangsiz va suvda yaxshi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Kuchli zaharli bo‘lgani uchun tibbiyotda keyingi vaqtlarda qo‘llanilmaydi; tish kasalliklarini davolashda kadmiy amalgamasi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Qotishmalar, ishqorli akkumulyatorlar, toblanuvchi bo‘yoqlar, tipografiya shriftlari, galvanotexnika, chinni ishlab chiqarishda; CdS dan sariq bo‘yoq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Kadmiyning toksikligi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Odam organizmi uchun 0,03 g miqdordagi kadmiy sulfat zaharlanishga sabab bo‘la 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Kadmiy saqlovchi bo‘yoqlar zaharliligi tufayli ko‘p davlatlarda bolalar o‘yinchoqlari yasashda qo‘llanishi man etilgan.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Metall kadmiy va tuzlarini yuqori haroratda qizdirish zararli bug‘lar hosil qiladi; oksidi va changi kuchli zaharli.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70; Yuldashev Z.A., Umarova G.Q., Toksikologik kimyo modulidan o‘quv-uslubiy majmua, betlar: 73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Kadmiy: raqamli ko‘rsatkichlar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Kadmiy bilan ishlanadigan korxonalarda havo konsentratsiyasi 0,0001-0,001 mg/m3 dan, kadmiy oksidi aerozoli 2500-2900 mg/m3 dan oshishi juda xavfli.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100 g odam buyragida 0,26-2,09 mg gacha kadmiy tabiiy miqdor; shuning uchun sud kimyogari uning miqdorini albatta aniqlashi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Aniqlanish chegaralari: Na2S bilan 50 mkg, brutsin va KBr bilan 0,12 mkg, piridin va KBr bilan 0,05 mkg.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Suyuqlanish harorati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321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Zaharli miqdor (CdSO4)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0,03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Ish joyi havosi</a:t>
            </a:r>
          </a:p>
          <a:p>
            <a:pPr algn="l">
              <a:spcAft>
                <a:spcPts val="100"/>
              </a:spcAft>
            </a:pPr>
            <a:r>
              <a:rPr sz="2100" b="1">
                <a:solidFill>
                  <a:srgbClr val="0B1F3A"/>
                </a:solidFill>
                <a:latin typeface="Calibri"/>
              </a:rPr>
              <a:t>0,0001-0,001</a:t>
            </a:r>
            <a:r>
              <a:rPr sz="1100" b="0">
                <a:solidFill>
                  <a:srgbClr val="6B7280"/>
                </a:solidFill>
                <a:latin typeface="Calibri"/>
              </a:rPr>
              <a:t>  mg/m3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CdO aerozoli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2500-2900</a:t>
            </a:r>
            <a:r>
              <a:rPr sz="1200" b="0">
                <a:solidFill>
                  <a:srgbClr val="6B7280"/>
                </a:solidFill>
                <a:latin typeface="Calibri"/>
              </a:rPr>
              <a:t>  mg/m3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100 g buyrakda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0,26-2,09</a:t>
            </a:r>
            <a:r>
              <a:rPr sz="1500" b="0">
                <a:solidFill>
                  <a:srgbClr val="6B7280"/>
                </a:solidFill>
                <a:latin typeface="Calibri"/>
              </a:rPr>
              <a:t>  mg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Kadmiy: asosiy sonlar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73, 74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Kadmiy: organizmdagi o‘zgarishlar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Organizmga tushgan kadmiy oqsillar bilan birikadi; qondagi fermentlarning sulfgidril guruhi bilan birikib, ular funksiyasini buzadi.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Zaharlanganda qonli ich ketish, jigar va yurakda yog‘ moddalarining to‘planishi, buyrakning yallig‘lanishi sodir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Kadmiy mikroelement bo‘lgani uchun tahlilda miqdorini aniqlash shart: 100 g odam buyragida 0,26-2,09 mg gacha kadmiy tabiiy miqdor.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73; Yuldashev Z.A., Nurmatova M.I., Toksikologik kimyo modulidan o‘quv-uslubiy majmua, betlar: 71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Kadmiyni ajratish va Na2S bilan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Mineralizatdan kadmiy pH = 12 da dietilditiokarbamat holida xloroform bilan 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Qo‘ng‘ir Cd(DDTK)2 dan kadmiy xlorid kislota yordamida reekstraksiyalanadi.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pH = 5 da Na2S yoki vodorod sulfidli suv bilan sariq CdS cho‘kmasi; chegara 50 mkg.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Mineralizat, pH = 12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DDTK + CHCl3: Cd(DDTK)2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HCl: reekstraksiya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Na2S: sariq CdS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Kadmiy ekstraksiyasi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73, 74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Kadmiy mikrokristall reaksiyalari va miqdori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Brutsin va KBr bilan: sferoid shaklidagi yig‘ilgan prizmalar (brutsin H2CdBr4); aniqlanish chegarasi 0,12 mkg.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Piridin va 5% KBr bilan: sferoid shaklidagi yig‘ilgan rangsiz prizmalar; aniqlanish chegarasi 0,05 mkg.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Miqdori hajmiy-trilonometrik usulda aniqlanadi, indikator eriokrom ko‘ki.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Chegara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Na2S (pH = 5)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50 mkg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Brutsin + KBr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0,12 mkg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Piridin + KBr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0,05 mkg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Cd2+ aniqlash chegarasi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71; Yuldashev Z.A., Umarova G.Q., Toksikologik kimyo modulidan o‘quv-uslubiy majmua, betlar: 74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DDTK bilan ajratish: Zn, Bi, Cd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Rux, vismut va kadmiy natriy dietilditiokarbamat (DDTK) bilan xloroformga o‘tadi; xloroform qatlami qo‘ng‘ir rangga bo‘yaladi.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Reekstraksiya: ruxda 1 n HCl, vismutda nitrat kislota, kadmiyda xlorid kislota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Suvli ajralmada chinlik va qo‘shimcha reaksiyalar olib boriladi.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1750"/>
                <a:gridCol w="1523273"/>
                <a:gridCol w="1605026"/>
                <a:gridCol w="1137925"/>
              </a:tblGrid>
              <a:tr h="768096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Element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Ajratish sharti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Reekstraksiya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Suvli qatlam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Zn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pH = 8,5; 1% Na DDTK, CHCl3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3 ml 1 n HCl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Zn2+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Bi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NaOH, Nil zangorisi; DDTK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HNO3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Bi(NO3)3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Cd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pH = 12; DDTK, CHCl3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HCl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CdCl2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Qo‘ng‘ir qatlam: Me(DDTK)n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70, 72, 74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Halaqit beruvchi ionlarni niqoblash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Ruxni ajratishda temir limon kislotasi yoki Segnet tuzi bilan, mis va kadmiy natriy tiosulfat (kadmiy — tiomochevina) bilan niqoblanadi.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Surma reaksiyasida temir ftoridlar qo‘shib, mis (DDTK)2Pb bilan ekstraksiyalab yo‘qotiladi.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Vismut oksin reaksiyasida askorbin kislota Fe3+ ni, Segnet tuzi Cu2+ ni niqoblaydi, KI oksidlovchilarni yo‘qotadi.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7498"/>
                <a:gridCol w="1745346"/>
                <a:gridCol w="1297940"/>
                <a:gridCol w="1007189"/>
              </a:tblGrid>
              <a:tr h="51206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Halaqit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Niqoblovchi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Qayerda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Bet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Fe (rux)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Limon kislota / Segnet tuzi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Ruxni ajratish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69-70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Cu, Cd (rux)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Na2S2O3; Cd — tiomochevina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Ruxni ajratish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69-70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Fe (surma)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Ftoridlar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Surma tahlili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69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Cu (surma)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(DDTK)2Pb bilan ekstraksiya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Surma tahlili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69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Fe3+, Cu2+ (vismut)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Askorbin k-ta; Segnet tuzi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Oksin reaksiyasi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72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Niqoblash jadvali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69-70, 69, 72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Aniqlash chegaralari: Bi va Cd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Vismut: tiomochevina 0,4 mkg; oksin 5 mkg; CsCl + KI bilan 0,1 mkg.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Kadmiy: Na2S 50 mkg; brutsin va KBr 0,12 mkg; piridin va KBr 0,05 mkg.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Ijobiy bo‘lmagan dastlabki reaksiyada keyingi reaksiyalar bajarilmaydi, tahlil to‘xtatiladi.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5190"/>
                <a:gridCol w="3172785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Ion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Eng past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Bi3+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0,1 mkg (CsCl + KI)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Cd2+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0,05 mkg (piridin + KBr)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Sezgirlik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71-73, 72; Yuldashev Z.A., Nurmatova M.I., Toksikologik kimyo modulidan o‘quv-uslubiy majmua, betlar: 71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Yig‘ilishi va chiqarilishi: solishtirish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Kadmiy birikmalari oshqozon va peshob yo‘llari orqali juda uzoq vaqt davomida chiqariladi.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Vismut juda sekin-asta chiqariladi; talliy buyrak va ichaklar orqali juda sekin chiqadi.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Surma buyrak orqali chiqariladi, shu sababli nefritga sabab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7069"/>
                <a:gridCol w="366090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Metall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Organlar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Rux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Yig‘iladi: jigar, oshqozon osti bezi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Vismut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Yig‘iladi: jigar, miya, oshqozon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Surma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Zararlanadi: yurak mushaklari, jigar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Organlar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73, 67-71, 68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Ditizon reaksiyalari: solishtirish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Talliy: ditizon xloroform qatlamini to‘q qizil rangga bo‘yaydi (pH = 11-12, niqoblovchi reaktivlar bilan).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Rux: yashil ditizon qizil-pushti yoki to‘q qizil rangga o‘zgaradi (pH = 4,5-5,0, atsetat bufer).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Rang o‘zgarmasa, rux uchun tahlil to‘xtatiladi: reaksiya manfiy ahamiyatga ega.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4343"/>
                <a:gridCol w="1484343"/>
                <a:gridCol w="2319287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Metall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11-12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 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4,5-5,0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Qizil-pushti / to‘q qizil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Ditizon, CHCl3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67-68, 69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Talliy ditizon va malaxit yashili; surma malaxit ko‘ki va tiosulfat; rux ditizonat va DDTK ajratish bilan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Zn3P2 suv bug‘i bilan haydaladi va fosfat kislota sifatida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Vismut va kadmiy DDTK holida ajratilib, mikrokristall reaksiyalar bilan tasdiqlanadi.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Nazorat: ditizonat ranglari, niqoblovchi reaktivlar, aniqlanish chegaralari, Zn3P2 tahlili.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67-70, 70-71, 72-74, 67-74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Talliy bilan zaharlanganda birdaniga soch to‘kilib ketadi — bu belgi talliy zaharlanishini mishyak va surmadan klinik jihatdan farqlashga yordam beradi.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Fosfin bromli suv ta’sirida fosfat kislotagacha oksidlanadi; fosfat ammoniy molibdat bilan sariq, qaytaruvchi qo‘shilsa ko‘k rang beradi.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Vismutning eruvchan tuzlari organizmdan 15-20 kun davomida ham to‘liq chiqib ulgurmaydi — surunkali ta’sir shu bilan bog‘liq.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Kadmiy mikroelement sifatida buyrakda 100 g to‘qimada 0,26-2,09 mg gacha bo‘lishi mumkin — shuning uchun sud kimyogari miqdorini albatta aniqlaydi.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Talliy, rux (rux fosfidi), vismut, kadmiy, surma birikmalari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58, 62, 67-74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66, 70-71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