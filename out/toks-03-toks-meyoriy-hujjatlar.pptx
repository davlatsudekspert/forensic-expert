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ekspert hujjatlarning ierarxiyasini bilishi kerak? Doskada: besh pog‘onali zanjirni chizing. Tipik xato: standart yoki SOP ni qonun bilan teng kuchli deb o‘ylash. Muhim: me’yoriy hujjatlarning amaldagi tahriri lex.uz da tekshirilishi kerak (malaka_errors.md).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qonunning qaysi bobi ekspertning o‘zi uchun eng muhim? Doskada: 5 bobni raqamlab yozing. Tipik xato: qonun raqamini eslab qolishga urinish — dvssm 85 da «153-son qonun» deyilgan, lekin toks 13 va dvssm 14 da 153-son 2012 yil 1 iyuldagi SSV buyrug‘i sifatida berilgan; slaydda 153-son faqat 2012 yil 1 iyuldagi SSV buyrug‘i sifatida (toks 13, dvssm 14); dvssm 85 dagi «qonun» ifodasi xato deb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boblarni ketma-ket yozing. Tipik xato: boblar sonini (5) va moddalar sonini (33)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davlat sud eksperti va oddiy sud eksperti farqi nimada? Doskada: to‘rt tushuncha. Tipik xato: «ish» tushunchasini faqat jinoyat ishi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tergovchi ekspertga «natija shunday chiqsin» desa, qaysi prinsip buziladi? Doskada: 4 prinsip jadvali. Tipik xato: mustaqillikni faqat tashkilotdan mustaqillik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modda xulosa berishning iloji yo‘qligi haqida? (24-modda). Tipik xato: 23 va 24-moddalarni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ob’ektning ishlatilishi uchun ruxsat kerak bo‘lishi mumkin? Doskada: ob’ektning yo‘li: topshirish -&gt; tekshirish -&gt; qaytarish. Tipik xato: ob’ektni to‘liq ishlatib yuborish; qayta tekshiruv uchun qoldiq saqlanishi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ekspert faqat o‘zi o‘tkazgan tekshiruvlar bo‘yicha so‘roq qilinadi? Doskada: so‘roq qoidalari. Tipik xato: boshqa ekspert natijasi bo‘yicha guvohlik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rahbar ekspertiza natijasiga qanday ta’sir qila olmaydi? Doskada: rahbar huquqlari va taqiqlari. Tipik xato: rahbarni ekspert xulosasining ham mualliflari qatoriga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ekspertiza qaysi kundan tayinlangan hisoblanadi? Doskada: vaqt chizig‘i: qaror -&gt; qabul -&gt; xulosa. Tipik xato: tayinlangan sanani ob’ekt kelgan kun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hollarda qayta ekspertiza tayinlanadi? Doskada: 4 turni jadvalga yozing. Tipik xato: komissiyaviy va kompleks ekspertizani aralashtirish — birinchisida ekspertlar bir xil ixtisoslikda.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xulosa berishning iloji bo‘lmagan hollarni sanang. Doskada: xulosa tarkibi. Tipik xato: usullarni ko‘rsatmaslik — 23-moddaga ko‘ra qo‘llangan usullar xulosada ko‘rsatiladi.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ekspertning ijtimoiy muhofazasi nega qonunda alohida moddada? Doskada: 25-33-moddalar ro‘yxati. Tipik xato: bu moddalarni ahamiyatsiz deb o‘tkazib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javobgarlik qaysi moddada? (31-modda). Tipik xato: 30 va 31-moddalarni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vazirlik buyrug‘i Adliya vazirligida ro‘yxatdan o‘tadi? Doskada: 25.07 -&gt; 02.09 -&gt; 12.09 sanalari. Buyruq raqami: 277-son (toks 13, dvssm 14). Buyruq raqami: kitobda 277, malaka 115 da 227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muddat to‘xtatilishi mumkin bo‘lgan hollarni sanang (Yo‘riqnoma 12-band). Doskada: 30 kun va 3 kun qoidasi. Tipik xato: muddatni materiallar kelgan kunning o‘zidan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Prezident qarori sud-tibbiy xizmat tuzilmasini qanday o‘zgartirdi? Doskada: hujjatlar vaqt chizig‘i. Tipik xato: 153-sonni qonun raqami deb o‘ylash. Kitobda: 2011 yil buyrug‘i «277-son», malaka 115 da «227» — raqam yozilmadi;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besh bo‘limning ketma-ketligi ekspertiza yo‘lini qanday aks ettiradi? Doskada: 5 bo‘limni zanjirda chizing. Tipik xato: loyiha matnini amaldagi qoidalar deb ko‘rsatish — sanasi va raqami yo‘q, amaldagi tahrir lex.uz da tekshirilsin.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«natijalarni izohlash» ekspert vazifasiga nega kiradi? Doskada: 4 vazifa. Tipik xato: faqat zaharni topishni vazifa deb hisoblab, miqdor va izohni unutish.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uchuvchan moddalar ekspertizasi qabul kuni boshlanadi? Doskada: 2/3 va 1/3 taqsimoti. Tipik xato: butun ob’ektni ishlatish — 1/3 arxivda qolishi kerak (Standart A-6 ham shuni talab qiladi).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reaktiv tozaligi nima uchun aynan shu usul bilan tekshiriladi? Doskada: reja -&gt; usul tanlash -&gt; nazorat. Tipik xato: reaktiv tozaligini «etiketkasi» bo‘yicha qabul qilish.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dastlabki va tasdiqlovchi usullar ajratiladi? Doskada: usullar zinapoyasi: skrining -&gt; tasdiq -&gt; miqdor. Tipik xato: dastlabki usul natijasini yakuniy deb hisoblash. UB = ultrabinafsha, IQ = infraqizil, GSX = gaz-suyuqlik xromatografiyasi, YuSSX = yuqori samarali suyuqlik xromatografiyasi.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qayta va qo‘shimcha tekshiruv farqi. Doskada: ikki ustun «bajariladi». Tipik xato: sifat nazoratini faqat tashqi baholash deb o‘ylash.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kitobda akt 4 qism, bu loyihada 3 qism — farqni tushuntiring. Doskada: ikki bo‘linishni yonma-yon yozing. Tipik xato: bu farqni mazmun farqi deb o‘ylash; ob’ekt tavsifi va kimyoviy tekshiruv bu loyihada «tekshiruv» qismiga kiradi.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aktda formula va muallif nomi yozilmaydi? Doskada: xotima tartibi. Tipik xato: topilmagan moddalarni xotimada ko‘rsatmaslik. Eslatma: bu talab kitobda (toks 17) ham bor.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spirtni aniqlash uchun ob’ekt nega qisqa muddat saqlanadi? Doskada: saqlash muddatlari jadvali. Tipik xato: barcha ob’ektlarni bir yil saqlash. Kitob (toks 17): konservlangan — 1 yilgacha, spirt saqlovchi — 1 oy.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standartga harf-raqamli kod beriladi? Doskada: kodlar jadvali. Kitobda xalqaro tashkilot qisqartmasi «(150)» deb yozilgan (ehtimol ISO) — slaydga olinmadi. Kitobda: «S» harfi ham qayta/komission ekspertizalar, ham sud-kimyo uchun berilgan (ziddiyat) — sud-kimyo kodi slaydga yozilmadi; lex.uz yoki asl standartda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arxivda 1/3 qismni nima uchun qoldiramiz? Doskada: «ichki a’zolar kompleksi»ni chizing. Tipik xato: barcha a’zolarni bitta bankaga solish. Izoh: kitobda «o‘g suyuqligi» deyilgan, bu «o‘t suyuqligi» ning yozuv xatosi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kiritilgan joydagi to‘qima olinadi? Tipik xato: faqat qon va siydik yuborish bilan cheklanish.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etanol uchun idish tiqingacha to‘ldiriladi? (Kitob sababini bermaydi — o‘zingiz taxmin qiling va o‘qituvchi bilan tekshiring.) Doskada: zahar-ob’ekt jadvali. Tipik xato: giyohvand moddalar uchun qon hajmini (150 ml) etanol hajmi (10-20 ml)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glikozidlar nega tez parchalanadi va bu ob’ektni olishga qanday ta’sir qiladi? Doskada: jadval. Tipik xato: metil spirti uchun faqat qon va siydik yuborish; kitobda miya, jigar, buyrak ham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surunkali metall zaharlanishda nega soch va tirnoq olinadi? Doskada: jadval. Tipik xato: surunkali zaharlanishda faqat ichki a’zolarni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narkotiklar uchun qon hajmi katta? Tipik xato: etanol va narkotik hajmlarini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metall idish man etiladi? Doskada: banka tayyorlash tartibi: soda yoki xantal eritmasi -&gt; suv -&gt; distillangan suv -&gt; quritish shkafi. Tipik xato: a’zolarni suv bilan yuvib ifloslikdan tozalash.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tekshiruv vaqtida suv ishlatilmaydi? Tipik xato: banka yuvilgach distillangan suv bosqichini tushirib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SOP nima uchun qadamma-qadam yoziladi? Doskada: bo‘limlar ketma-ketligi. Tipik xato: SOP dagi formulalarni tekshirmay ko‘chirish — malaka 015 da natriy ditionit, metabisulfit va gidrofosfat formulalari noto‘g‘ri (malaka_errors E3/E4). Malaka fayllarida «qayta ko‘rib chiqish muddati: 3 yil» ko‘rsatilgan, bu muddat eskirgan (E23): amaldagi tahrirni Markazdan 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nazorat namunasi musbat reaksiya bersa, nima qilinadi? Doskada: reaktiv-nazorat-natija zanjiri. Tipik xato: tayyorlangan reaktivlarning saqlash muddatiga e’tibor bermaslik. SOP matni «Qabul qilinadigan mezonlar» bo‘limidan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sud-kimyo ekspertizasi qaysi hujjatlarga tayanadi? Doskada: butun ierarxiya. Tipik xato: amaldagi tahrirni tekshirmasdan eski hujjatga havola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Sud-kimyo ekspertizasida qo‘llaniladigan me’yoriy hujjatlar: «Sud ekspertizasi to‘g‘risida»gi Qonun (2010), SSV yo‘riqnomasi (2011), Sud-kimyo qoidalari (2012), Standart A-6, laboratoriya SOP 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rejasi: me’yoriy hujjatlar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O‘zbekistonda sud-tibbiy ekspertiza faoliyatini «Sud ekspertizasi to‘g‘risida»gi qonun belgilaydi.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Qonunga asosan Sog‘liqni saqlash vazirligi buyruqlari chiqarilgan: 2011 yilgi, 2012 yilgi va 2015 yilgi.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Quyi bosqichda sud-tibbiy ekspertiza va tekshiruvlarni o‘tkazish standartlari (masalan, A-6) turadi.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Qonun (2010)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SSV buyruqlari va yo‘riqnoma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Sud-kimyo qoidalari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Standartlar (A-6)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 SOP 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Hujjatlar ierarxiyasi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85, 86-87; Yuldashev Z.A., Umarova G.Q., Toksikologik kimyo modulidan o‘quv-uslubiy majmua, betlar: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Qonun: qabul qilinishi va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Qonunchilik palatasi 2009 yil 18 noyabrda qabul qilgan, Senat 2010 yil 7 mayda ma’qullagan.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ekspertizasi to‘g‘risidagi qonun hujjatlari 5 bob va 33 moddadan iborat.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1-bob: Umumiy qoidalar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2-bob: Huquq va majburiyatlar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3-bob: Ekspertizani o‘tkazish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4-bob: Moliya va ta’minot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5-bob: Yakunlovchi qoidalar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Qonun boblari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 tuzilishi: 5 bob va 33 modda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«Sud ekspertizasi to‘g‘risida»gi qonun hujjatlari 5 bob va 33 moddadan iborat.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1-bob umumiy qoidalar; 2-bob muassasa rahbari va sud ekspertining huquq va majburiyatlari; 3-bob ekspertizani o‘tkazish.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4-bob sud-ekspertlik faoliyatini moliyalashtirish, tashkiliy, ilmiy-uslubiy va axborot bilan ta’minlash; 5-bob yakunlovchi qoidalar.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Sud ekspertizasi to‘g‘risida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1-bob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Umumiy qoidalar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2-bob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Muassasa va ekspert: huquq, majburiyat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3-bob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 ekspertizasini o‘tkazish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4-bob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Moliyalashtirish va ta’minot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5-bob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Yakunlovchi qoidalar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Qonun boblari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Qonun: asosiy tushunchalar (3-modda)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Davlat sud eksperti — davlat sud-ekspertiza muassasasining xizmat vazifasi tartibida ekspertiza o‘tkazuvchi sud eksperti.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Ish — sud ekspertizasi tayinlangan fuqarolik, xo‘jalik, jinoyat ishi (tergovga qadar tekshiruv materiallari ham) yoki ma’muriy huquqbuzarlik 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Sud eksperti — xulosa berish uchun fan, texnika, san’at yoki hunar sohasida maxsus bilimga ega, belgilangan tartibda tayinlangan shaxs.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Sud-ekspertlik faoliyati — sud ekspertizasini tashkil etish va o‘tkazish bo‘yicha faoliyat.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583"/>
                <a:gridCol w="3427391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Davlat sud eksperti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Muassasa xizmat tartibida ishlaydi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Ekspertiza tayinlangan jinoyat 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eksperti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Fan, hunar sohasida maxsus bilimli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3-modda: asosiy tushunchalar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85; Malaka materiali №047., «Sud ekspertizasi to‘g‘risida»gi Qonun matni, betlar: 3-modda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Faoliyat prinsiplari (4-8 moddalar)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prinsiplar 4-moddada; qonuniylik va inson huquqlariga rioya 5-6-moddalarda.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 eksperti ekspertizani tayinlagan organdan, taraflardan va ish natijasidan manfaatdor shaxslardan mustaqil.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369"/>
                <a:gridCol w="369160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Prinsip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Qonuniylikka rioya etilishi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6-modda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Inson huquq va erkinliklariga rioya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7-modda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Sud ekspertining mustaqilligi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8-modda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Xolislik, har tomonlamalik, to‘liqlik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Prinsiplar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85; Malaka materiali №047., «Sud ekspertizasi to‘g‘risida»gi Qonun matni, betlar: 7-modda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 moddalari xaritasi: 12-24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12-modda davlat sud-ekspertiza muassasasi; 13-14-moddalar rahbarning huquq va majburiyatlari; 15-16-moddalar sud ekspertining huquq va majburiyatlari.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17-modda ekspertizani o‘tkazish asoslari va muddatlari; 18-modda qo‘shimcha va qayta ekspertizalar.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19-21-moddalar: komissiya tomonidan o‘tkazish, komissiyaviy va kompleks ekspertiza; 22-modda ishtirokchilarning hozir bo‘lishi; 23-24-moddalar xulosa.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3660905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Davlat sud-ekspertiza muassasasi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13-14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Rahbarning huquq va majburiyatlari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15-16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Ekspertning huquq va majburiyatlari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17-18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Asoslar, muddat; qo‘shimcha va qayta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19-21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Komissiya, komissiyaviy, kompleks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23-24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Xulosa; xulosa berish iloji yo‘qligi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Moddalar xaritasi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85, 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Tekshirish ob’ektlari (9-modda)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9-modda tekshirish ob’ektlariga bag‘ishlangan.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Ob’ektlar: ashyoviy dalillar, tekshirish uchun namunalar, boshqa moddiy ob’ektlar, murdalar va ularning qismlari, hujjatlar.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Ob’ektlar (tirik odamdan tashqari) tekshiruv uchun zarur darajada shikastlanishi yoki ishlatilishi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Ob’ektlar imkon bo‘lsa, o‘ralgan va muhrlangan holda topshiriladi; to‘liq ishlatilmagan bo‘lsa, ekspertizadan keyin qaytariladi.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Tekshirish ob’ektlari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Ashyoviy dalillar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Tekshirish namunalari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Boshqa moddiy ob’ektlar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Murdalar va qismlari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Hujjatlar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9-modda: tekshirish ob’ektlari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85; Malaka materiali №047., «Sud ekspertizasi to‘g‘risida»gi Qonun matni, betlar: 9-modda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 eksperti: talablar va so‘roq (10-11)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sifatida davlat sud eksperti, boshqa tashkilot xodimi yoki boshqa jismoniy shaxs ishtirok 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faqat o‘zi bergan xulosa va shaxsan o‘tkazgan tekshiruvlari bo‘yicha so‘roq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Ekspertni xulosa bergunga qadar so‘roq qilish taqiqlanadi.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Davlat sud eksperti lavozimiga oliy ma’lumotli, muayyan ixtisoslik bo‘yicha tayyorgarlikdan o‘tgan shaxs olinadi (11-modda).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10-modda, 11-modda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Muassasa rahbarining huquq va majburiyatlari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Rahbar tegishli mutaxassis yoki moddiy baza bo‘lmasa, ekspertizani tayinlash qarorini ijro etmasdan xabar berishga haqli.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Rahbar ekspertga ekspert huquq va majburiyatlarini tushuntiradi va tekshiruv uchun zarur sharoitlarni ta’minlaydi.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tugagach xulosa, ob’ektlar va ish materiallari ekspertizani tayinlagan organga (shaxsga)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Rahbar ekspertga tekshiruv jarayoni va fikr mazmunini oldindan belgilovchi ko‘rsatma berishga haqli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13-modda, 14-modda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Ekspertizani o‘tkazish asoslari va muddatlari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Surishtiruvchi, tergovchi, prokuror yoki sudyaning qarori, sudning ajrimi ekspertizani o‘tkazish asoslaridir.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qaror yoki ajrim chiqarilgan kundan boshlab tayinlangan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Ekspertizani tayinlagan organ ob’ektlar va ish materiallarini taqdim etadi, tekshirish uchun namunalar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qonun hujjatlarida belgilangan muddatlarda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Qaror yoki ajrim chiqariladi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Ekspertiza tayinlangan hisoblanadi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va materiallar taqdim etiladi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Ekspertiza muddatida o‘tkaziladi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Ekspertizani tayinlash tartibi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17-modda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Qo‘shimcha, qayta, komissiyaviy, kompleks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ekspertiza bo‘shliqni to‘ldirish uchun, qayta — xulosa shubhali bo‘lsa tayinlanadi.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ekspertiza boshqa ekspertga topshiriladi; qarorda oldingi xulosaga qo‘shilmaslik sabablari yoziladi.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Ixtilof chiqsa, komissiya a’zolarining har biri alohida xulosa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Qo‘shimcha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Bo‘shliqni to‘ldirish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Qayta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Asoslanmagan yoki shubhali xulosa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Komissiyaviy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Bir xil ixtisosdagi bir necha ekspert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Kompleks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Turli ixtisosdagi ekspertlar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Ekspertiza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18-modda, 20-21-modda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 xulosasi (23-24-moddalar)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ekspert (komissiyaning har bir a’zosi) imzosi bilan tasdiqlanadi.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Xulosada sana va joy, asos, ekspert ma’lumotlari, savollar, ob’ektlar, qo‘llangan usullar, natijalar bahosi va asosli javoblar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Savolni hal etish mumkin bo‘lmasa yoki ob’ekt yaroqsiz bo‘lsa, xulosa berishning iloji yo‘qligi to‘g‘risida hujjat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tugagach xulosa, ob’ektlar va ish materiallari ekspertizani tayinlagan organga yuboriladi.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 xulosasi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Sana va joy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Asos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Ekspert ma’lumotlari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Savollar va ob’ektlar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Usullar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Natijalar bahosi, javoblar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 xulosasi mazmuni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№047., «Sud ekspertizasi to‘g‘risida»gi Qonun matni, betlar: 23-modda, 24-modda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Moliyalashtirish, qo‘riqlash, javobgarlik (25-33)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25-moddadan 33-moddagacha: moliyalashtirish, tashkiliy va ilmiy-uslubiy ta’minot, axborot ta’minoti, qo‘riqlash, xalqaro hamkorlik.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Shuningdek: davlat ekspertlari mehnatiga haq to‘lash va ijtimoiy muhofaza, qonunni buzganlik uchun javobgarlik, kuchga kirish.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Davlat sud-ekspertiza muassasalari davlat byudjeti mablag‘lari hisobidan moliyalashtiriladi.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86; Malaka materiali №047., «Sud ekspertizasi to‘g‘risida»gi Qonun matni, betlar: 25-modda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Qonun moddalari xaritasi: 25-33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25-modda sud-ekspertlik faoliyatini moliyalashtirish; 26-modda tashkiliy va ilmiy-uslubiy ta’minot; 27-modda axborot bilan ta’minlash.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28-modda davlat sud-ekspertiza muassasalarini qo‘riqlash; 29-modda xalqaro hamkorlik; 30-modda ekspertlar mehnatiga haq to‘lash va ijtimoiy muhofaza.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31-modda qonun hujjatlarini buzganlik uchun javobgarlik; 32-modda muvofiqlashtirish; 33-modda qonunning kuchga kirishi.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3595823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Mavzu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Moliyalashtirish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26-27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Ilmiy-uslubiy va axborot ta’minoti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Muassasalarni qo‘riqlash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Xalqaro hamkorlik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Mehnatga haq, ijtimoiy muhofaza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31-33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Javobgarlik, kuchga kirish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Moddalar xaritasi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SSV yo‘riqnomasi (2011)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Yo‘riqnoma Sog‘liqni saqlash vazirligining 2011 yil 25 iyuldagi buyrug‘i bilan tasdiqlangan.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Adliya vazirligida 2011 yil 2 sentyabrda 2259-son bilan ro‘yxatdan o‘tgan; 2011 yil 12 sentyabrdan kuchga kirgan.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Yo‘riqnoma qonunga, jinoyat-protsessual va fuqarolik protsessual kodekslariga asoslanadi.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Buyruq sanasi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2011 yil 25 iyul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Adliyada ro‘yxat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2011 yil 2 sentyabr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Kuchga kirdi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2011 yil 12 sentyabr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SSV yo‘riqnomasi (2011)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№115 (O‘zR SSV)., Sud-tibbiy ekspertiza muassasalarida sud-tibbiyot ekspertizalarini o‘tkazish tartibi to‘g‘risidagi Yo‘riqnoma, betlar: buyruq matni, birinchi sahifa, kirish qismi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Yo‘riqnoma: ekspertiza turlari va muddatlar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turlari: murdalar, tirik shaxslar, ashyoviy dalillar va biologik ob’ektlar (jumladan sud-kimyo, kimyo-toksikologik).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Ekspertizani o‘tkazish muddatlari murakkabligiga qarab o‘ttiz kun doirasida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O‘ttiz kunda bajarib bo‘lmasa, muddat tugashiga uch kun qolganda rahbar asoslangan xulosa tuzadi.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Muddat materiallar kelgan kundan keyingi kundan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Muddat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30 kun doirasida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Asoslangan xulosa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3 kun qolganda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muddatlari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№115 (O‘zR SSV)., Sud-tibbiy ekspertiza muassasalarida sud-tibbiyot ekspertizalarini o‘tkazish tartibi to‘g‘risidagi Yo‘riqnoma, betlar: 2-band, 11-band, 12-band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Buyruqlar va Prezident qarori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2011, 2012 va 2015 yillardagi SSV buyruqlari asosida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PQ-4049-son qaror bilan Bosh byuro Respublika ilmiy-amaliy markaziga aylantirildi.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Viloyatlar va Toshkent shahri byurolari Markazning filiallari sifatida qayta tashkil etildi.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251"/>
                <a:gridCol w="333372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Sana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Hujjat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2011 yil 25 iyul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SSV buyrug‘i (raqami: lex.uz)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2012 yil 1 iyul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SSV buyrug‘i, 153-son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2015 yil 15 aprel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SSV buyrug‘i, 82-son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2018 yil 4 dekabr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Prezident qarori PQ-4049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Hujjatlar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Sud-kimyo qoidalari: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Qoidalar SSV buyrug‘iga 6-ilova sifatida berilgan; bu matn sanasi va raqami ko‘rsatilmagan loyiha.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Qoidalarni Bosh byuro boshlig‘i prof. Z.A. G‘iyosov va sud-kimyo mudiri I.G. Axmedjanov tuzgan.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I. Umumiy holatlar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II. Qabul qilish va tavsiflash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III. Ekspertizani o‘tkazish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IV. Natijalarni rasmiylashtirish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V. Hujjat va dalillarni saqlash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Qoidalarning 5 bo‘limi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sarlavha, 2-band izohi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Qoidalar: vazifalar va ob’ektlar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Vazifa: o‘lim sababini aniqlash uchun toksikologik ahamiyatli moddalarni topish va miqdorini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materialdan ajratilgan narkotik, psixotrop va dori moddalarini topish, miqdorini aniqlash va natijalarni izohlash.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ob’ektlar bilan taqdim etilgan nobiologik dalillar (suyuqlik, ampula, tabletka, kukun) sifat va miqdor tahlili.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Ob’ektlar miqdori tekshiruv va ehtimoliy qayta tahlil uchun yetarli bo‘lishi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Sud-kimyo tekshiruvi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sababi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Toksik modda topiladi va o‘lchanadi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Narkotik, psixotrop, dori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Topish, miqdori, izohlash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Nobiologik dalillar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Suyuqlik, ampula, tabletka, kukun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Qoidalar: vazifalar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2-band, 4-band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Qoidalar: xonalar, xavfsizlik, arxiv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Ekspertiza ventilyatsiya, so‘rish shkafi, gaz, suv, isitish, yerga ulangan elektr va yaxshi tabiiy yorug‘lik bor xonalarda o‘tkaziladi.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Sud-kimyo bo‘limi boshqa bo‘limlardan ajratilgan; ish tugagach berkitiladi va muhrlanadi.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Infeksiyali (sil, gepatit, OITS) shaxslardan ob’ektlar maxsus konteynerda yuboriladi.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Uchuvchan va tez buziladigan moddalar (organik erituvchi, kislota, ishqor, sianid, kokain) ekspertizasi qabul qilingan kuni boshlanadi.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Ashyoviy dalil ob’ektining 2/3 qismi tahlilga ishlatiladi, 1/3 qismi qayta tahlil uchun bo‘lim arxivida saqlanadi (9-band).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Tahlilga ishlatiladi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2/3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Arxivda qoladi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Ob’ekt hajmini taqsimlash (9-band)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6-band, 7-band, 8-band, 9-band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Qoidalar: reja va reaktivlar tozaligi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Tekshiruvdan oldin ekspert hujjatlar bilan tanishib, tekshiruv rejasini tuzadi.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Hujjatda maqsad ko‘rsatilgan bo‘lsa, faqat hujjatda ko‘rsatilgan moddalarga tekshirish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Reaktivlar, idish va asboblar kimyoviy toza bo‘lishi kerak; reaktiv tozaligi aynan ishlatiladigan usul va reaksiya bilan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Imkon qadar turli fizik yoki kimyoviy prinsipga asoslangan kamida ikkita usul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16-band, 17-band, 18-band, 21-band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Qoidalar: usullar va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usullar: rangli reaksiyalar, yupqa qavat xromatografiyasi, immunferment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Tasdiqlovchi usullar: UB, ko‘rinadigan va IQ sohada spektrofotometriya, atom-absorbsion, GSX, YuSSX, xromato-mass-spektrometriya.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 100 g ob’ektga nisbatan og‘irlik birligida ifodalanadi; har bir ob’ektdan kamida ikkita aniqlov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Dastlabki usullar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Rangli reaksiyalar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Yupqa qavat xromatografiyasi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Immunferment usullari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Tasdiqlovchi usullar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UB, ko‘rinadigan, IQ spektrofotometriya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Atom-absorbsion, GSX, YuSSX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Xromato-mass-spektrometriya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Usullar guruhlari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19-band, 22-23-band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Qoidalar: qayta, qo‘shimcha tekshiruv, sifat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tekshiruvda birlamchida o‘tkazilgan barcha, shuningdek o‘tkazilmagan tekshiruvlar ham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Qo‘shimcha tekshiruvda faqat avval o‘tkazilmagan tekshiruvlar bajariladi.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Usulga va modda yo‘naltirilgan ichki laborator va tashqi sifat nazorati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tahlilda ekspert ishini hisoblash uchun qayta hisoblash koeffitsienti (shartli hisob birligi)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Qayta tekshiruv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Birlamchida o‘tkazilgan barcha tekshiruvlar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O‘tkazilmaganlari ham bajariladi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Qo‘shimcha tekshiruv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avval o‘tkazilmagan tekshiruvlar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Qayta va qo‘shimcha tekshiruv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24-band, 25-band, 26-band, 27-band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Qoidalar: natijalarni rasmiylashtirish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natijasi «ekspert xulosasi», tekshiruv natijasi «sud-kimyo tekshiruvi dalolatnomasi» ko‘rinishida rasmiylashtiriladi.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(akt) uch qismdan iborat: kirish, tekshiruv va yakuniy.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Kirishda vaqt, asos, joy, ekspert, ob’ektlar va ish, maqsad va savollar hamda «Ish tafsiloti»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Tekshiruv qismiga «Ob’ektlar tavsifi», «Kimyoviy tekshiruv» (zarur bo‘lsa, mikroskop ostida tekshirish)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Kirish qismi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Tekshiruv qismi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Yakuniy qism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Xulosa (akt) uch qismi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28-band, 29-band, 30-band, 31-band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tekshiruvni yozish va xotima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operatsiya uchun olingan ob’ekt miqdori ko‘rsatiladi; ajratish usullari va kuzatilgan ko‘rinishlar to‘liq tasvirlanadi.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Aktda «musbat/manfiy reaksiya» iboralari, usul muallifi nomi, reaksiya formula va tenglamalarini yozish mumkin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Xotimada avval topilgan moddalar miqdori bilan, so‘ng topilmagan moddalar, oxirida savollarga javoblar keltiriladi.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32-band, 33-band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Hujjat va ashyoviy dalillarni saqlash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hujjatlari alohida papkada, tugagach muhrlanadigan seyfda yoki qulflanadigan shkafda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Ashyoviy dalillar alohida qulflanadigan va muhrlanadigan shkafda; tez buziladigan ob’ektlar qulflangan va muhrlangan muzlatgichda.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Chirishga uchraydigan dalillar qaytarib bo‘lmasa, etil spirtida konservlanib, muzlatgichda bir yil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 spirtini aniqlashga taqdim etilgan ob’ektlar tekshiruv tugagach 30 kundan so‘ng yo‘q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Chirishga moyil dalil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1 yil (spirtda)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Etil spirtiga ob’ekt</a:t>
            </a:r>
          </a:p>
          <a:p>
            <a:pPr algn="l">
              <a:spcAft>
                <a:spcPts val="100"/>
              </a:spcAft>
            </a:pPr>
            <a:r>
              <a:rPr sz="2500" b="1">
                <a:solidFill>
                  <a:srgbClr val="0B1F3A"/>
                </a:solidFill>
                <a:latin typeface="Calibri"/>
              </a:rPr>
              <a:t>30 kundan keyin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Saqlash muddatlari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№117 (O‘zR SSV, loyiha matni)., Sud-kimyo ekspertiza va tekshiruvlarini o‘tkazish qoidalari, betlar: 34-band, 35-band, 37-band, 37-band izohi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Sud-tibbiy ekspertiza standartlari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Standartlar qonunchilik me’yorlari va «sud-tibbiy ekspertiza o‘tkazish tartibi» asosida ishlab chiqilgan va barcha muassasalar uchun mo‘ljallangan.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Maqsad: faoliyatni takomillashtirish, ekspert xulosalarining obyektivligini ta’minlash, xalqaro tashkilotlar akkreditatsiyasi imkoniyati.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Kod: A — murda; V — tirik shaxslar; S — qayta, komission va kompleks; B — sud-biologik; Ye — sud-gistologik; G‘ — tibbiy-kriminalistik.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Standart kodi (harf + son)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 ekspertizasi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Tirik shaxslar ekspertizasi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Qayta, komission, kompleks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Sud-biologik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Sud-gistologik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G‘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Tibbiy-kriminalistik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Standart kodlari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86, 86-87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Standart A-6: ob’ektlarni olish (umumiy)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Standart A-6 sud-kimyo tekshiruvi uchun ob’ektlar olishni belgilaydi.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Ob’ektlar turi taxmin qilinayotgan zaharning tabiati, kiritilish yo‘li, tarqalishi, chiqish tezligi va davolash muolajalarini hisobga olib tanlanadi.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Ichki a’zo va suyuqliklarning uchdan bir qismi qayta tekshiruv uchun arxivda qolishi inobatga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Zaharlanishga shubhada: oshqozon ichidagi modda, jigarning 1/3, o‘t suyuqligi, bitta buyrak, siydik (200 ml gacha), 200 ml qon; har biri alohida shisha bankaga.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Zahar tabiati, kirish yo‘li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Tarqalishi, chiqish tezligi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Davolash muolajalari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turi tanlanadi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1/3 qismi arxivda qoladi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A-6: ob’ekt tanlash mezonlari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A-6: kiritilish yo‘liga qarab qo‘shimcha ob’ektlar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qin yoki bachadon orqali yuborilgan deb taxmin qilinsa, qin va bachadon alohida shisha idishlarga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ostiga yoki mushaklar orasiga yuborilganda, kiritilgan deb taxmin etilgan sohadan teri va mushaklar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Ingalyatsion zaharlanishda 300 g dan eng to‘laqon sohadan o‘pka bo‘lagi va bosh miya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 ichidagi moddadan zarracha, kristall yoki tabletka topilsa, ular ham ekspertizaga yuboriladi.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190"/>
                <a:gridCol w="31727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Kiritilish 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Qo‘shimcha 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Qin yoki bachadon orqali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Qin va bachadon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Teri ostiga, mushakka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Teri va mushak bo‘lagi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Ingalyatsion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O‘pka bo‘lagi, bosh miya (300 g dan)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Ichida zarracha topilsa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Zarracha, kristall, tabletka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Kiritilish yo‘li — ob’ekt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A-6: moddalar bo‘yicha ob’ektlar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Etanolga shubhada qon yirik venalardan yoki miya qattiq pardasi sinuslaridan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va siydik yuborilmasa, 100 g atrofida mushak to‘qimasi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 va ishqorlar uchun halqum, traxeya, qizilo‘ngach, oshqozon devori va teri bo‘lagi olinadi.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60"/>
                <a:gridCol w="340581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Etanol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Qon, siydik 10-20 ml (tiqingacha)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Giyohvand, psixotrop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150, siydik 150-200 ml, o‘t pufagi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Uglerod oksidi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10-20 ml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Kislotalar, ishqorlar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Halqum, qizilo‘ngach, oshqozon devori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Qaysi zahar — qaysi ob’ekt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A-6: moddalar bo‘yicha ob’ektlar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Uchuvchan xlororganik moddalarga: charvi bo‘lagi, 200 g bosh miya, qon, siydik, jigar, buyrak.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Glikozidlarda in’eksiya sohasi to‘qimalari etil spirti bilan konservlangan holda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Fosfororganik birikmalarda jigar, buyrak, siydik, oshqozon, ichak va xolinesteraza faolligi uchun qon olinadi.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27350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Miya, jigar, buyrak 100 g; qon, siydik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Uchuvchan xlororganik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Charvi, 200 g miya, qon, siydik, jigar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Glikozidlar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 1/3, o‘t qopi; in’eksiya sohasi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Fosfororganik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Jigar, buyrak, siydik, oshqozon, qon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Qaysi zahar — qaysi ob’ekt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87, 88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A-6: metall zaharlar, metgemoglobin, eksgumatsiya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Simob va surunkali qo‘rg‘oshin, talliy, margimush zaharlanishlarida soch va tirnoq ham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Metgemoglobin hosil qiluvchi zaharlar (anilin, nitrobenzol va b.) uchun qon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Eksgumatsiyada olti joydan 500 g dan tuproq va kiyim, tobut taxtasi yuboriladi.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8738"/>
                <a:gridCol w="280923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 tuzlari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Soch, tirnoq, jigar, buyrak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Qo‘rg‘oshin, talliy, margimush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Soch, tirnoq, suyak, jigar, buyrak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Metgemoglobin zaharlari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Qo‘ziqorin, zaharli o‘simlik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Oshqozon-ichak moddasi, qusuq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Qaysi zahar — qaysi ob’ekt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A-6: asosiy ob’ektlar hajmlari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Etanolga shubhada qon va siydik 10-20 ml dan, tiqingacha to‘ldirilgan idishga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Giyohvand vositalar va psixotrop moddalarga shubhada albatta qon (150 ml), siydik (150-200 ml) va o‘t pufagi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Metil spirtiga shubhada bosh miya, jigar, buyrak 100 g dan; qon va siydik 10-20 ml dan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Uglerod oksidiga shubhada qon (10-20 ml)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Etanol: qon, siydik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10-20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Narkotik: qon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150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Narkotik: siydik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150-200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Metanol: a’zolar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 g dan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CO: qon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10-20 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Zaharlanish: qon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Ob’ekt hajmlari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87, 88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A-6: olish va konservatsiya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Qizilo‘ngach, oshqozon va ichak moddalari aralashmasligi uchun ikkita ligatura qo‘yiladi; ichki a’zolar suv bilan yuvilmaydi.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A’zolar og‘zi keng quruq shisha bankalarga solinadi; metall yoki keramik idishlar ishlatish man etiladi.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Konservatsiya faqat yurak glikozidlariga shubhada: etil spirti a’zolarni kamida 1 sm ko‘mib turishi, 300 ml spirt namuna sifatida yuboriladi.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Bankalar zich yopiladi, yorliq yopishtiriladi, muhrlangan polietilen xalta yoki konteynerga joylanadi.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Ligatura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Qizilo‘ngach, oshqozon, ichakka ikkitadan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Idish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Og‘zi keng quruq shisha banka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Konservatsiya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Faqat yurak glikozidlariga shubhada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Spirt namunasi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300 ml sud kimyo uchun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Qadoqlash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Yorliq, muhrlangan xalta yoki konteyner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Olish va konservatsiya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A-6: ekspert nazorati va idish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 murdadan zaharning chiqib ketmasligi va tashqaridan tushib qolmasligini nazorat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ochilguncha seksion stol, asboblar, qo‘lqoplar yaxshilab yuviladi; tekshiruv vaqtida suv va boshqa suyuqliklar ishlatilmaydi.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Bankalar soda yoki xantal eritmasi bilan yuviladi, toza suv, so‘ng distillangan suv bilan chayiladi va quritish shkafida quritiladi.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Soda yoki xantal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Banka eritma bilan yuviladi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Toza suv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Yaxshilab chayiladi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Distillangan suv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Keyin shu bilan chayiladi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Quritish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Quritish shkafida quritiladi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Idish tayyorlash tartibi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 SOP lari: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SOP — «Muolajani bajarish yo‘riqnomasi»; masalan, № RIP.G.240.2013 (biologik materialda simobni aniqlash).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Yana bir SOP — № RIP.G.244.2013 (qonda karboksigemoglobinni aniqlash).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Hujjatni Bosh byuro tasdiqlaydi; tuzuvchilar ko‘rsatiladi; xodimlar tanishish varag‘iga imzo qo‘yadi.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38"/>
                <a:gridCol w="310563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Bo‘lim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Materiallar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Asbob-uskuna va reaktivlar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Tayyorlangan reaktivlar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Tayyorlash tartibi va saqlash muddati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Protsedura tavsifi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Bosqichma-bosqich usul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Tahlil, talqin, hujjatlash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Natija va qabul mezonlari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SOP bo‘limlari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№012 (O‘zR SSV Bosh byuro)., Muolajani bajarish yo‘riqnomasi № RIP.G.240.2013: Biologik materialda simobni sud-kimyoviy aniqlash, betlar: sarlavha sahifasi; Malaka materiali №015 (O‘zR SSV Bosh byuro)., Muolajani bajarish yo‘riqnomasi № RIP.G.244.2013: Qonda karboksigemoglobinni sud-kimyoviy aniqlash, betlar: sarlavha sahifasi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SOP: reaktivlar va qabul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Reaktivlar tayyorlash qadamlari yoziladi va muddati ko‘rsatiladi: ko‘pchiligi 1 oy, ditizon eritmasi 10 kun, mis(I) yodid 6 oy.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mezoni (simob): qo‘llangan reaktivlar va nazorat namunasi simobga musbat reaksiya bermasligi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Qabul mezoni (karboksigemoglobin): qon bilan havoga minimal tegish sharoitida ishlanadi; fotometrlash uchun qon eritmalari tiniq bo‘lishi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Ko‘pchilik reaktivlar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 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Ditizon eritmasi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Mis(I) yodid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 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Tayyorlangan reaktiv muddati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№012 (O‘zR SSV Bosh byuro)., Muolajani bajarish yo‘riqnomasi № RIP.G.240.2013: Biologik materialda simobni sud-kimyoviy aniqlash, betlar: tayyorlangan reaktivlar, qabul mezonlari; Malaka materiali №015 (O‘zR SSV Bosh byuro)., Muolajani bajarish yo‘riqnomasi № RIP.G.244.2013: Qonda karboksigemoglobinni sud-kimyoviy aniqlash, betlar: qabul mezonlari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Hujjatlar ierarxiyasi: qonun -&gt; vazirlik buyruqlari va yo‘riqnoma -&gt; qoidalar -&gt; standartlar -&gt; SOP.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 5 bob va 33 moddadan iborat; asosiy prinsiplar: qonuniylik, mustaqillik, xolislik, to‘liqlik.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Standart A-6: ob’ektlar zaharning turiga qarab olinadi; uchdan bir qismi arxivda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qonun tuzilishi, ekspert huquq va majburiyatlari, A-6 bo‘yicha ob’ekt hajmlari, SOP bo‘limlari.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85, 87, 85-88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Standart kodlari harflar (ekspertiza turi) va sonlar (tartib raqami) dan iborat; masalan, A — murda ekspertizasi, B — sud-biologik, Ye — sud-gistologik.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Eksgumatsiya qilingan murda tekshirilganda tobutning usti va ostidan, yon tomonlaridan, bosh va oyoq tomonidan 500 g dan tuproq namunasi olinadi.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SOP da tayyorlangan reaktivlarning saqlash muddati farqlanadi: ditizon eritmasi — 10 kun, simobning standart eritmasi — 30 kun, mis(I) yodid suspenziyasi — 6 oy.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Qoidalarga ko‘ra ob’ektning 2/3 qismi tekshiruvga ishlatiladi, 1/3 qismi arxivda qayta tahlil uchun saqlanadi — Standart A-6 ham aynan shu talabni (uchdan bir qism arxivda) beradi.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Sud-kimyo ekspertizasida qo‘llaniladigan me’yoriy hujjatlar: «Sud ekspertizasi to‘g‘risida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85-88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№012 (O‘zR SSV Bosh byuro). Muolajani bajarish yo‘riqnomasi № RIP.G.240.2013: Biologik materialda simobni sud-kimyoviy aniqlash.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№015 (O‘zR SSV Bosh byuro). Muolajani bajarish yo‘riqnomasi № RIP.G.244.2013: Qonda karboksigemoglobinni sud-kimyoviy aniqlash.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№047. «Sud ekspertizasi to‘g‘risida»gi Qonun matni.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№115 (O‘zR SSV). Sud-tibbiy ekspertiza muassasalarida sud-tibbiyot ekspertizalarini o‘tkazish tartibi to‘g‘risidagi Yo‘riqnoma (2011).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