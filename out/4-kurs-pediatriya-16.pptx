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ishlarda bu ekspertiza tayinlanadi? Doskada: olti yo‘nalish ro‘yxati. Tipik xato: jinsiy holatlar bilan jinsiy jinoyatlarni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Qachon jins masalasi sud-tibbiy masalaga aylanadi? Doskada: holatlar ro‘yxati. Tipik xato: jinsni faqat pasportga qarab aniqlash.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Chin va soxta turlari farqi nimada? Doskada: jadval. Tipik xato: soxta turni chin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Ichki bez va tashqi belgi qanday nomuvofiq? Doskada: ikki ustunli jadval. Tipik xato: tashqi ko‘rinishga qarab xulosa chiqarish.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usul eng ishonchli? Doskada: usullar ketma-ketligi. Tipik xato: faqat tashqi ko‘rik bilan cheklanish.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Yetuklik va yosh o‘rtasidagi bog‘liqlik qanday? Doskada: ta’rif va 14 yosh. Tipik xato: yetuklikni faqat yoshga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ahamiyat o‘zgardi? Doskada: moddalar va yoshlar jadvali. Tipik xato: moddalardagi yoshni chalkashtirish.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mutaxassislar ishtirok etadi? Doskada: belgilar ro‘yxati. Tipik xato: tos o‘lchamlarini yagona mezon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ko‘rsatkichlar nisbiy? Doskada: raqamlar jadvali. Tipik xato: raqamlarni mutlaq mezon deb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Bachadon nisbati nimani bildiradi? Doskada: 3 sharti. Tipik xato: bachadon o‘lchamini e’tiborsiz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Bokiralik qaysi anatomik belgi bilan bog‘liq? Doskada: ta’rif. Tipik xato: bokiralikni boshqa belgi bilan aniqlash.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Uch tur farqini ayting. Doskada: uch tur jadvali. Tipik xato: parda shaklini tashxis belgisi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Parda butunligi aloqa bo‘lmaganini isbotlaydimi? Doskada: uch holat. Tipik xato: butun pardani aloqa bo‘lmaganining isboti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tezkor murojaat zarur? Doskada: vaqt chizig‘i. Tipik xato: 3 haftadan keyin muddatni aniqlashga urinish.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Ikki holatning farqi nimada? Doskada: jadval. Tipik xato: tabiiy o‘yiqni yoriq deb qabul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Namunani qachon olish kerak? Doskada: 3-5 kun. Tipik xato: namuna olishni kechiktirish.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ishlarda masala qo‘yiladi? Doskada: jinoiy va fuqarolik ishlari. Tipik xato: klinitsistsiz xulosa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Uch holatni farqlang. Doskada: uch atama jadvali. Tipik xato: atamalarni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sabablar vaqtincha, qaysilari doimiy? Doskada: ikki guruh. Tipik xato: yoshni e’tiborsiz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jinoyatlarda masala qo‘yiladi? Doskada: jinoyatlar ro‘yxati. Tipik xato: akusher-ginekologsiz o‘tkazish.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belgilar ishonchli? Doskada: taxminiy va ishonchli belgilar. Tipik xato: yagona belgiga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Dastlabki va kech davr belgilarini solishtiring. Doskada: davrlar jadvali. Tipik xato: kech davrda aniq muddat aytish.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Abortning turlarini sxemada ko‘rsating. Doskada: turlar daraxti. Tipik xato: 22 va 12 haftani chalkashtirish.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Usullarga qarab qanday izlar qoladi? Doskada: usullar jadvali. Tipik xato: usulni izsiz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asorat eng tez o‘lim keltiradi? Doskada: asoratlar ro‘yxati. Tipik xato: asoratlarni nazarda tutmaslik.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Jinoyatlarni guruhlarga ajrating. Doskada: guruhlar jadvali. Tipik xato: barcha jinoyatlarni bitta guruhga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Ekspert nimani isbotlaydi, nimani isbotlay olmaydi? Doskada: ta’rif. Tipik xato: qo‘rqitishni ham obyektiv belgi bilan tasdiqlash.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Ginekologik anamnezga nimalar kiradi? Doskada: ketma-ketlik. Tipik xato: hujjatlarsiz ko‘rik boshlash.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Belgilar qaysi sohalarda? Doskada: joylashuv sxemasi. Tipik xato: jarohat yo‘qligini jinoyat yo‘qligi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Ojizlikning qanday sabablari bor? Doskada: sabablar ro‘yxati. Tipik xato: namunani kechiktirib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Gumondorni ko‘rikda nimalar topilishi mumkin? Doskada: gumondor belgilari. Tipik xato: gumondorni ko‘rikdan o‘tkazmaslik.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Aktiv va passiv qatnashchi belgilari qanday farq qiladi? Doskada: ikki ustunli jadval. Tipik xato: zo‘rlik ishlatilgan holatni 120-modda bilan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Qaysi kasalliklar belgilarni taqlid qiladi? Doskada: taqqoslash. Tipik xato: kasallik izini jinoyat izi deb talqin etish.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bu jinoyat alohida guruhda? Doskada: harakatlar ro‘yxati. Tipik xato: harakatlarni faqat jismoniy aloqa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Iz topilmasa, xulosa qanday? Doskada: jarohatlar ro‘yxati. Tipik xato: iz yo‘qligini harakat yo‘q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Kasallikning qaysi bosqichi subyektni belgilaydi? Doskada: mutaxassislar ro‘yxati. Tipik xato: tibbiy hujjatlarni e’tiborsiz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Tasnifdagi to‘rt guruhni ayting. Eslatma: bu inglizcha manba. Doskada: guruhlar. Tipik xato: tasnifni mahalliy qonun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bolani darhol ko‘rikdan o‘tkazish kerak? Doskada: 7 kun va 72 soat. Tipik xato: kechiktirib ko‘rikka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Ko‘rikda bolani qanday himoya qilamiz? Doskada: tamoyillar. Tipik xato: genito-anal ko‘rikni birinchi bosqichda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Topilma yo‘qligi nimani bildiradi? Doskada: talqin qoidalari. Tipik xato: topilma yo‘qligini zo‘ravonlik yo‘q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Amaliy mashg’ulot: Bahsli jinsiy holatlar va jinsiy jinoyatlar bo‘yicha tirik shaxslarning sud-tibbiy ekspertizasi. Bu turdagi ekspertizalar o‘tkazishning xususiyatlari.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jinsiy holatlar ekspertizasi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Turli jinoiy ishlarni tergov qilish va fuqarolik ishlarini ko‘rishda jinsiy holatlar yuzasidan sud-tibbiy ekspertiza o‘tkazish zarurati vujudga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ekspertiza jins, jinsiy yetuklik, bokiralik, nasl qoldirish qobiliyati, homiladorlik, bo‘lib o‘tgan tug‘ruq yoki abortni aniqlash uchun tayinlanadi.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Haqiqiy jinsni aniqlash: sabablar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Ehtiyoj: tug‘ilganda jins noto‘g‘ri aniqlanganda, shaxsni tasdiqlovchi hujjat berishda, maxsus o‘quv yurtiga kirishda, nikohni bekor qilish yoki aliment ishlarida.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Shuningdek jinsiy jinoyatlar bo‘yicha tergovda shaxsning qayd etilgan jinsiga shubha bo‘lganda.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Germafroditizm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 paytda ikki jinsga xos jinsiy a’zolar bo‘lishi germafroditizm deyiladi; chin va soxta turlari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Chin germafroditizm juda kam: erkak va ayol jinsiy bezlari bo‘ladi (spermatogenez va ovogenez alomatlari).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Soxta germafroditizmda bir jinsga xos bez bo‘lib, tashqi belgilar boshqa jinsga o‘xshaydi.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977"/>
                <a:gridCol w="1762658"/>
                <a:gridCol w="2182338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Bezlar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Tashqi belgilar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Erkak va ayol bezlari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Erkak yoki ayolga o‘xshash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Soxta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Bitta jinsga xos bez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Boshqa jinsga o‘xshash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Germafroditizm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Soxta germafroditizm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Soxta erkak germafroditda yorg‘oq ishlaydi, tashqi belgilar ayolga o‘xshaydi: kichik jinsiy olat, kriptorxizm, ko‘krak bezlari kattalashishi.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Soxta ayol germafroditda tuxumdon ishlaydi, tashqi belgilar erkakniki kabi: klitor gipertrofiyasi, uyat lablari qo‘shilib bitishi.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Jinsni aniqlash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Anamnestik ma’lumotlar (menstruatsiya, polyusiya, jinsiy intilish) va ginekolog, urolog, androlog, endokrinolog hujjatlari inobatga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Antropometrik o‘lchovlar, tashqi jinsiy a’zolar va ikkilamchi jinsiy belgilar o‘rganiladi; klinik, laboratoriya, funksional tekshiruvlar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Qondagi leykotsitlarda xromosomalarni tekshirib genetik jins aniqlanishi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Jinsiy yetuklik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Jinsiy yetuklik — salomatlik va keyingi rivojlanishga ziyon yetkazmay jinsiy hayot olib borishga imkon beradigan rivojlanish darajasi.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Ayollarda: jinsiy aloqa, homilador bo‘lish, homilani saqlash, tug‘ish, go‘dakni emizish; erkaklarda: jinsiy aloqa va urug‘lantirish qobiliyati.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Odatda 14 yoshga to‘lmaganlar jinsiy yetilmagan hisoblanadi; masala 14 yoshdan nikoh yoshigacha oraliqda vujudga keladi.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Yetuklikni aniqlashning amaliy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Ilgari zarurat nomusga tegish, fahsh harakatlari, balog‘atga yetmaganlarda bokiralik buzilishi, erta nikoh hollarida vujudga kelgan.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Hozir bunday ahamiyat kamaygan: Jinoyat kodeksida javobgarlik muayyan yoshga bog‘langan (118, 119-moddalar — 18 va 14 yosh; 128, 129-moddalar — 16 yosh).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Qizlarda yetuklik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Umumiy jismoniy rivojlanish, tashqi va ichki jinsiy a’zolar, ikkilamchi belgilar, tos o‘lchamlari, menstruatsiya inobatga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akusher-ginekolog ishtirokida, klinik va laboratoriya tekshiruvlari bilan bajariladi.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Odatda 16-17 yoshga kelib tos rivojlanishi tug‘ruqning normal o‘tishiga imkon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Antropometrik ko‘rsatkichlar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Yetuklikda tana uzunligi tik holatda 150 sm, o‘tirganda 80 sm dan; ko‘krak aylanasi tinch holatda 78-80 sm dan kam bo‘lmasligi lozim.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Tos: yonbosh suyaklari ustki o‘siqlari oralig‘i 26-27 sm, son suyaklari katta ko‘stlari oralig‘i 29 sm, tashqi konyugata 17-18 sm.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Ko‘rsatkichlar nisbiy; ba’zan kichikroq ko‘rsatkichlarda ham ayol zararsiz farzand ko‘rishi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8549"/>
                <a:gridCol w="216942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Ko‘rsatkich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Qiymat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Tana uzunligi, tik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150 sm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Tana uzunligi, o‘tirgan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80 sm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Ko‘krak aylanasi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78-80 sm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Tashqi konyugata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17-18 sm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Yetuklik antropometriyasi (kamida)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Jinsiy aloqa va homiladorlik qobiliyati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Jinsiy aloqa qilish qobiliyati tashqi jinsiy a’zolar, xususan qinning yetarli rivojlanishi bilan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Ovulyatsiyadan keyin homilador bo‘lish mumkin; ovulyatsiya to‘g‘ri shakllangan menstrual siklga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Homilani saqlash bachadon va tos rivojlanishiga bog‘liq: yetuklikda bachadon tanasi uning 2/3 qismini, bo‘yinchasi 1/3 qismini tashkil etadi.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289, 290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Bokiralikni aniqlash zarurati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Zarurat nomusga tegish, 16 yoshga to‘lmagan shaxs bilan jinsiy aloqa yoki ularga nisbatan fahsh harakatlari holatlarida vujudga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Bokiralik (virginitas) asosan qizlik pardasining (hymen) anatomik butunligi bilan belgilanadi.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Qizlik parda qin shilliq qavatining duplikaturasi bo‘lib, qin dahlizi va qin oralig‘ida joylashadi.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Qizlik pardasi tuzilishi va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Pardada asos, erkin chet va teshik farqlanadi; teshiklar bir nechta bo‘lishi yoki umuman bo‘lmasligi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Nikitin va Serdyukov bo‘yicha uch tur: odatdagi (halqasimon, yarim oysimon va b.), g‘ayrioddiy kam uchraydigan, juda kam uchraydigan (jumladan teshigi yo‘q).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Parda xususiyatlarini tavsiflashda soat siferblati bilan taqqoslanadi.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Defloratsiya va uning boshqa sabablari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Birinchi jinsiy aloqada parda butunligi buzilishi (defloratsiya) bokiralik yo‘qolishiga olib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Parda butunligi boshqa holatlarda ham buzilishi mumkin: barmoq bilan, turli jismlar ta’sirida, jarrohlik jarayonida.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Ayrim hollarda jinsiy aloqada defloratsiya bo‘lmasligi mumkin: elastik, cho‘ziluvchan, balandligi past, tabiiy o‘yiqlari ko‘p pardalarda.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Parda yoriqlari va bitish muddati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Jinsiy aloqada to‘liq yoriq parda asosigacha yetadi, noto‘liq yoriq asosga yetmaydi.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Yoriqdan qon ketadi, to‘qima shishadi; birinchi hafta oxirida yallig‘lanish kamayib, granulyatsion to‘qima paydo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Ikkinchi hafta oxiri — uchinchi haftada chandiq hosil bo‘ladi; uch haftadan so‘ng muddatni hal etish imkoni bo‘lmaydi.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Dastlab: qon ketish, shish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1-hafta oxiri: granulyatsiya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2-3 hafta: chandiq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 haftadan keyin: muddat aniqlanmaydi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Yoriq bitishi vaqt chizig‘i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Yoriq va tabiiy o‘yiqni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Tabiiy o‘yiqlar pardaning turli segmentida bo‘ladi; yoriqlar ko‘pincha pastki segmentlarda, soat siferblati bo‘yicha 5-7 oralig‘ida.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Aksariyat tabiiy o‘yiqlar pardaning asosigacha yetmaydi, chetlaridagi to‘qima boshqa sohalardan farqlanmaydi.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Eski yoriq chetlari nisbatan qalin, chandiqlangan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420"/>
                <a:gridCol w="1542885"/>
                <a:gridCol w="2289669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Yoriq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Tabiiy o‘yiq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Joylashuvi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Ko‘pincha 5-7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Turli segment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Asosga yetishi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Yetishi mumkin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Aksariyat yetmaydi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Chetlari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Eskisida chandiq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Boshqa sohadan farqlanmaydi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Yoriq va tabiiy o‘yiq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Jinsiy aloqa belgilari; shifokorlar vazifasi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Belgilar: qinda maniy topilishi, homiladorlik rivojlanishi, tanosil kasalliklari yuqishi.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Maniy qinda odatda 3-5 kungacha saqlanadi, shuning uchun namuna qancha tez olinsa, natija shunchalik ishonchli.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Shifokorlar shubhada imkon qadar qisqa muddatda sud-tibbiy ekspertga murojaat qilish lozimligini tushuntirishi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292, 291–292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Nasl qoldirish qobiliyati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Erkaklarda — jinsiy aloqa va urug‘lantirish; ayollarda — jinsiy aloqa, homilador bo‘lish va tug‘ish imkoniyati.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Zarurat tan jarohati, bola o‘g‘irlash, nomusga tegish bilan bog‘liq jinoiy ishlarda va nikohni bekor qilish, aliment bo‘yicha fuqarolik ishlarida paydo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tegishli klinitsist-mutaxassislar ishtirokida, laboratoriya-instrumental va ba’zan statsionar tekshiruv bilan o‘tkaziladi.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292, 293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Erkaklarda impotensiya va urug‘lantirish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Jinsiy aloqaga monelik (impotensiya) markaziy nerv tizimi kasalliklari, tashqi jinsiy a’zo nuqsonlari, endokrin kasalliklar yoki nevrotik reaksiyaga bog‘liq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Urug‘lantirish qobiliyati eyakulyatni laboratoriya tekshiruvi bilan aniqlanadi; normal harakatchan spermatozoidlar topilishi qobiliyatni tasdiqlaydi.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Azospermiya, nekrospermiya yoki astenospermiya bu qobiliyatni inkor etadi.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Ayollarda monelik qiluvchi holatlar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Jinsiy aloqaga monelik: qin atreziyasi, aplaziyasi, chandiqlar, o‘smalar, tos suyaklari deformatsiyasi, vaginizm.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Homilador bo‘lishni istisno qiladigan holatlar: yosh (balog‘atga yetmagan yoki menopauza), jinsiy a’zolar kasalliklari, rivojlanish nuqsonlari, o‘smalar, operatsiyalar.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Tor tos va tos deformatsiyasi tabiiy tug‘ishga to‘sqinlik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292, 293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Homiladorlik, tug‘ruq va abort ekspertizasi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Zarurat go‘dak o‘ldirish, bola o‘g‘irlash, jinoiy abort, nomusga tegish, fahsh harakatlari, tan jarohatlari bilan bog‘liq jinoyatlarda paydo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Ekspertizalar akusher-ginekologlar ishtirokida klinik-laborator, instrumental tekshiruvlar bilan bajariladi.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Kechayotgan homiladorlik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Menstruatsiya bo‘lmaydi; sut bezlari, so‘rg‘ich va atrof doira kattalashadi, pigmentatsiya paydo bo‘ladi (2-oydan yaqqol).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Laboratoriya: xorial gonadotropin aniqlanadi; bachadon o‘lchami, shakli, zichligi o‘zgaradi.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Ishonchli belgilar: auskultatsiyada homila yurak urishi, palpatsiya va ultratovushda homila qismlari va qimirlashi.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Bo‘lib o‘tgan tug‘ruq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kunlarda sut bezlari shishgan, so‘rg‘ich doirasi to‘qroq, ajralma chiqadi; sut bezi sekretining sitologik tekshiruvi muddatni aniqlashda ahamiyatli.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 jinsiy oraliq keng, qinga kirish ochiq, uyat lablari shishgan; bachadon bo‘yinchasi tashqi teshigi ochiq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Keyinroq tug‘ruqni bachadon bo‘yinchasi tashqi teshigining yoriqsimon shakli, mirtasimon so‘rg‘ichlar, qorin terisida mayda chandiqlar bo‘yicha qayd etish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293, 294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Abort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Abort — homiladorlikning 22 haftasigacha uzilishi; o‘z-o‘zidan yoki sun’iy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Sun’iy abort artifitsial (tibbiy) va jinoiy turlarga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 abort 12 haftagacha ayolning xohishiga ko‘ra, kechroq tibbiy va ijtimoiy ko‘rsatma bilan akusher-ginekologlar tomonidan o‘tkaziladi.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Abort (22 haftagacha)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O‘z-o‘zidan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Sun’iy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Tibbiy yoki jinoiy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Abort turlari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Jinoiy abort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Jinoiy abort tibbiy muassasada yoki undan tashqarida tayyorgarligi yo‘q xodimlar yoki tibbiy ma’lumotsiz shaxslar tomonidan o‘tkazilishi mumkin; JK 114-modda.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Ekspertizada homiladorlik va uzilishi, usul va oqibatlari o‘rganiladi.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Usullar: mexanik, kimyoviy, ba’zan termik, juda kam elektr toki ta’sirida.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294, 295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Jinoiy abort asoratlari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Hayot uchun xavfli holatlar: havo emboliyasi, travmatik shok, o‘tkir qon ketish, qin yoki bachadon perforatsiyasi.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Shuningdek kimyoviy moddalar yoki dori bilan zaharlanish va infeksion asoratlar; ular o‘limning bevosita sababi bo‘lishi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Jinsiy jinoyatlar: umumiy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tibbiyotida nomusga tegish, besoqolbozlik, fahsh harakatlari, tanosil kasalliklari yoki OIV/OITSni tarqatish jinsiy jinoyatlar qatorida o‘rganiladi.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Nomusga tegish, besoqolbozlik, g‘ayritabiiy usulda ehtiyojni qondirish — jinsiy erkinlikka qarshi jinoyatlar; tanosil kasalliklari va OIV/OITS tarqatish JKda hayot yoki sog‘liqqa xavfli jinoyatlar guruhida.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295, 299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Nomusga tegish: ta’rif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JK 118-modda: jabrlanuvchining xohishiga qarshi zo‘rlik, qo‘rqitish yoki ojizligidan foydalanib jinsiy aloqa qilish.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Nazariy jihatdan erkaklar ham jabrlanishi mumkin, amalda asosan ayollarga nisbatan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«Nomusga tegish» huquqiy tushuncha; ekspertizada jinsiy aloqa yoki unga urinish, zo‘rlik va ojizlikni tasdiqlovchi obyektiv belgilar o‘rganiladi.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Jabrlanuvchini ko‘rikdan o‘tkazish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Bevosita ko‘rikdan oldin qaror, hodisa joyini ko‘zdan kechirish bayonnomasi va tibbiy hujjatlar bilan tanishiladi.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So‘rov orqali hodisa tafsilotlari o‘rganiladi va ginekologik anamnez yig‘iladi.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Qo‘rqitish jabrlanuvchida xos obyektiv belgilar qoldirmaydi.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Hujjatlar bilan tanishish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So‘rov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Ginekologik anamnez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Ko‘rik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Namunalar olish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Ko‘rik ketma-ketligi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295, 296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Nomusga tegishda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Zo‘rlikda qontalash va shilinmalar bo‘ladi, ko‘pincha sonning ichki yuzalarida va jinsiy a’zolar sohasida.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Jinsiy a’zolarda qizlik pardasi yorig‘i, ayrim hollarda qin devori va oraliqda qon quyilish va yorilishlar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Qin va oraliq shikastlanishi jinsiy hayot olib borgan ayollarda ham bo‘lishi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Maniy va ojizlik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Qinda va tashqi jinsiy a’zolar, qov, oraliq, son sohalarida maniy topilishi muhim dalil.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Voqeadan keyin imkon qadar qisqa vaqtda qindan surtma, tashqi sohalardan bosma olinishi lozim; vaqt o‘tishi bilan spermatozoid topilish ehtimoli kamayadi.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Ojizlik ruhiy kasallik, travma, jismoniy nuqson, kichik yoki keksa yosh, alkogol yoki narkotik mastlik, gangituvchi moddalar bilan bog‘liq bo‘lishi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G‘ayritabiiy usul va gumondorlar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G‘ayritabiiy usulda ehtiyojni zo‘rlik, qo‘rqitish yoki ojizlikdan foydalanib qondirish JK 119-moddasi bilan belgilangan.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Og‘iz bo‘shlig‘i, orqa chiqaruv teshigi va uning atrofi, to‘g‘ri ichak pastki qismi tekshiriladi; surtma va bosmalar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Nomusga tegishda gumondorlarni ham ekspertizadan o‘tkazish maqsadga muvofiq.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Besoqolbozlik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JK 120-modda: erkakning erkak bilan zo‘rlik ishlatmasdan jinsiy ehtiyojini qondirishi.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Aktiv va passiv qatnashchilarning ikkovi ham jinoyat subyekti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Aktiv qatnashchida jinsiy olatda va qovda ikkinchi shaxsning qon, soch, axlat zarralari, moysimon moddalar topilishi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900"/>
                <a:gridCol w="3675075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Qatnashchi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Topilishi mumkin bo‘lgan belgilar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Aktiv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Qon, soch, axlat zarralari, moysimon moddalar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Passiv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Shilinma, qon quyilish, yoriq; muntazam bo‘lsa voronkasimon botiqlik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Besoqolbozlik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Passiv qatnashchi va differensial tashxis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Muntazam jinsiy aloqada orqa teshik voronkasimon botiq, sfinkter zaif, nursimon burmalar silliqlashgan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Qabziyat, ich ketish, proktit, paraproktit, bavosil, to‘g‘ri ichak tushishi va jarrohlik izlari noto‘g‘ri talqin qilinishi mumkin; proktolog maslahati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Zo‘rlik ishlatilsa, faqat aktiv qatnashchi JK 119-modda bo‘yicha javobgar; passiv qatnashchi jabrlanuvchi hisoblanadi.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297–298, 298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Fahsh harakatlari (JK 129-modda)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Fahsh harakatlari — o‘n olti yoshga to‘lmagan shaxslarga nisbatan uyatsiz-buzuq harakatlar.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Misollar: jinsiy a’zoga qo‘l yoki olat tegizish, ishqalash, jinsiy a’zolarni yalang‘ochlash, onanizm, pornografik tasvir ko‘rsatish.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JKda oilaga, yoshlarga va axloqqa qarshi jinoyatlar guruhiga kiritilgan.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Fahsh harakatlarida ko‘rik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Qizarish, shilinma, qontalash, qin shilliq qavatida qon quyilish, yuzaki yoriq, parda qon quyilishi yoki nototo‘liq yorilish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Maniy izlari tashqi jinsiy a’zolar, son sohasida yoki kiyimda topilishi mumkin; namuna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Ayrim hollarda fahsh harakatlari hech qanday iz qoldirmasligi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Tanosil kasalliklari va OIV/OITS (JK 113-modda)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JK 113-modda o‘zida tanosil kasalligi yoki OIV/OITS borligini bila turib yuqtirish yoki yuqtirish xavfi ostida qoldirish uchun javobgarlikni belgilaydi.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dermatovenerolog, OITS bo‘yicha mutaxassislar ishtirokida o‘tkaziladi; kasallik mavjudligi va yuqish manbai o‘rganiladi.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moddada xizmat vazifasini lozim bajarmaslik natijasida OIV yuqtirish javobgarligi ham ko‘zda tutilgan.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Bolalarga nisbatan zo‘ravonlik: tasnif (Simpson)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Buyuk Britaniyada bolalarga zo‘ravonlik jismoniy, hissiy, jinsiy zo‘ravonlik va e’tiborsizlik deb tasniflanadi; ular bir vaqtda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Jinsiy zo‘ravonlik bolani jinsiy faoliyatga majburlash yoki jalb qilishni o‘z ichiga oladi: jismoniy aloqa, kontaktsiz harakatlar, pornografik material.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136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Bolada jinsiy zo‘ravonlik: ko‘rik muddati (Simpson)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Murojaat bir necha kundan yillargacha kechikishi mumkin, bu sud-tibbiy dalillarni yo‘qotishga olib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Balog‘atga yetgan va yetmagan qizlarda jinsiy a’zolarda aniq belgilar oxirgi epizoddan 7 kun ichida ko‘rilganda ko‘proq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Anal belgilar o‘tkir bosqichda (dastlabki 72 soat) ko‘proq uchraydi.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Jinsiy a’zo belgilari: 7 kun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Anal belgilar: 72 soat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Ko‘rik muddati (Simpson)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138, 139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Bola ko‘rigining tamoyillari (Simpson)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Ko‘rik tamoyillari kattalarnikiga o‘xshash, ammo rozilik va hujjatlashtirish masalalari murakkablashadi.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Jinsiy a’zo yoki anal topilmalarning doimiy yozuvi (kolposkop yoki kamera) olinishi muhim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Genito-anal ko‘rik bola uchun stressli; u umumiy ko‘rik oxirida o‘tkaziladi va bolani qayta travmatizatsiya qilish xavfi hisobga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Bola ko‘rigi natijalarini talqin qilish (Simpson)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Jinsiy zo‘ravonlik da’vo qilgan bolalarning ko‘pchiligida genito-anal o‘zgarishlar topilmaydi.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Topilmalarni talqin qilish juda murakkab; o‘zgarishlarni tasvirlashda aniq terminologiya zarur.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Ayrim infeksiyalar ahamiyatga ega bo‘lishi mumkin, ammo ularni kontekst va zamonaviy tadqiqotlar bilan baholash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139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Qizlik pardasi shaklini tavsiflashda parda soat siferblati bilan taqqoslanadi.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Jinsiy aloqada defloratsiya bo‘lmasligi mumkin: elastik, cho‘ziluvchan, balandligi past pardalarda.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Tug‘gan ayollarda bachadon bo‘yinchasi tashqi teshigi yoriqsimon, tug‘magan ayollarda odatda dumaloq shaklda bo‘ladi.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Simpson: bola ko‘rigida terapevtik ehtiyojlar (masalan, jinsiy a’zo jarohati) sud-tibbiy ko‘rikdan ustun bo‘lishi mumkin.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Bahsli jinsiy holatlar va jinsiy jinoyatlar bo‘yicha tirik shaxslarning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12. Tirik shaxslar sud-tibbiy ekspertizasi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Ромодановский П.О., Баринов Е.Х. Судебная медицина в схемах и рисунках: учебное пособие, М.: Проспект. 2017. 6-modul. Jabrlanuvchilar va boshqa shaxslar ekspertizasi (og‘irlik, jinsiy holat, yosh); bet 408-459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Харин Г.М. (Kharin G.M.). Краткий курс судебной медицины: учебное пособие, М.: ГЭОТАР-Медиа. 2006. VIII-IX bo‘limlar (19-23-boblar). Tirik shaxslar, jinsiy holatlar, identifikatsiya; bet 154-191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Iskandarov A.I., Qo‘ldoshev D.R. Sud tibbiyoti (tibbiyot instituti talabalari uchun), Toshkent. XIV-bob. Tirik shaxslar ekspertizasi; bet 351-413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Payne-James J., Jones R., Karch S.B., Manlove J. Simpson's Forensic Medicine, 13th ed. 2011. Chapter 12. Sexual assault, pp. 129–134; Chapter 13. Child assault and protection, pp. 135–141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