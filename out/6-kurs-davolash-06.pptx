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Vrach faoliyati qaysi me’yorlar bilan boshqariladi? 2) Qilmish deganda nimani tushunasiz? Doskada: mashg‘ulot rejasini 5 band qilib yozing. Tipik xato: tibbiy xodimning har bir noxush oqibatini jinoyat deb hisoblash.</a:t>
            </a:r>
          </a:p>
          <a:p/>
          <a:p>
            <a:r>
              <a:t>Tekshirish kerak (manbada noaniq):</a:t>
            </a:r>
          </a:p>
          <a:p>
            <a:r>
              <a:t>- Mashg‘ulotda kasb huquqbuzarliklari, qilmish va jinoyat, vrach xatosi, baxtsiz hodisa, yatrogeniya va jinoiy javobgarlik ko‘riladi.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Axloq va huquq me’yorlarini kim va qanday himoya qiladi? Doskada: ikki ustunli jadval. Tipik xato: axloqiy qoidabuzarlikni avtomatik huquqbuzarlik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Vazirlik buyrug‘i qaysi guruhdagi hujjat? Doskada: «qonun → qonun osti» zanjiri. Tipik xato: yo‘riqnomani me’yoriy hujjat emas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Harakatsizlik ham huquqbuzarlik bo‘la oladimi? Doskada: 5 belgini ketma-ket yozing. Tipik xato: faqat harakatni qilmish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Qilmishni jinoyatdan ajratuvchi asosiy belgi nima? Doskada: ikki ustun — qilmish / jinoyat. Tipik xato: har qanday g‘ayriqonuniy harakatni jinoyat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bir turga tibbiy muassasadan misol keltiring. Doskada: uch turli jadval. Tipik xato: intizomiy va ma’muriy turlarni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Nega qonunda «vrach xatosi» atamasi yo‘q? Doskada: «huquqiy emas» yozuvi. Tipik xato: vrach xatosini qonuniy atama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Xato bilan jinoyatni nima ajratadi? Doskada: lotincha ibora. Tipik xato: barcha kamchiliklarni vrach xatosi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Xatoni oshkor qilish nima uchun muhim? Doskada: «xato qilish huquqi — yashirmaslik burchi». Tipik xato: Pirogovni xatoni oqlagan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Ta’rifdagi «vijdonan» so‘zi nimani anglatadi? Doskada: 3 sabab + «beparvolik yo‘q» sharti. Tipik xato: beparvolikni ham vrach xatosiga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Klinik-anatomik konferensiyaning maqsadi nima? Doskada: «xato → tahlil → oldini olish». Tipik xato: konferensiyani jazolash majlisi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Xato oshkor etilsa, vrach uchun nima o‘zgaradi? Doskada: «oshkorlik — muhokama». Tipik xato: har qanday xatoni javobgarlik asosi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Vrach muassasada ko‘zda tutilgan muolajalarni bajargan — bu holat xato, qilmish yoki baxtsiz hodisa? Javob: manbada vrach xatosi misoli sifatida berilgan. Doskada: shikoyatlar → taxmin → natija. Tipik xato: atipik kechishni vrach beparvoligi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Krassovskiy nega maqola yozdi? Doskada: voqea xronologiyasi. Tipik xato: jarrohni yolg‘iz aybdor deb hukm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Bugungi amaliyotda bu tavsiyaga qanday muqobil bor? (faqat muhokama, manbada yo‘q). Doskada: tavsiyalar ro‘yxati. Tipik xato: voqeani yashirishni to‘g‘ri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Ikki voqea (Krassovskiy va Kolomnin) qanday farq qiladi? Doskada: ikki voqea taqqoslash jadvali. Tipik xato: matbuot ta’qibini ekspertiza xulosasi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«Oldindan bilish imkoni yo‘q» sharti nimani bildiradi? Doskada: 3 belgi — tasodif, bog‘liq emas, oldindan bilib bo‘lmaydi. Tipik xato: baxtsiz hodisani vrach beparvoligining oqibati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Bu holatlarning umumiy tomoni nima? Doskada: 5 holat ro‘yxati. Tipik xato: idiosinkraziyani dori noto‘g‘ri tanlanishi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Baxtsiz hodisa tahlili nima uchun kerak, agar javobgarlik bo‘lmasa? Doskada: taqqoslash jadvali. Tipik xato: tahlilni faqat jazolash vositasi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Tushuncha nega kengaygan? Doskada: atama tarixi (1925 → 1970). Tipik xato: yatrogeniyani faqat ruhiy ta’sir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Sororigeniya yatrogeniyadan nimasi bilan farq qiladi? Doskada: ikki atama va ildizi. Tipik xato: sororigeniyani alohida kasallik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ta’rif eng keng, qaysi eng qisqa? Doskada: uch ta’rif jadvali. Tipik xato: yatrogeniyani faqat tibbiy xato bilan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Har bir turga qisqa misol keltiring. Doskada: turlar daraxti. Tipik xato: davolamaslikni faqat vrach aybi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Tasnifni sxema ko‘rinishida chizing. Doskada: «yatrogeniya → jinoyat / qilmish / xato / baxtsiz hodisa». Tipik xato: baxtsiz hodisani jinoyat bilan bir qatorga javobgarlik jihatidan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Jinoyatning to‘rt belgisini sanang. Doskada: 4 belgi. Tipik xato: jazo ko‘zda tutilmagan qilmishni jinoyat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Tibbiy xodimlarga qaysi qasd turi xos emas? Doskada: «istaydi» va «yo‘l qo‘yadi» farqi. Tipik xato: egri qasdni ehtiyotsizlik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O‘z-o‘ziga ishonish va beparvolik farqi nimada? Doskada: ikki ustun. Tipik xato: «asossiz umid» belgisini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Ikkala misolda qaysi ehtiyotsizlik turi? Javob: birinchisida o‘z-o‘ziga ishonish, ikkinchisida beparvolik. Doskada: misol → tur. Tipik xato: ikkala misolni bir xil turga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Vrach harakati nega jinoyat emas? Doskada: oxirgi zarurat shartlari. Tipik xato: har bir asoratni jinoiy oqibat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Asosli tavakkalchilik chegarasi qayerda? Doskada: 3 shart. Tipik xato: har qanday tavakkalchilikni oqlash.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Savol: jarroh harakati jinoyat deb baholanadimi? Javob: yo‘q, asosli tavakkalchilik. Muhokama: qaysi shartlar bajarilgan? Doskada: shartlar ro‘yxati. Tipik xato: bemor o‘limini avtomatik jarrohning aybi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Aqli norasolik ikki mezoni nima? Doskada: tibbiy va yuridik mezon. Tipik xato: faqat tibbiy mezonga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Mashhur voqeani 4 element bo‘yicha taqsimlang. Doskada: jinoyat tarkibi sxemasi. Tipik xato: motiv va maqsadni ayb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guruh tibbiy faoliyat bilan eng bevosita bog‘liq? Doskada: guruhlar ro‘yxati. Tipik xato: modda raqamlarini aralashtirish. Manbada yana xo‘jalik, ekologik, odil sudlov, jamiyat xavfsizligi va giyohvandlik vositalariga oid guruhlar ham keltirilgan (120–121).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Bu jinoyat obyekti nima? Javob: inson sog‘lig‘i va hayoti. Doskada: oqibat shartlari. Tipik xato: oqibatsiz kamchilikni ham shu modda bo‘yicha jinoyat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Sabablarning uzrli ekanligini kim hal etadi? Javob: sud. Doskada: uzrli / uzrsiz ustunlari. Tipik xato: ishdan tashqari vaqtni uzrli sabab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Uch shartdan biri yo‘q bo‘lsa nima bo‘ladi? Doskada: 3 shart sxemasi. Tipik xato: faqat noxush oqibatga qarab javobgarlikni belgilash.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Qaysi muddatlar qaysi ko‘rsatmaga bog‘liq? Doskada: 12 / 22 hafta / tibbiy ko‘rsatma. Tipik xato: ijtimoiy va tibbiy ko‘rsatmalarni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Oqibatga qarab tasnif qanday o‘zgaradi? Doskada: oqibat → modda. Tipik xato: 12 haftadan ortiq muddatni jinoiy javobgarlik shart deb bilish (manbada muddat ahamiyatsiz deyilgan, 125).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Bugungi mashg‘ulotdan 3 asosiy xulosa. Doskada: umumiy sxema. Tipik xato: xato, baxtsiz hodisa va jinoyatni bir tushuncha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Tibbiy xodimlarning qilmishi.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tibbiy xodimlarning qilmishi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Jamiyatda insonlarning o‘zaro, shu jumladan kasb faoliyatidagi munosabatlari namunaviy ijtimoiy me’yorlar yordamida boshqariladi.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xodimlarning faoliyati ham qonun va boshqa me’yoriy hujjatlar bilan belgilangan.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Mashg‘ulotda kasb huquqbuzarliklari, qilmish va jinoyat, vrach xatosi, baxtsiz hodisa, yatrogeniya va jinoiy javobgarlik ko‘riladi.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Axloq va huquq me’yorlari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Axloq me’yorlari «tabiiy» yo‘l bilan vujudga kelib, etika, din talablari va urf-odatlardan tashkil topadi.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Axloq me’yorlariga rioya etish jamoatchilik fikri kuchi bilan ta’minlanadi.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me’yorlari davlat tomonidan joriy qilinadi, hamma uchun bir xil amal qiladi; rioya etish davlat majburlovi bilan ta’minlanadi.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860137"/>
                <a:gridCol w="1618087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Axloq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Huquq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Kelib chiqishi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«Tabiiy» yo‘l; etika, din, urf-odat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Davlat tomonidan joriy qilinadi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Ta’minlanishi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Jamoatchilik fikri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Davlat majburlovi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Axloq va huquq me’yorlari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Me’yoriy-huquqiy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Huquq me’yorlaridan tashkil topgan rasmiy hujjatlar me’yoriy-huquqiy hujjatlar deyiladi; ular qonun yoki qonun osti hujjati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 osti hujjatlariga Prezident Farmoni, qarori, farmoyishlari, hukumat qarori va farmoyishlari, mahalliy hokimiyat farmoyishlari misol.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Sog‘liqni saqlashda bular — Sog‘liqni saqlash vazirligining buyruqlari, yo‘riqnomalari, qoidalari, nizomlari.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Kasb huquqbuzarligi (TXKH) ta’rifi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faoliyatda belgilangan talablarni bajarmaslik yoki lozim darajada bajarmaslik tibbiy xodimlarning kasb huquqbuzarliklari (TXKH)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 nazariyasiga ko‘ra huquqbuzarlik belgilari: qilmish (harakat yoki harakatsizlik), ijtimoiy xavf, g‘ayriqonuniylik, ayb va noxush oqibat.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Qilmish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Ijtimoiy xavf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G‘ayriqonuniylik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Ayb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Noxush oqibat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Huquqbuzarlik belgilari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Qilmish va jinoyat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Ijtimoiy xavflilik belgisiga ko‘ra TXKH qilmish yoki jinoyat ko‘rinishida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G‘ayriqonuniy harakat ijtimoiy xavf belgisiga ega bo‘lmasa va Jinoyat kodeksida ko‘zda tutilmagan bo‘lsa, qilmish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Ijtimoiy xavf alomatlari bo‘lgan holatda harakat jinoyat sifatida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Qilmish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Huquq nuqtai nazaridan tibbiy xodimlarning qilmishi intizomiy, ma’muriy va fuqaroviy turlarga bo‘linadi.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Intizomiy qilmishda belgilangan mehnat, xizmat va ishlab chiqarish tartibi buziladi.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Ma’muriy huquqbuzarlik asosan muassasani boshqarish tartibining buzilishiga taalluqli.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Fuqaroviy qilmish fuqarolar va tashkilotlarning mulkiy hamda nomulkiy huquqlarini buzishni bildiradi.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Vrach xatosi va baxtsiz hodisa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Qilmishlardan tashqari vrach xatosi va baxtsiz hodisa deb ataluvchi noxush oqibatlar guruhi ham mavjud.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xatosi va baxtsiz hodisa huquqiy tushuncha emas; ular huquqshunoslik adabiyoti va qonunchilik hujjatlarida uchramaydi.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Vrach xatosi: «xato qilish insonga xos»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Errare humanum est (lot.) — xato qilish insonga xos; tibbiy xodimlar faoliyati bundan mustasno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Amalda xatodan xoli bo‘lish ehtimoli juda mushkul masala.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Baholashda turli, ayrim holda qarama-qarshi fikrlar bor; kamchiliklarning aksariyatini, jinoyat va qilmishni ham xatoga kiritishni ma’qullab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68,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N. I. Pirogov va xatolarni oshkor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«Vrach xatosi» jumlasini ilk bor N. I. Pirogov taklif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Pirogov 1837 yilda o‘z faoliyati va natijalari haqida ochiq so‘zlashni muqaddas majburiyat deb hisoblagan.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vrachning xato qilish huquqi borligini va xatolarni yashirish huquqi yo‘qligini ta’kidlagan.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Davidovskiy ta’rifi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I. V. Davidovskiy (1928): vrach xatosi — vrachning vijdonan adashishi.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Sabab: tibbiyot fani va usullarining nomukammalligi, kasallikning atipik kechishi yoki vrach tayyorgarligining lozim darajada emasligi.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 sovuqqonlik, e’tiborsizlik yoki tibbiy beparvolik elementlari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Klinik-anatomik konferensiya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Davidovskiy xatolarni o‘rganish va tahlil etish orqali ularni boshqa vrachlar faoliyatida bartaraf etishga alohida e’tibor bergan.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klinik-anatomik konferensiya 1930 yil 9 dekabrda Moskvadagi «Medsantrud» kasalxonasida o‘tkazilgan.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Xato aniqlanadi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Tahlil qilinadi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Hamkasblar bilan muhokama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Takrorlanmaydi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Xatoni tahlil qilish zanjiri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Xato va huquqiy javobgarlik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«Vrach xatosi» huquqiy jihatdan jinoyat yoki ma’muriy, intizomiy, fuqaroviy qilmish bo‘lgan holatlarni anglatmasligi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«Vijdonan adashish» natijasidagi noxush oqibatlar mantiqan huquqiy javobgarlikni keltirmasligi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oshkor qilinib, takrorlanmasligi uchun hamkasblar orasida muhokama etilishi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70, 70–71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atipik infarkt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30 yoshlardagi erkak qorin og‘rig‘i, ko‘ngil aynishi, qusish va bir marta suyuq axlat shikoyati bilan murojaat etgan; QB 110/70 mm sim. ust., puls 90 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ovqatdan zaharlanishga shubha qilib oshqozonni yuvishga qaror qilgan; zond kiritish vaqtida bemor to‘satdan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Autopsiyada miokardning o‘tkir infarkti (abdominal shakli) aniqlangan; anamnez va atipik kechish vrach adashishiga sabab bo‘lgan.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Tarixiy voqea: Krassovskiy (1870)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1870 yilda Sankt-Peterburgda A. Ya. Krassovskiy tuxumdon kistasini olib tashlagan; yosh ayol 40 soatdan so‘ng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N. M. Rudneev patologoanatomik tekshiruvda qorin bo‘shlig‘ida o‘lim sabablaridan biri bo‘lishi mumkin bo‘lgan gubkali tampon qoldirilganini aniqlagan.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Krassovskiy bu holatni «Tibbiyot axborotnomasi» jurnalida (1870, №1) ochiq bayon etishni burchi deb bilgan.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71–72, 72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Krassovskiy tavsiyalari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Krassovskiy gubka qorin bo‘shlig‘iga qachon va qanday tushgani, uni o‘z vaqtida olib tashlash choralari ko‘rilgani kabi savollarni o‘rgangan.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xulosada asoratlarning oldini oluvchi tavsiyalar taklif etgan; ular hozirgacha ahamiyatini yo‘qotmagan.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Tavsiya: operatsiyagacha va undan keyin gubkalarni sanash hamda ularga uzun tasmalar biriktirib qo‘yish.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Tarixiy voqea: Kolomnin (1886)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1886 yilda S. P. Kolomnin ayolning to‘g‘ri ichagi yarasini operatsiya qilgan; anesteziya uchun huqna orqali kokain (4 marta 6 gran, 1,5 g) ishlatgan.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Operatsiyadan taxminan 45 min so‘ng ahvol keskin yomonlashgan; bemor 3 soatdan so‘ng vafot etgan, kokaindan zaharlanish tasdiqlangan.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Sil kasalligi tasdiqlanmagan, bemor zahm bilan og‘rigan; operatsiyaga ko‘rsatma umuman bo‘lmagan.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72–73, 73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Baxtsiz hodisa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Baxtsiz hodisa — tibbiy amaliyotda tasodifan, tibbiy xodimga bog‘liq bo‘lmagan, oldindan bilish va bartaraf etish imkoni bo‘lmagan holatlar natijasidagi noxush oqibat.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Aksariyat holatlarda bunday oqibat shaxs hayotligida aniqlanmagan a’zolarning individual xususiyatlari natijasida yuz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Baxtsiz hodisa holatlari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odatdagi dori-darmonlarga idiosinkraziya; avval qabul qilingan dorilarga keyinchalik yuqori sezgirlik paydo bo‘lishi.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Simptomsiz kechgan, oldin aniqlanmagan bosh miya qon tomirlari anevrizmasining odatdagi muolaja vaqtida yorilishi.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Angiografiya yoki gastrofibroskopiya vaqtida yurakning reflektor to‘xtashi; operatsiya arafasida ruhiy-emotsional shokdan to‘satdan o‘lim.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73, 73–74, 74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Baxtsiz hodisa va vrach xatosi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Baxtsiz hodisada bemor sog‘lig‘iga zarar yoki o‘lim kutilmagan, oldindan bilib bo‘lmaydigan tasodifiy sharoit natijasida yuz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 xatosidan farqli, baxtsiz hodisa vrachning harakati yoki harakatsizligiga bog‘liq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 uchun baxtsiz hodisa tibbiy xodimning biron-bir javobgarligini keltirmaydi; muassasada baribir o‘rganilib, tahlil etilishi shart.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981"/>
                <a:gridCol w="1573530"/>
                <a:gridCol w="1979463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Vrach xatosi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Baxtsiz hodisa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Sabab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Vijdonan adashish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Tasodif, oldindan bilib bo‘lmaydi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Vrach harakatiga bog‘liqligi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Bog‘liq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Bog‘liq emas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Tahlil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Muassasada o‘rganiladi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Muassasada o‘rganiladi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Vrach xatosi va baxtsiz hodisa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Yatrogeniya atamasi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«Yatrogeniya» (yunon. iatros — vrach, gennao — yuzaga keltiraman) atamasini 1925 yilda nemis psixiatri O. Bumke taklif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Uzoq vaqt yatrogeniya deb vrach so‘zlari yoki harakatlarining bemor ruhiyatiga noxush ta’siridan kelib chiqqan kasalliklar tushunilgan.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I. A. Kassirskiy (1970) tushunchaga muolajalarni noto‘g‘ri bajarish, dori-darmonlarni noto‘g‘ri qo‘llashni ham kiritishni taklif etgan.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Sororigeniya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Yatrogeniya ayrim holatlarda vrach emas, o‘rta tibbiy xodim tomonidan sodir etilishi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Vengriyalik psixoterapevt I. Xardi (1972) hamshiralar harakatidan noxush oqibatlar uchun «sororigeniya» atamasini taklif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Atama lotincha soror — hamshira so‘zidan olingan.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Yatrogeniya ta’riflari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Mualliflar ta’rifi turlicha: ayrimlar barcha kasb huquqbuzarliklarini kiritadi, boshqalar faqat ehtiyotsizlik oqibatidagilarini; ba’zilar uni vrach xatosining ko‘rinishi deb biladi.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Ma’qul ta’rif (Yu. D. Sergeev, S. V. Erofeev, 1998): diagnostika, davolash, profilaktika yoki reabilitatsiya bilan bevosita yoki bilvosita bog‘liq holda bemor salomatligiga zarar etkazish.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Hozirgi umum qabul qilingan talqin: tibbiy omillar ta’sirida yuzaga kelgan yangi patologik holat.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74–75,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omil va yatrogeniya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 omil — tibbiy texnologiyaning barcha elementlari (diagnostika, davolash, profilaktika, reabilitatsiya) va bemor bo‘lgan muassasa sharoitlari.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Turlari: diagnostik, davolash (davolash, jarrohlik, jismoniy), ruhiy-emotsional va informatsion, profilaktik, davolamaslik va boshqalar.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Davolamaslik — tibbiy yordamga kechikib murojaat qilish.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Diagnostik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Davolash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Ruhiy-emotsional va informatsion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Profilaktik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Davolamaslik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Yatrogeniya turlari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Kasb huquqbuzarliklari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Kasb huquqbuzarliklari oqibatida yuzaga kelgan barcha noxush oqibatlarni yatrogeniyaning ko‘rinishlari sifatida talqin etish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Ularga jinoyat, qilmish, vrach xatosi va baxtsiz hodisa kiradi.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Yatrogeniya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Jinoyat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Qilmish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Vrach xatosi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Baxtsiz hodisa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Yatrogeniya ko‘rinishlari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xodimlar kasb huquqbuzarligining eng jiddiy ko‘rinishi — jinoyat.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belgilari: jamiyat uchun xavf, jinoiy huquqbuzarlik, aybdorlik va jazo ko‘zda tutilishi.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Ijtimoiy xavfli qilmish faqat qonun jinoyat sifatida tasniflagandagina jinoiy huquqbuzarlikni anglatadi.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Ayb shakllari: qasd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Qasddan yoki ehtiyotsizlik orqasidan qilmish sodir etgan shaxs aybdor deb topilishi mumkin (O‘zR JK 20-modda).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To‘g‘ri qasdda shaxs qilmishning xavfini anglab, oqibatlariga ko‘zi yetib, ularning yuz berishini istaydi.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Egri qasdda shaxs oqibatlarga ko‘zi yetib, ularning yuz berishiga ongli ravishda yo‘l qo‘yadi (JK 21-modda).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366090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Oqibatga munosabat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To‘g‘ri qasd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Oqibat yuz berishini istaydi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Egri qasd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Oqibatga ongli ravishda yo‘l qo‘yadi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Qasd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Ehtiyotsizlik: o‘z-o‘ziga ishonish va beparvolik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O‘z-o‘ziga ishonish: shaxs oqibat mumkinligini bila turib, ehtiyot choralariga rioya qilmay, ular kelib chiqmasligiga asossiz umid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Beparvolik: shaxs oqibatlarga ko‘zi yetmasa ham, yetishi lozim va mumkin bo‘lgan holat (JK 22-modda).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Aksariyat holatlarda tibbiy xodimlar ehtiyotsizlik orqasida sodir etilgan jinoyat uchun javobgarlikka tortiladi.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Ehtiyotsizlikka misollar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Navbatchilikda jarroh va anesteziolog hech qanday obyektiv sababsiz, tayyorgarliksiz, assistent va operatsion hamshirasiz rejali operatsiya o‘tkazgan; jiddiy oqibat — o‘z-o‘ziga ishonish.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standartlar talablarini ta’minlamagan, asorat bemor o‘limiga olib kelgan; vrach standartlarni bilishi lozim bo‘lsa-da, ular bilan tanish emas — beparvolik.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Jinoyatni istisno etuvchi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Qilmishning jinoyat ekanligini istisno etuvchi holatlarga kasb bilan bog‘liq asosli tavakkalchilik va oxirgi zarurat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Oxirgi zarurat (JK 38-modda): xavfni boshqa choralar bilan qaytarish imkoni bo‘lmasa va keltirilgan zarar oldi olingan zarardan kam bo‘lsa, jinoyat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tibbiy muassasadan tashqarida laringospazmda improvizatsiya qilingan vositalar bilan traxeostoma qo‘yilgan; bemor hayoti saqlangan, keyin yiringli asoratlar bo‘lgan.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116, 116–117, 117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Asosli tavakkalchilik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Harakat zamonaviy ilmiy-texnika bilim va tajribalarga mos bo‘lsa, maqsadga tavakkalsiz erishib bo‘lmasa va zarar oldini olish choralari ko‘rilsa — tavakkalchilik asosli (JK 41-modda).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Asosli tavakkalchilikda ijtimoiy foydali natijaga erishilmasa ham, yetkazilgan zarar uchun javobgarlik vujudga kelmaydi.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Odamlar halok bo‘lish xavfi yoki og‘ir oqibat mumkinligini bila turib qilingan tavakkalchilik asosli hisoblanmaydi.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Zamonaviy ilm va tajribaga mosligi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Tavakkalsiz erishib bo‘lmasligi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Zararning oldini olish choralari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Asosli tavakkalchilik shartlari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yurak jarohati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Tuman shifoxonasiga ko‘krak qafasi sanchma-kesma yarasi, ichki va tashqi qon ketish belgilari bilan bemor kelgan; yurak shikastlanishi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Maxsus sharoit, transportga imkon, kardioxirurgni o‘z vaqtida chaqirish imkoni bo‘lmagan; navbatchi jarroh yurakni tikish operatsiyasiga qaror qilgan.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Qaror bemor hayoti uchun xavf tug‘dirgan, ammo hayotni saqlashning birdan-bir yo‘li bo‘lgan; tavakkalchilik asosli, harakat jinoyat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117, 117–118, 118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Aqli rasolik va javobgarlik yoshi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Jinoiy javobgarlik Jinoyat kodeksida belgilangan aqli raso jismoniy shaxslarga nisbatan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holatlarda bu jinoyat sodir etish vaqtida 16 yoshga to‘lgan shaxslar (JK 17-modda).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Aqli norasolikda tibbiy mezon (ruhiy kasallik, aqli zaiflik va b.) hamda yuridik mezon (harakat ahamiyatini anglamaslik yoki boshqara olmaslik)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Mezon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Ruhiy kasallik, vaqtincha buzilish, aqli zaiflik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Yuridik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Harakat ahamiyatini anglamaslik yoki boshqara olmaslik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Aqli norasolik mezonlari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118, 118–119, 119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Jinoyat tarkibi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Jinoiy qilmishning qonunda belgilangan belgilari jinoyat tarkibi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Obyekt: tibbiy xodimlar jinoyatida odatda fuqarolar sog‘lig‘i va hayoti. Obyektiv tomon: qilmish, oqibat, sababiy bog‘lanish, joy, vaqt, usul.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Subyekt: jismoniy shaxs — ko‘proq vrach, ayrim holda o‘rta va kichik xodim yoki mansabdor shaxs. Subyektiv tomon: ayb, motiv, maqsad.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Obyekt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Obyektiv tomon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Subyekt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Subyektiv tomon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Jinoyat tarkibi elementlari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xodimlar jinoyatlari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Sog‘liq va hayotga qarshi: ehtiyotsizlik orqasida odam o‘ldirish (102), tan jarohatlari (104, 105, 109, 111), OITS tarqatish (113), abort (114), vazifani lozim bajarmaslik (116), xavf ostida qoldirish (117).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Oila va axloqqa qarshi: bolani almashtirish (124), farzandlikka olish sirini oshkor qilish (125), inson to‘qima va a’zolarini olish (133).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Boshqaruv tartibiga qarshi: mansabga sovuqqonlik (207), mansab soxtakorligi (209), pora olish (210), pora berish (211).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JK 116-modda: lozim darajada bajarmaslik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JK 116-modda: beparvolik yoki insofsizlik tufayli kasb vazifasini bajarmaslik yoki lozim darajada bajarmaslik o‘rtacha og‘ir yoki og‘ir shikast yetkazsa, jinoiy javobgarlik vujudga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qismda: yordam ko‘rsatishi shart shaxs uzrli sababsiz yordam ko‘rsatmay, o‘rtacha og‘ir yoki og‘ir shikast yetkazsa, jazo jiddiyroq.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Ehtiyotsizlik odamlar o‘limiga yoki boshqa og‘irroq oqibatlarga sabab bo‘lsa, yanada og‘irroq jazo belgilangan.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121, 121–122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Shoshilinch yordam va uzrli sabablar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«Fuqarolar sog‘lig‘ini saqlash to‘g‘risida»gi Qonun 30-moddasiga ko‘ra tibbiyot va farmatsevtika xodimlari shoshilinch yordam ko‘rsatishi shart, joy va vaqtdan qat’i nazar.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Obyektiv sabablar: xodimning kasalligi, og‘irroq bemorga yordam bilan bandligi, dori-asbob-transport yo‘qligi, hayotga xavf soluvchi tabiiy ofat.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Uzrli sabab hisoblanmaydi: dam olish va bayram kunlari, ishdan tashqari vaqt, ta’til, maxsus bilim yo‘qligi, bemor bilan shaxsiy adovat.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122, 122–123, 123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Javobgarlik uchun uchta shart (Vermel)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I. G. Vermelga (1988) ko‘ra noxush oqibat bo‘lganda ham javobgarlik uchun uchta shart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1) Harakat obyektiv noto‘g‘ri va yo‘riqnoma, qoida, standartlarga zid; 2) xodim malakasiga ko‘ra noto‘g‘riligini anglashi, to‘g‘ri qaror qabul qilish real imkoniga ega bo‘lishi.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3) Harakat yoki harakatsizlik jiddiy noxush oqibat bilan bevosita sabab-oqibat bog‘lanishida bo‘lishi; fuqaroviy javobgarlik uchun ham shu shartlar.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Obyektiv noto‘g‘ri harakat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Anglash va real imkoniyat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Bevosita sababiy bog‘lanish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 shart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Jinoiy abort (JK 114-modda)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114-modda 1-qism: shifokor akusher yoki ginekolog muassasadan tashqarida yoki tibbiy nuqtai nazardan mumkin bo‘lmagan holda abort qilsa, javobgar.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2-qism: sun’iy homila tushirishga huquqi bo‘lmagan shaxsning bunday ishni qilishiga taalluqli.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Ayol xohishi bilan 12 haftagacha; ijtimoiy ko‘rsatma bilan 22 haftagacha; tibbiy ko‘rsatma bilan muddatdan qat’i nazar ruxsat beriladi.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603"/>
                <a:gridCol w="284737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Asos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Ayol xohishi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12 haftagacha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Ijtimoiy ko‘rsatma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22 haftagacha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Tibbiy ko‘rsatma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Muddatdan qat’i nazar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Abort muddatlari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123–124, 124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Jinoiy abort: subyekt, moneliklar, oqibat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Operatsiyani faqat akusher-ginekolog ixtisoslashtirilgan muassasada belgilangan tartibda o‘tkazadi; o‘rta xodim va tibbiy ma’lumotsiz shaxs o‘tkaza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moneliklar: 12 haftadan ortiq muddat, o‘tkir yuqumli kasalliklar, jinsiy a’zolarning o‘tkir va o‘tkir osti yallig‘lanishi, yiringli o‘choqlar, oxirgi abortdan 6 oydan kam vaqt.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Og‘ir tan jarohati — 104-modda; ayol o‘limi yoki nasl qoldirish qobiliyatini yo‘qotish — 114-moddaning 3-qismi. Ayol o‘zi qilsa va oxirgi zarurat holatida javobgarlik yo‘q.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124–125, 125, 125–126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TXKH qilmish yoki jinoyat bo‘lishi mumkin; vrach xatosi va baxtsiz hodisa huquqiy tushuncha emas va vijdonan adashish javobgarlik keltirmasligi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Barcha noxush oqibatlarni yatrogeniya doirasida talqin etish mumkin; baxtsiz hodisa vrach harakatiga bog‘liq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Jinoiy javobgarlik faqat ijtimoiy xavfli qilmish qasd yoki ehtiyotsizlik bilan sodir etilgandagina vujudga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70, 75, 118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Pirogov, Bilrot va Botkin ishlaridan: xatolarni oshkor aytish kuchsizlik emas, o‘z-o‘zini takomillashtirish belgisi.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Krassovskiy tavsiyasi: operatsiyadan oldin va keyin gubkalarni sanash hamda ularga uzun tasma biriktirish — bugungi kunda ham ahamiyatini yo‘qotmagan.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«Yatrogeniya» atamasi 1925 yilda nemis psixiatri O. Bumke tomonidan taklif etilgan; yunoncha iatros — vrach, gennao — yuzaga keltiraman.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Vrachlar va o‘rta tibbiy xodimlar kasbiy vazifasini bajarishda mansabdor shaxs hisoblanmaydi, lekin yaroqlilik varaqasi berish yoki nogironlikni aniqlash kabi holatlarda mansabdor shaxs sifatida javobgar bo‘lishi mumkin.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qilmishi.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Vrach faoliyatining huquqiy asoslari: darslik, Toshkent: Tafakkur-Bo‘stoni. 2012. 5-bob. Tibbiy xodimlarning kasb huquqbuzarliklari; bet 67-77; 9-bob. Tibbiy xodimlarning jinoiy javobgarligi; bet 115-133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