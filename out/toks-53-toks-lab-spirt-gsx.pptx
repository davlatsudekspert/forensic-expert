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qondagi spirtni aniqlashda GSX tanlanadi? Doskada: mashg‘ulot rejasi (2 band). Tipik xato: bu mashg‘ulotni faqat asbob bilan tanishish deb tushunish; kitobda alkilnitrit hosil qilish va qon/peshob namunasini yuborish ham 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qaysi natija amaliy sinov bilan tekshiriladi? Doskada: 3 natija. Tipik xato: kutilayotgan natijada miqdoriy hisoblash ko‘rsatilgan deb o‘ylash; kitobda sifat aniqlash, vaqtni solishtirish va balandlikni o‘lchash bayon etilgan.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penitsillin flakoni va fiksator nima uchun kerak? (Rezina tiqinni ushlab turish uchun — 191-bet.) Doskada: ro‘yxat. Tipik xato: reaktivlar ro‘yxatini mashg‘ulot boshida to‘liq deb hisoblash; 50% uchxlorsirka kislota va 30% natriy nitrit protsedura bayonida beriladi.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ikki usul orasidagi farq qaysi fazaga bog‘liq? Doskada: ikki ustunli taqqoslash. Tipik xato: qo‘zg‘aluvchi fazani suyuqlik deb yozish; ikkala usulda ham u gaz.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bir xil sharoitda turli spirtlar kolonkadan turli vaqtda chiqadi? Doskada: adsorbsiya-desorbsiya sikli. Tipik xato: ajralishni faqat qaynash haroratiga bog‘lash; kitobda taqsimlanish koeffitsienti ko‘rsatilgan.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namuna sxemaning qaysi qismiga yuboriladi? Doskada: 5 qismli sxema. Tipik xato: termostatni kolonkadan alohida bosqich deb o‘ylash; kitobda kolonkalar termostat kamerasida isitiladi (191-bet, Blits usuli).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spirt tahlilidagi 100 x 0,6 sm kolonka umumiy diapazonga kiradimi? (Umumiy diapazon 2-20 m, spirt kolonkasi 100 x 0,6 sm, ya’ni 1 m — kitobda farq izohlanmagan, o‘qituvchi bilan aniqlashtiring.) Doskada: o‘lchamlar. Tipik xato: sm va m birliklarini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harorat doimiy bo‘lmasa ushlanish vaqti qanday o‘zgaradi? (Kitobda natija ko‘rsatilmagan, faqat doimiylik shart.) Doskada: omillar ro‘yxati. Tipik xato: spirt tahlilida ishlatiladigan gazni geliy deb yozish; spirt shartlarida tashuvchi gaz — azot (190-bet).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pog‘onaning balandligi nimani bildiradi? (Ajralgan moddaning miqdorini.) Doskada: gorizontal chiziq va pog‘onali chiziq. Tipik xato: integral va differensial detektorlarni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katarometr va alangali-ionizatsion detektor ishlash asosi bo‘yicha qanday farq qiladi? Doskada: jadval. Tipik xato: alangali-ionizatsion detektorni konsentratsion turga kiritish; kitobda u oqimli turga misol.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sezgirligi past bo‘lsa ham katarometr nima uchun qulay? Doskada: afzallik va kamchilik. Tipik xato: katarometrni eng sezgir detektor deb yozish; eng sezgiri — elektron ushlovchi.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egri chiziqning qaysi parametri sifatni, qaysisi miqdor haqida belgi beradi? (Kitobda: ushlanish vaqti — sifat; balandlik — miqdorga bog‘liq.) Doskada: pik va uning parametrlari. Tipik xato: egri chiziq balandligini sifat belgisi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sharoit o‘zgarsa, ushlanish vaqti bilan identifikatsiya qilish mumkinmi? Doskada: injeksiya vaqti va pik maksimumi. Tipik xato: boshqa kolonka yoki haroratda olingan vaqtni standart bilan solishtirish.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zich bo‘lmagan tiqin tahlilni buzadi? (Kitobda sabab yozilmagan; namuna yo‘qolishi — o‘qituvchi izohi.) Doskada: sovun sinovi. Tipik xato: tiqinni o‘qituvchisiz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aynan aseton olinadi? (Kitobda sabab ko‘rsatilmagan.) Doskada: 0,5 mkl aseton sinovi. Tipik xato: mkl va ml birliklarini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tekshiruv boshida, o‘rtasida va oxirida takrorlanadi? (Asbob sharoiti barqarorligini nazorat qilish uchun — o‘qituvchi izohi; kitobda sabab ko‘rsatilmagan.) Doskada: 3 nuqtali nazorat. Tipik xato: faqat boshida tekshirib qo‘yish.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qattiq faza ishqor va alkilsulfat bilan ishlangan? (Kitobda sabab yo‘q.) Doskada: jadval. Tipik xato: qattiq va qo‘zg‘almas fazani aralashtirish; qo‘zg‘almas faza — Shostakov balzami.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kolonka va detektor harorati nima uchun bir xil olinadi? (Kitobda sabab yo‘q.) Doskada: rejim jadvali. Tipik xato: lenta tezligini 720 mm/daqiqa deb yozish; kitobda «720 mm soat». Kitobdagi dozator harorati bandi (xona haroratidan 10°±5°C) noaniq ifodalangan, shu sabab slaydga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spirt natriy nitrit va kislota bilan qanday reaksiyaga kirishadi? Talabalar reaksiya tenglamasini daftarga yozadi (kitobdagi topshiriq). Doskada: 5 bosqichli sxema. Tipik xato: 2 ml (standart) va 3 ml (qon/peshob) gaz hajmlarini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tekshiruv 3 marta takrorlanadi? (Kitobda sabab yo‘q; takrorlanish natija ishonchliligi uchun — o‘qituvchi izohi.) Doskada: jadval ustunlari: yuborilgan vaqt, pik vaqti, balandlik. Tipik xato: bitta o‘lchovga tayanish.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ichki standart nima uchun kerak? (Kitobda ta’rifi berilmagan.) Doskada: 4 ko‘nikma. Tipik xato: faqat qonni tahlil qilish deb o‘ylash; kitobda qon va peshob bayon etilgan.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qon/peshob va standart tayyorlash tartibi qanday o‘xshash? (Ikkalasida 50% kislota va 30% natriy nitrit ishlatiladi.) Doskada: sxema. Tipik xato: natriy nitrit hajmini (0,25 ml) o‘zgartirish.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sekundomer injeksiya bilan birga yurgiziladi? (Ushlanish vaqti injeksiyadan boshlab o‘lchanadi — 189-bet.) Doskada: vaqt o‘qi. Tipik xato: suyuq fazadan olish; kitobda havo-gaz qismidan olinadi.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qaysi parametr bo‘yicha qaysi spirt ekani aniqlanadi? Doskada: namuna va standart vaqtlarini solishtirish jadvali. Tipik xato: miqdorni faqat bitta balandlikdan baholash; kitobda ichki standart bilan o‘lchov jadvali tuzish ko‘rsatilgan (191-bet). Kitobda mastlik darajasi talqin jadvali bu mashg‘ulotda berilmagan.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qo‘lqop va niqob qon va peshob bilan ishlaganda kerak? Doskada: 4 qoida. Kitobning GSX mashg‘ulotida alohida xavfsizlik bo‘limi yo‘q; qo‘lqop/niqob talabi 166-betdagi kirish mashg‘ulotidan olindi — kitobda 188-193 betlarda uchxlorsirka kislota va gaz ballonlari bilan ishlash ehtiyot choralari berilmagan.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talabalar sxemadagi raqamlarni qismlarga mos qo‘yadi. Doskada: jadval. Tipik xato: oqim stabilizatorini oqim o‘lchagich bilan aralashtirish; stabilizator oqimni bir me’yorda beradi, chiqim o‘lchagich esa chiqayotgan gaz miqdorini o‘lchaydi.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detektorning signali xromatogrammaga qanday o‘tadi? (O‘zi yozib oluvchi moslama orqali.) Doskada: ikkala jadvalni birlashtirib 9 ta qismni takrorlash. Tipik xato: monometrni oqim o‘lchagich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Muhokama: GSX ishlash tamoyilini bayon eting va etil spirti misolida tahlil tartibini ko‘rsating. Kitobda keysning javob jadvali (muammo turi, sabablari, hal etish yo‘llari) bo‘sh qoldirilgan, ya’ni javob kitobda yo‘q — talabalar o‘quv materiali asosida to‘ldiradi. Kitobda boshqa, qondagi spirt va peshobdagi spirt nisbati bo‘yicha 6-keys ham bor (dvssm 189).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GSX bilan ishlash; qon va siydikda spirtlarni GSX bilan aniqlash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Mashg‘ulot maqsadi va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GSX bilan ishlash; qon va siydikda spirtlarni GSX bilan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1) gaz-suyuqlik xromatograflarining ishlash tartibi bilan tanishish; 2) spirtlarni sifat jihatdan qon va peshobdan GSX usulida aniqlash.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Maqsad: talabalar gaz-suyuqlik xromatograflarining ishlash tartibi bilan tanishadi.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Talabalar spirtlarni qon va peshobdan GSX usulida sifat jihatdan aniqlay olishlari talab qilinadi.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188; Yuldashev Z.A., Nurmatova M.I., Toksikologik kimyo modulidan o‘quv-uslubiy majmua, betlar: 190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Kutilayotgan natijalar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GSX bilan ishlash; qon va siydikda spirtlarni GSX bilan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Talaba gaz-suyuqlik xromatograflarining ishlash tartibi bilan tanishadi.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Talaba spirtlarni qon va peshobdan GSX usulida aniqlashni o‘rganadi.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Xromatogrammadagi egri chiziqlarni farqlash, ushlanish vaqtini hisoblash va egri chiziq balandligini o‘lchash o‘rganiladi.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188; Yuldashev Z.A., Nurmatova M.I., Toksikologik kimyo modulidan o‘quv-uslubiy majmua, betlar: 193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Asbob-uskunalar va jihozlar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GSX bilan ishlash; qon va siydikda spirtlarni GSX bilan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Zarur asbob-uskunalar: distillyat, kolbalar, probirkalar, reaktivlar, ko‘rgazmali materiallar, skotch, qog‘oz.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Laboratoriya jihozlari: maxsus laboratoriya vositalari bilan jihozlangan xona.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Namunalar uchun penitsillin idishi (flakon), rezina tiqin, fiksator, 1 ml va 5 ml li shpritslar, sekundomer ishlatiladi.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188; Yuldashev Z.A., Nurmatova M.I., Toksikologik kimyo modulidan o‘quv-uslubiy majmua, betlar: 193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Gaz xromatografiyasi usuli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GSX bilan ishlash; qon va siydikda spirtlarni GSX bilan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Gaz xromatografiyasi kimyoviy moddalarni bir-biridan ajratishda, ularning sifati va miqdorini aniqlashda keng qo‘llaniladi.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Usul ikki guruhga bo‘linadi: gaz-adsorbsion va gaz-suyuqlik xromatografiyasi.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Gaz-adsorbsionda qo‘zg‘almas faza — g‘ovak qattiq modda; gaz-suyuqlikda — g‘ovak qattiq modda ustiga qoplangan suyuqlik.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Ikkala usulda ham qo‘zg‘aluvchi faza gaz hisoblanadi.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Moddalarning ajralish mexanizmi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GSX bilan ishlash; qon va siydikda spirtlarni GSX bilan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Isitilgan gaz oqimiga tekshiriluvchi moddalar aralashmasi yuboriladi; suyuq aralashma termostatda yuqori haroratda gaz holatiga o‘tadi.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Kolonkada moddalar qo‘zg‘almas va gaz fazalari orasida bir necha bor adsorbsiya va desorbsiya jarayonlariga uchrab ajraladi.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Ajralish samaradorligi moddalarning taqsimlanish koeffitsientiga bog‘liq.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Gaz xromatografining tuzilishi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GSX bilan ishlash; qon va siydikda spirtlarni GSX bilan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Qismlari: gaz manbai, reduktor, dozator, kolonka, termostat, detektor, natijani yozib oluvchi qurilma.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Reduktordan o‘tgan gaz (azot, argon) aralashma bilan kolonkaga yuboriladi; miqdori reometrda o‘lchanadi.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Gaz manbai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Reduktor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Dozator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Kolonka (termostatda)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Detektor, yozuvchi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Gaz xromatografi sxemasi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Xromatografik kolonka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GSX bilan ishlash; qon va siydikda spirtlarni GSX bilan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Aralashma diametri 2 mm dan 12-15 mm gacha, uzunligi 2 m dan 20 m gacha bo‘lgan «U», spiral yoki aylana trubka shaklidagi kolonkalarda ajratiladi.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Kolonkalar asosan shisha, mis, latun yoki po‘latdan tayyorlanadi.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Spirtlarni sifat tahlil qilishda kolonka o‘lchami 100 x 0,6 sm.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188; Yuldashev Z.A., Nurmatova M.I., Toksikologik kimyo modulidan o‘quv-uslubiy majmua, betlar: 192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Ajralishga ta’sir etuvchi omillar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GSX bilan ishlash; qon va siydikda spirtlarni GSX bilan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Ajralish kolonkaning sorbent bilan bir xil zichlikda to‘ldirilishiga, sorbent tabiatiga, gaz tezligiga va kolonka haroratining doimiyligiga bog‘liq.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Asosiy inert gazlar: azot, geliy, argon.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Sorbentlar: silikagel, alyuminiy oksidi, aktivlangan ko‘mir, sintetik g‘ovak moddalar (xemosorb, polisorb).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Detektor va uning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GSX bilan ishlash; qon va siydikda spirtlarni GSX bilan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Detektor gaz xromatografiyasining asosiy qismlaridan biri: kolonkadan chiqayotgan gaz tarkibining o‘zgarishi detektorda namoyon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Detektorlar integral va differensial turlarga bo‘linadi.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Integral detektor signali gaz oqimidagi moddaning umumiy massasiga to‘g‘ri proporsional; toza gazda yozuvda gorizontal chiziq, aralashmada pog‘onali chiziq chiqadi.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Differensial detektorlar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GSX bilan ishlash; qon va siydikda spirtlarni GSX bilan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Differensial detektor modda miqdorining vaqt birligidagi o‘zgarishini ko‘rsatadi (ko‘pchilikda shu).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Differensial detektorlar konsentratsion va oqimli turlarga bo‘linadi.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7859"/>
                <a:gridCol w="2636520"/>
                <a:gridCol w="723596"/>
              </a:tblGrid>
              <a:tr h="8686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Tur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Misol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Asosi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Konsentratsion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Katarometr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Gazning issiqlik o‘tkazuvchanligi o‘zgarishi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Oqimli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Alangali-ionizatsion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Vodorod alangasining elektr o‘tkazuvchanligi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Differensial detektorlar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Katarometr: spirt tahlilida nima uchun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GSX bilan ishlash; qon va siydikda spirtlarni GSX bilan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Ko‘pchilik uchuvchi dori moddalar tahlilida gazlarning issiqlik o‘tkazuvchanligi o‘zgarishiga asoslangan detektor — katarometr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Katarometr ko‘pgina moddalarni aniqlashda universal; sezgirligi alangali-ionizatsion va boshqa detektorlarga nisbatan past (10-2 - 10-3), lekin sodda va oson.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Detektorlar ichida elektron ushlovchi detektorlar eng sezgir.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Xromatogramma va uning parametrlari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GSX bilan ishlash; qon va siydikda spirtlarni GSX bilan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Detektor impulslari sezgir potensiometrlar yordamida aniqlanib, xromatografik qog‘ozga yoziladi.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Qog‘ozdagi egri chiziq xromatogramma deyiladi; har bir egri chiziq kolonkada ajralgan alohida moddaga xos.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Xromatogramma ushlanish vaqti (masofasi), balandligi, asosi va yuzasi bilan xarakterlanadi.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Ushlanish vaqti — sifat ko‘rsatkichi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GSX bilan ishlash; qon va siydikda spirtlarni GSX bilan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Ushlanish vaqti (masofasi) — modda kolonkaga yuborilgandan uni kolonkadan eng ko‘p miqdorda ajralishigacha o‘tgan vaqt (masofa).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Tahlil sharoiti bir xil saqlanganda ushlanish vaqti (masofasi) moddalar sifatini aniqlovchi parametr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Qon/peshob tahlilida egri chiziqlar chiqish vaqti standart eritmalardan olingan vaqt bilan solishtiriladi.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189; Yuldashev Z.A., Nurmatova M.I., Toksikologik kimyo modulidan o‘quv-uslubiy majmua, betlar: 193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Tahlilga tayyorgarlik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GSX bilan ishlash; qon va siydikda spirtlarni GSX bilan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Har bir talaba o‘qituvchidan turli spirtlar aralashmasidan tayyorlangan eritmani olib, uni GSX da tahlil qila boshlaydi.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Ishdan avval dozator blokidagi tiqinchalarning zich yopilganiga ishonch hosil qilinadi: shprits ignasi bilan yuboriladigan joyga sovun eritmasi surtiladi.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Sovun pufakchalari paydo bo‘lmasa, dozator bloki zich yopilgan; pufakchalar hosil bo‘lsa, rezina tiqin o‘qituvchi ishtirokida almashtiriladi.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Tiqinchalarning zichligi butun mashg‘ulot davomida tekshirib turiladi.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189, 190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Mikroshpritsni tekshirish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GSX bilan ishlash; qon va siydikda spirtlarni GSX bilan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Har bir talaba 1 mkl li shpritslar bilan tekshiruv o‘tkazadi.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Shpritsga 0,5 mkl aseton olinib, filtr qog‘oziga tomiziladi: igna uchida mikrotomchi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Tomchi qog‘ozga tekkizilsa, uncha katta bo‘lmagan nam dog‘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Mikrotomchi hosil bo‘lmasa, ignani ushlab turuvchi vint burab mikroshprits qayta kalibrlanadi.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Xromatografning sezgirligini va havoni tekshirish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GSX bilan ishlash; qon va siydikda spirtlarni GSX bilan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Sezgirlik tekshirilganda yuborilgan havo egri chizig‘ida pero egri chiziq maksimumi balandligining yarmiga teng bo‘lganda sezgirlik darajasi tezda «100» holatga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Bunda suv egri chizig‘ining balandligi kamayadi.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 bug‘i va havoning xromatografik tahlili laboratoriya mashg‘uloti boshida, o‘rtasida va oxirida tekshiriladi.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Shubhali natija chiqsa, tekshiruv o‘qituvchi bilan birgalikda bajariladi.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Spirtlarni tahlil qilish shartlari (1)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GSX bilan ishlash; qon va siydikda spirtlarni GSX bilan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Xromatografik kolonka o‘lchami 100 x 0,6 sm.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Qattiq faza: ishqor va alkilsulfat tuzlari (0,3 g dan) bilan ishlangan INZIM G‘IShTI-600.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Qo‘zg‘almas faza — Shostakov balzami (vinilin), qattiq fazaga nisbatan 1:5 nisbatda shimdiriladi.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6709"/>
                <a:gridCol w="2961266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Parametr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Qiymat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Kolonka o‘lchami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100 x 0,6 sm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Qattiq faza zarrachasi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0,25-0,5 mm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Qo‘zg‘almas faza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Shostakov balzami (vinilin)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Shimdirish nisbati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1:5 (qattiq fazaga nisbatan)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Kolonka va fazalar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192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Spirtlarni tahlil qilish shartlari (2)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GSX bilan ishlash; qon va siydikda spirtlarni GSX bilan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Qo‘zg‘aluvchi faza (gaz) — azot; azot tezligi 50-60 ml/daqiqa.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Xromatografning yozish masshtabi 1:1; detektor toki 60-100 mA.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Aralashma yuborilgan vaqt va egri chiziqlar eng baland nuqtalarining yozilish vaqtlari belgilanadi.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8767"/>
                <a:gridCol w="206920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Parametr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Qiymat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Kolonka va detektor harorati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75°C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Tashuvchi gaz va tezligi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azot, 50-60 ml/daq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Detektor toki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60-100 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Qog‘oz lentasi tezligi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720 mm/soat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Rejim parametrlari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Spirtlardan alkilnitritlar olish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GSX bilan ishlash; qon va siydikda spirtlarni GSX bilan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Lenta yurgiziladi: avval havo namunasi, so‘ng alkilnitritlar aralashmasi yuboriladi.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Idish rezinkali tiqin bilan yopilib, maxsus berkituvchi qurilmaga o‘rnatiladi va aralashtiriladi.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Kitobda natriy nitrit bilan reaksiya tenglamasini yozish topshirig‘i berilgan.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Idish: 0,5 ml spirt aralashmasi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+ 0,5 ml 50% uchxlorsirka k-ta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+ 0,25 ml 30% natriy nitrit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 daqiqa aralashtirish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 ml gaz-havo qismi dozatorga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Standart alkilnitritlar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192, 193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Standart natijalarni yozib borish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GSX bilan ishlash; qon va siydikda spirtlarni GSX bilan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Aralashma yuborilgan vaqt va xromatogramma egri chiziqlari eng baland nuqtalarining yozilish vaqtlari (yoki masofasi) belgilanadi.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Barchasi talabaning ish daftariga yozib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Alkilnitritlarni tekshirish uch marta takrorlanadi va maxsus jadvallarga yoziladi.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193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 va peshobda etil spirtini aniqlash: vazifalar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GSX bilan ishlash; qon va siydikda spirtlarni GSX bilan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Katarometrli detektor bilan jihozlangan gaz xromatograflarida ishlash.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Tanlab olingan ichki standartlar bilan aniq o‘lchov jadvalini tuzish.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 va peshobdagi spirtlarni alkilnitritlarga o‘tkazish.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Havo-gaz fazasidan aniq namuna olib, uni xromatografning dozator blokiga yuborish.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 yoki peshob namunasini tayyorlash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GSX bilan ishlash; qon va siydikda spirtlarni GSX bilan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Penitsillin flakoniga 0,5 ml 50% uchxlorsirka kislota eritmasi, ustiga 0,5 ml qon yoki peshob solinadi.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Flakon rezina tiqin bilan yopilib, fiksatorga o‘rnatiladi; fiksator rezina tiqinni ushlab turish uchun zarur.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Aralashtirilgach, 1 ml li shpritsda 0,25 ml 30% natriy nitrit yuboriladi, 1 daqiqa chayqatiladi.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0,5 ml 50% uchxlorsirka kislota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+ 0,5 ml qon yoki peshob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Rezina tiqin, fiksator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+ 0,25 ml 30% natriy nitrit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 daqiqa chayqatish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Qon/peshob namunasi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Namunani xromatografga yuborish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GSX bilan ishlash; qon va siydikda spirtlarni GSX bilan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5 ml li shprits bilan flakon ichidagi havo-gaz qismidan 3 ml olinib, tezlikda dozator blokiga yuboriladi.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Havo-gaz aralashmasini yuborish bilan sekundomer yurgiziladi va xromatogrammaning yozilishi kuzatib turiladi.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Xromatogrammada chiqayotgan har bir egri chiziq balandligigacha bo‘lgan vaqt belgilanadi.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Natijani solishtirish va talqin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GSX bilan ishlash; qon va siydikda spirtlarni GSX bilan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Belgilangan vaqtlar standart eritmalardan olingan vaqt bilan solishtiriladi.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Talaba egri chiziqlarni farqlay olishi, ushlanish vaqtini hisoblashi va egri chiziq balandligini o‘lchashi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Egri chiziq balandligi spirtlarning ko‘p-ozligiga bog‘liq; farq shu asosda baholanadi.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Xavfsizlik va ish tartibi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GSX bilan ishlash; qon va siydikda spirtlarni GSX bilan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Dozator blokidagi tiqinchalar zichligi butun mashg‘ulot davomida tekshiriladi.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Pufakchalar paydo bo‘lsa, rezina tiqin o‘qituvchi ishtirokida almashtiriladi.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Shubhali natija chiqsa, tekshiruv o‘qituvchi bilan birgalikda bajariladi.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Laboratoriya ishi uchun talaba rezina qo‘lqop, salfetka va yuzga tutish uchun niqob keltiradi (kirish mashg‘ulotidagi talab).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190, 166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Asbob qismlari va vazifalari (1)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GSX bilan ishlash; qon va siydikda spirtlarni GSX bilan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Blits usuli: sxemadagi raqamlangan qismning nomi va vazifasini moslashtirish topshirig‘i.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Ballon xromatografga qo‘zg‘aluvchi faza berish uchun mo‘ljallangan.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5528"/>
                <a:gridCol w="3152446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Qism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Vazifasi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Ballon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Qo‘zg‘aluvchi faza beradi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Oqim stabilizatori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Gaz oqimini bir me’yorda beradi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Dozator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Namuna yuborish uchun uskuna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Xromatografik kolonka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Moddalar ajratiladi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Blits usuli: qismlar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Asbob qismlari va vazifalari (2)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GSX bilan ishlash; qon va siydikda spirtlarni GSX bilan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O‘zi yozib oluvchi moslama tahlil natijalarini yozib boradi.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Detektor gaz oqimi xususiyatlarining o‘zgarishini elektr signaliga o‘tkazadi.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2900"/>
                <a:gridCol w="367507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Qism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Vazifasi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Termostat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Kolonkalar joylashadi va isitiladi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Detektor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Komponentlarni elektr signali bilan aniqlaydi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Monometr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Kolonkadagi gaz bosimini o‘lchaydi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Chiqim o‘lchagich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Chiqayotgan gaz miqdorini o‘lchaydi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Blits usuli: qismlar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192, 191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Amaliy vaziyat (7-keys)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GSX bilan ishlash; qon va siydikda spirtlarni GSX bilan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1-kurs talabalari bayram uchun kuchsiz, yoqimli nok hidli spirtli ichimlik tayyorlagan; ichganlarda bir soatdan keyin ko‘ngil aynishi, qorin og‘rig‘i, bosh aylanishi, holsizlik.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Yarim soatdan keyin MNS ta’siri: uyquchanlik, karaxtlik, ko‘z qorachig‘ining kengayishi, qon bosimining tushishi.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Dastlabki ma’lumot: zaharlanganlar nafasidan sivush moyi hidi kelgan. Maqsad: uchuvchi zaharli moddani ajratib olish va tahlil tartibini ko‘rsatish.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194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GSX bilan ishlash; qon va siydikda spirtlarni GSX bilan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Gaz xromatografiyasida katarometr sezgirligi 10-2 - 10-3 ga teng deb ko‘rsatilgan, ammo detektorlar ichida elektron ushlovchi detektorlar eng sezgir.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Spirt tahlilida qog‘oz lentasi tezligi 720 mm/soat; xromatograf yozish masshtabi 1:1.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Kitobdagi 7-keysda «yoqimli nok hidli» kuchsiz spirtli ichimlik ichgan odamlar nafasidan sivush moyi hidi kelgani qayd etilgan.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GSX bilan ishlash; qon va siydikda spirtlarni GSX bilan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166, 188-192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Nurmatova M.I. Toksikologik kimyo modulidan o‘quv-uslubiy majmua (DVSSM). Toshkent farmatsevtika instituti, 2025. b. 190, 192-194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