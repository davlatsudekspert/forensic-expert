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qondagi spirtni aniqlashda GSX tanlanadi? Doskada: mashg‘ulot rejasi (2 band). Tipik xato: bu mashg‘ulotni faqat asbob bilan tanishish deb tushunish; kitobda alkilnitrit hosil qilish va qon/peshob namunasini yuborish ham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natija amaliy sinov bilan tekshiriladi? Doskada: 3 natija. Tipik xato: kutilayotgan natijada miqdoriy hisoblash ko‘rsatilgan deb o‘ylash; kitobda sifat aniqlash, vaqtni solishtirish va balandlikni o‘lchash bayon etilgan.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penitsillin flakoni va fiksator nima uchun kerak? (Rezina tiqinni ushlab turish uchun — 191-bet.) Doskada: ro‘yxat. Tipik xato: reaktivlar ro‘yxatini mashg‘ulot boshida to‘liq deb hisoblash; 50% uchxlorsirka kislota va 30% natriy nitrit protsedura bayonida beriladi.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usul orasidagi farq qaysi fazaga bog‘liq? Doskada: ikki ustunli taqqoslash. Tipik xato: qo‘zg‘aluvchi fazani suyuqlik deb yozish; ikkala usulda ham u gaz.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ikkala usulda qo‘zg‘aluvchi faza nima? (gaz.) Doskada: daraxt. Tipik xato: GSX da qo‘zg‘almas fazani qattiq sorbent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1941 yildagi kashfiyot gazli usulga yo‘l ochdi. Doskada: vaqt chizig‘i. Tipik xato: GSX ni 1903 yilda yaratilgan deb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bir xil sharoitda turli spirtlar kolonkadan turli vaqtda chiqadi? Doskada: adsorbsiya-desorbsiya sikli. Tipik xato: ajralishni faqat qaynash haroratiga bog‘lash; kitobda taqsimlanish koeffitsienti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namuna sxemaning qaysi qismiga yuboriladi? Doskada: 5 qismli sxema. Tipik xato: termostatni kolonkadan alohida bosqich deb o‘ylash; kitobda kolonkalar termostat kamerasida isitiladi (191-bet, Blits usuli).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spirt tahlilidagi 100 x 0,6 sm kolonka umumiy diapazonga kiradimi? (Umumiy diapazon 2-20 m, spirt kolonkasi 100 x 0,6 sm, ya’ni 1 m — kitobda farq izohlanmagan, o‘qituvchi bilan aniqlashtiring.) Doskada: o‘lchamlar. Tipik xato: sm va m birliklarini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harorat doimiy bo‘lmasa ushlanish vaqti qanday o‘zgaradi? (Kitobda natija ko‘rsatilmagan, faqat doimiylik shart.) Doskada: omillar ro‘yxati. Tipik xato: spirt tahlilida ishlatiladigan gazni geliy deb yozish; spirt shartlarida tashuvchi gaz — azot (190-bet).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pog‘onaning balandligi nimani bildiradi? (Ajralgan moddaning miqdorini.) Doskada: gorizontal chiziq va pog‘onali chiziq. Tipik xato: integral va differensial detektorlarni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katarometr va alangali-ionizatsion detektor ishlash asosi bo‘yicha qanday farq qiladi? Doskada: jadval. Tipik xato: alangali-ionizatsion detektorni konsentratsion turga kiritish; kitobda u oqimli turga misol.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sezgirligi past bo‘lsa ham katarometr nima uchun qulay? Doskada: afzallik va kamchilik. Tipik xato: katarometrni eng sezgir detektor deb yozish; eng sezgiri — elektron ushlovchi.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spirt tahlilida katarometr tanlanadi? (sodda va oson, universal — 189-bet.) Doskada: daraxt. Tipik xato: eng sezgir detektorni eng universal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egri chiziqning qaysi parametri sifatni, qaysisi miqdor haqida belgi beradi? (Kitobda: ushlanish vaqti — sifat; balandlik — miqdorga bog‘liq.) Doskada: pik va uning parametrlari. Tipik xato: egri chiziq balandligini sifat belgisi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sharoit o‘zgarsa, ushlanish vaqti bilan identifikatsiya qilish mumkinmi? Doskada: injeksiya vaqti va pik maksimumi. Tipik xato: boshqa kolonka yoki haroratda olingan vaqtni standart bilan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o‘lik ushlanish vaqti nimani bildiradi? Doskada: formulalar. Tipik xato: o‘lik vaqtni ayirmay sifat tahlili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bitta parametr yetarli emas? Doskada: daraxt. Tipik xato: ushlanish vaqti mos kelsa modda aniqlandi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zich bo‘lmagan tiqin tahlilni buzadi? (Kitobda sabab yozilmagan; namuna yo‘qolishi — o‘qituvchi izohi.) Doskada: sovun sinovi. Tipik xato: tiqinni o‘qituvchisiz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aynan aseton olinadi? (Kitobda sabab ko‘rsatilmagan.) Doskada: 0,5 mkl aseton sinovi. Tipik xato: mkl va ml birliklarini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tekshiruv boshida, o‘rtasida va oxirida takrorlanadi? (Asbob sharoiti barqarorligini nazorat qilish uchun — o‘qituvchi izohi; kitobda sabab ko‘rsatilmagan.) Doskada: 3 nuqtali nazorat. Tipik xato: faqat boshida tekshirib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qattiq faza ishqor va alkilsulfat bilan ishlangan? (Kitobda sabab yo‘q.) Doskada: jadval. Tipik xato: qattiq va qo‘zg‘almas fazani aralashtirish; qo‘zg‘almas faza — Shostakov balzami.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kolonka va detektor harorati nima uchun bir xil olinadi? (Kitobda sabab yo‘q.) Doskada: rejim jadvali. Tipik xato: lenta tezligini 720 mm/daqiqa deb yozish; kitobda «720 mm soat». Kitobdagi dozator harorati bandi (xona haroratidan 10°±5°C) noaniq ifodalangan, shu sabab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spirt natriy nitrit va kislota bilan qanday reaksiyaga kirishadi? Talabalar reaksiya tenglamasini daftarga yozadi (kitobdagi topshiriq). Doskada: 5 bosqichli sxema. Tipik xato: 2 ml (standart) va 3 ml (qon/peshob) gaz hajmlarini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tekshiruv 3 marta takrorlanadi? (Kitobda sabab yo‘q; takrorlanish natija ishonchliligi uchun — o‘qituvchi izohi.) Doskada: jadval ustunlari: yuborilgan vaqt, pik vaqti, balandlik. Tipik xato: bitta o‘lchovga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ichki standart nima uchun kerak? (Kitobda ta’rifi berilmagan.) Doskada: 4 ko‘nikma. Tipik xato: faqat qonni tahlil qilish deb o‘ylash; kitobda qon va peshob bayon etilgan.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qon/peshob va standart tayyorlash tartibi qanday o‘xshash? (Ikkalasida 50% kislota va 30% natriy nitrit ishlatiladi.) Doskada: sxema. Tipik xato: natriy nitrit hajmini (0,25 ml) o‘zgartirish.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spirtni alkilnitritga aylantiramiz? Doskada: reagentlar. Reaksiya tenglamasini yozish topshirig‘i kitobda berilgan (dvssm 193); tenglama kitobda yozilmagan. Tipik xato: flakon tiqinini mahkamlamasdan ishlash.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sekundomer injeksiya bilan birga yurgiziladi? (Ushlanish vaqti injeksiyadan boshlab o‘lchanadi — 189-bet.) Doskada: vaqt o‘qi. Tipik xato: suyuq fazadan olish; kitobda havo-gaz qismidan olinadi.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parametr bo‘yicha qaysi spirt ekani aniqlanadi? Doskada: namuna va standart vaqtlarini solishtirish jadvali. Tipik xato: miqdorni faqat bitta balandlikdan baholash; kitobda ichki standart bilan o‘lchov jadvali tuzish ko‘rsatilgan (191-bet). Kitobda mastlik darajasi talqin jadvali bu mashg‘ulotda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ichki standart nimani kompensatsiya qiladi? (kitobda izohlanmagan — o‘qituvchi muhokamasi.) Doskada: daraxt. Tipik xato: ichki standart sifatida tahlil qilinadigan spirtni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nisbat (h1/h2) nimaga kerak? Doskada: 5 qadam. Tipik xato: faqat etilnitrit balandligiga tayanib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sud kimyosida GSX qulay? Doskada: ikki ustun. Tipik xato: nisbiy xatolikni mutlaq xatolik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qo‘lqop va niqob qon va peshob bilan ishlaganda kerak? Doskada: 4 qoida. Kitobning GSX mashg‘ulotida alohida xavfsizlik bo‘limi yo‘q; qo‘lqop/niqob talabi 166-betdagi kirish mashg‘ulotidan olindi — kitobda 188-193 betlarda uchxlorsirka kislota va gaz ballonlari bilan ishlash ehtiyot choralari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talabalar sxemadagi raqamlarni qismlarga mos qo‘yadi. Doskada: jadval. Tipik xato: oqim stabilizatorini oqim o‘lchagich bilan aralashtirish; stabilizator oqimni bir me’yorda beradi, chiqim o‘lchagich esa chiqayotgan gaz miqdorini o‘lchaydi.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detektorning signali xromatogrammaga qanday o‘tadi? (O‘zi yozib oluvchi moslama orqali.) Doskada: ikkala jadvalni birlashtirib 9 ta qismni takrorlash. Tipik xato: monometrni oqim o‘lchagich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GSX ishlash tamoyilini bayon eting va etil spirti misolida tahlil tartibini ko‘rsating. Kitobda keysning javob jadvali (muammo turi, sabablari, hal etish yo‘llari) bo‘sh qoldirilgan, ya’ni javob kitobda yo‘q — talabalar o‘quv materiali asosida to‘ldiradi. Kitobda boshqa, qondagi spirt va peshobdagi spirt nisbati bo‘yicha 6-keys ham bor (dvssm 189).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Kitob keysga javob bermaydi; qadamlar 43, 49, 186-betlar asosida o‘qituvchi uchun yo‘nalish. Muhokama: nok hidi nimani bildiradi? (kitobda izohlanmagan — o‘qituvchi muhokamasi.) Tipik xato: faqat hidga tayanib moddani nomlash.</a:t>
            </a:r>
          </a:p>
          <a:p/>
          <a:p>
            <a:r>
              <a:t>Tekshirish kerak (manbada noaniq):</a:t>
            </a:r>
          </a:p>
          <a:p>
            <a:r>
              <a:t>- Keys: 1-kurs talabalari tayyorlagan yoqimli nok hidli kuchsiz spirtli ichimlikni ichgan kishilarda ko‘ngil aynishi, qorin og‘rig‘i, bosh aylanishi, holsizlik.</a:t>
            </a:r>
          </a:p>
          <a:p>
            <a:r>
              <a:t>- Yarim soatdan keyin MNS ta’siri: uyquchanlik, karaxtlik, ko‘z qorachig‘ining kengayishi, qon bosimining tushishi; nafasdan sivush moyi hidi.</a:t>
            </a:r>
          </a:p>
          <a:p>
            <a:r>
              <a:t>- Amil va izoamil spirtlari samogon tarkibida ko‘p uchraydi va markaziy asab tizimiga ta’sir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GSX bilan ishlash; qon va siydikda spirtlarni GSX bilan aniqlash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gaz-suyuqlik xromatograflarining ishlash tartibi bilan tanishish; 2) spirtlarni sifat jihatdan qon va peshobdan GSX usulida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 gaz-suyuqlik xromatograflarining ishlash tartibi bilan tanishadi.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spirtlarni qon va peshobdan GSX usulida sifat jihatdan aniqlay olishlari talab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188; Yuldashev Z.A., Nurmatova M.I., Toksikologik kimyo modulidan o‘quv-uslubiy majmua, betlar: 190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gaz-suyuqlik xromatograflarining ishlash tartibi bilan tanishadi.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spirtlarni qon va peshobdan GSX usulida aniqlashni o‘rganadi.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Xromatogrammadagi egri chiziqlarni farqlash, ushlanish vaqtini hisoblash va egri chiziq balandligini o‘lchash o‘rganiladi.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188; Yuldashev Z.A., Nurmatova M.I., Toksikologik kimyo modulidan o‘quv-uslubiy majmua, betlar: 193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Asbob-uskunalar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asbob-uskunalar: distillyat, kolbalar, probirkalar, reaktivlar, ko‘rgazmali materiallar, skotch, qog‘oz.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Namunalar uchun penitsillin idishi (flakon), rezina tiqin, fiksator, 1 ml va 5 ml li shpritslar, sekundomer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188; Yuldashev Z.A., Nurmatova M.I., Toksikologik kimyo modulidan o‘quv-uslubiy majmua, betlar: 193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Gaz xromatografiyasi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Gaz xromatografiyasi kimyoviy moddalarni bir-biridan ajratishda, ularning sifati va miqdorini aniqlashda keng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ikki guruhga bo‘linadi: gaz-adsorbsion va gaz-suyuqlik xromatografiyasi.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Gaz-adsorbsionda qo‘zg‘almas faza — g‘ovak qattiq modda; gaz-suyuqlikda — g‘ovak qattiq modda ustiga qoplangan suyuqlik.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Ikkala usulda ham qo‘zg‘aluvchi faza gaz hisoblanadi.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Gaz xromatografiyasi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Qo‘zg‘aluvchi faza gaz, qo‘zg‘almas faza qattiq sorbent (aktivlangan ko‘mir, silikagel, alyuminiy oksidi) bo‘lsa — gaz adsorbsion xromatografiya.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Qo‘zg‘aluvchi faza gaz, qo‘zg‘almas faza yuqori haroratda qaynovchi suyuqlik bo‘lsa — gaz-suyuqlik xromatografiyasi (GSX).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 xromatografiyasi ajratuvchi (elyuent), frontal va siqib chiqaruvchi usullarga bo‘linadi.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Gaz xromatografiyasi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Gaz-adsorbsion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Qo‘zg‘almas faza: qattiq sorbent  ·  Ko‘mir, silikagel, Al2O3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Gaz-suyuqlik (GSX)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Qo‘zg‘almas faza: suyuqlik  ·  Qattiq neytral moddaga shimdirilgan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Usullar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Elyuent (ajratuvchi)  ·  Frontal  ·  Siqib chiqaruvchi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GX turlari (47-bet)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Xromatografiya tarixi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Xromatografiya birinchi bo‘lib 1903 yilda M.S. Svet tomonidan yashil o‘simliklardan olingan murakkab aralashmani ajratishda qo‘llangan.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1941 yili Martin va Sinjlar qog‘oz xromatografiyasini taklif etib Nobel mukofotini olgan; qo‘zg‘aluvchi faza sifatida gazni ham ko‘rsatgan.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1952 yili Djeyn va Martinlar gaz adsorbsion va gaz-suyuqlik xromatografiyasi usullarini yaratdilar.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320"/>
                <a:gridCol w="374965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Voqea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1903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M.S. Svet: o‘simlik aralashmasi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1941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Martin va Sinj: qog‘oz xromatografiyasi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1952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Djeyn va Martin: gaz adsorbsion va GSX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Tarix (47-bet)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Moddalarning ajralish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Isitilgan gaz oqimiga tekshiriluvchi moddalar aralashmasi yuboriladi; suyuq aralashma termostatda yuqori haroratda gaz holatiga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Kolonkada moddalar qo‘zg‘almas va gaz fazalari orasida bir necha bor adsorbsiya va desorbsiya jarayonlariga uchrab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Ajralish samaradorligi moddalarning taqsimlanish koeffitsientiga bog‘liq.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93467" y="22951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093467" y="38953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7043840" y="38953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43840" y="22951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0307" y="1417320"/>
            <a:ext cx="2011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Namuna gaz oqimiga kiradi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39935" y="3017520"/>
            <a:ext cx="201168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Fazada adsorbsiya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0307" y="4617720"/>
            <a:ext cx="2011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Gaz fazasiga desorbsiya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3017520"/>
            <a:ext cx="201168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Ko‘p bor qayta taqsimlanish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Adsorbsiya-desorbsiya (188-bet)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Gaz xromatografining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Qismlari: gaz manbai, reduktor, dozator, kolonka, termostat, detektor, natijani yozib oluvchi qurilma.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Reduktordan o‘tgan gaz (azot, argon) aralashma bilan kolonkaga yuboriladi; miqdori reometrda o‘lchanadi.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Gaz manbai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Reduktor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Dozator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Kolonka (termostatda)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Detektor, yozuvchi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Gaz xromatografi sxemasi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Xromatografik kolonka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diametri 2 mm dan 12-15 mm gacha, uzunligi 2 m dan 20 m gacha bo‘lgan «U», spiral yoki aylana trubka shaklidagi kolonkalarda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Kolonkalar asosan shisha, mis, latun yoki po‘latdan tayyorlanadi.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Spirtlarni sifat tahlil qilishda kolonka o‘lchami 100 x 0,6 sm.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Diametri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2 dan 12-15</a:t>
            </a:r>
            <a:r>
              <a:rPr sz="1300" b="0">
                <a:solidFill>
                  <a:srgbClr val="6B7280"/>
                </a:solidFill>
                <a:latin typeface="Calibri"/>
              </a:rPr>
              <a:t>  mm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Uzunligi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 dan 20</a:t>
            </a:r>
            <a:r>
              <a:rPr sz="1500" b="0">
                <a:solidFill>
                  <a:srgbClr val="6B7280"/>
                </a:solidFill>
                <a:latin typeface="Calibri"/>
              </a:rPr>
              <a:t> 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Shakli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U, spiral, aylana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Spirt tahlilida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 x 0,6</a:t>
            </a:r>
            <a:r>
              <a:rPr sz="1500" b="0">
                <a:solidFill>
                  <a:srgbClr val="6B7280"/>
                </a:solidFill>
                <a:latin typeface="Calibri"/>
              </a:rPr>
              <a:t>  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Kolonka (188, 192-betlar)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188; Yuldashev Z.A., Nurmatova M.I., Toksikologik kimyo modulidan o‘quv-uslubiy majmua, betlar: 192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Ajralishga ta’sir etuvchi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Ajralish kolonkaning sorbent bilan bir xil zichlikda to‘ldirilishiga, sorbent tabiatiga, gaz tezligiga va kolonka haroratining doimiyligiga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inert gazlar: azot, geliy, argon.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Sorbentlar: silikagel, alyuminiy oksidi, aktivlangan ko‘mir, sintetik g‘ovak moddalar (xemosorb, polisorb).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Ajralish omillari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Kolonka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Sorbent bir xil zichlikda to‘ldirilishi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Sorbent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Silikagel, Al2O3, aktivlangan ko‘mir  ·  Xemosorb, polisorb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Gaz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Azot, geliy, argon  ·  Gaz tezligi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Harorat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Kolonka harorati doimiy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Omillar (189-bet)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Detektor va uning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 gaz xromatografiyasining asosiy qismlaridan biri: kolonkadan chiqayotgan gaz tarkibining o‘zgarishi detektorda namoyon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Detektorlar integral va differensial turlarga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Integral detektor signali gaz oqimidagi moddaning umumiy massasiga to‘g‘ri proporsional; toza gazda gorizontal chiziq, aralashmada pog‘onali chiziq.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Integral detektor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Signal umumiy massaga proporsional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Toza gazda gorizontal chiziq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Aralashmada pog‘onali chiziq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Differensial detektor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Miqdorning vaqt bo‘yicha o‘zgarishi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Konsentratsion va oqimli turlar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Ko‘pchilik detektorlar shunday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Detektorlar (189-bet)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Differensial detektorlar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Differensial detektor modda miqdorining vaqt birligidagi o‘zgarishini ko‘rsatadi (ko‘pchilikda shu).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Differensial detektorlar konsentratsion va oqimli turlarga bo‘linadi.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59"/>
                <a:gridCol w="2636520"/>
                <a:gridCol w="723596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Konsentratsion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Katarometr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Issiqlik o‘tkazuvchanlik o‘zgarishi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Oqimli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Alangali-ionizatsion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Alanga elektr o‘tkazuvchanligi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Differensial detektorlar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Katarometr: spirt tahlilida nima uchun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Ko‘pchilik uchuvchi dori moddalar tahlilida gazlarning issiqlik o‘tkazuvchanligi o‘zgarishiga asoslangan detektor — katarometr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Katarometr ko‘pgina moddalarni aniqlashda universal; sezgirligi alangali-ionizatsion va boshqa detektorlarga nisbatan past (10-2 - 10-3), lekin sodda va oson.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Detektorlar ichida elektron ushlovchi detektorlar eng sezgir.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Detektor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Tuzilishi va ishlash usuliga ko‘ra detektorlar: katarometr, alangali ionlanish, elektron tutuvchi (tashuvchi) va termoion.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Detektorlar integral va differensial turlarga bo‘linadi; differensial detektorlar konsentratsion va oqimli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Detektorlar ichida elektron ushlovchi detektorlar eng sezgir.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Detektorlar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Katarometr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Issiqlik o‘tkazuvchanlik farqi  ·  Konsentratsion; universal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Alangali ionlanish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Vodorod alangasi, elektr o‘tkazuvchanlik  ·  Oqimli detektor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Elektron tutuvchi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Eng sezgir detektorlar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Termoion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Termoion detektor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Detektor turlari (48-189-betlar)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48, 189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Xromatogramma va uning parametrlari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 impulslari sezgir potensiometrlar yordamida aniqlanib, xromatografik qog‘ozga yoziladi.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Qog‘ozdagi egri chiziq xromatogramma deyiladi; har bir egri chiziq kolonkada ajralgan alohida moddaga xos.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Xromatogramma ushlanish vaqti (masofasi), balandligi, asosi va yuzasi bilan xarakterlanadi.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603"/>
                <a:gridCol w="345337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Parametr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Egri chiziq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Kolonkada ajralgan alohida 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Ushlanish vaqti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Sifat ko‘rsatkichi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Balandlik va asos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Cho‘qqi o‘lchamlari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Yuza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Miqdor ko‘rsatkichi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Xromatogramma (189-bet)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Ushlanish vaqti — sifat ko‘rsatkichi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Ushlanish vaqti (masofasi) — modda kolonkaga yuborilgandan uni kolonkadan eng ko‘p miqdorda ajralishigacha o‘tgan vaqt (masofa).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sharoiti bir xil saqlanganda ushlanish vaqti (masofasi) moddalar sifatini aniqlovchi parametr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Qon/peshob tahlilida egri chiziqlar chiqish vaqti standart eritmalardan olingan vaqt bilan solishtiriladi.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 kolonkaga yuboriladi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Kolonkada moddalar ajraladi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Maksimum cho‘qqi yoziladi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Vaqt standart bilan solishtiriladi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Ushlanish vaqti (189, 193-betlar)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189; Yuldashev Z.A., Nurmatova M.I., Toksikologik kimyo modulidan o‘quv-uslubiy majmua, betlar: 193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 ushlanish vaqti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Ushlanish vaqti — moddaning kolonkaga yuborilganidan to maksimum cho‘qqi hosil bo‘lgunicha ketgan vaqt yoki masofa.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Sorbentga shimilgan gazning ushlanish vaqti o‘lik ushlanish vaqti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Moddaning chin ushlanish vaqti modda va gaz aralashmasi ushlanish vaqtidan o‘lik ushlanish vaqtini ayirishga teng.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00"/>
                <a:gridCol w="33650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Kattalik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 um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Modda + gaz ushlanish vaqti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O‘lik ushlanish vaqti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 chin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 chin = t um − t 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 chin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 chin = l um − l m (masofa)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Chin ushlanish (48-bet)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 da sifat tahlili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Sifat tahlili xromatografik kolonkada ushlanish parametrlari bo‘yicha amalga oshiriladi.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 modda yoki ular aralashmasi bilan solishtirish; xromatografiyadan oldin va keyin kimyoviy reaksiyalar olib borish.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GSX ni UF, IK, mass-spektr, lyuminestsent va YaMR kabi fizik usullar bilan birga bajarish ham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Sifat tahlili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Ushlanish parametrlari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Vaqt yoki masofa bo‘yicha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Standart bilan taqqoslash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Standart modda yoki aralashma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Kimyoviy reaksiyalar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Xromatografiyadan oldin va keyin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Fizik usullar bilan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UF, IK, mass-spektr, YaMR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Sifat tahlili (48-bet)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Tahlilga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Har bir talaba o‘qituvchidan turli spirtlar aralashmasidan tayyorlangan eritmani olib, uni GSX da tahlil qila boshlaydi.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Ishdan avval dozator blokidagi tiqinchalarning zich yopilganiga ishonch hosil qilinadi: shprits ignasi bilan yuboriladigan joyga sovun eritmasi surtiladi.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Sovun pufakchalari paydo bo‘lmasa, dozator bloki zich yopilgan; pufakchalar hosil bo‘lsa, rezina tiqin o‘qituvchi ishtirokida almashtiriladi.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Tiqinchalarning zichligi butun mashg‘ulot davomida tekshirib turiladi.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Dozator tiqinchasiga sovun eritmasi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Pufakcha yo‘q: dozator zich yopilgan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Pufakcha bor: tiqin almashtiriladi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Zichlik butun mashg‘ulot tekshiriladi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Dozator tekshiruvi (190-bet)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189, 190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Mikroshpritsni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bir talaba 1 mkl li shpritslar bilan tekshiruv o‘tkazadi.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Shpritsga 0,5 mkl aseton olinib, filtr qog‘oziga tomiziladi: igna uchida mikrotomchi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Tomchi qog‘ozga tekkizilsa, uncha katta bo‘lmagan nam dog‘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Mikrotomchi hosil bo‘lmasa, ignani ushlab turuvchi vint burab mikroshprits qayta kalibrlanadi.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mkl shpritsga 0,5 mkl aseton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 qog‘oziga tomizish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Igna uchida mikrotomchi bo‘lishi kerak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Bo‘lmasa — vint bilan qayta kalibrlash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Mikroshprits (190-bet)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Xromatografning sezgirligini va havoni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Sezgirlik tekshirilganda havo egri chizig‘ida pero maksimumi balandligining yarmiga teng bo‘lganda sezgirlik darajasi tezda «100» holatga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 suv egri chizig‘ining balandligi kamayadi.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bug‘i va havoning xromatografik tahlili laboratoriya mashg‘uloti boshida, o‘rtasida va oxirida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Shubhali natija chiqsa, tekshiruv o‘qituvchi bilan birgalikda bajariladi.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Spirtlarni tahlil qilish shartlari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Xromatografik kolonka o‘lchami 100 x 0,6 sm.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Qattiq faza: ishqor va alkilsulfat tuzlari (0,3 g dan) bilan ishlangan INZIM G‘IShTI-600.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Qo‘zg‘almas faza — Shostakov balzami (vinilin), qattiq fazaga nisbatan 1:5 nisbatda shimdiriladi.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6709"/>
                <a:gridCol w="296126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Parametr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Kolonka o‘lchami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100 x 0,6 sm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Qattiq faza zarrachasi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0,25-0,5 mm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Qo‘zg‘almas faza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Shostakov balzami (vinilin)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Shimdirish nisbati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1:5 (qattiq fazaga nisbatan)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Kolonka va fazalar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192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Spirtlarni tahlil qilish shartlari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Qo‘zg‘aluvchi faza (gaz) — azot; azot tezligi 50-60 ml/daqiqa.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Xromatografning yozish masshtabi 1:1; detektor toki 60-100 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yuborilgan vaqt va egri chiziqlar eng baland nuqtalarining yozilish vaqtlari belgilanadi.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767"/>
                <a:gridCol w="206920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Parametr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Kolonka va detektor harorati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75°C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Tashuvchi gaz va tezligi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azot, 50-60 ml/daq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Detektor toki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60-100 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Qog‘oz lentasi tezligi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720 mm/soat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Rejim parametrlari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Spirtlardan alkilnitritlar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Lenta yurgiziladi: avval havo namunasi, so‘ng alkilnitritlar aralashmasi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Idish rezinkali tiqin bilan yopilib, maxsus berkituvchi qurilmaga o‘rnatiladi va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Kitobda natriy nitrit bilan reaksiya tenglamasini yozish topshirig‘i berilgan.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Idish: 0,5 ml spirt aralashmasi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+ 0,5 ml 50% uchxlorsirka k-ta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+ 0,25 ml 30% natriy nitrit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daqiqa aralashtirish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 ml gaz-havo qismi dozatorga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Standart alkilnitritlar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192, 193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Standart natijalarni yozib borish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yuborilgan vaqt va xromatogramma egri chiziqlari eng baland nuqtalarining yozilish vaqtlari (yoki masofasi)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Barchasi talabaning ish daftariga yozib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Alkilnitritlarni tekshirish uch marta takrorlanadi va maxsus jadvallarga yoziladi.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Aralashma yuboriladi, vaqt belgilanadi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Eng baland nuqta vaqti yoziladi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 daftariga yoziladi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Tekshiruv uch marta takrorlanadi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Standart yozuvlari (193-bet)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193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va peshobda etil spirtini aniqlash: vazifalar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Katarometrli detektor bilan jihozlangan gaz xromatograflarida ishlash.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Tanlab olingan ichki standartlar bilan aniq o‘lchov jadvalini tuzish.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va peshobdagi spirtlarni alkilnitritlarga o‘tkazish.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Havo-gaz fazasidan aniq namuna olib, uni xromatografning dozator blokiga yuborish.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yoki peshob namunasini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Penitsillin flakoniga 0,5 ml 50% uchxlorsirka kislota eritmasi, ustiga 0,5 ml qon yoki peshob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Flakon rezina tiqin bilan yopilib, fiksatorga o‘rnatiladi; fiksator rezina tiqinni ushlab turish uchun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Aralashtirilgach, 1 ml li shpritsda 0,25 ml 30% natriy nitrit yuboriladi, 1 daqiqa chayqatiladi.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0,5 ml 50% uchxlorsirka kislota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+ 0,5 ml qon yoki peshob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Rezina tiqin, fiksator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+ 0,25 ml 30% natriy nitrit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daqiqa chayqatish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Qon/peshob namunasi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Spirtlarni alkilnitritlarga o‘tkazish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va peshobdan spirtlarni sifat va miqdoriy aniqlash ularni alkilnitritlarga o‘tkazib, xromatografik ajratishga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Alkilnitritlar mos spirtlarga nisbatan bir necha marta uchuvchanroq.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Flakonga uchxlorsirka kislotasi, so‘ng qon yoki peshob solinadi, natriy nitrit eritmasi shprits bilan qo‘shiladi, par-gaz fazasidan namuna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Spirt (qon yoki peshobda)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Natriy nitrit NaNO2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Uchxlorsirka kislotasi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Alkilnitrit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Yopiq flakon, 1 daqiqa chayqatish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Spirtdan bir necha marta uchuvchanroq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Alkilnitrit hosil bo‘lishi (49, 191-betlar)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Namunani xromatografga yuborish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li shprits bilan flakon ichidagi havo-gaz qismidan 3 ml olinib, tezlikda dozator blokiga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Havo-gaz aralashmasini yuborish bilan sekundomer yurgiziladi va xromatogrammaning yozilishi kuzatib turiladi.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Xromatogrammada chiqayotgan har bir egri chiziq balandligigacha bo‘lgan vaqt belgilanadi.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Flakondan 3 ml havo-gaz (5 ml shprits)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Dozatorga tez yuboriladi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Sekundomer yurgiziladi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Cho‘qqi vaqtlari belgilanadi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Yuborish (191-bet)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solishtirish va talqin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Belgilangan vaqtlar standart eritmalardan olingan vaqt bilan solishtiriladi.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Talaba egri chiziqlarni farqlay olishi, ushlanish vaqtini hisoblashi va egri chiziq balandligini o‘lchashi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Egri chiziq balandligi spirtlarning ko‘p-ozligiga bog‘liq; farq shu asosda baholanadi.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 cho‘qqilari vaqti belgilanadi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Standart vaqt bilan solishtiriladi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Cho‘qqi balandligi baholanadi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Spirtlar ko‘p-ozligi aniqlanadi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Talqin (191-bet)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 da miqdor tahlili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 xromatografik tahlillarda modda miqdori uch usulda aniqlanadi: ichki standart, absolyut kalibrlash va ichki normallash.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 miqdori ichki standartlash usulida aniqlanadi; ichki standart sifatida propil spirti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Hisob kalibrovka grafigi orqali bajariladi.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Miqdor tahlili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Ichki standart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Spirtlar uchun: propil spirti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Absolyut kalibrlash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Ichki normallash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Miqdor usullari (49-bet)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Ichki standart bilan hisoblash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Ichki standart sifatida propil spirti olinadi, hisob kalibrovka grafigi orqali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Grafik etilnitrit cho‘qqisi balandligining (h1) propilnitrit cho‘qqisi balandligiga (h2) nisbati va modda konsentratsiyasi asosida tuziladi.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Tanlab olingan ichki standartlar bilan aniq o‘lchov jadvali tuziladi.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Standart eritmalar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Spirt + ichki standart (propil spirti) tayyorlanadi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Alkilnitritlar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Namuna alkilnitritlarga o‘tkaziladi, GSX ga yuboriladi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Cho‘qqi balandligi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Etilnitrit (h1) va propilnitrit (h2) o‘lchanadi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Grafik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h1/h2 nisbati va konsentratsiya grafigi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Hisob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Noma’lum namuna h1/h2 bo‘yicha grafikdan topiladi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Ichki standart (49, 191-betlar)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49, 191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 afzalliklari va kamchiligi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GSX universal usul; murakkab aralashmalarni komponentlarga ajratadi; tahlilga kam vaqt va kam modda sarflanadi.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yetarli sezgirlikka ega, aniqligi yuqori: nisbiy xatolik ±1,0-1,5% atrofida.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Kamchilik sifatida ayrim suyuq qo‘zg‘almas fazalarning uchuvchanligi va beqarorligi aytiladi.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Afzalliklari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Universal usul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Murakkab aralashmani ajratadi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Kam vaqt, kam modda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Yetarli sezgirlik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Nisbiy xatolik ±1,0-1,5%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Kamchiligi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Ayrim suyuq fazalar uchuvchan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Ayrim suyuq fazalar beqaror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GSX (49-bet)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Dozator blokidagi tiqinchalar zichligi butun mashg‘ulot davomida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Pufakchalar paydo bo‘lsa, rezina tiqin o‘qituvchi ishtirokida almashtiriladi.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Shubhali natija chiqsa, tekshiruv o‘qituvchi bilan birgalikda bajariladi.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ishi uchun talaba rezina qo‘lqop, salfetka va yuzga tutish uchun niqob keltiradi (kirish mashg‘ulotidagi talab).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190, 166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 qismlari va vazifalari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Blits usuli: sxemadagi raqamlangan qismning nomi va vazifasini moslashtirish topshirig‘i.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Ballon xromatografga qo‘zg‘aluvchi faza berish uchun mo‘ljallangan.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528"/>
                <a:gridCol w="315244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Ballon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Qo‘zg‘aluvchi faza beradi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Oqim stabilizatori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Gaz oqimini bir me’yorda beradi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Dozator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Namuna yuborish uchun uskuna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Xromatografik kolonka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Moddalar ajratiladi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Blits usuli: qismlar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 qismlari va vazifalari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O‘zi yozib oluvchi moslama tahlil natijalarini yozib boradi.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 gaz oqimi xususiyatlarining o‘zgarishini elektr signaliga o‘tkazadi.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761"/>
                <a:gridCol w="355921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Termostat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Kolonkalar joylashadi va isitiladi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Detektor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Elektr signali bilan aniqlaydi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Monometr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Kolonkadagi gaz bosimini o‘lchaydi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Chiqim o‘lchagich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Chiqayotgan gaz miqdorini o‘lchaydi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Blits usuli: qismlar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192, 191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Amaliy vaziyat (7-keys)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1-kurs talabalari bayram uchun kuchsiz, nok hidli ichimlik tayyorlagan; ichganlarda 1 soatdan keyin ko‘ngil aynishi, qorin og‘rig‘i, bosh aylanishi, holsizlik.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Yarim soatdan keyin MNS ta’siri: uyquchanlik, karaxtlik, ko‘z qorachig‘ining kengayishi, qon bosimining tushishi.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ma’lumot: zaharlanganlar nafasidan sivush moyi hidi kelgan. Maqsad: uchuvchi zaharli moddani ajratib olish va tahlil tartibini ko‘rsatish.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194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7-keys: yechish yo‘li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Keys: 1-kurs talabalari tayyorlagan yoqimli nok hidli kuchsiz spirtli ichimlikni ichgan kishilarda ko‘ngil aynishi, qorin og‘rig‘i, bosh aylanishi, holsizlik.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Yarim soatdan keyin MNS ta’siri: uyquchanlik, karaxtlik, ko‘z qorachig‘ining kengayishi, qon bosimining tushishi; nafasdan sivush moyi hidi.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Amil va izoamil spirtlari samogon tarkibida ko‘p uchraydi va markaziy asab tizimiga ta’sir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Taxmin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Sivush moyi hidi — amil spirtlari (samogon) ehtimoli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Ajratish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 bug‘i bilan haydash, distillyatni efir bilan ekstraksiya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GSX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Alkilnitritlarga o‘tkazib, ushlanish vaqtini standart bilan solishtirish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Tasdiq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Salitsil aldegidi bilan binafsha-qizil rang, oksidlash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Miqdor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Ichki standart (propil spirti) usuli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Keys yo‘li (49, 192, 43-betlar)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192,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 xromatografiyasida katarometr sezgirligi 10-2 - 10-3 ga teng deb ko‘rsatilgan, ammo detektorlar ichida elektron ushlovchi detektorlar eng sezgir.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 tahlilida qog‘oz lentasi tezligi 720 mm/soat; xromatograf yozish masshtabi 1:1.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Kitobdagi 7-keysda «yoqimli nok hidli» kuchsiz spirtli ichimlik ichgan odamlar nafasidan sivush moyi hidi kelgani qayd etilgan.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bilan ishlash; qon va siydikda spirtlarni GSX bilan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43, 47-49, 166, 188-192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190, 192-194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