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bu moddalar ikkinchi distillyatda izlanadi? Doskada: reja va 4 modda. Eslatma: mashg‘ulot nomidagi «FEK usulida miqdor tahlili» kitobda faqat formaldegid uchun batafsil berilgan (toks 177); fenol, sirka kislota va aseton miqdori boshqa usullarda (keyingi slaydlarda). Tipik xato: barcha moddalar miqdorini FEK da aniqlanadi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ikkinchi distillyat o‘tgan mashg‘ulotdagi qaysi bosqichda olingan? (25 ml, bo‘sh kolbachaga — toks 173.) Doskada: 4 modda ro‘yxati. Tipik xato: birinchi (ishqorli) distillyatni bu reaksiyalarga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fenol uchun efir bilan ajratish kerak? (Konsentratsiyani oshirish — toks 28.) Doskada: ikkinchi distillyat -&gt; 4 guruh tekshiruv. Tipik xato: sirka kislotasini oddiy haydalish bilan to‘liq ajraladi deb o‘ylash: kitob uni kam miqdorda haydalishini aytadi (toks 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formalin shisha idishda ham xavfli? Doskada: 36,5-37,5% va 60-90 ml. Eslatma: kitob testida (toks 180) formalin «40%» variantlari orasida berilgan, ammo nazariy qismda 36,5-37,5% — kitobdagi farq; slaydda nazariy qiymat olindi. Tipik xato: formalinni sof formaldegid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formaldegid distillyatda kam topiladi, manfiy natijani qanday baholaymiz? Doskada: HCHO + H2O -&gt; CH2(OH)2. Tipik xato: distillyatda formaldegid kam bo‘lsa ’yo‘q’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binafsha rang. Muhokama: yana qaysi moddalar bu reaksiyani beradi? (Kitob: ko‘p oksidlovchilar va oqsillarning parchalanish mahsulotlari — toks 30; reaksiya manfiy ahamiyatli.) Eslatma: toks 176 da rang binafsha, toks 30 va test (180) da «qizil» deb berilgan — kitobda farq; amaliy qismdagi (binafsha) olindi. Kitob talabi: sud-kimyoviy ahamiyatini izohlang. Tipik xato: nazorat probirkasini qo‘ymaslik.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darhol ko‘k-binafsha rang (toks 30 da «ko‘k pushti» deyilgan; reaksiya sezgir va musbat ahamiyatli). Xavfsizlik: konsentrlangan H2SO4 — qo‘lqop va ko‘z himoyasi. Tipik xato: kodein o‘rniga boshqa alkaloid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zangori yoki binafsha rang, 15 daqiqa kuzatiladi. Muhokama: nega sovitgandan keyin reaktiv qo‘shiladi? (Kitob sababini aytmaydi.) Kitob talabi: reaksiya tenglamalarini yozing va sud-kimyoviy ahamiyatni izohlang. Tipik xato: kuzatishni 15 daqiqadan oldin to‘xtatish.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kumush ko‘zgu yoki qora cho‘kma; sariq, so‘ng qizil cho‘kma. Eslatma: bu qaytarilish reaksiyalari — kitob ularni distillyatda formaldegid ko‘p bo‘lganda (hid sezilsa) qo‘shimcha sifatida bajarishni aytadi (toks 30); aldegidlarga umumiy. Kitob talabi: tenglamalarni yozing. Tipik xato: qora cho‘kmani kumush ko‘zgu o‘rniga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kalibrlash grafigi va distillyatdagi formaldegid miqdori. Muhokama: shkala intervali nimaga bog‘liq? (Kitob: distillyatdagi formalin miqdoriga.) Doskada: «A - C» grafigi sxemasi. Tipik xato: tekshiriluvchi probirkaga suv qo‘shish — kitobda suv quyilmaydi. Kitobda to‘lqin uzunligi va kyuveta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fenol terida nega xavfli? Doskada: kuyish + so‘rilish. Fizik xossa: toza fenol kristall, o‘tkir hidli, suvda yomon, organik erituvchilarda yaxshi eriydi; suv bug‘i bilan haydaladi (toks 35). Tipik xato: fenolning organizmdagi metabolitlarini (sulfat efir) endogen fenol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uch tovoqchada quruq qoldiq. Muhokama: kitob «sababi?» deb so‘raydi — nega NaHCO3 ishlatiladi? Eslatma: nazariy qismda (toks 35) 3 marta 10 ml dan efir deyilgan, amaliy qismda 2 marta 5 ml — kitobda farq; amaliy qism olindi. Tipik xato: efirni qizdirib uchirishda alanga yaqinida ishlash.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oq cho‘kma; ko‘k-binafsha rang. Muhokama: FeCl3 rangi nima uchun yo‘qolishi mumkin? Kitob talabi: tenglamani yozing va sud-kimyoviy ahamiyatini izohlang. Tipik xato: ortiqcha brom suvini qo‘shib, cho‘kma erib ketganini ’manfiy’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iflos binafsha, so‘ng ammiakda zangori. Muhokama: kitobda metakrezol va parakrezol indofenol reaksiyasini bermaydi (toks 35) — buning ahamiyati nima? Kitob talabi: tenglamani yozing. Xavfsizlik: anilin va xlorli ohak bilan qo‘lqopda ishlang (kitobda ko‘rsatma yo‘q). Tipik xato: miqdor usuli sifatida FEK ni ko‘rsatish — fenol uchun kitobda og‘irlik va hajmiy usul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sirka essensiyasi uy sharoitida xavfli? (Kitob: yosh bolalar suv deb ichib qo‘yishi mumkin.) Doskada: 96% / 40-80% / 3-8%. Eslatma: kitobdagi ’SO2’ yozuvi uglerod dioksidiga mos (CO2) deb o‘qildi; matn belgisi shu. Tipik xato: sirka kislotasi bilan zaharlanishni mineral kislotalardan og‘irroq deb yozish — kitob yengilroq deydi (toks 31).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sirka kislotasi nega ishqorga yig‘iladi? (Uchmaydigan tuz hosil bo‘lib, yo‘qolmaydi.) Eslatma: inson organizmida biokimyoviy faoliyat natijasida oz miqdorda sirka kislotasi hosil bo‘ladi (toks 31) — natijani baholashda hisobga olinadi. Kitobda ’porlatiladi’ — quritish ma’nosida o‘qildi. Tipik xato: nordonlashtirishda mineral kislotani ixtiyoriy konsentratsiyada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qizil, qizdirganda qo‘ng‘ir rang; to‘q ko‘k rang. Muhokama: sezgirlik 0,5 mg nimani bildiradi? Eslatma: FeCl3 reaksiyasi sirka kislotasiga o‘ziga xos emas — keys 1 da ham shu reaksiya berilgan. Tipik xato: FeCl3 ni boshqa, sirka kislotaga xos bo‘lmagan qizil rang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efir hidi (nok essensiyasi hidi). Xavfsizlik: konsentrlangan sulfat kislota bilan qizdirishda ehtiyot bo‘ling. Tipik xato: neytrallash va yodometrik usullarni almashtirib yuborish — yodometrik usul faqat havodagi sirka kislotasi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aseton topilsa, uni diabetdagi aseton bilan qanday farqlaymiz? (Miqdor va anamnez.) Doskada: 40 mg% va 300-400 mg%. Tipik xato: aseton topilishini avtomatik zaharlanish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yodoform hosil bo‘lishi; qizil-binafsha rang. Muhokama: nima uchun ikkala reaksiya taxminiy hisoblanadi? Eslatma: reaktiv konsentratsiyalari kitobda ko‘rsatilmagan. Tipik xato: xarakterli bo‘lmagan reaksiya asosida asetonni aniqlangan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qizil rang (furfurol); ko‘k rang (indigo), xloroformli qatlam ko‘k. Muhokama: indigoni xloroform bilan ajratish nimaga xizmat qiladi? Tipik xato: sariq rangni manfiy natija deb yozish — kam asetonda rang sekin o‘zgaradi.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aseton uchun GSX eng ishonchli? (Xarakterli reaksiyalar yo‘q — oldingi slaydlar.) Doskada: ’ushlanish parametri’. Eslatma: GSX bilan ishlash 53-mashg‘ulotda ko‘riladi. Tipik xato: GSX ni xarakterli bo‘lmagan reaksiyalar o‘rniga ishlatmaslik.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talaba qizil, qizdirilganda qo‘ng‘ir rang (sirka kislotasiga mos — toks 32) asosida sirka kislotasini taxmin qiladi, so‘ng chinligini tasdiqlovchi reaksiyalarni (lantan nitrati va yod, efirlar) rejalaydi. Kitob keysga tayyor javob bermaydi. Muhokama: oshqozon devorining qorayishi nimaga ishora qiladi? (Kitob buni sirka kislotasiga bog‘lamaydi.) Tipik xato: bitta FeCl3 reaksiyasi bilan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voqea 1 da brom suvi (sarg‘ish-oq cho‘kma) va FeCl3 (binafsha) fenolga mos — toks 177. 3-keys: kitob tayyor javob bermaydi; formaldegid (o‘tkir bo‘g‘uvchi hid) va fenol (me’da tirishib kichrayishi — toks 34) ikkalasi ham tekshiriladi; fuksinsulfit, rezortsin va brom suvi bilan ajratiladi. Tipik xato: keys 3 da bitta moddaga erta to‘xtash.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talabalar kitobdagi bo‘sh jadvalni to‘ldiradi. Eslatma: kitobdagi jadval bo‘sh (179-180); javoblar 176-177 betlardagi bajarish tartibiga asoslangan. Rezortsin va FeCl3 kabi reaksiyalar boshqa moddalar bilan ham rang berishi mumkin (toks 30). Tipik xato: bir reaksiyani ikkala modda uchun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Xavfsizlik: yuqori konsentratsiyali formalin bug‘ini birdan hidlamang (toks 30); fenol terini kuydirib tez so‘riladi (toks 34); konsentrlangan sirka kislota va sulfat kislota kuydiradi (toks 31). Muhokama: har bir savolga bittadan misol keltiring. Tipik xato: fenol yoki formalin bilan qo‘lqopsiz ishlash.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har bir modda uchun reaktiv, kuzatilgan rang va xulosani yozadi. Muhokama: darsning 3 asosiy xulosasini ayting. Doskada: ranglar jadvali. Tipik xato: reaksiyalarning ranglarini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Ikkinchi distillat: formaldegid, sirka kislota, fenol, aseton (FEK miqdor tahlili)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5-laboratoriya mashg‘uloti: ikkinchi distillyatdagi uchuvchi moddalar — formaldegid, sirka kislotasi, fenol va atsetonni tahlil qilish (FEK usulida miqdor tahlili).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ikkinchi distillyatni formaldegid va aseton uchun, shuningdek fenol va sirka kislotasi uchun tekshirish; ularni distillyatdan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ikkinchi distillyat tarkibidagi aseton va formaldegidlarning toksikologik ahamiyati hamda chinligini aniqlashda qo‘llaniladigan reaksiyalarning sud-kimyoviy ahamiyatini o‘rgatish.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175; Yuldashev Z.A., Nurmatova M.I., Toksikologik kimyo modulidan o‘quv-uslubiy majmua, betlar: 177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Atsetonni, formaldegidni, fenolni va sirka kislotalarni ikkinchi distillyat tarkibidan aniqlaydilar.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Asbob-uskunalar: darslik, ma’ruza matni, o‘quv qo‘llanmalar, suv bug‘i bilan haydash apparati, voronka, probirkalar,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Ikkinchi distillyat: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distillyat faqat HCN ga tekshiriladi; ikkinchi distillyat boshqa moddalarga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distillyat 25 ml miqdorda bo‘sh toza kolbachaga yig‘iladi; u spirtlar, aldegid va ketonlar, alkilgalogenidlar va boshqalarni aniqlash uchun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Fenol, krezollar, anilin, nitrobenzol, amil spirti uchun distillyat natriy gidrokarbonat qo‘shilib, efir bilan chayqatiladi va efir uchirilib, modda konsentratsiyasi oshiriladi.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28,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Formaldegid: toksikologik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— gazsimon, juda o‘tkir bo‘g‘uvchi hidli modda; uning suvdagi 36,5-37,5% eritmasi formalin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Formalin dezinfeksiyalovchi va konservant sifatida hamda kimyo sanoatida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konsentratsiyali eritmani birdan qattiq hidlash to‘satdan o‘limga olib kelishi mumkin; og‘iz orqali tushsa shilliq qavatni kuydiradi.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MNS ga ta’sir etib hushdan ketish va tirishishni keltiradi; jigar, buyrak, yurak va bosh miyaga ta’sir qiladi; 60-90 ml formalin o‘limga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Formaldegid: metabolizm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Metabolizmi sifatida metil spirti va chumoli kislotasi hosil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Ob’ektdan suv bug‘i yordamida ajratiladi, lekin kam miqdor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Sababi: formaldegidning suvli eritma gidrati (metilenglikol) qiyin haydaladi.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Rezortsin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ikkinchi distillyatga 1 ml 1% rezortsinning 10% natriy ishqordagi yangi tayyorlangan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3-5 daqiqa qaynoq suv hammomida qizdiriladi; binafsha rang — formaldegid.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probirkada shu reaksiya tozalangan suv bilan olib boriladi va natijalar solishtiriladi.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rezortsin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Qaynoq suv hammomi 3-5 daq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Binafsha rang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bilan nazorat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Rezortsin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Kodein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tomchi distillyat chinni tovoqchada besh barobar konsentrlangan H2SO4 bilan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Aralashmaga 1-2 kichik bo‘lak kodein alkaloidi kristallari tashlanadi.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ondayoq ko‘k-binafsha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+ 5 hajm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Kodein kristallari tashlanadi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Ko‘k-binafsha 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Kodein sinovi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Fuksinsulfit kislotasi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ml distillyat 2-3 tomchi konsentrlangan sulfat kislota bilan aralashtirilib, sovitilgach, unga asta-sekin 1 ml fuksinsulfit kislotasi eritmasi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Eritmaning zangori yoki binafsha rangga o‘tishi formaldegid borligidan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hosil bo‘lishi 15 daqiqa davomida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ko‘zgu va Feling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oksidi: 5 tomchi 1% AgNO3 ustiga 10% ammiak cho‘kma erib ketguncha qo‘shiladi; 1 ml distillyat solinib, suv hammomida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bo‘lsa probirka devorlarida «kumush ko‘zgu» paydo bo‘ladi yoki qora cho‘kma cho‘kadi.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Feling: 2 ml distillyat 2 ml Feling 1 va 2 reaktivlari bilan aralashtirilib, gaz alangasida 5-10 daqiqa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Sariq rangli mis (II)-gidroksid, so‘ng qizil rangli mis (I)-oksidi cho‘kmaga tushadi.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 miqdori: FEK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O‘nta probirkaga har xil miqdorda formalin solinib, suv bilan 5 ml gacha to‘ldiriladi.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biriga 1 ml dan 25% sulfat kislota va fuksinsulfit kislotasi qo‘shiladi; probirkalar 30-40 daqiqa turadi.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Tekshiriluvchiga 5 ml distillyat solinadi (suv yo‘q); optik zichlik FEK 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Shkala: 10 probirka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Reaktivlar, 30-40 daqiqa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Optik zichlik FEK da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Grafikdan miqdor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FEK tahlili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Fenol: toksikologik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 xalq xo‘jaligida, kimyo sanoatida keng qo‘llaniladi; formaldegid bilan plastmassalar sintezida ishlatiladi; 3% eritmasi antiseptik.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 zaharli: odam tanasiga tegsa kuydiradi, teri orqali tez so‘riladi va zaharlaydi.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ovqat yo‘llarida kuchli og‘riq, so‘ng bemor rangi oqaradi, ko‘karadi, yurak faoliyati susayadi, tirishadi va o‘lim yuz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fenol sulfat kislota bilan murakkab efir hosil qiladi va peshob bilan chiqariladi; oksidlanib gidroxinon va xingidron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Fenolni distillyatdan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Fenollarni aniqlashdan avval ular distillyatdan efir yordamida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distillyatga ishqoriy muhitgacha 10% NaHCO3 qo‘shilib, 2 marta 5 ml efir bilan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 quruq filtrdan o‘tkazilib, teng uch qismga bo‘linadi; qoldiq bilan reaksiyalar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distillyat + NaHCO3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x 5 ml efir bilan chayqatish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quruq filtrdan o‘tadi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ta chinni tovoqcha, uchirish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Uchbromfenol va temir (III)-xlorid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Uchbromfenol: birinchi tovoqchadagi qoldiq 1 ml suvda eritilib, 3-5 tomchi to‘yingan brom suvi qo‘shiladi; oq cho‘kma hosil bo‘lib, reaktiv ortiqchasida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FeCl3: ikkinchi tovoqchadagi qoldiqqa 1-2 tomchi yangi tayyorlangan FeCl3 eritmasi tomiziladi; ko‘k-binafsha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rang suv, spirt, ortiqcha reaktiv va kislotalar ta’sirida yo‘qoladi.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Indofenol reaksiyasi va fenol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1 ml suv bilan aralashtirilib, bir tomchi anilin va 2 ml xlorli ohak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iflos binafsha rang ammiak eritmasi ta’sirida zangori rangga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miqdori og‘irlik va hajmiy usulda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Anilin (1 tomchi) + xlorli ohak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Iflos binafsha rang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NH3: zangori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Indofenol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177,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kislotasi: ahamiyat va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sirka kislota 96%, sirka essensiyasi 40-80%, ovqatga qo‘shiladigan sirka 3-8% CH3COOH saqlaydi.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kislota teriga tushsa kuydirib shish va yara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O‘limga olib keluvchi miqdori 2-15 g, bu 10-20 ml sirka essensiyasi yoki 200-300 ml iste’mol sirkasiga teng.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sirka kislotasi metabolitlanib, atsetaldegid, etil spirti va qisman CO2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kislotasini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Uchuvchanligi uchun turli ob’ektlardan suv bug‘i yordamida haydab ajratiladi; ko‘p bo‘lsa, distillyatdan xarakterli sirka hidi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erkin sirka kislotasini aniqlash imkonini beradi; organizmdagi tuzlarini aniqlash uchun ob’ekt muhiti 2,5-3,0 bo‘lguncha 10% sulfat kislota bilan nordonlashtirilib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Uchib ketmasligi uchun distillyat 0,1 n ishqor eritmasi bor idishga to‘liq ajratib olinguncha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 aniq hajmga yetkazilib, teng ikkiga bo‘linadi: biri miqdor tahlili uchun, ikkinchisi suv hammomida quritilib, atsetat ionini aniqlash uchun.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31,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kislotasi chinligi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FeCl3: sirka kislota neytrallangandan so‘ng quritilgan qoldiqqa FeCl3 qo‘shilsa qizil mahsulot hosil bo‘lib, qizdirilganda qo‘ng‘ir rangga o‘tadi; sezgirligi 0,5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Lantan nitrati va yod: qoldiqqa lantan nitrati, yodning spirtli eritmasi va ammiak qo‘shilsa, to‘q ko‘k rang yoki cho‘kma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Indigo: qoldiqqa kalsiy tuzlari qo‘shib qizdirilsa aseton hosil bo‘ladi, undan indigo bo‘yog‘i hosil qilish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kislotasi: efirlar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Sirka-etil efiri: qoldiq etil spirt va konsentrlangan sulfat kislota bilan qizdirilsa, xarakterli hidli efir hosil bo‘ladi; sezgirligi 5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Sirka-amil efiri: qoldiq amil spirti va konsentrlangan H2SO4 bilan qizdirilsa, nok essensiyasi hidi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neytrallash usulida aniqlanadi; havodagi miqdori yodometrik usulda.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Yodometriyada KI va KIO3 sirka kislotasi bilan ekvivalent miqdorda yod ajratadi; yod kraxmal ishtirokida natriy tiosulfat bilan titrlanadi.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ahamiyat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(dimetilketon) rangsiz, tiniq, xarakterli hidli suyuqlik; suv va barcha organik erituvchilar bilan har qanday nisbatda aralashadi.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prekursorlar ro‘yxatiga kiritilgan; narkotik moddalarni noqonuniy ishlab chiqarishda ham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narkotik ta’sir etuvchi moddalar qatoriga kiradi, organizmda kumulyatsiyalanadi, juda sekin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Sog‘lom organizmda ham hosil bo‘ladi: diabetda peshobdagi miqdori 300-400 mg% gacha (normada 40 mg%) yetadi; izopropil spirtining metaboliti ham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32,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yodoform va nitroprussid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yodning ishqorli eritmasi bilan yodoform hosil qiladi; reaksiya sezgir, lekin xarakterli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nitroprussid: aseton ishqor ishtirokida qizil-binafsha rang hosil qiladi; reaksiya xarakterli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Halal beradi: etil spirti, sut kislota (yodoform); sirka aldegidi, metiletilketon va b. (nitroprussid).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 (xarakterli emas)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Na-nitroprussid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Qizil-binafsha (xarakterli emas)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Aseton uchun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furfurol va o-nitrobenzaldegid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Furfurol: distillyatga furfurolning etil spirtidagi eritmasi va ishqor qo‘shiladi, bir ozdan so‘ng konsentrlangan HCl qo‘shilsa, aseton bo‘lsa qizil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o-Nitrobenzaldegid: 2 n ishqordagi to‘yingan eritmasidan qo‘shilsa, aseton bor bo‘lganda ko‘k rang (indigo)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kam bo‘lsa reaksiya sekin boradi: avval sariq, so‘ng sariq-yashil va yashil-ko‘k rang; indigo xloroformda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178, 179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GSX va miqdor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alanga ionizatsion detektorli xromatograf yordamida ushlanish parametrlari bo‘yicha GSX 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miqdori GSX usulida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Asetonning suvdagi eritmasi osh tuzi, kalsiy xlorid, kaliy karbonat kabi tuzlar bilan to‘yintirilsa, ikki qatlam bo‘lib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179,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sirka kislotasi gumon qilingan oshqozon bo‘lagi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Yo‘llanma bilan 1950 yilda tug‘ilgan murdadan olingan 200 g oshqozon bo‘lagi 1 litrli plastmassa idishda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Oshqozonning ichki devori o‘ta qoraygan, pH muhiti 2,0-2,5, o‘ziga xos o‘tkir hidga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ajralmaga yangi tayyorlangan 5% FeCl3 dan 1 tomchi qo‘shib qizdirilganda qizil-qo‘ng‘ir cho‘kma hosil bo‘ldi.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fenol (hamshira voqeasi) va 3-keys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Hamshira tozalovchi huqna uchun shisha idishdagi suvdan foydalandi; bemorning terisi ko‘karib, yurak urishi sekinlashdi, tezda hushdan ketdi va 2 soatdan so‘ng o‘ldi.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shisha idishdagi eritmaga bromli suv bilan sarg‘ish-oq cho‘kma, temir (III)-xlorid bilan binafsha rangli eritma hosil bo‘ldi.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3-keys: inson murdasi ichki a’zo bo‘laklarida oshqozon shilliq qavatlari kichraygan, o‘tkir bo‘g‘uvchi hid bor; qaysi moddalarga tahlil kerakligini asoslang.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180, 179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«Charxpalak»: reaksiyalar va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Uchbromfenol, indofenol hosil bo‘lish va temir (III)-xlorid reaksiyalari fenol uchun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Rezortsin, fuksinsulfit, kumush oksidi va Feling reaksiyalari formaldegid uchun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Mashq: har bir modda uchun mos reaksiyalarni tanlang va natijani yozing.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Uchbromfenol, indofenol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 (ko‘k-binafsha)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Rezortsin, fuksinsulfit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Kumush ko‘zgu, Feling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 va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177, 176, 180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formaldegidning ahamiyati, ajratilishi, chinlik reaksiyalari va miqdori; fenolning ahamiyati, ajratilishi, brom suvi va FeCl3 reaksiyalari, indofenol, miqdori.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sirka kislotasining ahamiyati, ajratilishi va distillyati; atsetonning chinligini aniqlash reaksiyalari.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166, 181; Malaka materiali №117 (O‘zR SSV, loyiha matni)., Sud-kimyo ekspertiza va tekshiruvlarini o‘tkazish qoidalari, betlar: 6-band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Formaldegid: rezortsin (binafsha), kodein+H2SO4 (ko‘k-binafsha), fuksinsulfit (zangori yoki binafsha), kumush ko‘zgu, Feling; miqdori — FEK.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Fenol: efir bilan ajratish; brom suvi (oq cho‘kma), FeCl3 (ko‘k-binafsha), indofenol (iflos binafsha -&gt; zangori).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kislotasi: FeCl3 (qizil -&gt; qo‘ng‘ir), lantan nitrati va yod (to‘q ko‘k), efirlar; aseton: yodoform, nitroprussid, furfurol, o-nitrobenzaldegid, GSX.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176, 177, 177-179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Formalin — formaldegidning suvdagi 36,5-37,5% eritmasi; sovuq haroratda polimerlanib, suvda yomon eruvchi paraformaldegidga aylanadi.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kislotasining o‘limga olib keluvchi miqdori 2-15 g — bu 10-20 ml sirka essensiyasi yoki 200-300 ml iste’mol sirkasiga teng.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Diabet bilan og‘rigan bemor peshobidagi aseton miqdori 300-400 mg% gacha yetadi (normada 40 mg%).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 ochiq havoda oksidlanib, qizg‘ish tusga kiradi; toza fenol tiniq kristall modda.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distillat: formaldegid, sirka kislota, fenol, aseton (FEK miqdor tahlili)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26, 28, 30-35, 166, 175-181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177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