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bu moddalar ikkinchi distillyatda izlanadi? Doskada: reja va 4 modda. Eslatma: mashg‘ulot nomidagi «FEK usulida miqdor tahlili» kitobda faqat formaldegid uchun batafsil berilgan (toks 177); fenol, sirka kislota va aseton miqdori boshqa usullarda (keyingi slaydlarda). Tipik xato: barcha moddalar miqdorini FEK da aniqlanadi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ikkinchi distillyat o‘tgan mashg‘ulotdagi qaysi bosqichda olingan? (25 ml, bo‘sh kolbachaga — toks 173.) Doskada: 4 modda ro‘yxati. Tipik xato: birinchi (ishqorli) distillyatni bu reaksiyalarga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fenol uchun efir bilan ajratish kerak? (Konsentratsiyani oshirish — toks 28.) Doskada: ikkinchi distillyat -&gt; 4 guruh tekshiruv. Tipik xato: sirka kislotasini oddiy haydalish bilan to‘liq ajraladi deb o‘ylash: kitob uni kam miqdorda haydalishini aytadi (toks 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formalin shisha idishda ham xavfli? Doskada: 36,5-37,5% va 60-90 ml. Eslatma: kitob testida (toks 180) formalin «40%» variantlari orasida berilgan, ammo nazariy qismda 36,5-37,5% — kitobdagi farq; slaydda nazariy qiymat olindi. Tipik xato: formalinni sof formaldegid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formalin sovuqda loyqalanadi? Doskada: daraxt. Tipik xato: formalinni toza formaldegid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formaldegid distillyatda kam topiladi, manfiy natijani qanday baholaymiz? Doskada: HCHO + H2O -&gt; CH2(OH)2. Tipik xato: distillyatda formaldegid kam bo‘lsa ’yo‘q’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binafsha rang. Muhokama: yana qaysi moddalar bu reaksiyani beradi? (Kitob: ko‘p oksidlovchilar va oqsillarning parchalanish mahsulotlari — toks 30; reaksiya manfiy ahamiyatli.) Eslatma: toks 176 da rang binafsha, toks 30 va test (180) da «qizil» deb berilgan — kitobda farq; amaliy qismdagi (binafsha) olindi. Kitob talabi: sud-kimyoviy ahamiyatini izohlang. Tipik xato: nazorat probirkasini qo‘ymaslik.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darhol ko‘k-binafsha rang (toks 30 da «ko‘k pushti» deyilgan; reaksiya sezgir va musbat ahamiyatli). Xavfsizlik: konsentrlangan H2SO4 — qo‘lqop va ko‘z himoyasi. Tipik xato: kodein o‘rniga boshqa alkaloid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zangori yoki binafsha rang, 15 daqiqa kuzatiladi. Muhokama: nega sovitgandan keyin reaktiv qo‘shiladi? (Kitob sababini aytmaydi.) Kitob talabi: reaksiya tenglamalarini yozing va sud-kimyoviy ahamiyatni izohlang. Tipik xato: kuzatishni 15 daqiqadan oldin to‘xtatish.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manfiy ahamiyatli reaksiya? Doskada: jadval. 30-betda rezortsin rangi «qizil», 176-betda «binafsha» deb yozilgan — amaliy qismdagi (binafsha) olindi. Tipik xato: rezortsin musbat bo‘lsa, formaldegid isbotlandi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kumush ko‘zgu yoki qora cho‘kma; sariq, so‘ng qizil cho‘kma. Eslatma: bu qaytarilish reaksiyalari — kitob ularni distillyatda formaldegid ko‘p bo‘lganda (hid sezilsa) qo‘shimcha sifatida bajarishni aytadi (toks 30); aldegidlarga umumiy. Kitob talabi: tenglamalarni yozing. Tipik xato: qora cho‘kmani kumush ko‘zgu o‘rniga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kalibrlash grafigi va distillyatdagi formaldegid miqdori. Muhokama: shkala intervali nimaga bog‘liq? (Kitob: distillyatdagi formalin miqdoriga.) Doskada: «A - C» grafigi sxemasi. Tipik xato: tekshiriluvchi probirkaga suv qo‘shish — kitobda suv quyilmaydi. Kitobda to‘lqin uzunligi va kyuveta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fenol terida nega xavfli? Doskada: kuyish + so‘rilish. Fizik xossa: toza fenol kristall, o‘tkir hidli, suvda yomon, organik erituvchilarda yaxshi eriydi; suv bug‘i bilan haydaladi (toks 35). Tipik xato: fenolning organizmdagi metabolitlarini (sulfat efir) endogen fenol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fenol teri orqali tez so‘rilishi xavfni qanday oshiradi? Doskada: daraxt. Tipik xato: fenol hidini barcha murdalarda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fenol suv bug‘i bilan haydaladi, garchi 181,4 °C da qaynasa ham? (azeotrop; 23-bet.) Doskada: raqamlar. Tipik xato: qizg‘ish fenolni toza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uch tovoqchada quruq qoldiq. Muhokama: kitob «sababi?» deb so‘raydi — nega NaHCO3 ishlatiladi? Eslatma: nazariy qismda (toks 35) 3 marta 10 ml dan efir deyilgan, amaliy qismda 2 marta 5 ml — kitobda farq; amaliy qism olindi. Tipik xato: efirni qizdirib uchirishda alanga yaqinida ishlash.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oq cho‘kma; ko‘k-binafsha rang. Muhokama: FeCl3 rangi nima uchun yo‘qolishi mumkin? Kitob talabi: tenglamani yozing va sud-kimyoviy ahamiyatini izohlang. Tipik xato: ortiqcha brom suvini qo‘shib, cho‘kma erib ketganini ’manfiy’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iflos binafsha, so‘ng ammiakda zangori. Muhokama: kitobda metakrezol va parakrezol indofenol reaksiyasini bermaydi (toks 35) — buning ahamiyati nima? Kitob talabi: tenglamani yozing. Xavfsizlik: anilin va xlorli ohak bilan qo‘lqopda ishlang (kitobda ko‘rsatma yo‘q). Tipik xato: miqdor usuli sifatida FEK ni ko‘rsatish — fenol uchun kitobda og‘irlik va hajmiy usul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ortiqcha brom qo‘shiladi? Doskada: 3 tenglama. Kitobdagi birinchi tenglama to‘liq emas (KBrO3 + 5KBr + 3H2SO4 → 3Br2 + 3K2SO4 + 3H2O); bu yerda umumiy ko‘rinishi berildi. Tipik xato: ortiqcha bromni hisobga olmaslik. Yodni titrlash (tiosulfat) kitobning shu betida ko‘rsatilmagan — o‘qituvchi izohi.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oksidlovchi sifatida xlorli ohak o‘rniga nimani ishlatish mumkin? (natriy gipoxlorit, H2O2 — 35-bet.) Doskada: jadval. Tipik xato: krezollarni indofenol reaksiyasi bilan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sirka essensiyasi uy sharoitida xavfli? (Kitob: yosh bolalar suv deb ichib qo‘yishi mumkin.) Doskada: 96% / 40-80% / 3-8%. Eslatma: kitobdagi ’SO2’ yozuvi uglerod dioksidiga mos (CO2) deb o‘qildi; matn belgisi shu. Tipik xato: sirka kislotasi bilan zaharlanishni mineral kislotalardan og‘irroq deb yozish — kitob yengilroq deydi (toks 31).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uyda saqlash xavfli? (bolalar suv deb ichib qo‘yishi mumkin — 31-bet.) Doskada: daraxt. Tipik xato: sirka essensiyasi va ovqat sirkasini bir xil xavfli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sirka kislotasi nega ishqorga yig‘iladi? (Uchmaydigan tuz hosil bo‘lib, yo‘qolmaydi.) Eslatma: inson organizmida biokimyoviy faoliyat natijasida oz miqdorda sirka kislotasi hosil bo‘ladi (toks 31) — natijani baholashda hisobga olinadi. Kitobda ’porlatiladi’ — quritish ma’nosida o‘qildi. Tipik xato: nordonlashtirishda mineral kislotani ixtiyoriy konsentratsiyada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qizil, qizdirganda qo‘ng‘ir rang; to‘q ko‘k rang. Muhokama: sezgirlik 0,5 mg nimani bildiradi? Eslatma: FeCl3 reaksiyasi sirka kislotasiga o‘ziga xos emas — keys 1 da ham shu reaksiya berilgan. Tipik xato: FeCl3 ni boshqa, sirka kislotaga xos bo‘lmagan qizil rang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efir hidi (nok essensiyasi hidi). Xavfsizlik: konsentrlangan sulfat kislota bilan qizdirishda ehtiyot bo‘ling. Tipik xato: neytrallash va yodometrik usullarni almashtirib yuborish — yodometrik usul faqat havodagi sirka kislotasi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kraxmal indikator vazifasi. Doskada: 6CH3COOH + 5KI + KIO3 → 6CH3COOK + 3I2 + 3H2O. Tipik xato: titrlashda kraxmalni boshidan qo‘shish (kitobda bu haqda ko‘rsatma yo‘q — o‘qituvchi izohi).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aseton topilsa, uni diabetdagi aseton bilan qanday farqlaymiz? (Miqdor va anamnez.) Doskada: 40 mg% va 300-400 mg%. Tipik xato: aseton topilishini avtomatik zaharlanish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aseton prekursor? (narkotik moddalarni noqonuniy ishlab chiqarishda qo‘llanadi — 33-bet.) Doskada: daraxt. Tipik xato: asetonni faqat erituvchi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yodoform hosil bo‘lishi; qizil-binafsha rang. Muhokama: nima uchun ikkala reaksiya taxminiy hisoblanadi? Eslatma: reaktiv konsentratsiyalari kitobda ko‘rsatilmagan. Tipik xato: xarakterli bo‘lmagan reaksiya asosida asetonni aniqlangan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etil spirti halal beradi? Doskada: I2 + 2NaOH → NaI + NaOI + H2O; CH3COCH3 + 3NaOI → CI3COCH3 + 3NaOH; CI3COCH3 + NaOH → CHI3 + CH3COONa. Tipik xato: yodoform sinovini asetonga xos deb hisoblash. Rang: sariq — o‘qituvchi izohi (kitobda rang ko‘rsatilmagan).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halal beruvchi moddalar qanday ta’sir qiladi? Doskada: CH3COCH3 + Na2[Fe(CN)5NO] + 2NaOH → Na4[Fe(CN)5ON=CH-CO-CH3] + 2H2O. Tipik xato: bitta reaksiya bilan aseton isbotlandi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qizil rang (furfurol); ko‘k rang (indigo), xloroformli qatlam ko‘k. Muhokama: indigoni xloroform bilan ajratish nimaga xizmat qiladi? Tipik xato: sariq rangni manfiy natija deb yozish — kam asetonda rang sekin o‘zgaradi.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aseton uchun GSX eng ishonchli? (Xarakterli reaksiyalar yo‘q — oldingi slaydlar.) Doskada: ’ushlanish parametri’. Eslatma: GSX bilan ishlash 53-mashg‘ulotda ko‘riladi. Tipik xato: GSX ni xarakterli bo‘lmagan reaksiyalar o‘rniga ishlatmaslik.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har bir modda uchun alohida shart? Doskada: jadval. Tipik xato: sirka kislotasini ishqorsiz idishga yig‘ish.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talaba qizil, qizdirilganda qo‘ng‘ir rang (sirka kislotasiga mos — toks 32) asosida sirka kislotasini taxmin qiladi, so‘ng chinligini tasdiqlovchi reaksiyalarni (lantan nitrati va yod, efirlar) rejalaydi. Kitob keysga tayyor javob bermaydi. Muhokama: oshqozon devorining qorayishi nimaga ishora qiladi? (Kitob buni sirka kislotasiga bog‘lamaydi.) Tipik xato: bitta FeCl3 reaksiyasi bilan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voqea 1 da brom suvi (sarg‘ish-oq cho‘kma) va FeCl3 (binafsha) fenolga mos — toks 177. 3-keys: kitob tayyor javob bermaydi; formaldegid (o‘tkir bo‘g‘uvchi hid) va fenol (me’da tirishib kichrayishi — toks 34) ikkalasi ham tekshiriladi; fuksinsulfit, rezortsin va brom suvi bilan ajratiladi. Tipik xato: keys 3 da bitta moddaga erta to‘xtash.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Kitobda keys javobsiz; qadamlar 34, 35, 177-betlar asosida o‘qituvchi uchun yo‘nalish. Muhokama: nega eritma tarkibini aniqlash zaharlanish sababi uchun muhim? Tipik xato: faqat bitta reaksiyaga tayanib xulosa yozish.</a:t>
            </a:r>
          </a:p>
          <a:p/>
          <a:p>
            <a:r>
              <a:t>Tekshirish kerak (manbada noaniq):</a:t>
            </a:r>
          </a:p>
          <a:p>
            <a:r>
              <a:t>- Voqea: hamshira tozalovchi huqna uchun shisha idishdagi suvdan foydalandi; bemor terisi ko‘kardi, yurak urishi sekinlashdi, 2 soatdan so‘ng o‘ldi.</a:t>
            </a:r>
          </a:p>
          <a:p>
            <a:r>
              <a:t>- Dastlabki tahlil: eritmaga bromli suv bilan sarg‘ish-oq cho‘kma, FeCl3 bilan binafsha rangli eritma hosil bo‘ldi.</a:t>
            </a:r>
          </a:p>
          <a:p>
            <a:r>
              <a:t>- Fenol teri orqali tez so‘riladi va zaharlaydi; uchbromfenol va FeCl3 reaksiyalari fenolga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talabalar kitobdagi bo‘sh jadvalni to‘ldiradi. Eslatma: kitobdagi jadval bo‘sh (179-180); javoblar 176-177 betlardagi bajarish tartibiga asoslangan. Rezortsin va FeCl3 kabi reaksiyalar boshqa moddalar bilan ham rang berishi mumkin (toks 30). Tipik xato: bir reaksiyani ikkala modda uchun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Xavfsizlik: yuqori konsentratsiyali formalin bug‘ini birdan hidlamang (toks 30); fenol terini kuydirib tez so‘riladi (toks 34); konsentrlangan sirka kislota va sulfat kislota kuydiradi (toks 31). Muhokama: har bir savolga bittadan misol keltiring. Tipik xato: fenol yoki formalin bilan qo‘lqopsiz ishlash.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har bir modda uchun reaktiv, kuzatilgan rang va xulosani yozadi. Muhokama: darsning 3 asosiy xulosasini ayting. Doskada: ranglar jadvali. Tipik xato: reaksiyalarning ranglarini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Ikkinchi distillat: formaldegid, sirka kislota, fenol, aseton (FEK miqdor tahlili)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5-laboratoriya mashg‘uloti: ikkinchi distillyatdagi formaldegid, sirka kislotasi, fenol va atsetonni tahlil qilish (FEK usulida miqdor).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ikkinchi distillyatni formaldegid va aseton uchun, shuningdek fenol va sirka kislotasi uchun tekshirish; ularni distillyatdan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ikkinchi distillyatdagi aseton va formaldegidning toksikologik ahamiyati hamda chinlik reaksiyalarining sud-kimyoviy ahamiyatini o‘rgatish.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175; Yuldashev Z.A., Nurmatova M.I., Toksikologik kimyo modulidan o‘quv-uslubiy majmua, betlar: 177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Atsetonni, formaldegidni, fenolni va sirka kislotalarni ikkinchi distillyat tarkibidan aniqlaydilar.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Asbob-uskunalar: darslik, ma’ruza matni, o‘quv qo‘llanmalar, suv bug‘i bilan haydash apparati, voronka, probirkalar,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distillyat: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distillyat faqat HCN ga tekshiriladi; ikkinchi distillyat boshqa moddalarga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distillyat 25 ml miqdorda bo‘sh toza kolbachaga yig‘iladi; u spirtlar, aldegid va ketonlar, alkilgalogenidlar va boshqalar uchun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Fenol, krezollar, anilin, nitrobenzol, amil spirti uchun distillyat NaHCO3 qo‘shilib, efir bilan chayqatiladi; efir uchirilib, konsentratsiya oshiriladi.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28,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toksikologik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Formaldegid — gazsimon, juda o‘tkir bo‘g‘uvchi hidli modda; uning suvdagi 36,5-37,5% eritmasi formalin deb ataladi.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Formalin dezinfeksiyalovchi va konservant sifatida hamda kimyo sanoatida qo‘llaniladi.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Yuqori konsentratsiyali eritmani birdan qattiq hidlash to‘satdan o‘limga olib kelishi mumkin; og‘iz orqali tushsa shilliq qavatni kuydiradi.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Formaldegid MNS ga ta’sir etib hushdan ketish va tirishishni keltiradi; jigar, buyrak, yurak, miyaga ta’sir qiladi; 60-90 ml formalin o‘limga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Formalin eritmasi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36,5-37,5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O‘limga olib keladi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60-90</a:t>
            </a:r>
            <a:r>
              <a:rPr sz="1100" b="0">
                <a:solidFill>
                  <a:srgbClr val="6B7280"/>
                </a:solidFill>
                <a:latin typeface="Calibri"/>
              </a:rPr>
              <a:t>  ml formalin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nishoni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MNS, jigar, buyrak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metil spirti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Formaldegid (30-bet)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xossalari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— gazsimon, o‘tkir bo‘g‘uvchi hidli modda; uning suvdagi 36,5-37,5% eritmasi formalin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haroratda formalin polimerlanib, suvda yomon eriydigan paraformaldegid (paraform) 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Dezinfeksiyalovchi va konservant sifatida hamda kimyo sanoatida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Formaldegid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Xossalari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Gazsimon, o‘tkir bo‘g‘uvchi hid  ·  Formalin: 36,5-37,5% eritma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Sovuqda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Paraformaldegidga polimerlanadi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Dezinfeksiya, konservant  ·  Fenol-formaldegid smolasi  ·  Teri oshlash, urotropin sintezi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Formaldegid (30-bet)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Formaldegid: metabolizm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Metabolizmi sifatida metil spirti va chumoli kislotasi hosil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Ob’ektdan suv bug‘i yordamida ajratiladi, lekin kam miqdor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Sababi: formaldegidning suvli eritma gidrati (metilenglikol) qiyin haydaladi.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Formaldegid HCOH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Metilenglikol CH2(OH)2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Suvli eritmada gidratlanish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Qiyin haydaladi — kam ajraladi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Formaldegid gidrati (30-bet)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Rezortsin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ikkinchi distillyatga 1 ml 1% rezortsinning 10% natriy ishqordagi yangi tayyorlangan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3-5 daqiqa qaynoq suv hammomida qizdiriladi; binafsha rang — formaldegid.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probirkada shu reaksiya tozalangan suv bilan olib boriladi va natijalar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rezortsin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Qaynoq suv hammomi 3-5 daq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Binafsha rang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bilan nazorat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Rezortsin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Kodein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1-2 tomchi distillyat chinni tovoqchada besh barobar konsentrlangan H2SO4 bilan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Aralashmaga 1-2 kichik bo‘lak kodein alkaloidi kristallari tashlanadi.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ondayoq ko‘k-binafsha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+ 5 hajm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Kodein kristallari tashlanadi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Ko‘k-binafsha rang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Kodein sinovi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Fuksinsulfit kislotasi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distillyat 2-3 tomchi konsentrlangan sulfat kislota bilan aralashtirilib, sovitilgach, unga asta-sekin 1 ml fuksinsulfit kislotasi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Eritmaning zangori yoki binafsha rangga o‘tishi formaldegid borligidan dalolat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hosil bo‘lishi 15 daqiqa davomida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+ 2-3 tomchi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fuksinsulfit asta-sekin qo‘shiladi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Zangori yoki binafsha rang (15 daq)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Fuksinsulfit sinovi (176-bet)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 sifat reaksiyalari: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Rezortsin reaksiyasi manfiy ahamiyatga ega: uni ko‘p oksidlovchilar va oqsillarning parchalanish mahsulotlari ham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Rezortsin sinovida albatta qo‘shimcha probirkada 1 ml distillangan suv bilan solishtirish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 + konsentrlangan sulfat kislota reaksiyasi sezgir va musbat ahamiyatli; formaldegid ko‘p bo‘lsa, kumush ko‘zgu va Feling ham bajariladi.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809750"/>
                <a:gridCol w="178658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Rezortsin + ishqor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Manfiy ahamiyatli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 +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Ko‘k-binafsha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Sezgir, musbat ahamiyatli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Fuksinsulfit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Zangori yoki 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Miqdor tahlili ham shunga asoslangan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Kumush ko‘zgu, Feling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Ko‘zgu; qizil Cu2O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Formaldegid ko‘p bo‘lganda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Formaldegid reaksiyalari (30, 176-betlar)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Kumush ko‘zgu va Feling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Kumush oksidi: 5 tomchi 1% AgNO3 ustiga 10% ammiak cho‘kma erib ketguncha qo‘shiladi; 1 ml distillyat solinib, suv hammomida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bo‘lsa probirka devorlarida «kumush ko‘zgu» paydo bo‘ladi yoki qora cho‘kma cho‘kadi.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Feling: 2 ml distillyat 2 ml Feling 1 va 2 reaktivlari bilan aralashtirilib, gaz alangasida 5-10 daqiqa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rangli mis (II)-gidroksid, so‘ng qizil rangli mis (I)-oksidi cho‘kmaga tushadi.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Kumush ko‘zgu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 tomchi 1% AgNO3 + 10% NH3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ml distillyat, suv hammomi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Devorda ko‘zgu yoki qora cho‘kma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Feling reaksiyasi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ml distillyat + Feling 1 va 2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alangasida 5-10 daqiqa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 Cu(OH)2, so‘ng qizil Cu2O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Qaytarilish reaksiyalari (176-bet)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Formaldegid miqdori: FEK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O‘nta probirkaga har xil miqdorda formalin solinib, suv bilan 5 ml gacha to‘ldiriladi.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biriga 1 ml dan 25% sulfat kislota va fuksinsulfit kislotasi qo‘shiladi; probirkalar 30-40 daqiqa turadi.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Tekshiriluvchiga 5 ml distillyat solinadi (suv yo‘q); optik zichlik FEK 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Shkala: 10 probirka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Reaktivlar, 30-40 daqiqa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Optik zichlik FEK da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Grafikdan miqdor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FEK tahlili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Fenol: toksikologik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Fenol xalq xo‘jaligida, kimyo sanoatida keng qo‘llaniladi; formaldegid bilan plastmassalar sintezida ishlatiladi; 3% eritmasi antiseptik.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Fenol zaharli: odam tanasiga tegsa kuydiradi, teri orqali tez so‘riladi va zaharlaydi.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Zaharlanganda ovqat yo‘llarida kuchli og‘riq, so‘ng bemor rangi oqaradi, ko‘karadi, yurak faoliyati susayadi, tirishadi va o‘lim yuz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Organizmda fenol sulfat kislota bilan murakkab efir hosil qiladi va peshob bilan chiqariladi; oksidlanib gidroxinon va xingidron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Fenol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Gidroxinon (oksidlanish)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Xingidron — rangli modda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Fenol metabolizmi (34-bet)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zaharlanishi: belgilar va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Zaharlanganda avval ovqat yo‘llarida kuchli og‘riq bo‘ladi, so‘ng og‘riq yo‘qolib bemor rangi oqaradi, ko‘karadi, yurak faoliyati susayadi.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miqdorda zaharlanishda qusish, ich ketishi, bosh aylanishi va peshobda qon paydo bo‘lishi mumkin; 1-2 kunda bemor 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kuygan joylar qattiq, quruq, kul rangli; me’da kichrayadi, buyrak kattalashadi; ichki a’zolardan fenol hidi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Fenol zaharlanishi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Belgilari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Ovqat yo‘llarida kuchli og‘riq  ·  Rangi oqarishi, ko‘karish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Tizimlar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Yurak faoliyati susayadi  ·  Tana harorati pasayadi, tirishish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Kuygan joylar kul rangli, quruq  ·  Me’da kichrayadi, buyrak kattalashadi  ·  Miyada qon quyilishi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Fenol zaharlanishi (34-bet)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Fenol: 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 fenol tiniq kristall modda, o‘tkir hidli; suvda yomon,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Ochiq havoda oksidlanib, qizg‘ish tusga kiradi; ishqorda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181,4 °C da qaynaydi, suv bug‘i bilan haydaladi; 3% li eritmasi antiseptik sifatida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181,4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Antiseptik eritma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eruvchanligi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yomon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Ishqorda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yaxshi eriydi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qizg‘ish 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Fenol (34-35-betlar)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Fenolni distillyatdan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Fenollarni aniqlashdan avval ular distillyatdan efir yordamida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distillyatga ishqoriy muhitgacha 10% NaHCO3 qo‘shilib, 2 marta 5 ml efir bilan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quruq filtrdan o‘tkazilib, teng uch qismga bo‘linadi; qoldiq bilan reaksiyalar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distillyat + NaHCO3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x 5 ml efir bilan chayqatish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quruq filtrdan o‘tadi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ta chinni tovoqcha, uchirish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Uchbromfenol va temir (III)-xlorid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Uchbromfenol: birinchi tovoqchadagi qoldiq 1 ml suvda eritilib, 3-5 tomchi to‘yingan brom suvi qo‘shiladi; oq cho‘kma hosil bo‘lib, reaktiv ortiqchasida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FeCl3: ikkinchi tovoqchadagi qoldiqqa 1-2 tomchi yangi tayyorlangan FeCl3 eritmasi tomiziladi; ko‘k-binafsha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rang suv, spirt, ortiqcha reaktiv va kislotalar ta’sirida yo‘qoladi.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Bromli suv (3Br2)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Uchbromfenol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HBr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Fenol eritmasiga brom suvi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cho‘kma (ortiqcha reaktivda eriydi)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Uchbromfenol (35, 177-betlar)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Indofenol reaksiyasi va fenol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1 ml suv bilan aralashtirilib, bir tomchi anilin va 2 ml xlorli ohak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iflos binafsha rang ammiak eritmasi ta’sirida zangori rangga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miqdori og‘irlik va hajmiy usulda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Anilin (1 tomchi) + xlorli ohak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Iflos binafsha rang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NH3: zangori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Indofenol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177,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miqdori: bromatometriya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miqdori og‘irlik va hajmiy usullarda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Hajmiy usulda KBrO3 + KBr + H2SO4 aralashmasidan brom ajraladi; brom fenol bilan uchbromfenol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 KI bilan reaksiyaga kirishib yod ajratadi: Br2 + 2KI → I2 + 2KBr.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Brom hosil qilish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KBrO3 + KBr + H2SO4 → Br2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Fenol bromlanadi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C6H5OH + 3Br2 → C6H2Br3OH + 3HBr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Brom va KI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Br2 + 2KI → I2 + 2KBr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Hisoblash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Og‘irlik va hajmiy usullarda aniqlanadi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Bromatometriya (35-bet)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Fenol va krezollarni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Metakrezolga FeCl3 qo‘shilsa qizil-binafsha rang, parakrezolga havo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Krezollar indofenol reaksiyasini bermaydi, fenol esa anilin va xlorli ohak bilan iflos binafsha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Indofenolni fenollar aralashmasi va aminlar (jumladan ammiak) oksidlanganda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7632"/>
                <a:gridCol w="1927859"/>
                <a:gridCol w="190248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FeCl3 bilan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Indofenol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Ko‘k-binafsha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 binafsha → zangori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Metakrezol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Parakrezol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Havo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Fenol va krezollar (35, 177-betlar)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kislotasi: ahamiyat va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sirka kislota 96%, sirka essensiyasi 40-80%, ovqatga qo‘shiladigan sirka 3-8% CH3COOH saqlaydi.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kislota teriga tushsa kuydirib shish va yara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O‘limga olib keluvchi miqdori 2-15 g, bu 10-20 ml sirka essensiyasi yoki 200-300 ml iste’mol sirkasiga teng.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sirka kislotasi metabolitlanib, atsetaldegid, etil spirti va qisman CO2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Konsentrlangan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96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Sirka essensiyasi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40-80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Ovqat sirkasi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3-8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O‘ldiruvchi miqdor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2-15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Havoda ruxsat etilgan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Sirka kislotasi (31-bet)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kislotasi: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sirka kislotasi ichilsa, qizilo‘ngach kuyadi, qon aralash qusish va ich ketishi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Gemolitik anemiya, gemoglobinuriya, anuriya va uremiya rivojlanadi; zaharlanish sulfat va xlorid kislotadagidan yengilroq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sirka hididan tashqari jigarda nekroz, buyrakda nefroz topiladi; bu hammasi sud-kimyo ekspertizasi uchun yo‘naltiruvchi.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Sirka kislotasi zaharlanishi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Ichganda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Qizilo‘ngach kuyishi  ·  Qon aralash qusish, ich ketishi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Asoratlar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Gemolitik anemiya, gemoglobinuriya  ·  Anuriya, uremiya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Bug‘lari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yo‘llari kuyishi  ·  Bronxopnevmoniya, kataral bronxit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Jigarda nekroz  ·  Buyrakda nefroz, sirka hidi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belgilari (31-bet)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Uchuvchanligi uchun turli ob’ektlardan suv bug‘i yordamida haydab ajratiladi; ko‘p bo‘lsa, distillyatdan xarakterli sirka hidi keladi.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Haydash erkin sirka kislotasini aniqlash imkonini beradi; tuzlari uchun ob’ekt muhiti 2,5-3,0 bo‘lguncha 10% sulfat kislota bilan nordonlashtirilib haydaladi.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Uchib ketmasligi uchun distillyat 0,1 n ishqor eritmasi bor idishga to‘liq ajratib olinguncha haydaladi.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Distillyat aniq hajmga yetkazilib, teng ikkiga bo‘linadi: biri miqdor tahlili uchun, ikkinchisi suv hammomida quritilib, atsetat ionini aniqlash uchun.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(tuz uchun pH 2,5-3,0 gacha)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bug‘i bilan haydash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0,1 n ishqorli idishga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Aniq hajm, teng ikkiga bo‘linadi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(31-32-betlar)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31,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 chinligi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FeCl3: neytrallangan sirka kislota qoldig‘iga FeCl3 qo‘shilsa qizil mahsulot hosil bo‘lib, qizdirilganda qo‘ng‘ir rangga o‘tadi; sezgirligi 0,5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Lantan nitrati va yod: qoldiqqa lantan nitrati, yodning spirtli eritmasi va ammiak qo‘shilsa, to‘q ko‘k rang yoki cho‘kma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Indigo: qoldiqqa kalsiy tuzlari qo‘shib qizdirilsa aseton hosil bo‘ladi, undan indigo bo‘yog‘i hosil qilish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8117"/>
                <a:gridCol w="289985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FeCl3 (neytrallangan qoldiq)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Qizil, qizdirilsa qo‘ng‘ir; 0,5 mg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La(NO3)3 + I2 + NH3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ko‘k rang yoki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Ca tuzi + qizdirish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Aseton, undan indigo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Chinlik reaksiyalari (177-bet)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kislotasi: efirlar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Sirka-etil efiri: qoldiq etil spirt va konsentrlangan sulfat kislota bilan qizdirilsa, xarakterli hidli efir hosil bo‘ladi; sezgirligi 5 mg.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Sirka-amil efiri: qoldiq amil spirti va konsentrlangan H2SO4 bilan qizdirilsa, nok essensiyasi hidi seziladi.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neytrallash usulida aniqlanadi; havodagi miqdori yodometrik usulda.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Yodometriyada KI va KIO3 sirka kislotasi bilan ekvivalent miqdorda yod ajratadi; yod kraxmal ishtirokida natriy tiosulfat bilan titrlanadi.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 kislotasi: yodometrik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Kislotaning havodagi miqdori yodometrik usulda aniqlanadi; asos — KI va KIO3 sirka kislotasi bilan ekvivalent miqdorda yod ajratishi.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Ajralib chiqqan yod kraxmal ishtirokida natriy tiosulfatning aniq konsentratsiyali eritmasi bilan titrlanadi.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Eritmadagi sirka kislotasining miqdori neytrallash usulida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CH3COOH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KIO3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CH3COOK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Ajralgan yod Na2S2O3 bilan titrlanadi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Yod miqdori sirka kislotasiga ekvivalent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Yodometriya (32, 178-betlar)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ahamiyat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Aseton (dimetilketon) rangsiz, tiniq, xarakterli hidli suyuqlik; suv va barcha organik erituvchilar bilan har qanday nisbatda aralashadi.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Aseton prekursorlar ro‘yxatiga kiritilgan; narkotik moddalarni noqonuniy ishlab chiqarishda ham qo‘llaniladi.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Aseton narkotik ta’sir etuvchi moddalar qatoriga kiradi, organizmda kumulyatsiyalanadi, juda sekin chiqariladi.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Sog‘lom organizmda ham hosil bo‘ladi: diabetda peshobdagi miqdori 300-400 mg% gacha (normada 40 mg%); izopropil spirti metaboliti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Diabetda peshobda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300-400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Normada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Chiqarilishi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juda sekin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Organizmda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kumulyatsiya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Aseton miqdori (33-bet)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32,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xossalari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(dimetilketon) rangsiz, tiniq, xarakterli hidli suyuqlik; 56,3 °C da qaynaydi, suvdan yengil.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va barcha organik erituvchilar bilan aralashadi; suvdagi eritmasi osh tuzi yoki K2CO3 bilan to‘yintirilsa ikki qatlamga ajraladi.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bug‘i havodan og‘ir, shu sababli uni ishlatadigan korxonalarda zaharlanish xavfi yuqori.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Aseton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Xossalari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Rangsiz, tiniq suyuqlik  ·  Qaynash harorati 56,3 °C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Aralashishi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Suv va organik erituvchilar bilan  ·  Tuz bilan to‘yintirilsa 2 qatlam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Bo‘yoq, nitrotsellyuloza erituvchisi  ·  Xloroform, sulfonal, yodoform sintezi  ·  Sun’iy kauchuk, tutunsiz porox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Huquqiy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Prekursorlar ro‘yxatida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Aseton (32-33-betlar)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32,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yodoform va nitroprussid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yodning ishqorli eritmasi bilan yodoform hosil qiladi; reaksiya sezgir, lekin xarakterli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nitroprussid: aseton ishqor ishtirokida qizil-binafsha rang hosil qiladi; reaksiya xarakterli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Halal beradi: etil spirti, sut kislota (yodoform); sirka aldegidi, metiletilketon va b. (nitroprussid).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 (xarakterli emas)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Na-nitroprussid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 (xarakterli emas)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Aseton uchun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Yodoform reaksiyasi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Aseton, xuddi etil spirti kabi, yodning ishqorli eritmasi bilan oson reaksiyaga kirishib, yodoform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juda sezgir, lekin aseton uchun xarakterli emas, chunki etil spirti va sut kislota ham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sariq yodoform va natriy atsetat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Aseton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I2 + NaOH (NaOI)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Yodoform CHI3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Natriy atsetat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Ishqoriy muhit, yod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Sezgir, lekin xarakterli emas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Yodoform reaksiyasi (33-bet)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Nitroprussid reaksiyasi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ishqor ishtirokida natriy nitroprussid Na2[Fe(CN)5NO] bilan qizil-binafsha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aseton uchun xarakterli emas: sirka aldegidi, metiletilketon, atsetofenon, atsetilatseton, diatsetil ham halal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aseton tasdiqlash uchun furfurol, o-nitrobenzaldegid va GSX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Aseton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Na2[Fe(CN)5NO]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NaOH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Na4[Fe(CN)5ON=CH-CO-CH3]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Ishqoriy muhit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Qizil-binafsha rang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Nitroprussid (33-bet)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furfurol va o-nitrobenzaldegid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Furfurol: distillyatga furfurolning spirtli eritmasi va ishqor qo‘shiladi, so‘ng konsentrlangan HCl qo‘shilsa, aseton bo‘lganda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o-Nitrobenzaldegid: 2 n ishqordagi to‘yingan eritmasidan qo‘shilsa, aseton bor bo‘lganda ko‘k rang (indigo)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kam bo‘lsa reaksiya sekin boradi: avval sariq, so‘ng sariq-yashil va yashil-ko‘k rang; indigo xloroformda yaxshi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Aseton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o-Nitrobenzaldegid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n ishqor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Indigo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Kam asetonda sekin boradi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 rang; xloroformda eriydi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Indigo reaksiyasi (178-179-betlar)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178, 179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Aseton: GSX va miqdor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alanga ionizatsion detektorli xromatograf yordamida ushlanish parametrlari bo‘yicha GSX 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 miqdori GSX usulida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Asetonning suvdagi eritmasi osh tuzi, kalsiy xlorid, kaliy karbonat kabi tuzlar bilan to‘yintirilsa, ikki qatlam bo‘lib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179, 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Moddalar: ajratish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suv bug‘i bilan kam ajraladi, chunki suvli eritmada gidrat (metilenglikol)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 uchib ketmasligi uchun distillyat 0,1 n ishqorli idishga yig‘iladi; tuzlari uchun ob’ekt pH 2,5-3,0 gacha nordonlashtiriladi.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suv bug‘i bilan yaxshi haydaladi; fenol NaHCO3 qo‘shilib efir bilan ajratib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737982"/>
                <a:gridCol w="197646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Ajratish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Maxsus shart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bug‘i, kam miqdor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Gidrat qiyin haydaladi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Sirka kislotasi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bug‘i bilan haydash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n ishqorga yig‘ish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bug‘i, yaxshi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Tuz bilan 2 qatlam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 bug‘i + 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NaHCO3 bilan ishqoriylash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 (30-32, 35, 177-betlar)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30, 31-32,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sirka kislotasi gumon qilingan oshqozon bo‘lagi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Yo‘llanma bilan 1950 yilda tug‘ilgan murdadan olingan 200 g oshqozon bo‘lagi 1 litrli plastmassa idishda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Oshqozonning ichki devori o‘ta qoraygan, pH muhiti 2,0-2,5, o‘ziga xos o‘tkir hidga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ajralmaga yangi tayyorlangan 5% FeCl3 dan 1 tomchi qo‘shib qizdirilganda qizil-qo‘ng‘ir cho‘kma hosil bo‘ldi.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fenol (hamshira voqeasi) va 3-keys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Hamshira tozalovchi huqna uchun shisha idishdagi suvdan foydalandi; bemor terisi ko‘kardi, yurak urishi sekinlashdi, hushidan ketdi va 2 soatdan so‘ng 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shisha idishdagi eritmaga bromli suv bilan sarg‘ish-oq cho‘kma, temir (III)-xlorid bilan binafsha rangli eritma hosil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3-keys: inson murdasi ichki a’zo bo‘laklarida oshqozon shilliq qavatlari kichraygan, o‘tkir bo‘g‘uvchi hid bor; qaysi moddalarga tahlil kerakligini asoslang.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180, 179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Hamshira keysi: fenolni topish yo‘li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Voqea: hamshira tozalovchi huqna uchun shisha idishdagi suvdan foydalandi; bemor terisi ko‘kardi, yurak urishi sekinlashdi, 2 soatdan so‘ng 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tahlil: eritmaga bromli suv bilan sarg‘ish-oq cho‘kma, FeCl3 bilan binafsha rangli eritma hosil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teri orqali tez so‘riladi va zaharlaydi; uchbromfenol va FeCl3 reaksiyalari fenolga 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Bromli suv: sarg‘ish-oq cho‘kma; FeCl3: binafsha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Taxmin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Fenol (uchbromfenol va FeCl3 reaksiyalari)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Ajratish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NaHCO3 bilan ishqoriylab, efir bilan ekstraksiya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Tasdiqlash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Indofenol reaksiyasi, krezollardan farqlash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Miqdor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FEK yoki bromatometriya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Keys yechimi (34-35, 177, 180-betlar)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180, 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«Charxpalak»: reaksiyalar va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Uchbromfenol, indofenol hosil bo‘lish va temir (III)-xlorid reaksiyalari fenol uchun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Rezortsin, fuksinsulfit, kumush oksidi va Feling reaksiyalari formaldegid uchun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Mashq: har bir modda uchun mos reaksiyalarni tanlang va natijani yozing.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Uchbromfenol, indofenol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FeCl3 (ko‘k-binafsha)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Rezortsin, fuksinsulfit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Kumush ko‘zgu, Feling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 va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177, 176, 180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formaldegidning ahamiyati, ajratilishi, chinlik reaksiyalari va miqdori; fenolning ahamiyati, ajratilishi, brom suvi, FeCl3, indofenol,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sirka kislotasining ahamiyati, ajratilishi va distillyati; atsetonning chinligini aniqlash reaksiyalari.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166, 181; Malaka materiali №117 (O‘zR SSV, loyiha matni)., Sud-kimyo ekspertiza va tekshiruvlarini o‘tkazish qoidalari, betlar: 6-band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Formaldegid: rezortsin (binafsha), kodein+H2SO4 (ko‘k-binafsha), fuksinsulfit (zangori yoki binafsha), kumush ko‘zgu, Feling; miqdori — FEK.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Fenol: efir bilan ajratish; brom suvi (oq cho‘kma), FeCl3 (ko‘k-binafsha), indofenol (iflos binafsha -&gt; zangori).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kislotasi: FeCl3 (qizil -&gt; qo‘ng‘ir), lantan nitrati va yod (to‘q ko‘k), efirlar; aseton: yodoform, nitroprussid, furfurol, o-nitrobenzaldegid, GSX.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176, 177, 177-179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Formalin — formaldegidning suvdagi 36,5-37,5% eritmasi; sovuq haroratda polimerlanib, suvda yomon eruvchi paraformaldegidga aylanadi.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kislotasining o‘limga olib keluvchi miqdori 2-15 g — bu 10-20 ml sirka essensiyasi yoki 200-300 ml iste’mol sirkasiga teng.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Diabet bilan og‘rigan bemor peshobidagi aseton miqdori 300-400 mg% gacha yetadi (normada 40 mg%).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ochiq havoda oksidlanib, qizg‘ish tusga kiradi; toza fenol tiniq kristall modda.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Ikkinchi distillat: formaldegid, sirka kislota, fenol, aseton (FEK miqdor tahlili)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26, 28, 30-35, 166, 175-181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177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