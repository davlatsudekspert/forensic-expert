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Tibbiyot imkoniyatlari kengayishi nega ezgulik haqidagi savolni keskinlashtirdi? 2) Talabalar hayot boshlanishi masalasida qanday fikrda? Doskada chizish: mavzuning 4 muammosini markazdan tarqalgan to‘rt shoxli sxema qiling. Tipik xato: bu mavzuni faqat abort mavzusi deb tushunish, aslida u hayot qadriyati va sifatini ham qamraydi.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Ikkala qarash nega mutlaq emas? 2) “Organizm hayoti” va “shaxs hayoti” farqi nimada? Doskada chizish: ikki ustunli jadvalni talabalar bilan birga to‘ldiring. Tipik xato: sakral hayot (sanctity of life) bilan sifatli hayot (quality of life) tushunchalarini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Xushni tiklashga umid bo‘lmagan vegetativ holatda hayotni cheksiz saqlash to‘g‘rimi? 2) Sarf-xarajatni hisobga olmaslik qanday oqibatlarga olib kelishi mumkin? Doskada chizish: tibbiy vitalizm pozitsiyasidan kelib chiqadigan 4 ta “qarshi” (abort, evtanaziya, embrion tekshiruvi, genom tajribalari) zanjirini yozing. Tipik xato: vitalizmni faqat dinga bog‘lash; manbada u hayotning oliy qadriyati sifatida tushuntirilgan.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organizm hayoti shaxs hayotining sharti deyiladi? 2) Mezonlarni kim belgilashi kerak? Doskada: zanjirni o‘zingiz chizib, har bosqichga bitta misol yozing. Tipik xato: ‘‘organizm hayoti’’ va ‘‘shaxs hayoti’’ni bir xil tushuncha deb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Uorren mezonlari chaqaloqqa nega to‘liq mos kelmaydi? 2) Resurs cheklangan bo‘lsa, ‘‘asoslangan’’ qaror nimani anglatadi? Doskada: to‘rt mezonni ustun qilib yozing, qarshisiga ‘‘bo‘lmasligi mumkin’’ guruhlarini belgilang. Tipik xato: Uorren mezonlarini hamma holatga mutlaq qo‘llash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 (juftlikda 3 daqiqa, umumiy muhokama 4 daqiqa). Muhokama: 1) Sakral hayot tarafdori qanday qaror qiladi? 2) Sifatli hayot tarafdori-chi? Doskada: ikki ustunli ‘‘sakral hayot / sifatli hayot’’ jadvalini chizing va bemor uchun qarorni yozing. Tipik xato: sifatli hayot yondashuvini ‘‘hayotni qadrsiz deb bilish’’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Vegetativ holatdagi bemorni vitalizm nuqtai nazaridan qanday davolash kerak? 2) Nega ikkala konsepsiyani alohida qo‘llab bo‘lmaydi? Doskada: ikki ustunli jadval chizing (sakral hayot / sifatli hayot) va mezonlarni yozing. Tipik xato: talabalar vitalizmni ‘‘sifat konsepsiyasi’’ deb adashtiradi yoki ‘‘organizm hayoti’’ bilan ‘‘shaxs hayoti’’ni bir narsa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hayot sifatini faqat laboratoriya ko‘rsatkichlari bilan o‘lchab bo‘lmaydi? 2) Mustaqil yoki boshqaga muhtoj bo‘lish hissi hayot sifatiga qanday ta’sir qiladi? Doskada: JSST ta’rifidagi asosiy so‘zlarni (his etish, madaniyat, qadriyatlar) markazga yozib, atrofiga omillarni chizing. Tipik xato: hayot sifatini faqat kasallik belgilari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so‘rovnoma va ob’ektiv ma’lumot birga kerak? 2) Umumiy shkala bilan kasallikka moslashtirilgan shkalaning farqi nimada? Doskada: baholash zanjirini (his etish → so‘rovnoma → ob’ektiv ma’lumot → baho) chizib, har bosqichga misol yozing. Tipik xato: subyektiv baho ‘‘ishonchsiz’’ deb butunlay rad etiladi, aslida u hayot sifatining asosiy qismi. Eslatma: shkalalar bandi OCR matnining noaniq joyiga tayanadi.</a:t>
            </a:r>
          </a:p>
          <a:p/>
          <a:p>
            <a:r>
              <a:t>Tekshirish kerak (manbada noaniq):</a:t>
            </a:r>
          </a:p>
          <a:p>
            <a:r>
              <a:t>- Shkalalar umumiy parametrlar bo‘yicha yoki ayrim kasalliklarga moslashtirilgan turlarga bo‘linadi.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sifatni son bilan ifodalash kerak? Bu shkala qaysi ma‘noda utilitarizmga tayanadi? Doskada: 0 dan 1,0 gacha chiziq chizib, uch holatni shu chiziqda belgilang. Tipik xato: oraliqlarni qat‘iy me‘yor deb o‘ylash. Kitobda ular misol tariqasida berilgan (mumkin).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agar sifat 0,5 bo‘lib, bemor yana 7 yil yashasa, natija qancha bo‘ladi? Uzoqroq hayot har doim yaxshimi? Doskada: hisoblash zanjirini chizib, talabalar bilan boshqa sifat qiymati bilan takrorlang. Tipik xato: 7 yilni to‘liq 7 QALY yil deb olish. Diqqat: yillar soni ≠ QALY yillari.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cheklangan resurslarda QALY qanday yordam beradi va qanday xavf tug‘diradi? Hayotning qadri iqtisodiy ko‘rsatkichga bog‘liqmi? Doskada: ikki ustunli ro‘yxat tuzing — «QALY foydasi» va «QALY cheklovi». Tipik xato: QALY ni hayotning qadrini o‘lchaydigan mezon deb tushunish; u faqat sifatni baholash va resurslarni taqqoslash vositasi.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Resurslar cheklangan bo‘lsa, QALY qarorda qanday yordam beradi? 2) Uning axloqiy chegarasi qayerda? Doskada: 7 × 0,7 hisobini bosqichma-bosqich yozdiring. Tipik xato: 7 yilni to‘liq 7 QALY yil deb olish; sifat koeffitsiyenti hisobga olinishi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Talabalarga savollarni og‘zaki bering, javobni 1 daqiqada oling. Muhokama: nega hech bir shkala mutlaq mukammal emas (subyektivlik)? Doskada: 0 dan 1,0 gacha chiziq chizib, misollarni joylashtiring. Tipik xato: QALY ni bemorning ijtimoiy qadri o‘lchovi deb tushunish.</a:t>
            </a:r>
          </a:p>
          <a:p/>
          <a:p>
            <a:r>
              <a:t>Tekshirish kerak (manbada noaniq):</a:t>
            </a:r>
          </a:p>
          <a:p>
            <a:r>
              <a:t>- Savol: QALY shkalasida 1,0 va 0 nimani bildiradi? Yuqori chegara 1,0 (to‘liq sog‘lom hayot), 0 esa o‘lim holati.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biologik indivi­d bilan axloqiy shaxsni farqlash kerak? 2) Hayot boshlanishini aniqlash nega bioetikada muhim? Doskada: zanjirni 5 bosqichda chizdiring. Tipik xato: zigota va blastotsistni aralashtirish; zigota birinchi hosil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aynan «preembrion» atamasi kiritilgan? 2) Atama tadqiqot axloqiga ta’sir qiladimi? Doskada: zigota → blastotsist → preembrion (14-kungacha) → embrion zanjirini chizing. Tipik xato: talabalar preembrionni embrion bilan aralashtiradi va 14-kunni «hayot boshlanishi» deb o‘ylaydi. Aslida bu tadqiqotga ruxsat beruvchi qarash chegarasi.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hodisalar embrionga alohida axloqiy munosabatni asoslaydi? 2) Yurak urishi 18-kunda boshlanishi abortga munosabatga ta’sir qiladimi? Doskada: 0 dan 76-kungacha vaqt chizig‘ini chizib, to‘rt belgini joylashtiring. Tipik xato: kunlar va haftalarni aralashtirish. Eslatma: manbada embrional davr «8–9 hafta», fetal davr esa «75–76-kun» deyiladi. Bu raqamlar o‘zaro to‘liq mos kelmaydi, shuning uchun band aniqlanishi lozim deb belgilandi. Talabalarga manbadagi raqamni aynan shunday keltirishni ayting.</a:t>
            </a:r>
          </a:p>
          <a:p/>
          <a:p>
            <a:r>
              <a:t>Tekshirish kerak (manbada noaniq):</a:t>
            </a:r>
          </a:p>
          <a:p>
            <a:r>
              <a:t>- Embrional davr 8–9 hafta davom etadi. Homiladorlikning 75–76-kunidan fetal (homila) davri boshlanadi.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(guruhda 3 daq, umumiy muhokama 3 daq). Muhokama: 1) Preembrion bosqichida tadqiqotga ruxsat berish axloqan qanchalik asosli? 2) Embrionning axloqiy mavqei homiladorlik muddati bilan qanday o‘zgaradi? Doskada ikki ustun chizing: «Preembrion – tadqiqotga ruxsat» va «Embrion – potensial inson, alohida munosabat». Tipik xato: talabalar «14-kungacha hosila inson emas» deb mutlaq xulosa chiqaradi. Manbada esa embrion rivojlanishning barcha bosqichlarida inson qadriyatlarini saqlaydi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Embrion ona tanasining qismi bo‘la oladimi? 2) Status vaqt o‘tishi bilan o‘zgaradimi? Doskada: urug‘lanishdan tug‘ilishgacha vaqt chizig‘ini chizib, ikki chetiga ‘‘bioredukt’’ va ‘‘egoredukt’’ iboralarini yozdiring. Tipik xato: sxemadagi ikki iborani bir-biriga aralashtirish. Eslatma: skanerlangan matnda bu iboralar noaniq o‘qiladi, ularni darslikdagi asl rasm bilan tekshiring.</a:t>
            </a:r>
          </a:p>
          <a:p/>
          <a:p>
            <a:r>
              <a:t>Tekshirish kerak (manbada noaniq):</a:t>
            </a:r>
          </a:p>
          <a:p>
            <a:r>
              <a:t>- Sxema (6-rasm) statusning urug‘lanishdan tug‘ilishgacha o‘zgarishini ko‘rsatadi.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‘‘Potensial inson’’ degani nimani anglatadi? 2) Nega muddat oshgani sari status o‘zgaradi deb hisoblanadi? Doskada: ikki ustun chizing — ‘‘Embrion shaxs’’ (hayotni saqlash tarafdorlari) va ‘‘faqat potensial shaxs’’ (‘‘Erkin tanlov’’ tarafdorlari). Tipik xato: ‘‘potensial inson’’ ni ‘‘inson emas, demak qadriyati yo‘q’’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Embrion ayol tanasining qismi deb olinsa, qanday xulosa kelib chiqadi? 2) ‘‘Ijtimoiy tan olingan axloqiy subyekt’’ iborasini o‘z so‘zingiz bilan tushuntiring. Doskada: ‘‘status tan olinadi → axloqiy munosabat talab etiladi’’ va ‘‘status tan olinmaydi → tana qismi’’ degan ikki shoxli sxema chizdiring. Tipik xato: ushbu mantiqiy fikrni abort haqidagi yakuniy ahloqiy hukm deb talqin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diniy qarashlarda aynan ruhning kirishi muddati hal qiluvchi hisoblanadi? 2) Ikkinchi trimestrda reaksiya shakllanishi abortga munosabatga qanday ta’sir qiladi? Doskada: vaqt chizig‘ini chizing (urug‘lanish → 16-kun → 4-oy → tug‘ilish) va ikki diniy muddatni belgilang. Tipik xato: ‘konfessiyalar abortga mutlaq ruxsat beradi’ deb o‘ylash — aslida munosabat salbiy, faqat istisnolar bor. Diqqat: ‘16-kun’ (Angliya cherkovi) va ‘4-oy’ (islom) ni aralashtirmang.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Embrion ‘potensial shaxs’ bo‘lsa, unga munosabat nimasi bilan ‘ona tanasining qismi’ga munosabatdan farq qiladi? 2) Qaysi qarash sizga yaqin va nega? Doskada: ikki ustunli jadval chizib, har ikki tarafning bitta dalilini yozdiring. Tipik xato: talabalar ‘Erkin tanlov’ tarafdorlarini embrionga qadriyat umuman bermaydi deb o‘ylashadi; matnda faqat shaxs maqomi inkor etilgani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Guruhlarda ishlang: 1-guruh embrion maqmoni tan oladi, 2-guruh tan olmaydi; har biri qarorini asoslaydi. Muhokama: 1) Muddat (trimestr yoki diniy muddat) qarorni o‘zgartirishi kerakmi? 2) Ayol huquqi va embrion maqomi to‘qnashsa, nimaga ustuvorlik berilishi mumkin? Doskada: ‘maqom tan olinadi / tan olinmaydi’ ikki shoxli sxema chizing. Tipik xato: embrion maqomi masalasini abortning huquqiy tomonidan ajratib qo‘yish — matnga ko‘ra ular bir-biriga uzviy bog‘liq. Ikkinchi band matni OCR sababli to‘liq aniq emas, ehtiyot bo‘ling.</a:t>
            </a:r>
          </a:p>
          <a:p/>
          <a:p>
            <a:r>
              <a:t>Tekshirish kerak (manbada noaniq):</a:t>
            </a:r>
          </a:p>
          <a:p>
            <a:r>
              <a:t>- Maqom tan olinmasa, embrion ayol tanasining bir qismi bo‘lib qoladi va uni axloqiy ziddiyatsiz olib tashlash mumkin bo‘ladi.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Embrionni «potensial inson» deyish unga qanday munosabatni talab qiladi? 2) Nega dinlar ruh kirishi bilan muddatni bog‘laydi? Doskaga chizish: vaqt o‘qi (urug‘lanish → tug‘ilish) va unda 16-kun hamda 4-oyni belgilang. Tipik xato: talabalar embrionni «ayol tanasining bir a’zosi» deb yozadi; manbada bu qarash axloqiy jihatdan yetarli emas deb ko‘rsatiladi.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Gippokrat va Aristotel qarashlari farq qiladi? 2) Embrion maqomiga qarash abortga munosabatni qanday o‘zgartirgan? Doskaga chizish: besh bosqichli vaqt chizig‘i. Tipik xato: Rimda abort taqiqlangan deb o‘ylash; manbada u keng tarqalgan. 1649 va 1784 yillar uchun jumlalar OCR sifati past, shuning uchun asl kitobdan tekshiring; 1649 yildagi taqiq «taxminan yuz yildan keyin bekor qilingan» degan talqin ham taxminiy.</a:t>
            </a:r>
          </a:p>
          <a:p/>
          <a:p>
            <a:r>
              <a:t>Tekshirish kerak (manbada noaniq):</a:t>
            </a:r>
          </a:p>
          <a:p>
            <a:r>
              <a:t>- Aristotel abortni demografik maqsadda mumkin degan. Uni sezuvchanlik va harakat shakllanishidan oldin o‘tkazish kerak degan.</a:t>
            </a:r>
          </a:p>
          <a:p>
            <a:r>
              <a:t>- 1649 yilda ham o‘lim jazosi belgilangan; 1784 yilgi qoida OCR matnida o‘qilmaydi.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1852 yilgi xulosa nega kesarcha kesish va o‘lim statistikasiga tayangan? 2) Feministik harakat munozarani qanday o‘zgartirgan? Doskaga chizish: 1852–1880 yillar jadvali va AQShdagi taqiq muddati. Tipik xato: Sanger tushunchasini faqat kontratseptsiya deb olish; manbada keyin evgenik ma’noda ham qo‘llangani aytilgan. Eslatma: AQShdagi taqiq XX asrning 60-yillarigacha amal qilgan.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Nega taqiq 1955 yilda bekor qilindi? 2) Noqonuniy abort statistikasi qonun o‘zgarishiga qanday asos bo‘ladi? Doskada: 1920 – taqiq – 1955 – 12 hafta vaqt chizig‘ini chizing. Tipik xato: Argentinada 14 hafta, sobiq ittifoqda 12 hafta ekanini aralashtirish. Statistika davri (1990-yillar oxiri) ni alohida ta’kidlang.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Embrion ayol tanasining qismimi yoki alohida subyektmi? 2) Ayol avtonomiyasi va homila hayoti to‘qnashsa, nima ustun? Doskada: ikki ustunli ‘dalil – qarshi dalil’ jadvalini chizing. Tipik xato: pozitsiyalarni ‘to‘g‘ri/noto‘g‘ri’ deb baholash. Ular ikki axloqiy yondashuv. Diqqat: JSST statistikasi va og‘riq bandi OCR matnida noaniq, aniqlashtiring.</a:t>
            </a:r>
          </a:p>
          <a:p/>
          <a:p>
            <a:r>
              <a:t>Tekshirish kerak (manbada noaniq):</a:t>
            </a:r>
          </a:p>
          <a:p>
            <a:r>
              <a:t>- Konservativ: JSST bo‘yicha yiliga taxminan 70 ming ayol abort asoratidan vafot etadi.</a:t>
            </a:r>
          </a:p>
          <a:p>
            <a:r>
              <a:t>- Konservativ: homila og‘riqni his qiladi, shuning uchun abort qotillik; asosiy savol – hayotga layoqat.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Ko‘rsatmalar tizimi muddatlar tizimidan nimasi bilan farq qiladi? 2) O‘zbekiston modeli qaysi biriga yaqin (12 hafta va ko‘rsatmalar)? Doskada: uch modelni ‘ayol xohishi – ko‘rsatma – taqiq’ shkalasida joylashtiring. Tipik xato: Irlandiya va Polsha qonunlarini bir xil deb o‘ylash; Polshada zo‘rlash va inzest istisno, Irlandiyada hayot xavfigina.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xohish bilan abort muddati ijtimoiy va tibbiy ko‘rsatmadan qisqaroq? 2) Tibbiy ko‘rsatmada muddat cheklanmasligi nimani anglatadi? Doskada: 4 bosqichli qaror zanjirini chizing, har bosqichga haftani yozing. Tipik xato: 12 va 22 haftani aralashtirish; 12 hafta — faqat ayol xohishi va qarshi ko‘rsatma bo‘lmaganda.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abortning ‘‘oddiyligi’’ xavfsizlik haqida yolg‘on taassurot beradi? 2) Kontratseptsiya abortlar sonini qanday kamaytiradi? Doskada: ‘‘asoratlar’’ ro‘yxatini erta (jarayon vaqtida) va kechki (keyingi homiladorlik, bepushtlik) guruhlarga bo‘ling. Tipik xato: kontratseptsiyani abort bilan tenglashtirish; manbada u istalmagan homiladorlikning oldini oluvchi vosita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ayolning o‘zi javobgarlikka tortilmaydi, lekin majburlash jinoyat? 2) Taqiq holatlari ayol salomatligini qanday himoya qiladi? Doskada: 114- va 115-moddalarni ikki ustunda solishtiring. Tipik xato: ayol o‘zi tushirsa ham javobgar deb o‘ylash. ‘‘12 haftadan ortiq’’ taqiqi manbada tibbiy qarshi ko‘rsatma sifatida berilgan; 22 haftalik ijtimoiy ko‘rsatma bilan farqini o‘qituvchi manbadan aniqlashtirsin.</a:t>
            </a:r>
          </a:p>
          <a:p/>
          <a:p>
            <a:r>
              <a:t>Tekshirish kerak (manbada noaniq):</a:t>
            </a:r>
          </a:p>
          <a:p>
            <a:r>
              <a:t>- Tibbiy taqiq: jinsiy a‘zolar yallig‘lanishi, yiringli o‘choq, o‘tkir yuqumli kasallik, 12 haftadan ortiq.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Nima uchun huquqsiz shaxs tomonidan qilingan abort jinoyat hisoblanadi? 2) Ayolning javobgar bo‘lmasligi va tushirgan shaxsning javobgarligi qanday farqlanadi? Doskada chizish: 114-modda va 115-moddani ikki ustunda yozing, har biriga bitta holatni qo‘ying. Tipik xato: ayol hamma holatda javobgar emas, deb yoki majburlashni jinoyat emas,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Nima uchun ikkala yondashuvni alohida-alohida qo‘llab bo‘lmaydi? 2) Embrionning ‘potensial inson’ maqomi abortga munosabatni qanday o‘zgartiradi? Doskada chizish: hayot boshlanishidan huquqiy tartibgacha mantiqiy zanjirni chizing. Tipik xato: QALY ko‘rsatkichini hayotning axloqiy qiymati deb tushunish. Yakunda talabalarni IX bobning nazorat savollariga yo‘naltiring.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Hayot boshlanishining ijtimoiy, huquqiy va axloqiy jihatlari: hayot oliy qadriyat, embrionning axloqiy holati, hayot sifati, inson hayoti boshlanishini aniqlash (M4)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hayot boshlanishi bioetikada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asrda tibbiyot jadal rivojlandi va uning imkoniyatlari ancha kengaydi.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bemor uchun ezgulik, yaxshilikning o‘zi nima ekanini qayta o‘ylash zarurati tug‘ildi.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masala bioetikaning asosiy muammosi — hayotning oliy qadriyat sifatidagi o‘rni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Bob muammolari: hayot qadriyati, hayot boshlanish vaqti, embrionning axloqiy maqomi, abortning etik-huquqiy jihatlari.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oliy qadriyat: ikki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yondashuv ham ma’lum darajada shartli xususiyatga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Sakral hayot tarafdorlari hayotni muqaddas, daxlsiz oliy qadriyat deb biladi.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“organizm hayoti” ≠ “shaxs hayoti”; sifatli hayot qarashi ularni farqlaydi.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1815015"/>
                <a:gridCol w="225375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Sakral hayot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Sifatli hayot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Hayotga qarash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Muqaddas, daxlsiz, oliy qadriyat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muayyan sifatlarga ega bo‘lishi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Tibbiyot vazifasi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Hayotni har holatda saqlash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Yordam zarurligini mezonlar hal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sifati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Axloq mezoni emas, tibbiy masala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Organizm hayoti va shaxs hayoti farqlanadi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yondashuv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Sakral hayot va tibbiy vitalizm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muqaddas va daxlsiz deb biluvchi qarash bioetikada “tibbiy vitalizm” deb ataladi.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Tibbiyot vazifasi — hayotni qanday holatda bo‘lishidan qat’i nazar saqlash; zarur xarajat miqdori inobatga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“o‘ta qadrli” yoki “qadrga ega emas” deb ajratib bo‘lmaydi; hayot sifati axloq mezoni emas, tibbiy masala.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Tarafdorlar abort, evtanaziya, embrion tekshiruvi va inson genomi tajribalariga mutlaqo qarshi; vegetativ holatdagi hayot ham cheksiz saqlanishi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Sifatli hayot etikasi: organizm va shaxs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qarashda haqiqiy inson hayoti ma’lum sifatlarga ega bo‘lishi kerak; uni har holatda saqlash shart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yordam kerak yoki yo‘qligini hal qilish uchun aniq mezonlar bo‘lishi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‘‘organizm hayoti’’ ≠ ‘‘shaxs hayoti’’; birinchisi ikkinchisining shartidir.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Organizm (tana) hayoti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Muayyan sifatlar bormi?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Ha: shaxs hayoti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Yo‘q: axloqiy maqom yo‘qoladi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Mezon asosida yordam qarori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Organizmdan shaxsgacha mantiq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81-82, 82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Uorren mezonlari va konsepsiyalar nisbiyligi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Amerikalik bioetik M.Z. Uorren fikricha, shaxslar jamiyatiga qo‘shilish uchun ong, aql, mustaqil harakat va muloqot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Embrion, yangi tug‘ilgan chaqaloq, ruhiy kasal va hushsiz bemorda bu sifatlar ma’lum davrda bo‘lmasligi tabiiy.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Ikkala konsepsiya ham mutlaq emas, ularni alohida qo‘llab bo‘lmaydi. Hayot qadrli va hurmatga loyiq deb tan 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Tibbiy resurslar cheklangan, shuning uchun samarasiz va asoslanmagan harakatlardan voz kechish masalasi dolzarbdir.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vegetativ holatdagi bemor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 vegetativ holatda, hushni tiklashga hech qanday umid yo‘q.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Sakral hayot (tibbiy vitalizm) bo‘yicha bunday hayot ham cheksiz tibbiy muolajalar bilan sun’iy saqlanishi lozim; xarajat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Sifatli hayot bo‘yicha hayot ma’lum sifatlarga ega bo‘lishi kerak, shuning uchun uni har doim saqlash shart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 ikki yondashuv bu bemorga qanday qaror beradi? Nega ularni mutlaq deb bo‘lmaydi?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81-82, 82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1: yondashuvlarni farqlash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tibbiy vitalizm qaysi konsepsiyaga tegishli? Javob: hayotni muqaddas, daxlsiz oliy qadriyat deb biladigan sakral hayot etikasiga (sanctity of life).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Vitalizmda hayot har qanday holatda oliy qadriyat. Uni ‘‘o‘ta qadrli’’ yoki ‘‘qadrsiz’’ deb ajratib bo‘lmaydi, sarf-xarajat esa hisobga olinmaydi.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‘‘organizm hayoti’’ va ‘‘shaxs hayoti’’ farqi nima? Sifatli hayot tarafdorlari organizm hayotini yuqoriroq sifatli shaxs hayoti uchun shart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Sakral hayot ≠ sifatli hayot. Ikkala konsepsiya ham shartli, mutlaq emas va ularni alohida qo‘llab bo‘lmaydi.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81, 82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sifati: JSST ta’rifi va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JSST (Jahon sog‘liqni saqlash tashkiloti): hayot sifati — shaxsning o‘z holatini madaniyat va qadriyatlar tizimida his etishi.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integral ko‘rsatkich: sog‘liq omillarining shaxs o‘z vaziyatini his etishiga ta’sirini aks ettiradi.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tibbiyotga ijtimoiy fanlardan kirgan; sog‘liq bilan bog‘liq tadqiqotlar 1970-yillardan boshlangan.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6758"/>
                <a:gridCol w="3541217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Ta’rif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 o‘rnini qadriyatlar tizimida his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Ko‘rsatkich turi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Integral (omillar yig‘indisi)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Omillar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Sog‘lom/bemor, mustaqillik, kasb, oila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Kelib chiqishi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Ijtimoiy fanlardan; 1970-yillardan tadqiq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sifati: asosiy jihatlar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sifatini baholash: so‘rovnoma va shkalalar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Bemor vaziyatni subyektiv his etgani uchun maxsus so‘rovnomalardan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Yakuniy bahoda bemor sog‘lig‘ining joriy holatini aks ettiruvchi ob’ektiv ma’lumotlar ham hisobga 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Shkalalar umumiy parametrlar bo‘yicha yoki ayrim kasalliklarga moslashtirilgan turlarga bo‘linadi.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Subyektiv his etish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Maxsus so‘rovnoma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Ob’ektiv sog‘liq ma’lumotlari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Yakuniy baho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Shkala orqali miqdoriy ifoda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Baholash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83, 84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 shkalasi: mohiyati va qiymatlari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QALY — sifat bo‘yicha o‘zgartirilgan hayot yillari; bemor hayotining sifatini son bilan ifodalaydi.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Shkala utilitarizm konsepsiyasiga tayanib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sifati qancha past bo‘lsa, ko‘rsatkich shuncha past bo‘ladi.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7365"/>
                <a:gridCol w="173061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QALY qiymati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To‘liq sog‘liq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1,0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Surunkali kasallik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0,6–0,8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O‘ziga xizmat qila olmaydigan nogiron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taxminan 0,2–0,4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QALY qiymatlari oralig‘i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84-85, 84, 85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 hisoblash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Kasallik tufayli sifat pasaygan; QALY 0,7 bo‘lganda davolash boshlangan.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hayot uzaygan: 7 yil × 0,7 = 4,9 QALY yilga uzayish.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 uzayib, sifati pasaysa, bunday hayot sog‘lom hayotdan qisqaroq baholanadi.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Sifat 0,7 da davolash boshlandi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xavfi bartaraf etildi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Sifat barqarorlashdi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yana 7 yil yashadi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7 × 0,7 = 4,9 QALY yil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Hisoblash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QALY, resurslar va shkalalar cheklovi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davolarda uzaytirilgan bir QALY yilga sarflangan xarajat solishtirilib, iqtisodiy jihatdan samaraliroq texnologiya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mamlakatlarda tibbiy texnologiyalarni QALY shkalasi bilan baholash qonun hujjatlari orqali belgilangan.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Hech bir shkala mukammal emas: har bir shaxs o‘ziga xos, vaziyatni his etishda esa subyektivlik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hayotini darajasidan qat‘i nazar faqat ijtimoiy foydalilik yoki iqtisodiy samaradorlik bilan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QALY bo‘yicha qaror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Kasallik tufayli hayot sifati pasaygan bemorda QALY (sifat bo‘yicha tuzatilgan hayot yillari) ko‘rsatkichi 0,7 bo‘lganda davolash boshlandi.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Ahvol yomonlashmadi, o‘lim xavfi bartaraf etildi, hayot sifati barqarorlashdi. Bemor yana 7 yil yashadi.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Hisob: 7 × 0,7 = 4,9. Demak, davo hayotni 4,9 QALY yilga uzaytirgan.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uzaytirilgan bir yilga ketgan xarajatni solishtirib qaror qilish mumkinmi? Hayotni faqat iqtisodiy samara bilan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2: QALY va hayot sifati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QALY shkalasida 1,0 va 0 nimani bildiradi? Yuqori chegara 1,0 (to‘liq sog‘lom hayot), 0 esa o‘lim holati.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 sifati qancha past bo‘lsa, ko‘rsatkich ham shuncha past. Surunkali kasallikda 0,6–0,8, o‘ziga xizmat qila olmaganda 0,2–0,4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7 yil × 0,7 nechaga teng? Javob: 4,9 QALY yil.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hayot sifati ≠ ijtimoiy foydalilik. Inson hayotini faqat ijtimoiy foyda yoki iqtisodiy samara nuqtai nazaridan baholash to‘g‘ri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84-85, 85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Hayot boshlanishi: biologik nuqtai nazar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Biologiya va embriologiyaga ko‘ra inson hayoti gametalar qo‘shilib zigota hosil bo‘lishidan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Zigota yaxlit yadroga ega va betakror genetik materialni saqlaydi.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Hujayralar bo‘linib, avval bir xil hujayralar guruhi, keyin blastotsist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Erkak va ayol gametalari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Qo‘shilish: zigota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Hujayralar bo‘linishi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Bir xil hujayralar guruhi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Blastotsist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Hayotning dastlabki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Preembrion va 14-kun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Blastotsist bachadonning ichki devoriga hali birikmagan bo‘ladi. Hujayralarning aksariyati hali tuzilmalashmagan.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Blastotsist ikkiga yoki undan ko‘p qismga bo‘linishi mumkin. Shu sababli mutaxassislar bu bosqichni preembrion deb ataydi.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Ayrim mutaxassislar homiladorlikning 14-kuniga qadar preembrionda turli tadqiqotlar o‘tkazish mumkin deb hisoblaydi. Bu ba’zi mamlakatlar qonunlarida ham bor.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preembrion ≠ embrion. 14-kundan boshlab bachadon ichidagi hosila embrion deb ataladi.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85-86, 86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Embrional rivojlanish xronologiyasi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Embrional davr 8–9 hafta davom etadi. Homiladorlikning 75–76-kunidan fetal (homila) davri boshlanadi.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13–14-kunda birlamchi hoshiya paydo bo‘ladi, individual belgilar namoyon bo‘la boshlaydi.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urishi 18-kunda boshlanadi, qon aylanish tizimi 21-kunga kelib shakllanadi.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Muddat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Hodisa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13–14-kun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Birlamchi hoshiya paydo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18-kun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Yurak urishi paydo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21-kun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Qon aylanish tizimi shakllanadi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75–76-kundan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Fetal (homila) davri boshlanadi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Rivojlanish vaqt chizig‘i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preembrion tadqiqoti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tadqiqotchi homiladorlikning 12-kunidagi hosilada tajriba o‘tkazmoqchi va uni «preembrion» deb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Uning foydasiga: bu muddatda blastotsist birikmagan, hujayralar tuzilmalashmagan va hosila bo‘linishi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Qarshi dalil: 13–14-kunda birlamchi hoshiya chiqadi, 18-kunda yurak uradi, 21-kunda qon aylanishi shakllanadi.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embrion «potensial inson» sifatida alohida axloqiy munosabat talab qiladi. 14-kun chegarasi buni hisobga oladimi?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statusi: asosiy savol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savol: embrion ayol tanasining bir qismimi yoki alohida axloqiy statusga egami?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hayoti qachon boshlanishi haqidagi turli qarashlar embrion statusini belgilashdagi farqlarga tayanadi.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Sxema (6-rasm) statusning urug‘lanishdan tug‘ilishgacha o‘zgarishini ko‘rsatadi.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Urug‘lanish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Bioredukt: ona tanasi qismi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Embrion statusi o‘zgaradi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Egoredukt: potensial shaxs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Tug‘ilish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Embrion statusi o‘zgarishi (soddalashtirilgan sxema)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— potensial inson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o‘ziga xos ontologik statusga ega: u potensial inson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muddati oshgani sari embrion asl inson statusiga tobora yaqinlashadi.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Rivojlanishning barcha bosqichlarida embrion insoniy qadriyatlarni saqlaydi va ularning tashuvchisi hisoblanadi. Shuning uchun unga alohida axloqiy yondashuv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‘‘potensial inson’’ ≠ ‘‘real shaxs’’. ‘‘Erkin tanlov’’ tarafdorlari shu sababli embrionga shaxs maqomini bermaydi.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Status tan olinmasa: ijtimoiy subyekt masalasi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va homilaning axloqiy statusi hamda yashash huquqi tan olinmasa, u ayol tanasining bir qismi bo‘lib qoladi.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Unda uni axloqiy ziddiyatsiz va oqibatlarsiz, tibbiy ko‘rsatma yoki ayol xohishi bilan, chuvalchangsimon o‘simta (appendiks) kabi olib tashlash mumkin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tug‘ilmagan tirik jonzot ayol tanasining qismi emas, axloqiy munosabatlarning ijtimoiy tan olingan subyekti sifatida ko‘riladi.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Embrion va homilaning axloqiy statusini aniqlash homiladorlikni to‘xtatish masalasining yechimi bilan chambarchas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Diniy qarashlar: ruh tanaga kirishi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konfessiyalar abortga salbiy qaraydi, ammo istisno hollarda unga yo‘l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Diniy nuqtai nazardan masala ruhning tanaga kirishi vaqti bilan bog‘lanadi.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trimestrda (4-6 oy) reaksiya shakllanadi; shu sabab ayrimlar abortni birinchi trimestrda joiz deydi.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164080"/>
                <a:gridCol w="1550365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Din/cherkov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Ruh kirishi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Istisno hol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Angliya cherkovi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Homiladorlikning 16-kuni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16-kungacha, shartlarga rioya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Islom dini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4-oy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4-oygacha, shartlarga rioya bilan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Ruh kirishi muddati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Embrion maqomi: ikki yondashuv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qarash: embrion shaxsdir va unga xos axloqiy maqomga ega.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Ikkinchi qarash: embrion tug‘ilguncha real emas, faqat potensial shaxs, shuning uchun shaxs maqomiga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potensial shaxs ≠ ona tanasining bir qismi; embrion axloqiy munosabatning ijtimoiy tan olingan subyekti.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775081"/>
                <a:gridCol w="193936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Shaxs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Potensial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Tarafdorlar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Hayotni saqlash tarafdorlari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‘‘Erkin tanlov’’ tarafdorlari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kim?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Haqiqiy shaxs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Tug‘ilguncha faqat potensial shaxs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Axloqiy maqom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Shaxsga xos maqomga ega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Shaxsga xos maqomga ega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qarashni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embrion va ayol huquqi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ayol homiladorlikning dastlabki oylarida abort so‘ramoqda. Qaror embrionga qanday maqom berilishiga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Maqom tan olinmasa, embrion ayol tanasining bir qismi bo‘lib qoladi va uni axloqiy ziddiyatsiz olib tashlash mumkin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Maqom tan olinsa, embrion axloqiy munosabatning ijtimoiy tan olingan subyekti sanaladi va unga alohida axloqiy yondashuv kerak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trimestrlar (ikkinchi trimestrda reaksiya shakllanishi) va diniy muddatlar (16-kun, 4-oy) qarorga qanday ta’sir qiladi?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86-87, 86, 87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3: embrion maqomi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embrionning ontologik statusi nima? Javob: u o‘ziga xos status egasi, ya’ni potensial inson.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Homiladorlik muddati oshgani sari embrion haqiqiy inson maqomiga yaqinlashadi. Barcha bosqichda u insoniy qadriyatlar tashuvchisi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Ruh kirishi muddati: Angliya cherkovi bo‘yicha homiladorlikning 16-kuni, islom dini bo‘yicha 4-oy.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embrion ≠ ayol tanasining shunchaki qismi. U axloqiy munosabatlarning ijtimoiy tan olingan subyekti sifatida qaraladi.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86, 87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tarixi: qadimgi davrdan XVIII asrgacha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Aristotel abortni demografik maqsadda mumkin degan. Uni sezuvchanlik va harakat shakllanishidan oldin o‘tkazish kerak degan.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1649 yilda ham o‘lim jazosi belgilangan; 1784 yilgi qoida OCR matnida o‘qilmaydi.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Maksimovich-Ambodik: tanqidiy holatda ona hayotini saqlash uchun homilani tushirish zarur.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Gippokrat: qat‘iy taqiq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Aristotel: demografik asos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Qadimgi Rim: ona tanasi qismi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Xristianlik: qotillikka teng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XVI asr: o‘lim jazosi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Vaqt chizig‘i: qadimgidan XVI asrgacha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87, 88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tarixi: XIX asr va XX asr boshi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Amerika tibbiyot assotsiatsiyasi tashabbusi bilan AQShda taqiq; ayol hayoti xavfda bo‘lsagina ruxsat.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XX asrdagi munozarada feministik harakat asosiy o‘rin tutdi: ayol huquqlari va jinsiy axloq masalalari.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Sanger “tug‘ilishni nazorat qilish” tushunchasini kiritgan; keyin u evgenik g‘oyalar ma’nosida ham ishlatilgan.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1852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Parij: tibbiy ko‘rsatma bilan abort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1869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Britaniya Akti: erta abort og‘ir jinoyat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1880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AQSh: taqiq; ayol hayoti xavfda — ruxsat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XX asr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Sanger: “tug‘ilishni nazorat qilish”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XIX–XX asr boshi voqealari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Sobiq ittifoq va Argentina tajribasi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1920 yilda jinoiy abortlarning oldini olish uchun ruxsat berilgan; dastlabki muddatda shifoxonada bepul.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Urush, ocharchilik va kasalliklar sabab taqiq kiritilgan; u 1955 yilda bekor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Argentina: 2020 yil dekabrda 14 haftagacha ayol xohishiga ko‘ra abort ruxsat etildi.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961766"/>
                <a:gridCol w="175267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Ko‘rsatkich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Sobiq ittifoq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Argentina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Ruxsat muddati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12 haftagacha (1955 yildan)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14 haftagacha (2020)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Avvalgi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1920 ruxsat, so‘ng taqiq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zo‘rlash, hayot xavfi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Statistika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1000 ta 15-49 yoshli ayolga 100-120 abort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Yiliga 350 mingdan ortiq noqonuniy abort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Asoratdan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keltirilmagan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1983 yildan 3 mingdan ortiq ayol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tajriba taqqoslanishi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88, 88-89, 89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Abort: liberal va konservativ pozitsiyalar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Liberal: ayol o‘z tanasining xo‘jayini, embrion shaxs emas; tibbiy ko‘rsatmada ayol hayoti saqlanadi.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Konservativ: JSST bo‘yicha yiliga taxminan 70 ming ayol abort asoratidan vafot etadi.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Konservativ: homila og‘riqni his qiladi, shuning uchun abort qotillik; asosiy savol – hayotga layoqat.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925172"/>
                <a:gridCol w="2025492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Liberal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Konservativ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maqomi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tanasining bir qismi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Shaxs maqomiga ega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dalil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avtonomiyasi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Asoratlar va o‘lim xavfi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ko‘rsatma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hayoti ustun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Homilaning hayotga layoqati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Og‘riq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keltirilmagan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Homila og‘riqni his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Argumentlar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Oraliq pozitsiya va G‘arbiy Yevropa modellari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Oraliq pozitsiya: abort faqat tibbiy yoki ijtimoiy ko‘rsatma bo‘yicha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pozitsiya abortni ayolning huquqi sifatida axloqan qo‘llab-quvvatlamaydi.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G‘arbiy Yevropada uch yondashuv bor: taqiq, ko‘rsatmalar tizimi va muddatlar tizimi.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39"/>
                <a:gridCol w="1756246"/>
                <a:gridCol w="1840089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Mamlakatlar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Taqiq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Irlandiya, Polsha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hayot xavfi; Polshada zo‘rlash, inzest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Ko‘rsatmalar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Buyuk Britaniya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Hayot xavfi, genetika, salomatlikka tahdid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Avstriya, Fransiya, Norvegiya, Shvetsiya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Muayyan muddatgacha ayol xohishi bilan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Yevropa modellari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89, 90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O‘zbekiston: abort muddatlari va ko‘rsatmalar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12 haftagacha qarshi ko‘rsatma bo‘lmasa, ayol xohishi bilan tegishli tibbiy muassasada abort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 ko‘rsatma bo‘yicha homiladorlik 22 haftagacha tugatilishi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ko‘rsatma bo‘lsa, muddatdan qat‘i nazar; holatlar ro‘yxati qonun hujjatlarida berilgan.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Muddat va ko‘rsatma aniqlanadi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12 haftagacha: ayol xohishi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Ijtimoiy: 22 haftagacha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Tibbiy: muddatdan qat‘i nazar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Abort bo‘yicha qaror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Abort asoratlari va kontratseptsiya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Abort oddiy, qulay va bepul bo‘lgani uchun uni xavfsiz deb o‘ylash noto‘g‘ri tasavvur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Keyingi homiladorlik va tug‘ruq murakkablashishi, ginekologik kasalliklar (yallig‘lanish, o‘smalar) va bepushtlik kuzatilishi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Abort jarayonida anesteziya asoratlari, bachadon perforatsiyasi (teshilishi), tashqi va ichki qon ketish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Jahon tibbiyot assotsiatsiyasi 1994 yilda bayonot qabul qildi: kontratseptsiya vositalaridan foydalanish barcha ayollarning huquqi.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90, 90-91, 91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Jinoiy abort: Jinoyat kodeksi 114- va 115-moddalar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Jinoiy abortda homiladorlik muddati va tushirish usuli ahamiyatga ega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taqiq: jinsiy a‘zolar yallig‘lanishi, yiringli o‘choq, o‘tkir yuqumli kasallik, 12 haftadan ortiq.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Oldingi abortdan keyin olti oy o‘tmasdan homilani tushirish ham taqiqlangan.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2449521"/>
                <a:gridCol w="1264923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114-modda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Muassasadan tashqarida yoki huquqsiz shaxs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 abort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114-modda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Tibbiy jihatdan mumkin bo‘lmagan holat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Jinoiy abort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115-modda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Ayolni abortga majburlash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Jinoyat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Javobgarlik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o‘zi yoki boshqalar tushirsa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Ayol javobgar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Moddalar va javobgarlik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92, 91-92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5: abort va huquqiy javobgarlik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huquqi bo‘lmagan shaxs davolash muassasasidan tashqarida homilani tushirdi. Savol: bu holat Jinoyat kodeksining qaysi moddasiga to‘g‘ri keladi?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Jinoyat kodeksining 114-moddasi: muassasadan tashqarida yoki tibbiy jihatdan mumkin bo‘lmaganda homila tushirish, shuningdek huquqsiz shaxsning bu ishi jinoiy hisoblanadi.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Tibbiy jihatdan zid holatlar: jinsiy a’zolar yallig‘lanishi, yiringli o‘choqlar, o‘tkir yuqumli kasalliklar va 12 haftadan ortiq homiladorlik muddati.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jinoiy abortda muddat va usul ahamiyatsiz. Ayol o‘zi tushirsa javobgar emas, lekin ayolni majburlash 115-modda bo‘yicha jinoyat.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91, 92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hayot qadriyati, embrion maqomi va huquq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 qadriyati bo‘yicha ikki yondashuv bor: hayot muqaddas (tibbiy vitalizm) va hayot sifati. Ikkalasi ham mutlaq emas, ular birga muvozanatda qo‘llanadi.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QALY shkalasida o‘lim holati nolga teng. Misol: 0,7 sifat bilan yana 7 yil yashash 4,9 QALY yilni beradi. Shkala mukammal emas, hayotni faqat foydalilik bilan baholash to‘g‘ri emas.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Hayot zigotadan boshlanadi. Embrion potensial inson sifatida alohida axloqiy munosabat talab qiladi. Abort bo‘yicha liberal, konservativ va oraliq pozitsiyalar bor.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O‘zbekistonda ayol xohishiga ko‘ra abort 12 haftagacha mumkin. Ijtimoiy ko‘rsatma bilan 22 haftagacha, tibbiy ko‘rsatma bilan muddatdan qat’i nazar. Endi nazorat savollariga o‘ting.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Indiaminov S.I., Bioetika, betlar: 81-82, 84-85, 85-87, 89, 90, 92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QALY hisobi: davo boshlanganda shkala ko‘rsatkichi 0,7 bo‘lgan bemor yana 7 yil yashagan. Umr 7 × 0,7 = 4,9 QALY yilga uzaygan. Eslab qolish usuli: «yil × sifat koeffitsiyenti». Sog‘lom hayot 1,0 ga, o‘lim 0 ga teng.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davo bemor umrini uzaytirdi, lekin hayot sifati pasaydi. Bunday uzayish shartli ravishda sog‘lom hayotdan qisqaroq baholanadi. Shu sababli sifatni faqat ijtimoiy foydalilik yoki iqtisodiy samara nuqtai nazaridan o‘lchash to‘g‘ri emas.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Embrion rivojlanishi zanjiri: zigota, blastotsist (preembrion), 14-kundan embrion, 18-kunda yurak urishi, 21-kunda qon aylanish tizimi. Embrional davr 8–9 hafta, 75–76-kundan fetal (homila) davri boshlanadi.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 va «ruh kirishi» muddati: Angliya cherkovi bo‘yicha ruh tanaga homiladorlikning 16-kunida, islom dini bo‘yicha 4-oyda kiradi. Bu muddatlargacha istisno hollarda abort mumkin deb hisoblanadi. Muddatlar turli konfessiyalarda farq qiladi.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qolish: O‘zbekistonda abort muddatlari 12–22–cheklovsiz. Ayolning xohishi bilan 12-haftagacha, ijtimoiy ko‘rsatma bilan 22-haftagacha, tibbiy ko‘rsatma bilan muddatdan qat’i nazar. Qarshi ko‘rsatmalar bo‘lmasligi shart.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Hayot boshlanishining ijtimoiy, huquqiy va axloqiy jihatlari: hayot oliy qadriyat, embrion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Z.A., Indiaminov S.I. Bioetika (o‘quv qo‘llanma), Samarqand. 2022. IX bob (hayot boshlanishi, abort), kitob betlari 81-92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