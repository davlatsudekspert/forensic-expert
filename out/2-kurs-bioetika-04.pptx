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Tibbiyot imkoniyatlari kengayishi nega ezgulik haqidagi savolni keskinlashtirdi? 2) Talabalar hayot boshlanishi masalasida qanday fikrda? Doskada chizish: mavzuning 4 muammosini markazdan tarqalgan to‘rt shoxli sxema qiling. Tipik xato: bu mavzuni faqat abort mavzusi deb tushunish, aslida u hayot qadriyati va sifatini ham qamraydi.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Ikkala qarash nega mutlaq emas? 2) “Organizm hayoti” va “shaxs hayoti” farqi nimada? Doskada chizish: ikki ustunli jadvalni talabalar bilan birga to‘ldiring. Tipik xato: sakral hayot (sanctity of life) bilan sifatli hayot (quality of life)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Xushni tiklashga umid bo‘lmagan vegetativ holatda hayotni cheksiz saqlash to‘g‘rimi? 2) Sarf-xarajatni hisobga olmaslik qanday oqibatlarga olib kelishi mumkin? Doskada chizish: tibbiy vitalizm pozitsiyasidan kelib chiqadigan 4 ta “qarshi” (abort, evtanaziya, embrion tekshiruvi, genom tajribalari) zanjirini yozing. Tipik xato: vitalizmni faqat dinga bog‘lash; manbada u hayotning oliy qadriyati sifatida tushuntirilgan.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organizm hayoti shaxs hayotining sharti deyiladi? 2) Mezonlarni kim belgilashi kerak? Doskada: zanjirni o‘zingiz chizib, har bosqichga bitta misol yozing. Tipik xato: ‘‘organizm hayoti’’ va ‘‘shaxs hayoti’’ni bir xil tushuncha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Uorren mezonlari chaqaloqqa nega to‘liq mos kelmaydi? 2) Resurs cheklangan bo‘lsa, ‘‘asoslangan’’ qaror nimani anglatadi? Doskada: to‘rt mezonni ustun qilib yozing, qarshisiga ‘‘bo‘lmasligi mumkin’’ guruhlarini belgilang. Tipik xato: Uorren mezonlarini hamma holatga mutlaq qo‘llash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 (juftlikda 3 daqiqa, umumiy muhokama 4 daqiqa). Muhokama: 1) Sakral hayot tarafdori qanday qaror qiladi? 2) Sifatli hayot tarafdori-chi? Doskada: ikki ustunli ‘‘sakral hayot / sifatli hayot’’ jadvalini chizing va bemor uchun qarorni yozing. Tipik xato: sifatli hayot yondashuvini ‘‘hayotni qadrsiz deb bilish’’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Vegetativ holatdagi bemorni vitalizm nuqtai nazaridan qanday davolash kerak? 2) Nega ikkala konsepsiyani alohida qo‘llab bo‘lmaydi? Doskada: ikki ustunli jadval chizing (sakral hayot / sifatli hayot) va mezonlarni yozing. Tipik xato: talabalar vitalizmni ‘‘sifat konsepsiyasi’’ deb adashtiradi yoki ‘‘organizm hayoti’’ bilan ‘‘shaxs hayoti’’ni bir narsa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hayot sifatini faqat laboratoriya ko‘rsatkichlari bilan o‘lchab bo‘lmaydi? 2) Mustaqil yoki boshqaga muhtoj bo‘lish hissi hayot sifatiga qanday ta’sir qiladi? Doskada: JSST ta’rifidagi asosiy so‘zlarni (his etish, madaniyat, qadriyatlar) markazga yozib, atrofiga omillarni chizing. Tipik xato: hayot sifatini faqat kasallik belgilari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so‘rovnoma va ob’ektiv ma’lumot birga kerak? 2) Umumiy shkala bilan kasallikka moslashtirilgan shkalaning farqi nimada? Doskada: baholash zanjirini (his etish → so‘rovnoma → ob’ektiv ma’lumot → baho) chizib, har bosqichga misol yozing. Tipik xato: subyektiv baho ‘‘ishonchsiz’’ deb butunlay rad etiladi, aslida u hayot sifatining asosiy qismi. Eslatma: shkalalar bandi OCR matnining noaniq joyiga tayanadi.</a:t>
            </a:r>
          </a:p>
          <a:p/>
          <a:p>
            <a:r>
              <a:t>Tekshirish kerak (manbada noaniq):</a:t>
            </a:r>
          </a:p>
          <a:p>
            <a:r>
              <a:t>- Shkalalar umumiy parametrlar bo‘yicha yoki ayrim kasalliklarga moslashtirilgan turlarga bo‘linadi.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sifatni son bilan ifodalash kerak? Bu shkala qaysi ma‘noda utilitarizmga tayanadi? Doskada: 0 dan 1,0 gacha chiziq chizib, uch holatni shu chiziqda belgilang. Tipik xato: oraliqlarni qat‘iy me‘yor deb o‘ylash. Kitobda ular misol tariqasida berilgan (mumkin).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agar sifat 0,5 bo‘lib, bemor yana 7 yil yashasa, natija qancha bo‘ladi? Uzoqroq hayot har doim yaxshimi? Doskada: hisoblash zanjirini chizib, talabalar bilan boshqa sifat qiymati bilan takrorlang. Tipik xato: 7 yilni to‘liq 7 QALY yil deb olish. Diqqat: yillar soni ≠ QALY yillari.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cheklangan resurslarda QALY qanday yordam beradi va qanday xavf tug‘diradi? Hayotning qadri iqtisodiy ko‘rsatkichga bog‘liqmi? Doskada: ikki ustunli ro‘yxat tuzing — «QALY foydasi» va «QALY cheklovi». Tipik xato: QALY ni hayotning qadrini o‘lchaydigan mezon deb tushunish; u faqat sifatni baholash va resurslarni taqqoslash vositasi.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Resurslar cheklangan bo‘lsa, QALY qarorda qanday yordam beradi? 2) Uning axloqiy chegarasi qayerda? Doskada: 7 × 0,7 hisobini bosqichma-bosqich yozdiring. Tipik xato: 7 yilni to‘liq 7 QALY yil deb olish; sifat koeffitsiyenti hisobga olinishi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bering, javobni 1 daqiqada oling. Muhokama: nega hech bir shkala mutlaq mukammal emas (subyektivlik)? Doskada: 0 dan 1,0 gacha chiziq chizib, misollarni joylashtiring. Tipik xato: QALY ni bemorning ijtimoiy qadri o‘lchovi deb tushunish.</a:t>
            </a:r>
          </a:p>
          <a:p/>
          <a:p>
            <a:r>
              <a:t>Tekshirish kerak (manbada noaniq):</a:t>
            </a:r>
          </a:p>
          <a:p>
            <a:r>
              <a:t>- Savol: QALY shkalasida 1,0 va 0 nimani bildiradi? Yuqori chegara 1,0 (to‘liq sog‘lom hayot), 0 esa o‘lim holati.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biologik indivi­d bilan axloqiy shaxsni farqlash kerak? 2) Hayot boshlanishini aniqlash nega bioetikada muhim? Doskada: zanjirni 5 bosqichda chizdiring. Tipik xato: zigota va blastotsistni aralashtirish; zigota birinchi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aynan «preembrion» atamasi kiritilgan? 2) Atama tadqiqot axloqiga ta’sir qiladimi? Doskada: zigota → blastotsist → preembrion (14-kungacha) → embrion zanjirini chizing. Tipik xato: talabalar preembrionni embrion bilan aralashtiradi va 14-kunni «hayot boshlanishi» deb o‘ylaydi. Aslida bu tadqiqotga ruxsat beruvchi qarash chegarasi.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hodisalar embrionga alohida axloqiy munosabatni asoslaydi? 2) Yurak urishi 18-kunda boshlanishi abortga munosabatga ta’sir qiladimi? Doskada: 0 dan 76-kungacha vaqt chizig‘ini chizib, to‘rt belgini joylashtiring. Tipik xato: kunlar va haftalarni aralashtirish. Eslatma: manbada embrional davr «8–9 hafta», fetal davr esa «75–76-kun» deyiladi. Bu raqamlar o‘zaro to‘liq mos kelmaydi, shuning uchun band aniqlanishi lozim deb belgilandi. Talabalarga manbadagi raqamni aynan shunday keltirishni ayting.</a:t>
            </a:r>
          </a:p>
          <a:p/>
          <a:p>
            <a:r>
              <a:t>Tekshirish kerak (manbada noaniq):</a:t>
            </a:r>
          </a:p>
          <a:p>
            <a:r>
              <a:t>- Embrional davr 8–9 hafta davom etadi. Homiladorlikning 75–76-kunidan fetal (homila) davri boshlanadi.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Raqamlar bir-biriga zid manbalardan: 7–8-hafta ham keltiriladi; bu mezon yagona deb olinmaydi.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(guruhda 3 daq, umumiy muhokama 3 daq). Muhokama: 1) Preembrion bosqichida tadqiqotga ruxsat berish axloqan qanchalik asosli? 2) Embrionning axloqiy mavqei homiladorlik muddati bilan qanday o‘zgaradi? Doskada ikki ustun chizing: «Preembrion – tadqiqotga ruxsat» va «Embrion – potensial inson, alohida munosabat». Tipik xato: talabalar «14-kungacha hosila inson emas» deb mutlaq xulosa chiqaradi. Manbada esa embrion rivojlanishning barcha bosqichlarida inson qadriyatlarini saqlaydi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Embrion ona tanasining qismi bo‘la oladimi? 2) Status vaqt o‘tishi bilan o‘zgaradimi? Doskada: urug‘lanishdan tug‘ilishgacha vaqt chizig‘ini chizib, ikki chetiga ‘‘bioredukt’’ va ‘‘egoredukt’’ iboralarini yozdiring. Tipik xato: sxemadagi ikki iborani bir-biriga aralashtirish. Eslatma: skanerlangan matnda bu iboralar noaniq o‘qiladi, ularni darslikdagi asl rasm bilan tekshiring.</a:t>
            </a:r>
          </a:p>
          <a:p/>
          <a:p>
            <a:r>
              <a:t>Tekshirish kerak (manbada noaniq):</a:t>
            </a:r>
          </a:p>
          <a:p>
            <a:r>
              <a:t>- Sxema (6-rasm) statusning urug‘lanishdan tug‘ilishgacha o‘zgarishini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mezon sizga ishonchli va nega? Tipik xato: mezonlardan birini mutlaq deb olish; kitob buni hal qilingan deb hisoblamaydi.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‘‘Potensial inson’’ degani nimani anglatadi? 2) Nega muddat oshgani sari status o‘zgaradi deb hisoblanadi? Doskada: ikki ustun chizing — ‘‘Embrion shaxs’’ (hayotni saqlash tarafdorlari) va ‘‘faqat potensial shaxs’’ (‘‘Erkin tanlov’’ tarafdorlari). Tipik xato: ‘‘potensial inson’’ ni ‘‘inson emas, demak qadriyati yo‘q’’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Savol: «ortiqcha» embrionlardan terapevtik foydalanish joizmi? (126-bet: ko‘p mamlakatlarda IVF qonuniy).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Embrion ayol tanasining qismi deb olinsa, qanday xulosa kelib chiqadi? 2) ‘‘Ijtimoiy tan olingan axloqiy subyekt’’ iborasini o‘z so‘zingiz bilan tushuntiring. Doskada: ‘‘status tan olinadi → axloqiy munosabat talab etiladi’’ va ‘‘status tan olinmaydi → tana qismi’’ degan ikki shoxli sxema chizdiring. Tipik xato: ushbu mantiqiy fikrni abort haqidagi yakuniy ahloqiy hukm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diniy qarashlarda aynan ruhning kirishi muddati hal qiluvchi hisoblanadi? 2) Ikkinchi trimestrda reaksiya shakllanishi abortga munosabatga qanday ta’sir qiladi? Doskada: vaqt chizig‘ini chizing (urug‘lanish → 16-kun → 4-oy → tug‘ilish) va ikki diniy muddatni belgilang. Tipik xato: ‘konfessiyalar abortga mutlaq ruxsat beradi’ deb o‘ylash — aslida munosabat salbiy, faqat istisnolar bor. Diqqat: ‘16-kun’ (Angliya cherkovi) va ‘4-oy’ (islom) 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Izoh: maktablar pozitsiyasi kitobda qisqa berilgan (235-bet); Shafiiy maktab fikri matnda to‘liq o‘qilmaydi, shu sababli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Embrion ‘potensial shaxs’ bo‘lsa, unga munosabat nimasi bilan ‘ona tanasining qismi’ga munosabatdan farq qiladi? 2) Qaysi qarash sizga yaqin va nega? Doskada: ikki ustunli jadval chizib, har ikki tarafning bitta dalilini yozdiring. Tipik xato: talabalar ‘Erkin tanlov’ tarafdorlarini embrionga qadriyat umuman bermaydi deb o‘ylashadi; matnda faqat shaxs maqomi inkor etilgani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Guruhlarda ishlang: 1-guruh embrion maqmoni tan oladi, 2-guruh tan olmaydi; har biri qarorini asoslaydi. Muhokama: 1) Muddat (trimestr yoki diniy muddat) qarorni o‘zgartirishi kerakmi? 2) Ayol huquqi va embrion maqomi to‘qnashsa, nimaga ustuvorlik berilishi mumkin? Doskada: ‘maqom tan olinadi / tan olinmaydi’ ikki shoxli sxema chizing. Tipik xato: embrion maqomi masalasini abortning huquqiy tomonidan ajratib qo‘yish — matnga ko‘ra ular bir-biriga uzviy bog‘liq. Ikkinchi band matni OCR sababli to‘liq aniq emas, ehtiyot bo‘ling.</a:t>
            </a:r>
          </a:p>
          <a:p/>
          <a:p>
            <a:r>
              <a:t>Tekshirish kerak (manbada noaniq):</a:t>
            </a:r>
          </a:p>
          <a:p>
            <a:r>
              <a:t>- Maqom tan olinmasa, embrion ayol tanasining bir qismi bo‘lib qoladi va uni axloqiy ziddiyatsiz olib tashlash mumkin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Embrionni «potensial inson» deyish unga qanday munosabatni talab qiladi? 2) Nega dinlar ruh kirishi bilan muddatni bog‘laydi? Doskaga chizish: vaqt o‘qi (urug‘lanish → tug‘ilish) va unda 16-kun hamda 4-oyni belgilang. Tipik xato: talabalar embrionni «ayol tanasining bir a’zosi» deb yozadi; manbada bu qarash axloqiy jihatdan yetarli emas deb ko‘rsatiladi.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Gippokrat va Aristotel qarashlari farq qiladi? 2) Embrion maqomiga qarash abortga munosabatni qanday o‘zgartirgan? Doskaga chizish: besh bosqichli vaqt chizig‘i. Tipik xato: Rimda abort taqiqlangan deb o‘ylash; manbada u keng tarqalgan. 1649 va 1784 yillar uchun jumlalar OCR sifati past, shuning uchun asl kitobdan tekshiring; 1649 yildagi taqiq «taxminan yuz yildan keyin bekor qilingan» degan talqin ham taxminiy.</a:t>
            </a:r>
          </a:p>
          <a:p/>
          <a:p>
            <a:r>
              <a:t>Tekshirish kerak (manbada noaniq):</a:t>
            </a:r>
          </a:p>
          <a:p>
            <a:r>
              <a:t>- Aristotel abortni demografik maqsadda mumkin degan. Uni sezuvchanlik va harakat shakllanishidan oldin o‘tkazish kerak degan.</a:t>
            </a:r>
          </a:p>
          <a:p>
            <a:r>
              <a:t>- 1649 yilda ham o‘lim jazosi belgilangan; 1784 yilgi qoida OCR matnida o‘qilmaydi.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1852 yilgi xulosa nega kesarcha kesish va o‘lim statistikasiga tayangan? 2) Feministik harakat munozarani qanday o‘zgartirgan? Doskaga chizish: 1852–1880 yillar jadvali va AQShdagi taqiq muddati. Tipik xato: Sanger tushunchasini faqat kontratseptsiya deb olish; manbada keyin evgenik ma’noda ham qo‘llangani aytilgan. Eslatma: AQShdagi taqiq XX asrning 60-yillarigacha amal qilgan.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Tasnif ikki o‘qda: muddat (erta/kech) va usul (dori, vakuum, jarrohlik).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Tipik xato: mo‘tadil pozitsiyani liberal bilan adashtirish; mo‘tadilda embrion maqomi trimestrga qarab o‘zgaradi.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taqiq 1955 yilda bekor qilindi? 2) Noqonuniy abort statistikasi qonun o‘zgarishiga qanday asos bo‘ladi? Doskada: 1920 – taqiq – 1955 – 12 hafta vaqt chizig‘ini chizing. Tipik xato: Argentinada 14 hafta, sobiq ittifoqda 12 hafta ekanini aralashtirish. Statistika davri (1990-yillar oxiri) ni alohida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Embrion ayol tanasining qismimi yoki alohida subyektmi? 2) Ayol avtonomiyasi va homila hayoti to‘qnashsa, nima ustun? Doskada: ikki ustunli ‘dalil – qarshi dalil’ jadvalini chizing. Tipik xato: pozitsiyalarni ‘to‘g‘ri/noto‘g‘ri’ deb baholash. Ular ikki axloqiy yondashuv. Diqqat: JSST statistikasi va og‘riq bandi OCR matnida noaniq, aniqlashtiring.</a:t>
            </a:r>
          </a:p>
          <a:p/>
          <a:p>
            <a:r>
              <a:t>Tekshirish kerak (manbada noaniq):</a:t>
            </a:r>
          </a:p>
          <a:p>
            <a:r>
              <a:t>- Konservativ: JSST bo‘yicha yiliga taxminan 70 ming ayol abort asoratidan vafot etadi.</a:t>
            </a:r>
          </a:p>
          <a:p>
            <a:r>
              <a:t>- Konservativ: homila og‘riqni his qiladi, shuning uchun abort qotillik; asosiy savol – hayotga layoqat.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Ko‘rsatmalar tizimi muddatlar tizimidan nimasi bilan farq qiladi? 2) O‘zbekiston modeli qaysi biriga yaqin (12 hafta va ko‘rsatmalar)? Doskada: uch modelni ‘ayol xohishi – ko‘rsatma – taqiq’ shkalasida joylashtiring. Tipik xato: Irlandiya va Polsha qonunlarini bir xil deb o‘ylash; Polshada zo‘rlash va inzest istisno, Irlandiyada hayot xavfigina.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xohish bilan abort muddati ijtimoiy va tibbiy ko‘rsatmadan qisqaroq? 2) Tibbiy ko‘rsatmada muddat cheklanmasligi nimani anglatadi? Doskada: 4 bosqichli qaror zanjirini chizing, har bosqichga haftani yozing. Tipik xato: 12 va 22 haftani aralashtirish; 12 hafta — faqat ayol xohishi va qarshi ko‘rsatma bo‘lmaganda.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abortning ‘‘oddiyligi’’ xavfsizlik haqida yolg‘on taassurot beradi? 2) Kontratseptsiya abortlar sonini qanday kamaytiradi? Doskada: ‘‘asoratlar’’ ro‘yxatini erta (jarayon vaqtida) va kechki (keyingi homiladorlik, bepushtlik) guruhlarga bo‘ling. Tipik xato: kontratseptsiyani abort bilan tenglashtirish; manbada u istalmagan homiladorlikning oldini oluvchi vosita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ayolning o‘zi javobgarlikka tortilmaydi, lekin majburlash jinoyat? 2) Taqiq holatlari ayol salomatligini qanday himoya qiladi? Doskada: 114- va 115-moddalarni ikki ustunda solishtiring. Tipik xato: ayol o‘zi tushirsa ham javobgar deb o‘ylash. ‘‘12 haftadan ortiq’’ taqiqi manbada tibbiy qarshi ko‘rsatma sifatida berilgan; 22 haftalik ijtimoiy ko‘rsatma bilan farqini o‘qituvchi manbadan aniqlashtirsin.</a:t>
            </a:r>
          </a:p>
          <a:p/>
          <a:p>
            <a:r>
              <a:t>Tekshirish kerak (manbada noaniq):</a:t>
            </a:r>
          </a:p>
          <a:p>
            <a:r>
              <a:t>- Tibbiy taqiq: jinsiy a‘zolar yallig‘lanishi, yiringli o‘choq, o‘tkir yuqumli kasallik, 12 haftadan ortiq.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huquqsiz shaxs tomonidan qilingan abort jinoyat hisoblanadi? 2) Ayolning javobgar bo‘lmasligi va tushirgan shaxsning javobgarligi qanday farqlanadi? Doskada chizish: 114-modda va 115-moddani ikki ustunda yozing, har biriga bitta holatni qo‘ying. Tipik xato: ayol hamma holatda javobgar emas, deb yoki majburlashni jinoyat emas,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ikkala yondashuvni alohida-alohida qo‘llab bo‘lmaydi? 2) Embrionning ‘potensial inson’ maqomi abortga munosabatni qanday o‘zgartiradi? Doskada chizish: hayot boshlanishidan huquqiy tartibgacha mantiqiy zanjirni chizing. Tipik xato: QALY ko‘rsatkichini hayotning axloqiy qiymati deb tushunish. Yakunda talabalarni IX bobning nazorat savollariga yo‘naltiring.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Hayot boshlanishining ijtimoiy, huquqiy va axloqiy jihatlari: hayot oliy qadriyat, embrionning axloqiy holati, hayot sifati, inson hayoti boshlanishini aniqlash (M4)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hayot boshlanishi bioetikada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asrda tibbiyot jadal rivojlandi va uning imkoniyatlari ancha kengaydi.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bemor uchun ezgulik, yaxshilikning o‘zi nima ekanini qayta o‘ylash zarurati tug‘ildi.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masala bioetikaning asosiy muammosi — hayotning oliy qadriyat sifatidagi o‘rni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 muammolari: hayot qadriyati, hayot boshlanish vaqti, embrionning axloqiy maqomi, abortning etik-huquqiy jihatlari.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oliy qadriyat: ikki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yondashuv ham ma’lum darajada shartli xususiyatga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Sakral hayot tarafdorlari hayotni muqaddas, daxlsiz oliy qadriyat deb biladi.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“organizm hayoti” ≠ “shaxs hayoti”; sifatli hayot qarashi ularni farqlaydi.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Sakral hayot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muqaddas, daxlsiz, oliy qadriyat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Tibbiyot hayotni har holatda saqlaydi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sifati — tibbiy masala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Sifatli hayot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muayyan sifatlarga ega bo‘lishi kerak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Yordam zarurligini mezonlar hal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Organizm hayoti va shaxs hayoti farqlanadi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Hayotga ikki yondashuv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Sakral hayot va tibbiy vitalizm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muqaddas va daxlsiz deb biluvchi qarash bioetikada “tibbiy vitalizm”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vazifasi — hayotni qanday holatda bo‘lishidan qat’i nazar saqlash; zarur xarajat miqdori inobatga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“o‘ta qadrli” yoki “qadrga ega emas” deb ajratib bo‘lmaydi; hayot sifati axloq mezoni emas, tibbiy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Tarafdorlar abort, evtanaziya, embrion tekshiruvi va inson genomi tajribalariga mutlaqo qarshi; vegetativ holatdagi hayot ham cheksiz saqlanishi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Sifatli hayot etikasi: organizm va shaxs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qarashda haqiqiy inson hayoti ma’lum sifatlarga ega bo‘lishi kerak; uni har holatda saqlash shart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kerak yoki yo‘qligini hal qilish uchun aniq mezonlar bo‘lishi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‘‘organizm hayoti’’ ≠ ‘‘shaxs hayoti’’; birinchisi ikkinchisining shartidir.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Organizm (tana) hayoti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Muayyan sifatlar bormi?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Ha: shaxs hayoti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Yo‘q: axloqiy maqom yo‘qoladi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Mezon asosida yordam qarori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Organizmdan shaxsgacha mantiq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81-82, 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Uorren mezonlari va konsepsiyalar nisbiyligi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Amerikalik bioetik M.Z. Uorren fikricha, shaxslar jamiyatiga qo‘shilish uchun ong, aql, mustaqil harakat va muloqot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Embrion, yangi tug‘ilgan chaqaloq, ruhiy kasal va hushsiz bemorda bu sifatlar ma’lum davrda bo‘lmasligi tabiiy.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konsepsiya ham mutlaq emas, ularni alohida qo‘llab bo‘lmaydi. Hayot qadrli va hurmatga loyiq deb tan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resurslar cheklangan, shuning uchun samarasiz va asoslanmagan harakatlardan voz kechish masalasi dolzarbdir.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vegetativ holatdagi bemor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vegetativ holatda, hushni tiklashga hech qanday umid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Sakral hayot (tibbiy vitalizm) bo‘yicha bunday hayot ham cheksiz tibbiy muolajalar bilan sun’iy saqlanishi lozim; xarajat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Sifatli hayot bo‘yicha hayot ma’lum sifatlarga ega bo‘lishi kerak, shuning uchun uni har doim saqlash shart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 ikki yondashuv bu bemorga qanday qaror beradi? Nega ularni mutlaq deb bo‘lmaydi?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81-82,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yondashuvlarni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tibbiy vitalizm qaysi konsepsiyaga tegishli? Javob: hayotni muqaddas, daxlsiz oliy qadriyat deb biladigan sakral hayot etikasiga (sanctity of life).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Vitalizmda hayot har qanday holatda oliy qadriyat. Uni ‘‘o‘ta qadrli’’ yoki ‘‘qadrsiz’’ deb ajratib bo‘lmaydi, sarf-xarajat esa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‘‘organizm hayoti’’ va ‘‘shaxs hayoti’’ farqi nima? Sifatli hayot tarafdorlari organizm hayotini yuqoriroq sifatli shaxs hayoti uchun shart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Sakral hayot ≠ sifatli hayot. Ikkala konsepsiya ham shartli, mutlaq emas va ularni alohida qo‘llab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sifati: JSST ta’rifi va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JSST (Jahon sog‘liqni saqlash tashkiloti): hayot sifati — shaxsning o‘z holatini madaniyat va qadriyatlar tizimida his etishi.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integral ko‘rsatkich: sog‘liq omillarining shaxs o‘z vaziyatini his etishiga ta’sirini aks ettiradi.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tibbiyotga ijtimoiy fanlardan kirgan; sog‘liq bilan bog‘liq tadqiqotlar 1970-yillardan boshlangan.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Ta’rif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 o‘rnini qadriyatlarda his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Ko‘rsatkich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Integral (omillar yig‘indisi)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Omillar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Sog‘lom/bemor, mustaqillik, kasb, oila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Kelib chiqishi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Ijtimoiy fanlardan; 1970-yillardan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sifati: asosiy jihatlar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sifatini baholash: so‘rovnoma va shkalalar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vaziyatni subyektiv his etgani uchun maxsus so‘rovnomalardan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bahoda bemor sog‘lig‘ining joriy holatini aks ettiruvchi ob’ektiv ma’lumotlar ham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Shkalalar umumiy parametrlar bo‘yicha yoki ayrim kasalliklarga moslashtirilgan turlarga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Subyektiv his etish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Maxsus so‘rovnoma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Ob’ektiv sog‘liq ma’lumotlari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Yakuniy baho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Shkala orqali miqdoriy ifoda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83, 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 shkalasi: mohiyati va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QALY — sifat bo‘yicha o‘zgartirilgan hayot yillari; bemor hayotining sifatini son bilan ifodalaydi.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Shkala utilitarizm konsepsiyasiga tayanib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sifati qancha past bo‘lsa, ko‘rsatkich shuncha past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To‘liq sog‘liq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1,0</a:t>
            </a:r>
            <a:r>
              <a:rPr sz="1500" b="0">
                <a:solidFill>
                  <a:srgbClr val="6B7280"/>
                </a:solidFill>
                <a:latin typeface="Calibri"/>
              </a:rPr>
              <a:t>  QALY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Surunkali kasallik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~0,6–0,8</a:t>
            </a:r>
            <a:r>
              <a:rPr sz="1400" b="0">
                <a:solidFill>
                  <a:srgbClr val="6B7280"/>
                </a:solidFill>
                <a:latin typeface="Calibri"/>
              </a:rPr>
              <a:t>  QALY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O‘ziga xizmat qilolmaydi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~0,2–0,4</a:t>
            </a:r>
            <a:r>
              <a:rPr sz="1400" b="0">
                <a:solidFill>
                  <a:srgbClr val="6B7280"/>
                </a:solidFill>
                <a:latin typeface="Calibri"/>
              </a:rPr>
              <a:t>  QALY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</a:t>
            </a:r>
            <a:r>
              <a:rPr sz="1500" b="0">
                <a:solidFill>
                  <a:srgbClr val="6B7280"/>
                </a:solidFill>
                <a:latin typeface="Calibri"/>
              </a:rPr>
              <a:t>  QALY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QALY shkalasi qiymatlari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84-85, 84, 85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 hisoblash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Kasallik tufayli sifat pasaygan; QALY 0,7 bo‘lganda davolash boshlangan.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hayot uzaygan: 7 yil × 0,7 = 4,9 QALY yilga uzayish.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uzayib, sifati pasaysa, bunday hayot sog‘lom hayotdan qisqaroq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Boshlang‘ich sifat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QALY 0,7 da davolash boshlandi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 xavfi bartaraf, sifat barqaror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Davomiylik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Bemor yana 7 yil yashadi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7 × 0,7 = 4,9 QALY 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QALY hisoblash qadamlari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QALY, resurslar va shkalalar cheklovi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davolarda uzaytirilgan bir QALY yilga sarflangan xarajat solishtirilib, iqtisodiy jihatdan samaraliroq texnologiya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mamlakatlarda tibbiy texnologiyalarni QALY shkalasi bilan baholash qonun hujjatlari orqali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bir shkala mukammal emas: har bir shaxs o‘ziga xos, vaziyatni his etishda esa subyektivlik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hayotini darajasidan qat‘i nazar faqat ijtimoiy foydalilik yoki iqtisodiy samaradorlik bilan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QALY bo‘yicha qaror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tufayli hayot sifati pasaygan bemorda QALY (sifat bo‘yicha tuzatilgan hayot yillari) ko‘rsatkichi 0,7 bo‘lganda davolash boshlandi.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Ahvol yomonlashmadi, o‘lim xavfi bartaraf etildi, hayot sifati barqarorlashdi. Bemor yana 7 yil yashadi.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Hisob: 7 × 0,7 = 4,9. Demak, davo hayotni 4,9 QALY yilga uzaytirgan.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uzaytirilgan bir yilga ketgan xarajatni solishtirib qaror qilish mumkinmi? Hayotni faqat iqtisodiy samara bilan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QALY va hayot sifati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QALY shkalasida 1,0 va 0 nimani bildiradi? Yuqori chegara 1,0 (to‘liq sog‘lom hayot), 0 esa o‘lim holati.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sifati qancha past bo‘lsa, ko‘rsatkich ham shuncha past. Surunkali kasallikda 0,6–0,8, o‘ziga xizmat qila olmaganda 0,2–0,4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7 yil × 0,7 nechaga teng? Javob: 4,9 QALY yil.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hayot sifati ≠ ijtimoiy foydalilik. Inson hayotini faqat ijtimoiy foyda yoki iqtisodiy samara nuqtai nazaridan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84-85, 85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boshlanishi: biologik nuqtai nazar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Biologiya va embriologiyaga ko‘ra inson hayoti gametalar qo‘shilib zigota hosil bo‘lishidan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Zigota yaxlit yadroga ega va betakror genetik materialni saqlaydi.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Hujayralar bo‘linib, avval bir xil hujayralar guruhi, keyin blastotsist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Erkak va ayol gametalari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Qo‘shilish: zigota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Hujayralar bo‘linishi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xil hujayralar guruhi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Blastotsist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Hayotning dastlabki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Preembrion va 14-kun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Blastotsist bachadonning ichki devoriga hali birikmagan bo‘ladi. Hujayralarning aksariyati hali tuzilmalashmagan.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Blastotsist ikkiga yoki undan ko‘p qismga bo‘linishi mumkin. Shu sababli mutaxassislar bu bosqichni preembrion deb ataydi.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mutaxassislar homiladorlikning 14-kuniga qadar preembrionda turli tadqiqotlar o‘tkazish mumkin deb hisoblaydi. Bu ba’zi mamlakatlar qonunlarida ham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preembrion ≠ embrion. 14-kundan boshlab bachadon ichidagi hosila embrion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85-86, 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Embrional rivojlanish xronologiyasi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Embrional davr 8–9 hafta davom etadi. Homiladorlikning 75–76-kunidan fetal (homila) davri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13–14-kunda birlamchi hoshiya paydo bo‘ladi, individual belgilar namoyon bo‘la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urishi 18-kunda boshlanadi, qon aylanish tizimi 21-kunga kelib shakllanadi.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Hodisa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13–14-kun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Birlamchi hoshiya paydo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18-kun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 urishi paydo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21-kun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aylanish tizimi shakllanadi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75–76-kundan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Fetal (homila) davri boshlanadi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Rivojlanish vaqt chizig‘i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 sezuvchanligi: qachon paydo bo‘ladi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Homilaning birinchi harakati 6-haftada qayd etilgan; shu paytda u teginishga javob bera boshlaydi.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10-haftada orqa miya nerv tolalari birinchi neyrotransmitterlarni aniqlaydi va miya poyasi faoliyati qayd etiladi.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Ayrim tadqiqotchilar homila 18–19-haftada his qilishni boshlaydi deb hisoblaydi; his qayta ishlash qobiliyati 30-haftagacha aniqlanmagan.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Ongsizlik yoki og‘riqqa befarqlik shaxsiy huquqlarni himoya qilishdan bosh tortish uchun asos bo‘la olmaydi.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harakat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6-hafta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Teginishga javob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6-hafta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Neyrotransmitter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10-hafta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His qilish (ayrimlar)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18–19-hafta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His qayta ishlash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30-hafta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Ikkinchi trimestr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3–6-oy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Homila sezuvchanligi: tadqiqot ma’lumotlari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preembrion tadqiqoti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tadqiqotchi homiladorlikning 12-kunidagi hosilada tajriba o‘tkazmoqchi va uni «preembrion» deb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Uning foydasiga: bu muddatda blastotsist birikmagan, hujayralar tuzilmalashmagan va hosila bo‘linishi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 dalil: 13–14-kunda birlamchi hoshiya chiqadi, 18-kunda yurak uradi, 21-kunda qon aylanishi shakllanadi.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embrion «potensial inson» sifatida alohida axloqiy munosabat talab qiladi. 14-kun chegarasi buni hisobga oladimi?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statusi: asosiy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savol: embrion ayol tanasining bir qismimi yoki alohida axloqiy statusga egami?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hayoti qachon boshlanishi haqidagi turli qarashlar embrion statusini belgilashdagi farqlarga tayanadi.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Sxema (6-rasm) statusning urug‘lanishdan tug‘ilishgacha o‘zgarishini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Urug‘lanish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Bioredukt: ona tanasi qismi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Embrion statusi o‘zgaradi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Egoredukt: potensial shaxs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Tug‘ilish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Embrion statusi o‘zgarishi (soddalashtirilgan sxema)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Inson shaxsi qachon boshlanadi: besh qarash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Adabiyotda inson sifatida qaralish bosqichi haqida turli javoblar beriladi: kontseptsiyadan, 14-kundan, 30-kundan, 7–8-haftadan, 7-oydan.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Birinchi qarash: insonning o‘ziga xosligi kontseptsiyadan boshlanadi; ikkinchisi — egizaklarga bo‘linish mumkin bo‘lmagan paytdan (13 kun).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Uchinchi qarash: o‘ziga xoslik ancha keyin, urug‘lantirilgandan keyin 40 yoki undan ko‘p kundan so‘ng boshlanadi.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 masala bo‘yicha kelishuvga erishish hali mumkin emas; munozara embrionning salohiyatiga (potensial inson) tayanadi.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Kontseptsiya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urug‘lanish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Birlamchi hoshiya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14-kun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MAT differensiatsiyasi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30-kun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Ogohlantirishga javob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7–8-hafta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Emish refleksi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7-oy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Inson maqomi boshlanishi bo‘yicha mezonlar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234, 125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— potensial 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o‘ziga xos ontologik statusga ega: u potensial inson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muddati oshgani sari embrion asl inson statusiga tobora yaqinlashadi.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bosqichlarda embrion insoniy qadriyatlarni saqlaydi va ularning tashuvchisi; shuning uchun unga alohida axloqiy yondashuv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‘‘potensial inson’’ ≠ ‘‘real shaxs’’. ‘‘Erkin tanlov’’ tarafdorlari shu sababli embrionga shaxs maqomini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yaratish va undan foydalanish: axloqiy shartlar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Agar embrionga individuallik maqomi berilsa, tadqiqot uchun embrion yaratish odamlardan «instrumental» foydalanishni taqiqlovchi tamoyilga zid keladi.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Agar embrion bunday maqomga ega bo‘lmasa, terapevtik klonlashning potensial foydasi boshqa dalillardan ustun turishi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Maqomni rad etish embrion qadrini kamaytirmasligi kerak: inson embrioni laboratoriya hayvoniga o‘xshamaydi.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Embrionlarni yaratish va ishlatish qat’iy tartibga solinishi, donorlarning to‘liq roziligi bilan va faqat insoniy tibbiy maqsadda bo‘lishi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Maqom tan olinsa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Tadqiqot uchun yaratish taqiqlanadi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Odamni vosita qilish mumkin emas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Maqom tan olinmasa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Yaratishga e’tiroz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Terapevtik foyda ustun turadi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 shartlar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Qat’iy nazorat va tartib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Donorlarning to‘liq roziligi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Tijoratlashtirish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insoniy tibbiy maqsad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Embrion bilan ishlashning axloqiy chegaralari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Status tan olinmasa: ijtimoiy subyekt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va homilaning axloqiy statusi hamda yashash huquqi tan olinmasa, u ayol tanasining bir qismi bo‘lib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Unda uni axloqiy ziddiyatsiz va oqibatlarsiz, tibbiy ko‘rsatma yoki ayol xohishi bilan, chuvalchangsimon o‘simta (appendiks) kabi olib tashlash mumkin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tug‘ilmagan tirik jonzot ayol tanasining qismi emas, axloqiy munosabatlarning ijtimoiy tan olingan subyekti sifatida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va homilaning axloqiy statusini aniqlash homiladorlikni to‘xtatish masalasining yechimi bilan chambarchas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Diniy qarashlar: ruh tanaga kirishi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konfessiyalar abortga salbiy qaraydi, ammo istisno hollarda unga yo‘l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Diniy nuqtai nazardan masala ruhning tanaga kirishi vaqti bilan bog‘lanadi.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trimestrda (4-6 oy) reaksiya shakllanadi; shu sabab ayrimlar abortni birinchi trimestrda joiz deydi.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164080"/>
                <a:gridCol w="155036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Din/cherkov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Ruh kirishi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Istisno hol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Angliya cherkovi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Homiladorlikning 16-kuni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16-kungacha, shartlarga rioya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Islom dini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4-oygacha, shartlarga rioya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Ruh kirishi muddati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Islom bioetikasida embrion va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Qur’on oyatlariga tayanib, musulmonlar insoniy shaxs haqida to‘rtinchi oyning birinchi haftasidan (taxminan 100-kundan) gapirish mumkin deb hisoblaydi.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Boshqa olimlar (ehtimol ozchilik) ruh kirishini taxminan 40-kunga bog‘laydi.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Hanafiy maktabi abortga nisbatan eng moslashuvchan: to‘rtinchi oygacha ona hayotiga tahdid bo‘lsa, abort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Maliki maktabi implantatsiyadan keyin abortni taqiqlaydi; ona va embrion hayoti ziddiyatida ona hayotiga ustunlik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Hanafiy maktabi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moslashuvchan pozitsiya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4-oygacha ona hayotiga tahdid bo‘lsa abort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Maliki maktabi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Implantatsiyadan keyin abort taqiqlanadi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Umumiy qoida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 kirishidan keyin abort qat’iy taqiqlanadi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yomondan kichigini tanlash: ona hayoti ustun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Islom huquqiy maktablari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234, 235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maqomi: ikki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qarash: embrion shaxsdir va unga xos axloqiy maqomga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qarash: embrion tug‘ilguncha real emas, faqat potensial shaxs, shuning uchun shaxs maqomiga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potensial shaxs ≠ ona tanasining bir qismi; embrion axloqiy munosabatning ijtimoiy tan olingan subyekti.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Embrion — shaxs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Tarafdor: hayotni saqlash tarafdorlari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Haqiqiy shaxs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Shaxsga xos axloqiy maqom bor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Embrion — potensial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Tarafdor: «erkin tanlov»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Tug‘ilguncha faqat potensial shaxs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Shaxsga xos maqom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Embrion maqomi bo‘yicha ikki qarash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embrion va ayol huquqi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homiladorlikning dastlabki oylarida abort so‘ramoqda. Qaror embrionga qanday maqom berilishiga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Maqom tan olinmasa, embrion ayol tanasining bir qismi bo‘lib qoladi va uni axloqiy ziddiyatsiz olib tashlash mumkin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Maqom tan olinsa, embrion axloqiy munosabatning ijtimoiy tan olingan subyekti sanaladi va unga alohida axloqiy yondashuv kerak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trimestrlar (ikkinchi trimestrda reaksiya shakllanishi) va diniy muddatlar (16-kun, 4-oy) qarorga qanday ta’sir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86-87, 86, 87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embrion maqomi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embrionning ontologik statusi nima? Javob: u o‘ziga xos status egasi, ya’ni potensial inson.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muddati oshgani sari embrion haqiqiy inson maqomiga yaqinlashadi. Barcha bosqichda u insoniy qadriyatlar tashuvchisi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Ruh kirishi muddati: Angliya cherkovi bo‘yicha homiladorlikning 16-kuni, islom dini bo‘yicha 4-oy.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embrion ≠ ayol tanasining shunchaki qismi. U axloqiy munosabatlarning ijtimoiy tan olingan subyekti sifatida qaraladi.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tarixi: qadimgi davrdan XVIII asrgacha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Aristotel abortni demografik maqsadda mumkin degan. Uni sezuvchanlik va harakat shakllanishidan oldin o‘tkazish kerak degan.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1649 yilda ham o‘lim jazosi belgilangan; 1784 yilgi qoida OCR matnida o‘qilmaydi.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Maksimovich-Ambodik: tanqidiy holatda ona hayotini saqlash uchun homilani tushirish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Gippokrat: qat‘iy taqiq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Aristotel: demografik asos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Qadimgi Rim: ona tanasi qismi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Xristianlik: qotillikka teng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XVI asr: o‘lim jazosi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Vaqt chizig‘i: qadimgidan XVI asrgacha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87, 88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tarixi: XIX asr va XX asr boshi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Amerika tibbiyot assotsiatsiyasi tashabbusi bilan AQShda taqiq; ayol hayoti xavfda bo‘lsagina ruxsat.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asrdagi munozarada feministik harakat asosiy o‘rin tutdi: ayol huquqlari va jinsiy axloq masalalari.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Sanger “tug‘ilishni nazorat qilish” tushunchasini kiritgan; keyin u evgenik g‘oyalar ma’nosida ham ishlatilgan.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1852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Parij: tibbiy ko‘rsatmada abort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1869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Britaniya Akti: erta abort og‘ir jinoyat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AQSh: taqiq; ayol hayoti xavfda — ruxsat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XX asr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Sanger: “tug‘ilishni nazorat qilish”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XIX–XX asr boshi voqealari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turlari va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Muddatiga ko‘ra abort erta (12 haftagacha) va kech (12–28 hafta) turlarga bo‘linadi; 28 haftadan keyin homiladorlikning tugashi erta tug‘ilish deyiladi.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Tibbiy abort: mifepriston progesteron ta’sirini to‘xtatadi, misoprostol bachadon qisqarishini kuchaytirib, homila tuxumini chiqarishga yordam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Mini-abort vakuum apparati yordamida, jarrohlik abort esa kuretaj (qirib tashlash) orqali amalga oshiriladi.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Ayol uchun abort hayot va o‘lim tanlovi: shu sababli qaror axloqiy va huquqiy jihatdan eng keskin muammo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Abort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Erta 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12 haftagacha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Kech 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12 dan 28 haftagacha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(dori) 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Mifepriston + misoprostol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Mini-abort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Vakuum apparati yordamida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Jarrohlik 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Kuretaj: qirib tashlash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Muddat va usul bo‘yicha abort turlari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Ayolning qaror huquqi: uch nuqtai nazar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Adabiyotda ayolning abort haqida qaror qabul qilish huquqi bo‘yicha uch nuqtai nazar mavjud: liberal, mo‘tadil va konservativ.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Liberal: ayol o‘z tanasini boshqarish, shu jumladan abort qilish haqida qaror qabul qilish huquqiga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Mo‘tadil: embrion asta-sekin insoniylik sifatini to‘playdi; har trimestrda embrion va ona manfaati muvozanati hisobga olinadi.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Konservativ: abort — qasddan o‘ldirish; embrion homiladorlikdan boshlab asosiy inson huquqlariga, birinchi navbatda hayot huquqiga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Liberal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Ayol o‘z tanasini boshqaradi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Abort haqida qaror — ayolniki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Mo‘tadil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Embrion asta-sekin inson bo‘ladi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trimestrda manfaatlar muvozanati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Konservativ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Abort — qasddan o‘ldirish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Embrion shaxs, hayot huquqiga 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nuqtai nazar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128-129, 129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Sobiq ittifoq va Argentina tajribasi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1920 yilda jinoiy abortlarning oldini olish uchun ruxsat berilgan; dastlabki muddatda shifoxonada bepul.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Urush, ocharchilik va kasalliklar sabab taqiq kiritilgan; u 1955 yilda bekor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Argentina: 2020 yil dekabrda 14 haftagacha ayol xohishiga ko‘ra abort ruxsat etildi.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Sobiq ittifoq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Ruxsat: 12 haftagacha (1955 yildan)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Avval: 1920 ruxsat, so‘ng taqiq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1000 ayolga 100–120 abort (15–49 yosh)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Argentina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Ruxsat: 14 haftagacha (2020-yil)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Avval: faqat zo‘rlash, hayot xavfi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Yiliga 350 mingdan ortiq noqonuniy abort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mamlakat tajribasi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88, 88-89, 89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Abort: liberal va konservativ pozitsiyalar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Liberal: ayol o‘z tanasining xo‘jayini, embrion shaxs emas; tibbiy ko‘rsatmada ayol hayoti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Konservativ: JSST bo‘yicha yiliga taxminan 70 ming ayol abort asoratidan vafot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Konservativ: homila og‘riqni his qiladi, shuning uchun abort qotillik; asosiy savol – hayotga layoqat.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Liberal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Embrion — ayol tanasining qismi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Dalil: ayol avtonomiyasi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 ko‘rsatmada ayol hayoti ustun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Konservativ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Embrion shaxs maqomiga ega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Dalil: asoratlar va o‘lim xavfi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 og‘riqni his qiladi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Abortga ikki pozitsiya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Oraliq pozitsiya va G‘arbiy Yevropa modellari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Oraliq pozitsiya: abort faqat tibbiy yoki ijtimoiy ko‘rsatma bo‘yicha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pozitsiya abortni ayolning huquqi sifatida axloqan qo‘llab-quvvatlamaydi.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G‘arbiy Yevropada uch yondashuv bor: taqiq, ko‘rsatmalar tizimi va muddatlar tizimi.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G‘arbiy Yevropa modellari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Taqiq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Irlandiya, Polsha  ·  Faqat hayot xavfi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Ko‘rsatmalar tizimi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Buyuk Britaniya  ·  Hayot xavfi, genetika, salomatlik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Muddatlar tizimi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Avstriya, Fransiya, Norvegiya, Shvetsiya  ·  Muddatgacha ayol xohishi bilan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yondashuv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89, 90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O‘zbekiston: abort muddatlari va ko‘rsatmalar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 haftagacha qarshi ko‘rsatma bo‘lmasa, ayol xohishi bilan tegishli tibbiy muassasada abort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ko‘rsatma bo‘yicha homiladorlik 22 haftagacha tugatilishi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ko‘rsatma bo‘lsa, muddatdan qat‘i nazar; holatlar ro‘yxati qonun hujjatlarida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Muddat va ko‘rsatma aniqlanadi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12 haftagacha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Ayol xohishi bilan, qarshi ko‘rsatma bo‘lmasa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22 haftagacha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Ijtimoiy ko‘rsatma bo‘yicha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Muddatdan qat’i nazar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Tibbiy ko‘rsatma bo‘yicha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O‘zbekistonda abort muddatlari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asoratlari va kontratseptsiya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Abort oddiy, qulay va bepul bo‘lgani uchun uni xavfsiz deb o‘ylash noto‘g‘ri tasavvur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homiladorlik va tug‘ruq murakkablashishi, ginekologik kasalliklar (yallig‘lanish, o‘smalar) va bepushtlik kuzatilishi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Abort jarayonida anesteziya asoratlari, bachadon perforatsiyasi (teshilishi), tashqi va ichki qon ketish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tibbiyot assotsiatsiyasi 1994 yilda bayonot qabul qildi: kontratseptsiya vositalaridan foydalanish barcha ayollarning huquqi.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90, 90-91, 91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abort: Jinoyat kodeksi 114- va 115-moddalar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abortda homiladorlik muddati va tushirish usuli ahamiyatga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taqiq: jinsiy a‘zolar yallig‘lanishi, yiringli o‘choq, o‘tkir yuqumli kasallik, 12 haftadan ortiq.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Oldingi abortdan keyin olti oy o‘tmasdan homilani tushirish ham taqiqlangan.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436831"/>
                <a:gridCol w="127761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114-modda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Muassasadan tashqarida / huquqsiz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 abort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114-modda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jihatdan mumkin bo‘lmagan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 abort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115-modda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Ayolni abortga majburlash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Javobgarlik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o‘zi yoki boshqalar tushirsa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javobgar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Moddalar va javobgarlik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92, 91-92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abort va huquqiy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huquqi bo‘lmagan shaxs davolash muassasasidan tashqarida homilani tushirdi. Savol: bu holat Jinoyat kodeksining qaysi moddasiga to‘g‘ri keladi?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kodeksining 114-moddasi: muassasadan tashqarida yoki tibbiy jihatdan mumkin bo‘lmaganda homila tushirish, huquqsiz shaxsning bu ishi ham jinoiy.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jihatdan zid holatlar: jinsiy a’zolar yallig‘lanishi, yiringli o‘choqlar, o‘tkir yuqumli kasalliklar va 12 haftadan ortiq homiladorlik muddati.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jinoiy abortda muddat va usul ahamiyatsiz. Ayol o‘zi tushirsa javobgar emas, lekin ayolni majburlash 115-modda bo‘yicha jinoyat.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91, 92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hayot qadriyati, embrion maqomi va huquq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 qadriyati bo‘yicha ikki yondashuv bor: hayot muqaddas (tibbiy vitalizm) va hayot sifati. Ikkalasi ham mutlaq emas, ular birga muvozanatda qo‘llanadi.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QALYda o‘lim nolga teng. Misol: 0,7 sifat bilan yana 7 yil = 4,9 QALY yil. Shkala mukammal emas: hayotni faqat foydalilik bilan baholash to‘g‘ri emas.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 zigotadan boshlanadi. Embrion potensial inson sifatida alohida munosabat talab qiladi. Abortga liberal, konservativ va oraliq pozitsiyalar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O‘zbekistonda ayol xohishiga ko‘ra abort 12 haftagacha, ijtimoiy ko‘rsatma bilan 22 haftagacha, tibbiy ko‘rsatma bilan muddatdan qat’i nazar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81-82, 84-85, 85-87, 89, 90, 92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QALY hisobi: davo boshlanganda shkala ko‘rsatkichi 0,7 bo‘lgan bemor yana 7 yil yashagan. Umr 7 × 0,7 = 4,9 QALY yilga uzaygan. Eslab qolish usuli: «yil × sifat koeffitsiyenti». Sog‘lom hayot 1,0 ga, o‘lim 0 ga teng.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davo bemor umrini uzaytirdi, lekin hayot sifati pasaydi. Bunday uzayish shartli ravishda sog‘lom hayotdan qisqaroq baholanadi. Shu sababli sifatni faqat ijtimoiy foydalilik yoki iqtisodiy samara nuqtai nazaridan o‘lchash to‘g‘ri emas.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 rivojlanishi zanjiri: zigota, blastotsist (preembrion), 14-kundan embrion, 18-kunda yurak urishi, 21-kunda qon aylanish tizimi. Embrional davr 8–9 hafta, 75–76-kundan fetal (homila) davri boshlanadi.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 va «ruh kirishi» muddati: Angliya cherkovi bo‘yicha ruh tanaga homiladorlikning 16-kunida, islom dini bo‘yicha 4-oyda kiradi. Bu muddatlargacha istisno hollarda abort mumkin deb hisoblanadi. Muddatlar turli konfessiyalarda farq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O‘zbekistonda abort muddatlari 12–22–cheklovsiz. Ayolning xohishi bilan 12-haftagacha, ijtimoiy ko‘rsatma bilan 22-haftagacha, tibbiy ko‘rsatma bilan muddatdan qat’i nazar. Qarshi ko‘rsatmalar bo‘lmasligi shart.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Z.A., Indiaminov S.I. Bioetika (o‘quv qo‘llanma), Samarqand. 2022. IX bob (hayot boshlanishi, abort), kitob betlari 81-92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