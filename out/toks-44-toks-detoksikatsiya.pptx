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detoksikatsiya klinik toksikologiyaning vazifasi bo‘lsa, sud kimyogari nega uni bilishi kerak? Doskada: reja 3 bandi. Tipik xato: detoksikatsiyani faqat davolash deb tushunish — u laboratoriya natijasini talqin qilishga ham ta’sir qiladi. Eslatma: syllabusdagi 161-163 betlar oralig‘i amalda 161-164 betlarni qamrab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zahar va dori chegarasi doza bilan belgilanadi. Doskada: zahar va zaharlanish ta’rifi. Tipik xato: zaharlanishni faqat modda xossasi deb o‘ylash — kitob uni organizm reaksiyasi sifatida ham tasvirlaydi.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LD50, LD100 dan ko‘ra ko‘p ishlatiladi? Doskada: Lim ac, LD50, LD100. Tipik xato: LD50 ni 50 mg degan son deb o‘ylash — u hayvonlarning 50% ini o‘ldiruvchi doza.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PDK va OBUV farqi. Doskada: SL50, PDK, OBUV birliklari (mg/m3). Tipik xato: PDK ni LD50 bilan bir birlikda yozish. Kitobda: nisbat formulasi PDF dan tushib qolgan; gigiyenada bu o‘tkir ta’sir zonasi (Zac = SL50 / Lim ac).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sinflanish pestitsidlar sinflanishidan (toks p.149: 50; 50-200; 200-1000; &gt;1000 mg/kg) farq qiladi — turli maqsad uchun turli chegara. Doskada: jadvalni yozing. Tipik xato: ikki sinflanishning chegaralarini aralashtirish. Izoh: bu sinflanish faqat malaka materialida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sud-kimyoviy jihatdan tasodifiy va kriminal zaharlanishni farqlash qiyinligi. Doskada: 3 asos, 2 kelib chiqish turi. Tipik xato: faqat suitsid va kriminalni kelib chiqish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ingalyatsion zaharlanish nega sanoatda ko‘proq? Doskada: 4 yo‘l. Tipik xato: kitobdagi «perkutan» bandini ko‘chirish. Kitobda xato: dvssm p.162 da «perkutan (yo‘g‘on ichak orqali)» deb yozilgan — perkutan teri orqali kirishni anglatadi; bu band slaydga kiritilmadi, ustoz tasdig‘i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sud kimyogari metabolitlarni qidiradi? Doskada: metabol, bios, transformaze. Tipik xato: metabolitni doim zararsiz deb hisoblash (keyingi slaydlarda letal sintez).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sianidlar og‘iz bo‘shlig‘i orqali tez ta’sir qiladi (jigardan birinchi o‘tishsiz)? Doskada: ikki yo‘l: oshqozon -&gt; jigar; og‘iz -&gt; katta qon aylanish. Tipik xato: barcha zaharlar jigarda zararsizlanadi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ionli va neytral moddalar farqi so‘rilishga qanday ta’sir qiladi (ekstraksiya nazariyasi 16-ma’ruzada). Doskada: 4 tip - 4 mexanizm. Tipik xato: tiplarni raqamlari bo‘yicha aralashtirish. Kitob matni «tashuvchi to‘qima» deb yozadi; ma’ruzachi buni «tashuvchi moddasi»ga aniqlashtirishi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faol metabolit asosiy moddadan kuchliroq zaharli bo‘lishi mumkin (42-ma’ruzada geptaxlor epoksidi misol). Doskada: «metabolizm = himoya, lekin ba’zan = zaharlanish». Tipik xato: metabolizmni har doim detoksikatsiya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metabolik reaksiyalar 1-ma’ruzadagi I faza bilan bog‘liq. Doskada: 3 reaksiya turi. Tipik xato: bu misollarni kitob matni deb ko‘rsatish — ular malaka ma’ruzasi slaydlaridan olingan (qo‘shimcha manba).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konyugatlar suvda yaxshi eriydi, siydik bilan chiqadi. Doskada: gidroliz va konyugatsiya misollari. Tipik xato: gidroliz tenglamasida suv molekulalari sonini noto‘g‘ri yozish. Izoh: dezaminlanish (efedrin) sxemasi manbada faqat rasm shaklida,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fermentlar indutsiyasi dori-dori o‘zaro ta’siriga qanday olib keladi? Doskada: 4 omil. Tipik xato: bu omillarni kitob (dvssm) matni deb ko‘rsatish — ular faqat malaka materialida.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uch yo‘nalish bir-birini qanday to‘ldiradi? Doskada: 3 qutichali sxema. Tipik xato: laboratoriya tahlilini klinik diagnozning o‘rniga qo‘yish. Detoksikatsiya usullari ham kitobda shu bo‘limda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ashyoviy dalilni shifoxonaga topshirish tashxisni qanday tezlashtiradi? Doskada: 4 ashyoviy dalil turi. Tipik xato: dalilni yo‘qotish yoki tozalab tashlash.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EEG qaysi zaharlar guruhida ayniqsa foydali? Doskada: EEG - miya; EKG - yurak; gemodinamika - qon aylanishi. Tipik xato: instrumental diagnostikani toksikologik laboratoriya o‘rniga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tez spesifik usul va nospesifik usul farqi. Doskada: 3 yo‘nalish. Tipik xato: nospesifik natijani zaharni tasdiqlovchi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birinchi 100-150 ml yuvindi ahamiyatli? Doskada: 100-150 ml. Tipik xato: yuvindi suyuqlikni ko‘p marta yuvilgandan keyin olish. Izoh: bu tartib faqat malaka materialida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YuQX va GSX nega «skrining» usullari? Doskada: 3 bosqich (ajratish - chinlik - miqdor). Tipik xato: ekspress natijani yakuniy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davolash chora-tadbirlari tahlil natijasiga qanday ta’sir qiladi (zahar topilmasligi mumkin). Doskada: «detoksikatsiya -&gt; manfiy natija xavfi». Tipik xato: manfiy natijani zaharlanish yo‘qligiga dalil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uch guruh qaysi hollarda birgalikda qo‘llanadi? Doskada: 3 guruh. Tipik xato: antidotlarni sun’iy detoksikatsiyadan alohida deb o‘ylamaslik — kitob ularni uchinchi guruh sifatida ajratadi.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giperventilyatsiya qaysi zaharlar uchun (uchuvchan, o‘pka orqali chiqadigan) mantiqiy? Doskada: 3 usul. Tipik xato: kuchaytirilgan diurezni barcha zaharlar uchun xavfsiz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dializ va sorbsiyaning farqi. Doskada: 6 usul ro‘yxati. Tipik xato: gemodializni faqat buyrak kasalligi usuli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antidot har doim spesifik bo‘lishi shartmi? Doskada: 3 tur. Tipik xato: antidotni faqat «dori» deb o‘ylash — sorbentlar ham antidot hisoblanadi. Kitobda alohida antidot nomlari berilmagan; keyingi slaydlar malaka materialiga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guruhlarni mexanizmi bo‘yicha farqlang. Doskada: 4 guruh jadvali. Tipik xato: 3 va 4 guruhni aralashtirish. Izoh: antidot guruhlari faqat malaka materialida bor (063), kitobda faqat uch turga bo‘lish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ko‘mir nega bir xil miqdorda turli moddalarni turlicha sorbsiyalaydi? Doskada: 800 / 700 / 300 mg. Tipik xato: bu sonlarni davolash dozasi deb qabul qilish. Manbada: «ko‘mir miqdori taxminan …» (birlik yo‘q); klassik klinik toksikologiya ma’lumoti 1 g ko‘mirga nisbatan.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xelat hosil qilish metallning chiqishini qanday tezlashtiradi (9-12 ma’ruzalar bilan bog‘liq)? Doskada: unitiol - As, Hg; EDTA/tetatsin - Pb, Cd, Co. Tipik xato: unitiolni qo‘rg‘oshin zaharlanishida birinchi tanlov deb hisoblash — manbada u metall va mishyak uchun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etil spirti metanol va etilenglikol bilan fermentga raqobat qiladi (8-ma’ruzaga bog‘liq). Doskada: etil spirti -&gt; metanol/etilenglikol. Tipik xato: etil spirtini har qanday spirt zaharlanishida antidot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detoksikatsiya sud-kimyoviy natijaga qanday ta’sir qiladi? Doskada: 3 guruh detoksikatsiya + 3 diagnostika. Tipik xato: antidot nomlarini yodlab, mexanizmni tushunmaslik. Eslatma: kitoblarda aniq antidot nomlari ro‘yxati (masalan, har bir zahar uchun) berilmagan; malaka 063 dagi misollar qo‘shimcha manba.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Detoksikatsiya usullari va antidotlar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zaharli moddalarning sinflarga bo‘linishi; oshqozon-ichakda so‘rilishi va to‘qima membranalaridan o‘tishi.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zaharlanishda organizmdan zaharlarni chiqarishning asosiy usullari (detoksikatsiya).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Zaharlarning tirik va murda a’zolaridagi o‘zgarishlari (metabolizmi).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— kam miqdorda tirik organizmga kirib, hayot faoliyatini buzish natijasida o‘limga olib kelishi mumkin bo‘lgan kimyoviy birikma.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— zaharli modda ta’sirida organizm faoliyatining buzilishi va to‘qimalar halokati yoki organizmning zahar bilan kurashishi natijasida sodir bo‘ladigan kasallik.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Kimyo-toksikologik ahamiyatni o‘rganishda toksikometriya haqida qisqa ma’lumot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Toksikometriya: asosiy parametrlar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 ac — zaharli birikmaning bir marta qo‘llanganda hayotiy funksiyalarni buzib, kuchli zaharlanish chaqiradigan eng kam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LD50 — o‘rtacha o‘lim dozasi: ikki hafta davomida tajriba hayvonlarining 50% ini o‘ldiruvchi zahar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LD100 — tajriba hayvonlarida 100% o‘limni keltiradigan miqdor.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LD50 qo‘llash usuliga (oshqozon, teri, nafas yo‘li) qarab 1 kg tana og‘irligiga mg hisobida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Havo orqali ta’sir ko‘rsatkichlari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SL50 (CL100) — nafas yo‘li bilan yuborilganda 50% (100%) tajriba hayvonlarini nobud qiladigan zahar miqdori, mg/m3.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PDK — havoda ruxsat etilgan zahar miqdori, mg/m3.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OBUV — havodagi taxminiy zararsiz zahar miqdori, mg/m3.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Xavflilik o‘tkir ta’sir zonasi — SL50 ning o‘tkir ta’sir chegarasiga nisbati bilan ham baholanadi; bu nisbat qancha katta bo‘lsa, birikma shunchalik kam xavfli.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Zaharlilik darajasi bo‘yicha sinflanish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moddalar zaharlilik bo‘yicha 4 guruhga bo‘linadi: o‘ta, kuchli, o‘rtacha, kam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Mezonlar: havodagi ruxsat etilgan miqdor, oshqozon orqali LD50, havodagi o‘lim keltiruvchi miqdor.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Havodagi o‘limli miqdor, mg/m3: &lt;500; 501-5000; 5001-50000; &gt;50000.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726685"/>
                <a:gridCol w="183460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PDK, mg/m3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LD50, mg/kg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O‘ta zaharli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&lt;0,1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&lt;15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 zaharli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15-150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O‘rtacha zaharli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1,1-10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151-5000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 zaharli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&gt;10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&gt;5000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Zaharlilik darajasi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matn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sinflanishining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uch asosda sinflanadi: kelib chiqishi, klinikasi va nozologiyasi.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Tasodifiy zaharlanish: bilmagan holda, o‘z-o‘zini davolash uchun dorini ortiqcha iste’mol qilish, ko‘p spirtli ichimlik, dorini noto‘g‘ri qo‘llash.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Ko‘zda tutilgan: o‘z-o‘zini o‘ldirish (suitsid) yoki qasddan o‘ldirish (kriminal).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yo‘llari va ko‘rinishlari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Yuzaga kelishi: ishlab chiqarishga oid, turmushdagi, tibbiy zaharlanish.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Yo‘llari: peroral (og‘iz orqali), ingalyatsion (nafas yo‘li; ko‘proq sanoatda), in’eksion, bo‘shliqlar orqali (to‘g‘ri ichak, qin, quloq).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Klinik: kuchli zaharlanish — bir yo‘la yuqori miqdor va belgilarning tez paydo bo‘lishi; xronik — kam miqdorda, uzoq vaqt bo‘linib kirishi.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Nozologik sinflanish kimyoviy birikma nomi bilan bog‘lab ataladi (uyqu chaqiruvchi, MNS qo‘zg‘atuvchi moddalar va b.).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va biotransformatsiya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— grekcha metabol: aylanish, o‘zgarish; moddaning bir kimyoviy tuzilishdan boshqasiga o‘zgarishi.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zahar, dori va shu kabi birikmalar organizmga qaysi yo‘l bilan kirishidan qat’i nazar metabolitik o‘zgaradi.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Dorivor va boshqa kimyoviy moddalar uchun biotransformatsiya termini ishlatiladi (bios — hayot, transformaze — o‘zgartirish).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Organizmga kirgan moddalarning o‘zgargan mahsulotlari metabolitlar deyiladi; ular ba’zan o‘ta faol, ko‘pincha faolligi pasaygan yoki yo‘qolgan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162, 163; Malaka materiali №075 (TFI Toksikologik kimyo kafedrasi)., Zaharlar. Zaharlanish. Organizmda tarqalishi, betlar: matn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Organizmga kirish yo‘li va jigar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 so‘rilgan zaharli modda qon orqali jigarga o‘tadi va u yerda zararsizlantiriladi.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 bo‘shlig‘idan shimilgan zahar to‘g‘ridan-to‘g‘ri katta qon aylanish sistemasiga o‘tadi, masalan sianidlar.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Biotransformatsiya zaharli yoki dori modda organizm ta’sirida o‘zgarishi bilan birga, organizm ham zahar ta’sirida o‘zgarishini bildiradi.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tutilishi va zararsizlanishi: 4 tip membrana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tip membrana neytral molekulalarni o‘tkazadi, ionli birikmalarni tutib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tip: tashuvchi to‘qima zahar bilan birikib hujayraga o‘tadi, u yerda parchalanib tashuvchi sof holda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tip: tashuvchi to‘qima zahar bilan kompleks birikmalar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To‘rtinchi tip: ultramikroskopik bo‘shliqlarda musbat zaryadlangan ionlar zaharli moddalarni biriktiradi.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Letal sintez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Metabolitik o‘zgarishlar organizm himoya vositasi sifatida katta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moddalar zaharli ta’sir etuvchi, zaharli metabolitlar ham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hodisa «letal sintez», ya’ni zaharli sintez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Metabolik reaksiyalar (1): oksidlanish va qaytarilish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Oksidlanish: fenobarbital molekulasidagi fenil halqaning oksidlanishi (gidroksillanish).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Qaytarilish: xloralgidrat trixloretanolga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Dealkillanish: prominal fenobarbitalga aylanadi (N-CH3 guruhining ajralishi).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matn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Metabolik reaksiyalar (2): gidroliz va konyugatsiya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Konyugatsiya turlari: glyukuronlash va sulfatlash, asetillanish va metillanish, glutation va aminokislotali konyugatsiya.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Gidroliz: geroin + 2 H2O -&gt; morfin + 2 sirka kislota; kokain -&gt; ekgonin + metil spirti + benzoy kislota.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Konyugatsiya: ferment ishtirokida endogen birikmalar (glyukuron yoki sulfat kislota) bilan birikish; masalan fenol -&gt; fenilsulfat, etil spirti -&gt; etilsulfat.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№075 (TFI Toksikologik kimyo kafedrasi)., Zaharlar. Zaharlanish. Organizmda tarqalishi, betlar: matn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tezligiga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Metabolizmga yosh, kasalliklar, qon-qarindoshlik va bir vaqtda qabul qilingan moddalar turlari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 tezligi modda organizmga qaysi yo‘l bilan tushishiga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Butadion, barbituratlar, uch tsiklik antidepressantlar, xlororganik pestitsidlar jigar mikrosomalaridagi indutsirlangan fermentlar ishtirokida metabolizmni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fermentlarning tug‘ma yetishmasligi metabolizmni pasaytiradi; bu holat idiosinkraziya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diagnostikasi: uch yo‘nalish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diagnostika.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Laborator-toksikologik diagnostika.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Patomorfologik diagnostika.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Laborator-toksikologik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Patomorfologik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Diagnostika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diagnostika va ashyoviy dalil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 diagnoz ayrim zahar yoki zaharlar guruhining xarakterli «tanlangan» ta’siri oqibatidagi alomatlarga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Psixotrop dorilar bilan zaharlanganda beparvolik, eshitishning kuchsizlanishi, bexushlik, sezgining pasayishi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joyida qolgan ichimlik, dori qoldiqlari, bo‘shagan idishlar va kimyoviy moddaning hidi birlamchi diagnozda katta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o‘limga sababchi bo‘lsa, voqea joyidagi ashyoviy dalillarni sud-tibbiy eksperti va sud-izlanuvchisi aniqlaydi.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Instrumental-funksional diagnostika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Elektroensefalografiya (EEG): bosh miya bioelektrik aktivligini aniqlash orqali psixo-neyrotrop zaharlar differensial diagnostikasi.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Elektrokardiografiya (EKG): yurak faoliyatining zahar ta’siridagi o‘zgarishlari (ritm tezligi, miokard distrofiyasi).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Gemodinamika: qon tomirini urish soni va qonning minutlik hajmini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163, 164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Laborator-toksikologik diagnoz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chiqindilarda zaharli moddani tez va spesifik usullar bilan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Qondagi biokimyoviy o‘zgarishlar asosida zaharlangan organizmning patologik o‘zgarishlarini spesifik biokimyoviy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Jigar, buyrak va boshqa a’zolarning funksional o‘zgarishlariga asoslangan nospesifik usullar bilan tekshirish.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laboratoriyada tahlil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yordam brigadasi voqea joyida zaharlanishga sabab bo‘lgan dori, suyuqlik qoldiqlarini yig‘ib, yaxshi yopiladigan idishda laboratoriyaga yetkazishi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bo‘lmasa, oshqozondan olingan birinchi 100-150 ml yuvindi suyuqlik ashyo sifatida ishlatiladi; is gazi bilan zaharlanishda qon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 shifoxonaga yotqizilishi bilan darhol siydigi va qoni tahlilga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Noaniq zaharda avval siydikdan uchuvchan birikmalarga, so‘ng kislotali va ishqoriy ajralmalarga xromatografik skrining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Ekspress usullar va tahlil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diagnostika laboratoriyalarida instrumental ekspress usullar (YuQX, GSX, spektrofotometriya) muhim; zahar 1-2 soat ichida aniqlanishi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Kimyo-toksikologik tahlilning birinchi bosqichi — zaharni ajratib olish, ikkinchisi — chinligini aniqlash, uchinchisi — miqdorini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natijalari va klinik o‘zgarishlarga tayanib toksikolog-shifokor diagnoz qo‘yadi va zarur tadbirlarni belgilaydi.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Patomorfologik diagnostika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Patomorfologik tekshiruv ko‘pincha sud-tibbiy ekspertlari tomonidan, tirik vaqtidagi kimyo-toksikologik tekshiruvlar asosida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Gemodializ, gemosorbsiya, reanimatsiya chog‘ida zaharlar organizmdan chiqib ketgan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buyrak, jigar va ichki a’zolardagi o‘zgarishlar tekshiriladi; murdadan olingan a’zolar sud-kimyo tahliliga jo‘natiladi.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Detoksikatsiya usullari: uch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Tabiiy tozalanish jarayonlarini kuchaytirish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Sun’iy detoksikatsiya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Antidotli detoksikatsiya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zaharlanishda asosiy maqsad zahar ta’sirini to‘xtatish va organizmdan zaharli birikmalarni chiqarib yuborishdir.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163;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Tabiiy tozalanishni kuchaytirish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Qorin-ichak tizimi va yo‘g‘on ichakni tozalash.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Kuchaytirilgan diurez — suyuqliklar chiqishini tezlashtirish.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Giperventilyatsiya — havo, gaz almashinuvini kuchaytirish.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tadbirlar organizmga so‘rilmagan zaharni chiqarish va so‘rilgan zaharning chiqarilishini tezlatish uchun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164;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detoksikatsiya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Qorin-ichak dializi (peritoneal dializ); gastrointestinal sorbsiya.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Gemodializ va gemosorbsiya (qon dializi va sorbsiyasi).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Plazmosorbsiya va plazmoferez (zardob va suyuqliklar sorbsiyasi).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Limforeya (limfa ajralishini tezlatish) va limfosorbsiya; qon quyish va qon almashtirish.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Antidotli detoksikatsiya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Antidotlar yordamida tozalash turlari: kontakt va parenteral ahamiyatli kimyoviy birikmalar; biokimyoviy usullar; farmakologik antagonistlar.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Bular orasida antidotlar yordamida zaharlarni zararsizlantirish katta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moddalarni neytrallash, erimaydigan birikmalarga aylantirish va sorbentlarga (masalan, faollangan ko‘mir) shimdirishga asoslangan.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Antidotlarning 4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Spesifik antidotlar asosan 4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1-guruh: oshqozon-ichakdagi zaharga fizik-kimyoviy ta’sir qiluvchi (faollangan ko‘mir).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2-guruh: to‘qimalardagi zaharga ta’sir qiluvchi (tiol birikmalari, xelat hosil qiluvchi tuzlar).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18"/>
                <a:gridCol w="332035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Oshqozon-ichakda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To‘qimalarda fizik-kimyoviy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Biokimyoviy antidotlar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Farmakologik antagonistlar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Antidot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Faollangan ko‘mir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g faollangan ko‘mir taxminan 800 mg morfinni, 700 mg barbituratni, 300 mg alkogolni adsorbsiyalaydi.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Universal antidot sifatida magneziy, faollangan ko‘mir va hayvon to‘qimalari kuyindisi aralashmasi (TUM)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Sorbentlarga shimdirish antidotli usullarning bir ko‘rinishi sifatida tilga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matn; Yuldashev Z.A., Nurmatova M.I., Toksikologik kimyo modulidan o‘quv-uslubiy majmua, betlar: 164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Metall zaharlarga qarshi antidotlar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Tiol birikmalari (unitiol, merkaptid) metall va mishyak saqlovchi moddalardan zaharlanganda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Qo‘rg‘oshin, kobalt, kadmiy kabi ionlar bilan zaharlanganda zararsiz xelat birikmalar hosil qiluvchi tuzlar (tetatsin, EDTA)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Metall va metalloidlar (As, Sb, Hg) oqsillar bilan barqaror birikmalar hosil qilib, organizmda uzoq saqlanadi; ularni chiqarish uchun unitiol, kompleksonlar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Biokimyoviy antidotlar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Biokimyoviy antidotlar organizm zaharli birikma bilan zararsiz metabolitlar hosil qilishiga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 va metil spirti bilan zaharlanganda etil spirti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Uglerod tetraxlorid bilan zaharlanganda antioksidantdan foydalanish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sinflari, toksikometriya (Lim ac, LD50, LD100, SL50, PDK, OBUV) va metabolizm (biotransformatsiya, letal sintez).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Diagnostika: klinik, laborator-toksikologik, patomorfologik; instrumental usullar (EEG, EKG, gemodinamika).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Detoksikatsiya: tabiiy tozalanishni kuchaytirish, sun’iy usullar (dializ, sorbsiya, plazmoferez va b.), antidotlar.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Antidotlar: faollangan ko‘mir, tiol birikmalari, xelatlar, biokimyoviy antidotlar va antagonistlar.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161-163, 163-164; Malaka materiali №063 (TFI Toksikologik kimyo kafedrasi)., Sud kimyogar-ekspertlari ma’ruzalari to‘plami, betlar: matn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materialida toksikologiya tushunchasi: yunoncha toxikon — zahar, logos — fan; toksikologiyada toksikodinamika va toksikokinetika ajratiladi.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 bexushlik holatidagi zaharlanishda voqea joyidagi ichimlik, dori qoldiqlari va idishlar shifoxonaga ashyoviy dalil sifatida topshiriladi.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ma’ruzasida ksenobiotiklar — organizm uchun yot (grekcha xenos — yot, bios — hayot) moddalar deb ataladi.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Idiosinkraziya — grekcha idios (noaniq) va synkrasis (birikma): ba’zi fermentlarning tug‘ma yetishmasligi oqibatida dori yoki oziq moddalarga o‘ta sezgirlik.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Detoksikatsiya usullari va antidotlar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161-164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№063 (TFI Toksikologik kimyo kafedrasi). Sud kimyogar-ekspertlari ma’ruzalari to‘plami.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№075 (TFI Toksikologik kimyo kafedrasi). Zaharlar. Zaharlanish. Organizmda tarqalishi, metabolizmi. Detoksikatsiya usullari (2010).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