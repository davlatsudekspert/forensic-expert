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detoksikatsiya klinik toksikologiyaning vazifasi bo‘lsa, sud kimyogari nega uni bilishi kerak? Doskada: reja 3 bandi. Tipik xato: detoksikatsiyani faqat davolash deb tushunish — u laboratoriya natijasini talqin qilishga ham ta’sir qiladi. Eslatma: syllabusdagi 161-163 betlar oralig‘i amalda 161-164 betlarni qamrab oladi.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zahar va dori chegarasi doza bilan belgilanadi. Doskada: zahar va zaharlanish ta’rifi. Tipik xato: zaharlanishni faqat modda xossasi deb o‘ylash — kitob uni organizm reaksiyasi sifatida ham tasvirlaydi.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LD50, LD100 dan ko‘ra ko‘p ishlatiladi? Doskada: Lim ac, LD50, LD100. Tipik xato: LD50 ni 50 mg degan son deb o‘ylash — u hayvonlarning 50% ini o‘ldiruvchi doza.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PDK va OBUV farqi. Doskada: SL50, PDK, OBUV birliklari (mg/m3). Tipik xato: PDK ni LD50 bilan bir birlikda yozish. Kitobda: nisbat formulasi PDF dan tushib qolgan; gigiyenada bu o‘tkir ta’sir zonasi (Zac = SL50 / Lim ac).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bu sinflanish pestitsidlar sinflanishidan (toks p.149: 50; 50-200; 200-1000; &gt;1000 mg/kg) farq qiladi — turli maqsad uchun turli chegara. Doskada: jadvalni yozing. Tipik xato: ikki sinflanishning chegaralarini aralashtirish. Izoh: bu sinflanish faqat malaka materialida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LD va SL qaysi yo‘l uchun? Doskada: jadval. Tipik xato: PDK va OBUV ni aralashtirish (birinchisi ruxsat etilgan, ikkinchisi taxminiy zararsiz).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nafas yo‘li uchun boshqa birlik? Doskada: ikki ustun. Tipik xato: SL50 ni mg/kg da yozish.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sud-kimyoviy jihatdan tasodifiy va kriminal zaharlanishni farqlash qiyinligi. Doskada: 3 asos, 2 kelib chiqish turi. Tipik xato: faqat suitsid va kriminalni kelib chiqish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tasodifiy zaharlanishga misollar keltiring (kitobdagi misollar). Doskada: daraxt. Tipik xato: kuchli va xronik zaharlanishni kelib chiqish bo‘yicha sinfga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ingalyatsion zaharlanish nega sanoatda ko‘proq? Doskada: 4 yo‘l. Tipik xato: kitobdagi «perkutan» bandini ko‘chirish. Kitobda xato: dvssm p.162 da «perkutan (yo‘g‘on ichak orqali)» deb yozilgan — perkutan teri orqali kirishni anglatadi; bu band slaydga kiritilmadi, ustoz tasdig‘i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metabolizm har doim zararsizlantiradimi? (yo‘q — letal sintez). Doskada: uch atama. Tipik xato: biotransformatsiyani faqat dorilarga tegishli deb o‘ylash (kitobda dorivor va boshqa kimyoviy moddalar uchun).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sud kimyogari metabolitlarni qidiradi? Doskada: metabol, bios, transformaze. Tipik xato: metabolitni doim zararsiz deb hisoblash (keyingi slaydlarda letal sintez).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sianidlar og‘iz bo‘shlig‘i orqali tez ta’sir qiladi (jigardan birinchi o‘tishsiz)? Doskada: ikki yo‘l: oshqozon -&gt; jigar; og‘iz -&gt; katta qon aylanish. Tipik xato: barcha zaharlar jigarda zararsizlanadi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ionli va neytral moddalar farqi so‘rilishga qanday ta’sir qiladi (ekstraksiya nazariyasi 16-ma’ruzada). Doskada: 4 tip - 4 mexanizm. Tipik xato: tiplarni raqamlari bo‘yicha aralashtirish. Kitob matni «tashuvchi to‘qima» deb yozadi; ma’ruzachi buni «tashuvchi moddasi»ga aniqlashtirishi mumkin.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faol metabolit asosiy moddadan kuchliroq zaharli bo‘lishi mumkin (42-ma’ruzada geptaxlor epoksidi misol). Doskada: «metabolizm = himoya, lekin ba’zan = zaharlanish». Tipik xato: metabolizmni har doim detoksikatsiya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metabolik reaksiyalar 1-ma’ruzadagi I faza bilan bog‘liq. Doskada: 3 reaksiya turi. Tipik xato: bu misollarni kitob matni deb ko‘rsatish — ular malaka ma’ruzasi slaydlaridan olingan (qo‘shimcha manba).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konyugatlar suvda yaxshi eriydi, siydik bilan chiqadi. Doskada: gidroliz va konyugatsiya misollari. Tipik xato: gidroliz tenglamasida suv molekulalari sonini noto‘g‘ri yozish. Izoh: dezaminlanish (efedrin) sxemasi manbada faqat rasm shaklida,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fermentlar indutsiyasi dori-dori o‘zaro ta’siriga qanday olib keladi? Doskada: 4 omil. Tipik xato: bu omillarni kitob (dvssm) matni deb ko‘rsatish — ular faqat malaka materialida.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uch yo‘nalish bir-birini qanday to‘ldiradi? Doskada: 3 qutichali sxema. Tipik xato: laboratoriya tahlilini klinik diagnozning o‘rniga qo‘yish. Detoksikatsiya usullari ham kitobda shu bo‘limda keltirilgan.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ashyoviy dalilni shifoxonaga topshirish tashxisni qanday tezlashtiradi? Doskada: 4 ashyoviy dalil turi. Tipik xato: dalilni yo‘qotish yoki tozalab tashlash.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qaysi usul zaharni bevosita aniqlaydi? Doskada: xarita. Tipik xato: instrumental usullarni laborator tahlilga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EEG qaysi zaharlar guruhida ayniqsa foydali? Doskada: EEG - miya; EKG - yurak; gemodinamika - qon aylanishi. Tipik xato: instrumental diagnostikani toksikologik laboratoriya o‘rniga qo‘yish.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tez spesifik usul va nospesifik usul farqi. Doskada: 3 yo‘nalish. Tipik xato: nospesifik natijani zaharni tasdiqlovchi deb talqin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birinchi 100-150 ml yuvindi ahamiyatli? Doskada: 100-150 ml. Tipik xato: yuvindi suyuqlikni ko‘p marta yuvilgandan keyin olish. Izoh: bu tartib faqat malaka materialida bor.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YuQX va GSX nega «skrining» usullari? Doskada: 3 bosqich (ajratish - chinlik - miqdor). Tipik xato: ekspress natijani yakuniy deb qabul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davolash chora-tadbirlari tahlil natijasiga qanday ta’sir qiladi (zahar topilmasligi mumkin). Doskada: «detoksikatsiya -&gt; manfiy natija xavfi». Tipik xato: manfiy natijani zaharlanish yo‘qligiga dalil deb olish.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uch guruh qaysi hollarda birgalikda qo‘llanadi? Doskada: 3 guruh. Tipik xato: antidotlarni sun’iy detoksikatsiyadan alohida deb o‘ylamaslik — kitob ularni uchinchi guruh sifatida ajratadi.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giperventilyatsiya qaysi zaharlar uchun (uchuvchan, o‘pka orqali chiqadigan) mantiqiy? Doskada: 3 usul. Tipik xato: kuchaytirilgan diurezni barcha zaharlar uchun xavfsiz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dializ va sorbsiyaning farqi. Doskada: 6 usul ro‘yxati. Tipik xato: gemodializni faqat buyrak kasalligi usuli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qaysi usul qaysi vaziyatda? Doskada: uch ustun. Tipik xato: gemosorbsiyani tabiiy tozalanishga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antidot har doim spesifik bo‘lishi shartmi? Doskada: 3 tur. Tipik xato: antidotni faqat «dori» deb o‘ylash — sorbentlar ham antidot hisoblanadi. Kitobda alohida antidot nomlari berilmagan; keyingi slaydlar malaka materialiga tayanadi.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guruhlarni mexanizmi bo‘yicha farqlang. Doskada: 4 guruh jadvali. Tipik xato: 3 va 4 guruhni aralashtirish. Izoh: antidot guruhlari faqat malaka materialida bor (063), kitobda faqat uch turga bo‘lish keltirilgan.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ko‘mir nega bir xil miqdorda turli moddalarni turlicha sorbsiyalaydi? Doskada: 800 / 700 / 300 mg. Tipik xato: bu sonlarni davolash dozasi deb qabul qilish. Manbada: «ko‘mir miqdori taxminan …» (birlik yo‘q); klassik klinik toksikologiya ma’lumoti 1 g ko‘mirga nisbatan.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xelat hosil qilish metallning chiqishini qanday tezlashtiradi (9-12 ma’ruzalar bilan bog‘liq)? Doskada: unitiol - As, Hg; EDTA/tetatsin - Pb, Cd, Co. Tipik xato: unitiolni qo‘rg‘oshin zaharlanishida birinchi tanlov deb hisoblash — manbada u metall va mishyak uchun keltirilgan.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etil spirti metanol va etilenglikol bilan fermentga raqobat qiladi (8-ma’ruzaga bog‘liq). Doskada: etil spirti -&gt; metanol/etilenglikol. Tipik xato: etil spirtini har qanday spirt zaharlanishida antidot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tartib kitobda aniq ketma-ketlik sifatida berilmagan, bu jamlovchi sxema. Doskada: zanjir. Tipik xato: detoksikatsiyani laborator tahlil natijasini kutib boshlash kerak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nisbat kattalashsa xavf qanday o‘zgaradi? Doskada: nisbat chizmasi. Izoh: kitob sahifasida formula tushib qolgan; kitob_ziddiyatlari (egasi qarori) bo‘yicha Zac = SL50 / Lim ac qabul qilindi.</a:t>
            </a:r>
          </a:p>
          <a:p/>
          <a:p>
            <a:r>
              <a:t>Tekshirish kerak (manbada noaniq):</a:t>
            </a:r>
          </a:p>
          <a:p>
            <a:r>
              <a:t>- O‘tkir ta’sir zonasi: SL50 ning o‘tkir ta’sir chegarasiga (Lim ac) nisbati.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detoksikatsiya sud-kimyoviy natijaga qanday ta’sir qiladi? Doskada: 3 guruh detoksikatsiya + 3 diagnostika. Tipik xato: antidot nomlarini yodlab, mexanizmni tushunmaslik. Eslatma: kitoblarda aniq antidot nomlari ro‘yxati (masalan, har bir zahar uchun) berilmagan; malaka 063 dagi misollar qo‘shimcha manba.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Detoksikatsiya usullari va antidotlar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zaharli moddalarning sinflarga bo‘linishi; oshqozon-ichakda so‘rilishi va to‘qima membranalaridan o‘tishi.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Kuchli zaharlanishda organizmdan zaharlarni chiqarishning asosiy usullari (detoksikatsiya).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Zaharlarning tirik va murda a’zolaridagi o‘zgarishlari (metabolizmi).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 va zaharlanish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 — kam miqdorda tirik organizmga kirib, hayot faoliyatini buzish natijasida o‘limga olib kelishi mumkin bo‘lgan kimyoviy birikma.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 — zaharli modda ta’sirida organizm faoliyati buzilishi, to‘qimalar halokati yoki organizmning zahar bilan kurashi natijasidagi kasallik kasallik.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Kimyo-toksikologik ahamiyatni o‘rganishda toksikometriya haqida qisqa ma’lumot zarur.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Zahar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kimyoviy birikma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kam miqdorda hayot faoliyatini buzadi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o‘limga olib kelishi mumkin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Zaharlanish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faoliyat buzilishi va to‘qima halokati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yoki organizmning zahar bilan kurashi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kasallik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Zahar va zaharlanish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Toksikometriya: asosiy parametrlar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Lim ac — zaharli birikmaning bir marta qo‘llanganda hayotiy funksiyalarni buzib, kuchli zaharlanish chaqiradigan eng kam miqdori.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LD50 — o‘rtacha o‘lim dozasi: ikki hafta davomida tajriba hayvonlarining 50% ini o‘ldiruvchi zahar miqdori.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LD100 — tajriba hayvonlarida 100% o‘limni keltiradigan miqdor.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LD50 qo‘llash usuliga (oshqozon, teri, nafas yo‘li) qarab 1 kg tana og‘irligiga mg hisobida beriladi.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Lim ac</a:t>
            </a:r>
          </a:p>
          <a:p>
            <a:pPr algn="l">
              <a:spcAft>
                <a:spcPts val="100"/>
              </a:spcAft>
            </a:pPr>
            <a:r>
              <a:rPr sz="2700" b="1">
                <a:solidFill>
                  <a:srgbClr val="0B1F3A"/>
                </a:solidFill>
                <a:latin typeface="Calibri"/>
              </a:rPr>
              <a:t>eng kam miqdor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LD50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50% o‘lim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Muddat (LD50)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</a:t>
            </a:r>
            <a:r>
              <a:rPr sz="1500" b="0">
                <a:solidFill>
                  <a:srgbClr val="6B7280"/>
                </a:solidFill>
                <a:latin typeface="Calibri"/>
              </a:rPr>
              <a:t>  hafta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LD100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100% o‘lim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Birlik (LD50)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mg/kg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Toksikometriya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Havo orqali ta’sir ko‘rsatkichlari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SL50 (CL100) — nafas yo‘li bilan yuborilganda 50% (100%) tajriba hayvonlarini nobud qiladigan zahar miqdori, mg/m3.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PDK — havoda ruxsat etilgan zahar miqdori, mg/m3.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OBUV — havodagi taxminiy zararsiz zahar miqdori, mg/m3.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Xavflilik o‘tkir ta’sir zonasi — SL50 ning o‘tkir ta’sir chegarasiga nisbati bilan ham baholanadi; bu nisbat qancha katta bo‘lsa, birikma shunchalik kam xavfli.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Havo bo‘yicha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SL50 (CL100)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nafas yo‘li: 50% (100%) nobud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PDK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havoda ruxsat etilgan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OBUV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taxminiy zararsiz miqdor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Havo orqali ko‘rsatkichlar, mg/m3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Zaharlilik darajasi bo‘yicha sinflanish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ma’ruzasida moddalar zaharlilik bo‘yicha 4 guruhga bo‘linadi: o‘ta, kuchli, o‘rtacha, kam zaharli.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Mezonlar: havodagi ruxsat etilgan miqdor, oshqozon orqali LD50, havodagi o‘lim keltiruvchi miqdor.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Havodagi o‘limli miqdor, mg/m3: &lt;500; 501-5000; 5001-50000; &gt;50000.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3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6685"/>
                <a:gridCol w="1726685"/>
                <a:gridCol w="1834603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Daraja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PDK, mg/m3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LD50, mg/kg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O‘ta zaharli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&lt;0,1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&lt;15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Kuchli zaharli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0,1-1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15-150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O‘rtacha zaharli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1,1-10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151-5000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Kam zaharli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&gt;10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&gt;5000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Zaharlilik darajasi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№075 (TFI Toksikologik kimyo kafedrasi)., Zaharlar. Zaharlanish. Organizmda tarqalishi, betlar: matn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Toksikometriya: parametrlar jadvali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Lim ac — eng kam miqdor; LD50 — ikki haftada hayvonlarning 50% ini o‘ldiruvchi miqdor; LD100 — 100% o‘lim.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LD50 qo‘llash usuliga qarab 1 kg tana og‘irligiga mg hisobida; SL50 (CL100), PDK va OBUV mg/m3 hisobida.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Toksikometriya zaharli va kuchli ta’sir etuvchi moddalarning kimyo-toksikologik ahamiyatini o‘rganishda zarur.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530"/>
                <a:gridCol w="2378643"/>
                <a:gridCol w="1335801"/>
              </a:tblGrid>
              <a:tr h="438912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Ko‘rsatkich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Ma’nosi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Birlik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Lim ac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eng kam kuchli ta’sir miqdori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LD50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50% o‘lim, 2 hafta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mg/kg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LD100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100% o‘lim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SL50 (CL100)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nafas yo‘li: 50% (100%) o‘lim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mg/m3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PDK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havoda ruxsat etilgan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mg/m3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OBUV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taxminiy zararsiz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mg/m3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Toksikometriya parametrlari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161, 161-162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Qo‘llash yo‘li va ko‘rsatkich tanlash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Oshqozon, teri yoki nafas yo‘liga ta’sirga qarab LD50 1 kg tana og‘irligiga mg hisobida beriladi.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Nafas yo‘li bilan yuborilganda SL50 (CL100) mg/m3 bilan belgilanadi.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Havoda ruxsat etilgan miqdor (PDK) va taxminiy zararsiz miqdor (OBUV) ham mg/m3 hisobida.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Oshqozon, teri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LD50, mg/kg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LD100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Nafas yo‘li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SL50 (CL100), mg/m3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PDK, mg/m3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OBUV, mg/m3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Yo‘l bo‘yicha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161, 162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 sinflanishining asoslari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 uch asosda sinflanadi: kelib chiqishi, klinikasi va nozologiyasi.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Tasodifiy zaharlanish: bilmagan holda, o‘z-o‘zini davolash uchun dorini ortiqcha iste’mol qilish, ko‘p spirtli ichimlik, dorini noto‘g‘ri qo‘llash.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Ko‘zda tutilgan: o‘z-o‘zini o‘ldirish (suitsid) yoki qasddan o‘ldirish (kriminal).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Tasodifiy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bilmagan holda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o‘z-o‘zini davolash: ortiqcha dori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ko‘p spirtli ichimlik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Ko‘zda tutilgan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o‘z-o‘zini o‘ldirish (suitsid)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qasddan o‘ldirish (kriminal)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Kelib chiqishi bo‘yicha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 sinflari: umumiy sxema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 uch asosda sinflanadi: kelib chiqishi, klinikasi va nozologiyasi.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Kelib chiqishi: tasodifiy va ko‘zda tutilgan (suitsid, kriminal).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Klinik: kuchli va xronik; nozologik: kimyoviy birikma nomi bilan (uyqu chaqiruvchi, MNS qo‘zg‘atuvchi).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Zaharlanish sinflari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Kelib chiqishi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tasodifiy  ·  ko‘zda tutilgan (suitsid, kriminal)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Klinikasi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kuchli  ·  xronik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Nozologiya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modda nomi bilan bog‘lab ataladi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Zaharlanish sinflari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 yo‘llari va ko‘rinishlari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Yuzaga kelishi: ishlab chiqarishga oid, turmushdagi, tibbiy zaharlanish.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Yo‘llari: peroral (og‘iz orqali), ingalyatsion (nafas yo‘li; ko‘proq sanoatda), in’eksion, bo‘shliqlar orqali (to‘g‘ri ichak, qin, quloq).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Klinik: kuchli zaharlanish — bir yo‘la yuqori miqdor va belgilarning tez paydo bo‘lishi; xronik — kam miqdorda, uzoq vaqt bo‘linib kirishi.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Nozologik sinflanish kimyoviy birikma nomi bilan bog‘lab ataladi (uyqu chaqiruvchi, MNS qo‘zg‘atuvchi moddalar va b.).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Zaharlanish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Yuzaga kelishi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ishlab chiqarishga oid  ·  turmushdagi, tibbiy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Yo‘llari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peroral, ingalyatsion  ·  in’eksion, bo‘shliqlar orqali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Klinik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kuchli: tez belgilar  ·  xronik: kam miqdor, uzoq vaqt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Nozologik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uyqu chaqiruvchi  ·  MNS qo‘zg‘atuvchi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Zaharlanish yo‘llari va ko‘rinishlari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Metabolizm atamalari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Metabolizm — grekcha metabol: aylanish, o‘zgarish; moddaning bir kimyoviy tuzilishdan boshqasiga o‘zgarishi.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Biotransformatsiya: bios — hayot, transformaze — o‘zgartirish; organizm ham zahar ta’sirida o‘zgaradi.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Letal sintez — metabolitlarning zaharli bo‘lishi hodisasi.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3763"/>
                <a:gridCol w="260421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Atama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Ma’nosi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Metabolizm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aylanish, o‘zgarish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Biotransformatsiya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dori/zaharning organizmda o‘zgarishi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Letal sintez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zaharli metabolit hosil bo‘lishi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Atamalar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162, 163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Metabolizm va biotransformatsiya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Metabolizm — grekcha metabol: aylanish, o‘zgarish; moddaning bir kimyoviy tuzilishdan boshqasiga o‘zgarishi.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Barcha zahar, dori va shu kabi birikmalar organizmga qaysi yo‘l bilan kirishidan qat’i nazar metabolitik o‘zgaradi.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Dorivor va boshqa kimyoviy moddalar uchun biotransformatsiya termini ishlatiladi (bios — hayot, transformaze — o‘zgartirish).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Organizmga kirgan moddalarning o‘zgargan mahsulotlari metabolitlar deyiladi; ular ba’zan o‘ta faol, ko‘pincha faolligi pasaygan yoki yo‘qolgan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Zahar yoki dori organizmga kiradi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Biotransformatsiya: o‘zgarish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O‘zgargan mahsulotlar: metabolitlar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Metabolizm zanjiri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162, 163; Malaka materiali №075 (TFI Toksikologik kimyo kafedrasi)., Zaharlar. Zaharlanish. Organizmda tarqalishi, betlar: matn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Organizmga kirish yo‘li va jigar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Oshqozonda so‘rilgan zaharli modda qon orqali jigarga o‘tadi va u yerda zararsizlantiriladi.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Og‘iz bo‘shlig‘idan shimilgan zahar to‘g‘ridan-to‘g‘ri katta qon aylanish sistemasiga o‘tadi, masalan sianidlar.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Biotransformatsiya zaharli yoki dori modda organizm ta’sirida o‘zgarishi bilan birga, organizm ham zahar ta’sirida o‘zgarishini bildiradi.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Oshqozonda so‘rilish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qon orqali jigarga o‘tadi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jigarda zararsizlanadi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Og‘iz bo‘shlig‘idan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to‘g‘ridan-to‘g‘ri katta qon aylanishga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masalan, sianidlar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Kirish yo‘lining ta’siri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 tutilishi va zararsizlanishi: 4 tip membrana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tip membrana neytral molekulalarni o‘tkazadi, ionli birikmalarni tutib qoladi.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Ikkinchi tip: tashuvchi to‘qima zahar bilan birikib hujayraga o‘tadi, u yerda parchalanib tashuvchi sof holda ajraladi.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Uchinchi tip: tashuvchi to‘qima zahar bilan kompleks birikmalar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To‘rtinchi tip: ultramikroskopik bo‘shliqlarda musbat zaryadlangan ionlar zaharli moddalarni biriktiradi.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 tip membrana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 tip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neytral molekulalarni o‘tkazadi  ·  ionli birikmalarni tutadi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II tip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tashuvchi bilan birikib hujayraga o‘tadi  ·  tashuvchi sof holda ajraladi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III tip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tashuvchi bilan kompleks hosil qiladi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IV tip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ultramikroskopik bo‘shliqlar  ·  musbat ionlar zaharni biriktiradi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Membrana tiplari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Letal sintez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Metabolitik o‘zgarishlar organizm himoya vositasi sifatida katta ahamiyatga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Ba’zi moddalar zaharli ta’sir etuvchi, zaharli metabolitlar ham hosil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Bunday hodisa «letal sintez», ya’ni zaharli sintez deb ataladi.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Metabolitik o‘zgarish: himoya vositasi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Ba’zi moddalar zaharli metabolit beradi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«Letal sintez» (zaharli sintez)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Letal sintez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Metabolik reaksiyalar (1): oksidlanish va qaytarilish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Oksidlanish: fenobarbital molekulasidagi fenil halqaning oksidlanishi (gidroksillanish).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Qaytarilish: xloralgidrat trixloretanolga aylanadi.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Dealkillanish: prominal fenobarbitalga aylanadi (N-CH3 guruhining ajralishi).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537460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Xloralgidrat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Trixloretanol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qaytarilish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dealkillanish: prominal -&gt; fenobarbital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Qaytarilish misoli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№075 (TFI Toksikologik kimyo kafedrasi)., Zaharlar. Zaharlanish. Organizmda tarqalishi, betlar: matn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Metabolik reaksiyalar (2): gidroliz va konyugatsiya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Konyugatsiya turlari: glyukuronlash va sulfatlash, asetillanish va metillanish, glutation va aminokislotali konyugatsiya.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Gidroliz: geroin + 2 H2O -&gt; morfin + 2 sirka kislota; kokain -&gt; ekgonin + metil spirti + benzoy kislota.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Konyugatsiya: ferment ishtirokida endogen birikmalar (glyukuron yoki sulfat kislota) bilan birikish; masalan fenol -&gt; fenilsulfat, etil spirti -&gt; etilsulfat.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Geroin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 H2O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Morfin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 sirka kislota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kokain: ekgonin + metil spirti + benzoy k-ta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Gidroliz misoli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№075 (TFI Toksikologik kimyo kafedrasi)., Zaharlar. Zaharlanish. Organizmda tarqalishi, betlar: matn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Metabolizm tezligiga ta’sir etuvchi omillar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Metabolizmga yosh, kasalliklar, qon-qarindoshlik va bir vaqtda qabul qilingan moddalar turlari ta’sir qiladi.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Metabolizm tezligi modda organizmga qaysi yo‘l bilan tushishiga bog‘liq.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Butadion, barbituratlar, uch tsiklik antidepressantlar, xlororganik pestitsidlar jigar mikrosomalaridagi fermentlar induksiyasi orqali metabolizmni oshiradi.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Ba’zi fermentlarning tug‘ma yetishmasligi metabolizmni pasaytiradi; bu holat idiosinkraziya deb ataladi.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Metabolizm tezligi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Ta’sir etuvchi omillar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yosh, kasalliklar  ·  qon-qarindoshlik  ·  qabul yo‘li, boshqa moddalar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Kuchaytiruvchilar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butadion, barbituratlar  ·  uch tsiklik antidepressantlar  ·  xlororganik pestitsidlar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Pasaytiruvchi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ferment tug‘ma yetishmasligi  ·  idiosinkraziya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Metabolizm tezligiga ta’sir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№063 (TFI Toksikologik kimyo kafedrasi)., Sud kimyogar-ekspertlari ma’ruzalari to‘plami, betlar: matn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 diagnostikasi: uch yo‘nalish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Klinik diagnostika.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Laborator-toksikologik diagnostika.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Patomorfologik diagnostika.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Klinik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58568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32888"/>
            <a:ext cx="5287975" cy="7772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Laborator-toksikologik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32841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602736"/>
            <a:ext cx="5287975" cy="7772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Patomorfologik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Diagnostika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Klinik diagnostika va ashyoviy dalil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Klinik diagnoz ayrim zahar yoki zaharlar guruhining xarakterli «tanlangan» ta’siri oqibatidagi alomatlarga asoslanadi.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Psixotrop dorilar bilan zaharlanganda beparvolik, eshitishning kuchsizlanishi, bexushlik, sezgining pasayishi kuzatiladi.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Voqea joyida qolgan ichimlik, dori qoldiqlari, bo‘shagan idishlar va kimyoviy moddaning hidi birlamchi diagnozda katta ahamiyatga ega.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Zaharlanish o‘limga sababchi bo‘lsa, voqea joyidagi ashyoviy dalillarni sud-tibbiy eksperti va sud-izlanuvchisi aniqlaydi.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Birlamchi diagnoz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Qoldiqlar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ichimlik  ·  dori moddalar qoldig‘i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Idish va hid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bo‘shagan idishlar  ·  kimyoviy moddaning hidi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Kim aniqlaydi (o‘lim)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sud-tibbiy eksperti  ·  sud-izlanuvchisi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Ashyoviy dalillar (voqea joyida)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 diagnostikasi: xarita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Diagnostika uch yo‘nalishda: klinik, laborator-toksikologik va patomorfologik.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Instrumental-funksional usullar: EEG, EKG va gemodinamika.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Laboratoriya diagnozi: zaharni tez aniqlash, biokimyoviy tahlil va nospesifik usullar.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Zaharlanish diagnostikasi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Klinik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xarakterli alomatlar  ·  ashyoviy dalil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Instrumental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EEG, EKG  ·  gemodinamika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Laborator-toksikologik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zaharni aniqlash  ·  biokimyo, nospesifik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Patomorfologik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murda a’zolaridagi o‘zgarishlar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Diagnostika xaritasi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163, 163-164, 164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Instrumental-funksional diagnostika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Elektroensefalografiya (EEG): bosh miya bioelektrik aktivligini aniqlash orqali psixo-neyrotrop zaharlar differensial diagnostikasi.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Elektrokardiografiya (EKG): yurak faoliyatining zahar ta’siridagi o‘zgarishlari (ritm tezligi, miokard distrofiyasi).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Gemodinamika: qon tomirini urish soni va qonning minutlik hajmini aniqlash.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616"/>
                <a:gridCol w="3407359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Nimani aniqlaydi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EEG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bosh miya bioelektrik aktivligi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EKG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yurak: ritm, miokard distrofiyasi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Gemodinamika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qon tomir urishi, minutlik hajm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Instrumental usullar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163, 164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Laborator-toksikologik diagnoz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Biologik chiqindilarda zaharli moddani tez va spesifik usullar bilan aniqlash.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Qondagi biokimyoviy o‘zgarishlar asosida zaharlangan organizmning patologik o‘zgarishlarini spesifik biokimyoviy tahlil qilish.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Jigar, buyrak va boshqa a’zolarning funksional o‘zgarishlariga asoslangan nospesifik usullar bilan tekshirish.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Laborator-toksikologik diagnoz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1. Zaharni aniqlash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biologik chiqindilarda  ·  tez, spesifik usullar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2. Biokimyo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qondagi o‘zgarishlar  ·  spesifik biokimyoviy tahlil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3. Nospesifik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jigar, buyrak funksiyasi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Laborator diagnoz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Klinik laboratoriyada tahlil tartibi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Tez yordam brigadasi voqea joyida zaharlanishga sabab bo‘lgan dori, suyuqlik qoldiqlarini yig‘ib, yaxshi yopiladigan idishda laboratoriyaga yetkazishi zarur.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Qoldiq bo‘lmasa, oshqozondan olingan birinchi 100-150 ml yuvindi suyuqlik ashyo sifatida ishlatiladi; is gazi bilan zaharlanishda qon olinadi.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Kasal shifoxonaga yotqizilishi bilan darhol siydigi va qoni tahlilga olinadi.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Noaniq zaharda avval siydikdan uchuvchan birikmalarga, so‘ng kislotali va ishqoriy ajralmalarga xromatografik skrining qo‘llanadi.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Voqea joyi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dori, suyuqlik qoldig‘i idishda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Yuvindi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oshqozondan dastlabki 100-150 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Shifoxona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darhol siydik va qon tahlili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Skrining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uchuvchan, so‘ng kislotali va ishqoriy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Klinik laboratoriyada tartib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№063 (TFI Toksikologik kimyo kafedrasi)., Sud kimyogar-ekspertlari ma’ruzalari to‘plami, betlar: matn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Ekspress usullar va tahlil bosqichlari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Toksikologik diagnostika laboratoriyalarida instrumental ekspress usullar (YuQX, GSX, spektrofotometriya) muhim; zahar 1-2 soat ichida aniqlanishi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Kimyo-toksikologik tahlilning birinchi bosqichi — zaharni ajratib olish, ikkinchisi — chinligini aniqlash, uchinchisi — miqdorini aniqlash.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Tahlil natijalari va klinik o‘zgarishlarga tayanib toksikolog-shifokor diagnoz qo‘yadi va zarur tadbirlarni belgilaydi.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1-bosqich: zaharni ajratib olish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2-bosqich: chinligini aniqlash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3-bosqich: miqdorini aniqlash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Toksikolog-shifokor diagnoz qo‘yadi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Kimyo-toksikologik tahlil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№063 (TFI Toksikologik kimyo kafedrasi)., Sud kimyogar-ekspertlari ma’ruzalari to‘plami, betlar: matn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Patomorfologik diagnostika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Patomorfologik tekshiruv ko‘pincha sud-tibbiy ekspertlari tomonidan, tirik vaqtidagi kimyo-toksikologik tekshiruvlar asosida o‘tkaziladi.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Gemodializ, gemosorbsiya, reanimatsiya chog‘ida zaharlar organizmdan chiqib ketgan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Bunda buyrak, jigar va ichki a’zolardagi o‘zgarishlar tekshiriladi; murdadan olingan a’zolar sud-kimyo tahliliga jo‘natiladi.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Tirik vaqtdagi tahlil natijalari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Gemodializ, reanimatsiya: zahar ketishi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Buyrak, jigar, ichki a’zolar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Murda a’zolari sud-kimyo tahliliga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Patomorfologik tekshiruv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Detoksikatsiya usullari: uch guruh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Tabiiy tozalanish jarayonlarini kuchaytirish usullari.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Sun’iy detoksikatsiya usullari.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Antidotli detoksikatsiya usullari.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Kuchli zaharlanishda asosiy maqsad zahar ta’sirini to‘xtatish va organizmdan zaharli birikmalarni chiqarib yuborishdir.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Detoksikatsiya usullari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Tabiiy tozalanish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ichak tozalash  ·  diurez, giperventilyatsiya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Sun’iy usullar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dializ, sorbsiya  ·  plazmoferez, limforeya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Antidotli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kimyoviy, biokimyoviy  ·  farmakologik antagonist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Detoksikatsiya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163; Malaka materiali №063 (TFI Toksikologik kimyo kafedrasi)., Sud kimyogar-ekspertlari ma’ruzalari to‘plami, betlar: matn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Tabiiy tozalanishni kuchaytirish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Qorin-ichak tizimi va yo‘g‘on ichakni tozalash.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Kuchaytirilgan diurez — suyuqliklar chiqishini tezlashtirish.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Giperventilyatsiya — havo, gaz almashinuvini kuchaytirish.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Bunday tadbirlar organizmga so‘rilmagan zaharni chiqarish va so‘rilgan zaharning chiqarilishini tezlatish uchun bajariladi.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164; Malaka materiali №063 (TFI Toksikologik kimyo kafedrasi)., Sud kimyogar-ekspertlari ma’ruzalari to‘plami, betlar: matn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Sun’iy detoksikatsiya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Qorin-ichak dializi (peritoneal dializ); gastrointestinal sorbsiya.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Gemodializ va gemosorbsiya (qon dializi va sorbsiyasi).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Plazmosorbsiya va plazmoferez (zardob va suyuqliklar sorbsiyasi).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Limforeya (limfa ajralishini tezlatish) va limfosorbsiya; qon quyish va qon almashtirish.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Sun’iy usullar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Dializ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peritoneal dializ  ·  gemodializ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Sorbsiya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gastrointestinal sorbsiya  ·  gemosorbsiya, plazmosorbsiya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Boshqalar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plazmoferez  ·  limforeya, limfosorbsiya  ·  qon quyish va almashtirish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Sun’iy detoksikatsiya usullari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Detoksikatsiya: tabiiy, sun’iy va antidotli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Tabiiy tozalanish: ichak tozalash, kuchaytirilgan diurez, giperventilyatsiya.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Sun’iy: peritoneal dializ, gemodializ, gemosorbsiya, plazmosorbsiya, plazmoferez, limforeya, qon almashtirish.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Antidotli: kimyoviy, biokimyoviy usullar va farmakologik antagonistlar.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Tabiiy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qorin-ichak va yo‘g‘on ichak tozalash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kuchaytirilgan diurez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giperventilyatsiya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Sun’iy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peritoneal dializ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gemodializ, gemosorbsiya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plazmoferez, limforeya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Antidotli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kimyoviy birikmalar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biokimyoviy usullar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farmakologik antagonistlar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Detoksikatsiya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Antidotli detoksikatsiya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Antidotlar yordamida tozalash turlari: kontakt va parenteral ahamiyatli kimyoviy birikmalar; biokimyoviy usullar; farmakologik antagonistlar.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Bular orasida antidotlar yordamida zaharlarni zararsizlantirish katta ahamiyatga ega.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 moddalarni neytrallash, erimaydigan birikmalarga aylantirish va sorbentlarga (masalan, faollangan ko‘mir) shimdirishga asoslangan.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Antidotlar yordamida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404872"/>
            <a:ext cx="0" cy="2048256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40487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Turlari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kontakt va parenteral birikmalar  ·  biokimyoviy usullar  ·  farmakologik antagonistlar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445312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3465576"/>
            <a:ext cx="3779215" cy="19751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65576"/>
            <a:ext cx="3779215" cy="197510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Asosi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neytrallash  ·  erimaydigan birikmaga aylantirish  ·  sorbentga shimdirish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Antidotli tozalash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Antidotlarning 4 guruhi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Spesifik antidotlar asosan 4 guruhga bo‘linadi.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1-guruh: oshqozon-ichakdagi zaharga fizik-kimyoviy ta’sir qiluvchi (faollangan ko‘mir).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2-guruh: to‘qimalardagi zaharga ta’sir qiluvchi (tiol birikmalari, xelat hosil qiluvchi tuzlar).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7618"/>
                <a:gridCol w="3320356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Guruh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Mohiyati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Oshqozon-ichakda ta’sir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To‘qimalarda fizik-kimyoviy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Biokimyoviy antidotlar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Farmakologik antagonistlar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Antidot guruhlari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№063 (TFI Toksikologik kimyo kafedrasi)., Sud kimyogar-ekspertlari ma’ruzalari to‘plami, betlar: matn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Faollangan ko‘mir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 g faollangan ko‘mir taxminan 800 mg morfinni, 700 mg barbituratni, 300 mg alkogolni adsorbsiyalaydi.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Universal antidot sifatida magneziy, faollangan ko‘mir va hayvon to‘qimalari kuyindisi aralashmasi (TUM)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Sorbentlarga shimdirish antidotli usullarning bir ko‘rinishi sifatida tilga olinadi.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Morfin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32522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32522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250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Barbiturat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700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24364" y="1417320"/>
            <a:ext cx="192725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24364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4092" y="1417320"/>
            <a:ext cx="1817522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Alkogol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300</a:t>
            </a:r>
            <a:r>
              <a:rPr sz="1500" b="0">
                <a:solidFill>
                  <a:srgbClr val="6B7280"/>
                </a:solidFill>
                <a:latin typeface="Calibri"/>
              </a:rPr>
              <a:t>  mg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1 g faollangan ko‘mir adsorbsiyalaydi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№063 (TFI Toksikologik kimyo kafedrasi)., Sud kimyogar-ekspertlari ma’ruzalari to‘plami, betlar: matn; Yuldashev Z.A., Nurmatova M.I., Toksikologik kimyo modulidan o‘quv-uslubiy majmua, betlar: 164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Metall zaharlarga qarshi antidotlar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Tiol birikmalari (unitiol, merkaptid) metall va mishyak saqlovchi moddalardan zaharlanganda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Qo‘rg‘oshin, kobalt, kadmiy kabi ionlar bilan zaharlanganda zararsiz xelat birikmalar hosil qiluvchi tuzlar (tetatsin, EDTA) qo‘llanadi.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Metall va metalloidlar (As, Sb, Hg) oqsillar bilan barqaror birikma hosil qilib, uzoq saqlanadi; chiqarish uchun unitiol, kompleksonlar ishlatiladi.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0864"/>
                <a:gridCol w="3057110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Zahar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Antidot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Metall, mishyak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tiol birikmalari (unitiol, merkaptid)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Qo‘rg‘oshin, kobalt, kadmiy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xelatlar (tetatsin, EDTA)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As, Sb, Hg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unitiol, kompleksonlar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Metall zaharlarga qarshi antidotlar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№063 (TFI Toksikologik kimyo kafedrasi)., Sud kimyogar-ekspertlari ma’ruzalari to‘plami, betlar: matn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Biokimyoviy antidotlar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Biokimyoviy antidotlar organizm zaharli birikma bilan zararsiz metabolitlar hosil qilishiga yordam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Etilenglikol va metil spirti bilan zaharlanganda etil spirti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Uglerod tetraxlorid bilan zaharlanganda antioksidantdan foydalanish mumkin.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508"/>
                <a:gridCol w="2014466"/>
              </a:tblGrid>
              <a:tr h="8686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Zaharlanish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Antidot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Etilenglikol, metil spirti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etil spirti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Uglerod tetraxlorid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antioksidant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Biokimyoviy antidotlar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№063 (TFI Toksikologik kimyo kafedrasi)., Sud kimyogar-ekspertlari ma’ruzalari to‘plami, betlar: matn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Zaharlanishda amaliy ketma-ketlik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Voqea joyidagi qoldiqlar va idishlar birlamchi diagnoz uchun shifoxonaga topshiriladi.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Laboratoriya zaharni tez va spesifik usullar bilan aniqlaydi, biokimyoviy o‘zgarishlarni tekshiradi.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Zaharni chiqarish uchun tabiiy, sun’iy yoki antidotli detoksikatsiya qo‘llanadi; o‘lim bo‘lsa — patomorfologik va sud-kimyo tekshiruvi.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Klinik belgilar va ashyoviy dalil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Laborator-toksikologik tekshiruv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Detoksikatsiya (3 guruh)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O‘lim bo‘lsa: patomorfologiya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Murda a’zolari: sud-kimyo tahlili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Amaliy ketma-ketlik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163, 164, 163-164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Xavflilik ko‘rsatkichi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Kimyoviy moddalarning xavflilik darajasi kuchli ta’sir etuvchi miqdori bilan ham belgilanadi.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Nisbat qancha katta bo‘lsa, zaharli birikma shunchalik xavfsiz hisoblanadi.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O‘tkir ta’sir zonasi: SL50 ning o‘tkir ta’sir chegarasiga (Lim ac) nisbati.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Lim ac: o‘tkir ta’sir chegarasi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SL50 nafas yo‘li bilan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Nisbat SL50 / Lim ac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Nisbat katta: kam xavfli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Xavflilik zonasi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 sinflari, toksikometriya (Lim ac, LD50, LD100, SL50, PDK, OBUV) va metabolizm (biotransformatsiya, letal sintez).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Diagnostika: klinik, laborator-toksikologik, patomorfologik; instrumental usullar (EEG, EKG, gemodinamika).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Detoksikatsiya: tabiiy tozalanishni kuchaytirish, sun’iy usullar (dializ, sorbsiya, plazmoferez va b.), antidotlar.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Antidotlar: faollangan ko‘mir, tiol birikmalari, xelatlar, biokimyoviy antidotlar va antagonistlar.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161-163, 163-164; Malaka materiali №063 (TFI Toksikologik kimyo kafedrasi)., Sud kimyogar-ekspertlari ma’ruzalari to‘plami, betlar: matn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materialida toksikologiya tushunchasi: yunoncha toxikon — zahar, logos — fan; toksikologiyada toksikodinamika va toksikokinetika ajratiladi.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Kitobga ko‘ra bexushlik holatidagi zaharlanishda voqea joyidagi ichimlik, dori qoldiqlari va idishlar shifoxonaga ashyoviy dalil sifatida topshiriladi.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ma’ruzasida ksenobiotiklar — organizm uchun yot (grekcha xenos — yot, bios — hayot) moddalar deb ataladi.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Idiosinkraziya — grekcha idios (noaniq) va synkrasis (birikma): ba’zi fermentlarning tug‘ma yetishmasligi oqibatida dori yoki oziq moddalarga o‘ta sezgirlik.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Detoksikatsiya usullari va antidotlar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161-164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№063 (TFI Toksikologik kimyo kafedrasi). Sud kimyogar-ekspertlari ma’ruzalari to‘plami.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№075 (TFI Toksikologik kimyo kafedrasi). Zaharlar. Zaharlanish. Organizmda tarqalishi, metabolizmi. Detoksikatsiya usullari (2010).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