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pestitsidlar ham sud-kimyoviy tahlil ob’ekti? Doskada: reja 3 bandi. Tipik xato: bu ma’ruzani faqat qishloq xo‘jaligi mavzusi deb o‘ylash — u zaharlanish tahlili. Sintetik piretroidlar keyingi (43) ma’ruzada alohida yoritiladi.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«pestis» va «cido» so‘zlarining ma’nosi. Doskada: etimologiya. Tipik xato: pestitsidni faqat hasharot zahari deb tushunish — kitobga ko‘ra maqsadlari xilma-xil.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qoldiq miqdori sifat nazoratida qanday ishlatiladi? Doskada: «qoldiq &lt;= ruxsat etilgan». Tipik xato: ruxsat etilgan miqdorni zaharlanish chegarasi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tasnif maqsadiga ko‘ra va kimyoviy tuzilishiga ko‘ra. Doskada: 4 guruh. Kitobda xato: darslikda «fungitsidlar — viruslarga» deb yozilgan (toks p.149), to‘g‘risi — zamburug‘larga (malaka 021 ga qarang). O‘quv rejasida pestitsidlar faqat kimyoviy tuzilishi bo‘yicha o‘rganiladi.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LD50 kichik bo‘lsa modda qanchalik xavfli? Doskada: jadvalni yozing. Tipik xato: katta LD50 ni «kuchli zahar» deb o‘ylash. Kitobda kuchli zaharli guruh uchun «50» berilgan (chegara qiymat).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metall zaharlar (9-12 ma’ruzalar) bilan bog‘liqlik. Doskada: 3 sinf. Tipik xato: mis va mishyak saqlovchi pestitsidlarni organik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har guruhdan bittadan vakilni ayting. Doskada: 4 guruh - 4 misol. Tipik xato: sevin va TMTD ni fosfororganik guruhga kiritish. Qolgan guruhlar keyingi slaydda.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 daqiqa. Muhokama: anabazin va nikotin 22-ma’ruzada alkaloid sifatida o‘rganiladi. Doskada: 3 guruh. Tipik xato: nikotinni sintetik pestitsid deb hisoblash — kitob uni o‘simliklardan olingan birikma deydi.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uy sharoitida ishlatilishi tasodifiy zaharlanishni qanday oshiradi? Doskada: xlorofos - insektitsid + akaritsid. Tipik xato: faqat dala ishchilarini xavf guruhi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teri orqali so‘rilish ekspertiza qaysi ob’ektlarni tanlashga ta’sir qiladi? Doskada: 3 yo‘l (og‘iz, idish, teri). Tipik xato: tasodifiy zaharlanishni faqat og‘iz orqali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atsetilxolin yig‘ilishi nega nerv tizimini buzadi? Doskada: 5 bosqichli zanjir. Tipik xato: FOB ni nerv hujayralarini bevosita yemiruvchi zahar deb o‘ylash — u fermentni to‘xtatadi.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patologoanatomik belgilar kam bo‘lsa sud-kimyoviy tahlil hal qiluvchi? Doskada: 6 belgi. Tipik xato: merkaptan hidining yo‘qligini FOB yo‘qligidan dalil deb olish (u «sezilishi mumkin»).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barqarorlik nega ekologik xavf tug‘diradi? Doskada: «barqaror + yog‘da eruvchan = to‘planadi». Tipik xato: xlororganik moddalarni tez parchalanadi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metabolit asosiy modda bilan solishtirganda zaharliligi qanday o‘zgaradi? Doskada: DDT -&gt; kam zaharli; geptaxlor -&gt; epoksid, ko‘proq zaharli. Tipik xato: metabolizmni har doim zararsizlantirish deb hisoblash. Kitobga ko‘ra xlororganik moddalarning tahlil usullari nihoyatda kam o‘rganilgan.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ajratishdan avval muhit kislotali qilinadi? Doskada: bosqichlar ketma-ketligi. Tipik xato: bo‘ktirishni bir marta bajarib to‘xtash — kitob 2-3 marta takrorlashni talab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past haroratda yog‘ ajraladi? Doskada: «aseton + sovutish = yog‘ qotadi». Tipik xato: asetonli ajratmani tashlab yuborish — FOB aynan shu qavatda.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musbat natija yetarli emas? Doskada: sariq -&gt; ko‘k. Tipik xato: fosformolibden ko‘kini FOB uchun xos reaksiya deb o‘ylash — u faqat fosfor borligini ko‘rsatadi.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qizil rang nimani bildiradi — ferment bloklanganmi yoki faolmi? Doskada: qizil kompleks = atsetilxolin saqlanib qolgan. Tipik xato: rangni FOB ning o‘zi hosil qilgan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sariqqa o‘tmasa nima demak (ferment bloklangan)? Doskada: ko‘k -&gt; sariq. Tipik xato: boshqa antixolinesteraz moddalarni hisobga olmaslik — keyingi slaydga qarang.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sevin FOB bilan bir xil ferment ta’siri ko‘rsatadi — nima uchun ularni farqlash kerak? Doskada: 5 halaqit beruvchi. Tipik xato: musbat ferment sinovini FOB tasdig‘i deb qabul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umumiy reaksiyaning manfiy natijasi muhimroq? Doskada: zanjir. Tipik xato: antixolinesteraza usulini aniq modda uchun tasdiqlovchi deb hisoblash (halaqit beruvchi moddalar bor).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buyruq amaldagi tahririni tekshirish zarur. Doskada: 10 nomni sanang. Tipik xato: ro‘yxatni to‘liq yodlamasdan YuQX natijalarini talqin qilish. 551-son buyruq (1992):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bir plastinkada to‘rt xil reaktiv qo‘llanadi? Doskada: 4 nuqta jadvali. Tipik xato: to‘rt nuqtaga bir xil reaktiv purkash.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jadvalli talqin: bromfenol (tio-/ditiofosfatlar), ishqor (nitrofenilli), Dragendorf (azotli), rezortsin (xlorofos). Doskada: 4 reaktiv - 4 guruh. Tipik xato: bitta reaktiv natijasiga qarab moddani aniqlash. Kitobda aytilgan Rf jadvali matnda keltirilmagan.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xlorofos o‘zi emas, metabolitlari ham tahlil ob’ekti. Doskada: xlorofos -&gt; DDVF + dixlorsirka aldegidi. Tipik xato: bu bandlarni kitob matni deb ko‘rsatish — ular faqat malaka ma’ruzasida bor. Eslatma: xlorofos Rf=0,25, DDVF 0,4-0,7 (malaka jadvalida).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pH ning ajratishdagi roli (ekstraksiya nazariyasi 16-ma’ruzada). Doskada: jadvalni to‘ldiring. Tipik xato: bu ma’lumotni kitobdagi ajratish usuli o‘rniga qo‘llash. Jadvaldagi qo‘shimcha (foiz) ustuni slaydga olinmadi.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ishqoriy gidroliz ajratish usulini tanlashga qanday ta’sir qiladi? Doskada: 47-48 °C, 108 mg/kg, 0,5 mg/m3. Tipik xato: uchuvchan zahar sifatida suv bug‘i bilan haydashni qo‘llash — fozalon uchuvchan 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aniqlanish chegarasi qanchalik kichik bo‘lsa, reaksiya sezgirligi shunchalik yuqori. Doskada: 0,5; 2; 2; 4 mkg. Tipik xato: mikrokristall shakllarini (nina, sferit)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metabolit ham aniqlanadi? Doskada: benzol -&gt; NH4Cl+H3PO4+aseton -&gt; xloroform. Tipik xato: faqat sevinning o‘zini qidirish. Izoh: kitob matnida naftolning harf belgisi o‘qilmaydi («(-naftol»), malaka 021 da esa sevin «β-naftil-N-metilkarbamat» deb yozilgan — tekshirish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ikki Rf (0,45 va 0,8) qaysi modda va qaysi reaktiv bilan bog‘liq? Doskada: 0,45 -&gt; naftol (siyoh); 0,8 -&gt; sevin (qizil). Tipik xato: Rf larni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TMTD nega «karbamin kislota hosilalari» guruhiga kiradi? Doskada: Rf = 0,68. Tipik xato: bu bandlarni kitob matni deb ko‘rsatish — kitobda TMTD faqat guruh ro‘yxatida tilga olingan, tahlil usuli malaka ma’ruzasidan olindi. Miqdor: mis dimetilditiokarbaminati asosida fotokolorimetriya.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suv bug‘i bilan haydalishi ajratish usulini qanday belgilaydi (Rubtsov usuli)? Doskada: 8 izomer, Lindan. Tipik xato: Lindan va umuman geksaxloranni bir modda deb hisoblash. Kitobda xato: aralashma suyuqlanish harorati «90-309 °C» deb yozilgan (toks p.157) — ehtimol 90-93 °C (malaka 021);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kumulyatsiya surunkali zaharlanish xavfini oshiradi? Doskada: 400 va 200 mg/kg. Tipik xato: izomerlar LD50 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ishqor faqat 3 molekula HCl ajratadi? Doskada: 300 ml, 3 marta efir. Tipik xato: ikki ajratish usulini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ikki reaksiya natijasidagi 1:2 nisbat nimani isbotlaydi? Doskada: 0,19 (silikagel), 0,34 (Al2O3). Tipik xato: Rf larni adsorbentlarga noto‘g‘ri bog‘lash. Miqdor: Folgard usuli, hozir GSX, YuSSX yoki GX-MS (p.159).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tuz (NaCl) qo‘shish ekstraksiyaga qanday ta’sir qiladi? Doskada: 5 ml/10 ml, 25 ml/30-20-20 ml. Tipik xato: pH ni 8-9 emas, boshqa qiymatga keltirish.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ekstraksiya sharoitlari FOB ga xos emas, umumiy. Doskada: pH 9-9,5; 15 ml x 3. Tipik xato: pH ni qon uchun (8-9)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uchala guruhda ajratish va aniqlash qanday farq qiladi? Doskada: uch ustun. Tipik xato: LD50 qiymatlarini bir-biriga solishtirib «xlororganiklar kamroq zaharli» deb xulosa qilish (turli moddalar).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noma’lum pestitsid kelganda tahlil rejasi qanday tuziladi? Doskada: umumiy reaksiya -&gt; YuQX -&gt; xususiy reaksiya -&gt; miqdor. Tipik xato: xususiy tahlilga o‘tishdan oldin umumiy reaksiyalarni o‘tkazmaslik. Kitobda TIAFT tizimlari, DDT va xlorofos/karbofos/metafos uchun alohida to‘liq tahlil sxemalari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Qishloq xo‘jalik ximikatlari: tasnifi; fosfororganik (xlorofos, karbofos, metafos), xlororganik (geksaxloran, DDT), karbamatlar (sevin, TMTD)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qishloq xo‘jalik ximikatlari, ularning sinflanishi, qo‘llanishi va toksikologik ahamiyati.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Fosfororganik, xlororganik birikmalar va karbamin kislota hosilalari.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Ularni ob’ektlardan ajratib olish, umumiy va xususiy tahlil usullari; GSX va YuSSX.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Pestitsid nima?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Qishloq xo‘jaligida qo‘llaniladigan zaharli kimyoviy birikmalar «pestitsidlar» deb ataladi.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Pestitsid so‘zi lotincha: pestis — yuqumli, cido — o‘ldiruvchi.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Pestitsidlar zararkunandalarga, yig‘im-terim oldidan barg tushirishda, hasharotlarga qarshi va o‘simlik o‘sishiga ta’sir uchun ishlatiladi.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Pestitsid (lotincha)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pestis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yuqumli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cido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o‘ldiruvchi, o‘ldiraman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Qo‘llanilishi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zararkunandalarga qarshi  ·  yig‘im-terim oldidan barg tushirish  ·  o‘simlik o‘sishiga ta’sir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Pestitsid atamasi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Pestitsidlarning xavfi va qoldiq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To‘g‘ri foydalanilmasa, pestitsid qoldiqlari havo, tuproq va suvni zaharlaydi, oziq-ovqat va em-xashakka tushadi.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Zaharli ximikatlarning barchasi u yoki bu darajada inson uchun ham zaharli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«Pestitsidlarning qoldiq miqdori» iborasi qo‘llaniladi va u ruxsat etilgan miqdordan kam bo‘lishi shart.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Pestitsidlar maqsadiga ko‘ra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Akaratsidlar — kanalarga qarshi; insektitsidlar — hasharotlarga qarshi.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Gerbitsidlar — yovvoyi o‘simliklarni yo‘qotish uchun.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Malaka ma’ruzasida fungitsidlar zararli zamburug‘larga qarshi ishlatiladigan moddalar sifatida ko‘rsatilgan (TMTD, tsiram, tsineb).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Pestitsidlar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Akaratsidlar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kanalarga qarshi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Insektitsidlar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hasharotlarga qarshi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Gerbitsidlar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yovvoyi o‘simliklarni yo‘qotish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Fungitsidlar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zararli zamburug‘larga qarshi (malaka)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Pestitsidlar maqsadiga ko‘ra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149; Malaka materiali №021 (TFI Toksikologik kimyo kafedrasi)., 8-ma’ruza: Qishloq xo‘jalik ximikatlari. FOS, betlar: matn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Zaharlilik darajasi bo‘yicha guruhlar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Oshqozon-ichak orqali ta’siri bo‘yicha pestitsidlar 4 guruhga bo‘linadi (kalamushlarda).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Ko‘rsatkich — LD50, mg/kg.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Kuchli zaharli guruhda LD50 = 50 mg/kg; kam zaharli guruhda 1000 mg/kg dan yuqori.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3866"/>
                <a:gridCol w="2724108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LD50, mg/kg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Kuchli zaharli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Yuqori zaharli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50-200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O‘rtacha zaharli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200-1000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Kam zaharli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1000 dan yuqori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Zaharlilik darajasi (kalamush)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Kimyoviy sinflanish: uch katta sinf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Noorganik birikmalar: mis va mishyak saqlovchi tuz va kompleks moddalar.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pestitsidlar: sintezlab olingan va tabiiy birikmalar.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Metallorganik pestitsidlar: simob va boshqa metall saqlovchi organik birikmalar.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9610"/>
                <a:gridCol w="2858364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Sinf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Noorganik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Mis, mishyak tuzlari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Organik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Sintetik va tabiiy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Metallorganik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Simob saqlovchi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Kimyoviy sinflar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149, 150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Sintetik organik pestitsidlar guruhlari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Fosfororganik birikmalar (FOB): metafos, merkaptofos, karbofos, fozalon, xlorofos; dorivor: benzotef, nibufen, imifos.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Sintetik piretroidlar: sipermetrin, detsis, danitol, karate, sumi-alfa va b.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Karbamin va tiokarbon kislota hosilalari: sevin, siram, sineb, TMTD va b.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Galogen saqlovchi uglevodorodlar: DDT, geksaxloran, geptaxlor va 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Organik pestitsidlar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FOB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metafos, merkaptofos, karbofos  ·  fozalon, xlorofos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Sintetik piretroidlar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sipermetrin, detsis, danitol  ·  karate, sumi-alfa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Karbamin/tiokarbon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sevin, siram, sineb, TMTD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Galogenli uglevodorodlar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DDT, geksaxloran, geptaxlor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Sintetik organik pestitsidlar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Qolgan guruhlar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Aminlar hosilalari: dikvat, parakvat va b.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Keton, spirt, nitrofenol va oddiy efirlar hosilalari: dinitro-ortokrezol va b.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O‘simliklardan olingan birikmalar: anabazin, nikotin va 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Fosfororganik birikmalarning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Toksikologik ahamiyati: zaharli modda ekanligi va qishloq xo‘jaligida keng, ko‘p miqdorda qo‘llanishi bilan izohlanadi.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Xlorofos — qishloq xo‘jalik o‘simliklarini parvarishlashda insektitsid va akaritsid; uyda pashshalarga qarshi ham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DVSSM majmuasida ham xlorofosning asosiy qo‘llanilishi shunday keltirilgan.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150; Yuldashev Z.A., Nurmatova M.I., Toksikologik kimyo modulidan o‘quv-uslubiy majmua, betlar: 147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 holatlari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Adabiyotlarda 1,5% karbofos eritmasini ichgan ayol halok bo‘lgani yozilgan.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To‘rt yoshli bola tiofos yuqi bo‘lgan stakandan suv ichganda o‘lim sodir bo‘lgan.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FOB teri orqali ham so‘rilib halokatga olib kelishi mumkin: bola tiofosdan bo‘shatilgan idish bilan o‘ynab 30 daqiqadan keyin vafot etgan.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Karbofos eritmasi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1,5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Bolaning yoshi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</a:t>
            </a:r>
            <a:r>
              <a:rPr sz="1500" b="0">
                <a:solidFill>
                  <a:srgbClr val="6B7280"/>
                </a:solidFill>
                <a:latin typeface="Calibri"/>
              </a:rPr>
              <a:t>  yosh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Teri orqali: vafot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30</a:t>
            </a:r>
            <a:r>
              <a:rPr sz="12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Zaharlanish holatlari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FOB ta’sir mexanizmi: xolinesteraza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FOB ning zaharli ta’siri xolinesteraza fermenti faoliyatini bo‘g‘ib qo‘yish qobiliyati bilan tushuntiriladi.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FOB antixolinesteraz ta’sirli moddalar turkumiga kiradi.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Mediator atsetilxolin gidrolizi buziladi va nerv hujayralarida ortiqcha yig‘iladi.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FOB organizmga tushadi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Xolinesteraza bloklanadi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Atsetilxolin gidrolizlanmaydi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Atsetilxolin yig‘iladi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Neyrotoksik ta’sir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Mexanizm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150, 150-151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FOB bilan zaharlanish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 og‘rig‘i, ko‘ngil aynishi, qusish, qorinda og‘riq, ko‘p so‘lak ajralishi va terlash.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Ko‘z qorachig‘ining torayishi, qo‘l va oyoq uchlarining titrashi, qo‘rquv hissi.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bosimi avval ko‘tarilib, keyin pasayadi; nafas olish to‘xtashi tufayli o‘lim sodir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Murdani yorganda oshqozon-ichakda qo‘lansa merkaptan hidi sezilishi mumkin; patologoanatomik belgi — faqat ichki a’zolarga qon quyilishi.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Zaharlanish belgilari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Vegetativ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bosh og‘rig‘i, ko‘ngil aynishi  ·  ko‘p so‘lak, terlash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Ko‘z va a’zolar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qorachiq torayishi  ·  qo‘l-oyoq uchlari titrashi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Hayotiy tizimlar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qon bosimi ko‘tarilib pasayadi  ·  nafas olish to‘xtashi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Murdada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merkaptan hidi  ·  ichki a’zolarga qon quyilishi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FOB bilan zaharlanish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Xlororganik birikmalarning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Qishloq xo‘jaligida insektitsid sifatida keng qo‘llanishi bilan tushuntiriladi; dust yoki yog‘dagi eritmalar holida.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Yog‘dagi eritmalari ayniqsa zaharli: tez shimiladi; buyrak, yog‘ to‘qimasi va suyak iligi yaxshi o‘zlashtiradi, sekin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Xlororganik moddalar juda barqaror, tabiiy sharoitda uzoq vaqt o‘zgarishsiz saqlanadi, tuproq va yer osti suvlarida to‘planadi.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Xlororganik moddalar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Shakllari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dust  ·  yog‘dagi eritma (ayniqsa zaharli)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Yog‘dagi eritma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tez shimiladi  ·  buyrak, yog‘, suyak iligida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Barqarorlik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uzoq saqlanadi  ·  tuproq va suvda to‘planadi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Xlororganik birikmalar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Xlororganik moddalar: metabolizm va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DDT dan kam zaharli dixlordifenilsirka kislotasi hosil bo‘ladi.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Geptaxlordan oksidlanish mahsuli geptaxlor epoksidi — yana ham kuchli zaharli modda hosil bo‘ladi.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Belgilari: bosh og‘rishi, quvvatsizlik, qo‘l-oyoq qaltirashi, so‘lak oqishi, seskanish; o‘lim markaziy nerv va yurak-qon tizimi ishdan chiqishidan.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Kimyoviy tekshirish uchun murda ichki a’zolari, hayvonlar, oziq-ovqat mahsulotlari olinadi; tekshirish sud-tergov ko‘rsatmasi asosida bajariladi.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DDT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metabolit: dixlordifenilsirka k-ta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kam zaharli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Geptaxlor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oksidlanish mahsuli: epoksid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yana ham kuchli zaharli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Metabolitlar zaharliligi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FOB ni biologik ob’ektdan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 mayda qiymalanib, zarur muhit hosil bo‘lguncha xlorid (yoki sulfat) kislota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erituvchi bilan bo‘ktiriladi, uy haroratida bir soat qoldiriladi; bo‘ktirish yana 2-3 marta takrorlanadi.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Umumlashtirilgan erituvchi vakuum-nasos yordamida (yoki suv hammomida) bug‘latiladi; qoldiq spirtda eritiladi.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Muqobil usul: suvsiz natriy sulfat ishtirokida geksan bilan ekstraksiya.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Tayyorlash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ob’ekt qiymalanadi, HCl (yoki H2SO4)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Bo‘ktirish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organik erituvchi, 1 soat, uy harorati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Takror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yana 2-3 marta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Bug‘latish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vakuum-nasos yoki suv hammomi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Eritish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qoldiq spirtda, chinlik va miqdor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FOB ni ajratish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Yog‘dan tozalash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Organik erituvchi qatlamiga yog‘ va yog‘simon moddalar ham o‘tadi, ayniqsa oshqozon-ichak, buyrak, jigar a’zolarida.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Erituvchi uchirilgach, qoldiq oz miqdor aseton bilan aralashtirilib, muzlatgichda sovitiladi.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Yog‘ qotib yuzaga chiqadi, FOB aseton qavatiga o‘tadi; jarayon bir necha marta takrorlanadi.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Qo‘shimcha tozalash: sorbent saqlovchi kolonka va yupqa qatlam xromatografiyasi.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reaksiya: fosformolibden ko‘ki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Ajralmaning bir qismi quriguncha bug‘latilib, qoldiq sulfat va nitrat kislotalari bilan mineralizatsiya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Mineralizat ammoniy molibdati bilan sariq rang beradi; benzidin yoki askorbin kislota ta’sirida barqaror ko‘k kompleks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 yuqori sezgir, lekin fosfor saqlovchi barcha moddalar bu reaksiyani beradi — manfiy natija ahamiyatli.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Mineralizat (H2SO4 + HNO3)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Ammoniy molibdati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Sariq rang, so‘ng barqaror ko‘k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benzidin yoki askorbin kislota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fosfor saqlovchi barcha moddalar beradi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Fosformolibden ko‘ki reaksiyasi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Antixolinesteraza ta’siriga asoslangan usullar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 fermentning FOB tomonidan bloklanishi sababli gidrolizlanmagan atsetilxolinni aniqlashga asoslangan.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Yig‘ilib qolgan atsetilxolin miqdori FOB miqdoriga to‘g‘ri proporsional.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Ferment manbai — qon zardobi; gidroksilamin va temir(III) xlorid qo‘shilganda atsetilxolin qizil rangli atsetgidroksam kislotasining temirli kompleksini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Atsetilxolin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Gidroksilamin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Temir (III) xlorid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Atsetgidroksam k-ta Fe kompleksi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ferment manbai: qon zardobi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qizil rang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Atsetilxolinni aniqlash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Indikator usuli: bromtimol ko‘ki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 ortiqcha atsetilxolin gidrolizidan hosil bo‘lgan sirka kislotasi ta’sirida indikator rangi o‘zgarishiga asoslangan.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Indikator — bromtimol ko‘kining kuchsiz ishqordagi eritmasi; ferment manbai — ot qoni zardobi; rang ko‘kdan sariqqa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Rang o‘zgarishi davomiyligi 13 daqiqa bo‘lishi kerak; fermentning 10% ga kamayishi FOB borligini ko‘rsatadi.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Indikator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bromtimol ko‘ki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Rang o‘zgarishi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ko‘k -&gt; sariq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Davomiyligi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13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Ferment faolligi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10</a:t>
            </a:r>
            <a:r>
              <a:rPr sz="1400" b="0">
                <a:solidFill>
                  <a:srgbClr val="6B7280"/>
                </a:solidFill>
                <a:latin typeface="Calibri"/>
              </a:rPr>
              <a:t>  % kamayadi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Indikator usuli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153, 153-154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Halaqit beruvchi moddalar va miqdoriy usullar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Antixolinesteraz ta’sirli moddalar halaqit beradi: sevin, prozerin, galantamin, alkogol, oqsil parchalanish mahsulotlari.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Shuning uchun bu reaksiya ham manfiy kimyo-toksikologik ahamiyatli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Miqdor: fosformolibden ko‘ki, atsetgidroksam kislotasining temirli tuzi (fotometrik) yoki UB-spektrofotometriya.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Antixolinesteraza usuli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404872"/>
            <a:ext cx="0" cy="2048256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Halaqit beruvchilar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sevin, prozerin, galantamin  ·  alkogol  ·  oqsil parchalanish mahsuloti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3465576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465576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Miqdoriy usullar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fosformolibden ko‘ki  ·  atsetgidroksam k-ta Fe tuzi  ·  UB-spektrofotometriya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Halaqit beruvchilar va miqdor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FOB tahlili: umumiy sxema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Avval fosforga umumiy reaksiya (fosformolibden ko‘ki), so‘ng antixolinesteraza ta’siriga asoslangan usullar.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Keyin YuQX: start chizig‘iga 4 nuqta, har biri turli reaktiv bilan purkaladi; Rf va rang solishtiriladi.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Natijaga ko‘ra aniq moddaga yo‘naltirilgan tahlil uchun 100 g ob’ekt tegishli usulda ajratiladi.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Fosformolibden ko‘ki (umumiy)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Antixolinesteraza usullari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YuQX: 4 nuqta, 4 reaktiv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Rf va rang bo‘yicha solishtirish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100 g ob’ekt: aniq modda tahlili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tahlili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153, 154, 154-155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Majburiy tahlil qilinadigan FOB 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Sog‘liqni saqlash vazirligining 551-sonli buyrug‘iga asosan tahlil qilinishi shart bo‘lgan FOB lar soni 10 ta.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Ro‘yxat: karbofos, metafos, metiletiltiofos, metilnitrofos, trixlormetafos-3, fosfamid, metilmerkaptofos, ftalofos, fozalon, butifos.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DVSSM majmuasida ham xuddi shu ro‘yxat berilgan.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875"/>
                <a:gridCol w="1912112"/>
                <a:gridCol w="731875"/>
                <a:gridCol w="1912112"/>
              </a:tblGrid>
              <a:tr h="51206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№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FOB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№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FOB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karbofos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metilmerkaptofos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metafos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ftalofos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metiletiltiofos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fozalon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metilnitrofos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butifos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trixlormetafos-3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fosfamid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551-son: 10 ta FOB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154; Yuldashev Z.A., Nurmatova M.I., Toksikologik kimyo modulidan o‘quv-uslubiy majmua, betlar: 151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FOB tabiatini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Start chizig‘iga ajralmadan 4 nuqta tomiziladi; kamera — suv bilan to‘yintirilgan xloroform.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 nuqta zonasi turli reaktiv bilan purkaladi (jadvalga qarang).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Bromfenol zonada sariq fonda ko‘k dog‘ — tio- va ditiofosfat kislota hosilalari ekanini isbotlaydi.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161"/>
                <a:gridCol w="348781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Nuqta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Bromfenol ko‘ki + sirka kislota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Natriy ishqori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Dragendorf reaktivi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Rezortsin (ishqorda)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4 nuqta - 4 reaktiv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 natijalarini talqin qilish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Para-nitrofenol qoldig‘i bor oltingugurtli preparatlar (metafos, metilnitrofos, metiletiltiofos) ishqorda sariq rang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Oktametil va xlorofos bromfenol bilan aniqlanmaydi; Dragendorf oktametil va ba’zi azotli moddalar (fozalon, ftalofos, fosfamid) bilan qo‘ng‘ir dog‘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Xlorofos rezortsin bilan qizil dog‘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Rf va rangni aniqlagach, aniq moddaga yo‘naltirilgan tahlil uchun 100 g ob’ekt tegishli usulda ajratiladi.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5783"/>
                <a:gridCol w="3282191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Zona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Bromfenol + sirka k-ta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 fonda ko‘k (tio-, ditiofosfat)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Natriy ishqori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 (p-nitrofenol saqlovchi)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Dragendorf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qo‘ng‘ir dog‘ (oktametil, fozalon)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Rezortsin (ishqorda)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 dog‘ (xlorofos)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4 nuqta natijalari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154, 154-155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Xlorofos va karbofos: qo‘shimcha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Xlorofos: aseton va ishqorning spirtli eritmasi bilan pushti, so‘ng qizil va olov rang; 2,4-dinitrofenilgidrazin bilan ko‘k yoki ko‘k-siyoh rang.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Xlorofos metabolitlari — dixlorofos (DDVF) va dixlorsirka aldegidi YuQX da aniqlanadi (xloroform-efir-vazelin moyi 17:2:1).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Karbofos: dimetoksiditiofosfat kislotaning sariq-limon rangli mis kompleksi; yodmonoxlorid bilan reaksiya musbat.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№021 (TFI Toksikologik kimyo kafedrasi)., 8-ma’ruza: Qishloq xo‘jalik ximikatlari. FOS, betlar: matn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FOB ni ajratish: pH va erituvchi (malaka)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Malaka ma’ruzasida ayrim FOB lar uchun ajratish muhiti va erituvchi jadvali berilgan.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Karbofos pH 1, benzol; xlorofos pH 2, efir; fozalon pH 7, efir; butifos pH 7, efir.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1762658"/>
                <a:gridCol w="1762658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Erituvchi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Karbofos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Benzol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Xlorofos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Efir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Fozalon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Efir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Butifos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Efir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Ajratish sharoiti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№021 (TFI Toksikologik kimyo kafedrasi)., 8-ma’ruza: Qishloq xo‘jalik ximikatlari. FOS, betlar: matn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Fozalon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Sof holda spirt va organik erituvchilarda eruvchan, sarimsoq hidli kristall modda; suyuqlanish harorati 47-48 °C.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35% emulsion konsentrat va 80% kukun holida qo‘llanadi; kalamushlar uchun LD50 = 108 mg/kg; havodagi ruxsat etilgan miqdor 0,5 mg/m3.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Uchuvchan emas; kislotali muhitda chidamli, ishqoriy muhitda tez gidrolizlanadi; teri orqali qonga o‘tadi.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Suyuqlanish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47-48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Konsentrat / kukun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35% / 80%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LD50 (kalamush)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108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Havoda ruxsat etilgan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0,5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mg/m3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Fozalon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Fozalonni tasdiqlash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Kumush nitratning spirtli eritmasi bilan rangsiz ninasimon kristallar; aniqlanish chegarasi 0,5 mkg.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 nitratning spirtli eritmasi — ko‘kimtir ninasimon kristallar (2 mkg); yodmonoxlorid — qo‘ng‘ir ninasimon mikrokristallar (2 mkg).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Simob(II) xlorid yoki bromid — sferitlar (4 mkg).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YuQX: suv bilan to‘yingan xloroform, bromfenol ko‘ki, Rf = 0,65-0,67, sariq fonda ko‘k dog‘; UB-spektrofotometriya.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889179"/>
                <a:gridCol w="158904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Kristallar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Chegara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AgNO3 (spirtli)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rangsiz ninasimon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0,5 mkg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Cu(NO3)2 (spirtli)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ko‘kimtir ninasimon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 mkg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Yodmonoxlorid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qo‘ng‘ir ninasimon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 mkg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HgCl2 yoki HgBr2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sferitlar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 mkg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Fozalon: mikrokristall reaksiyalar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Sevin: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Karbamin kislota hosilasi sevin biomaterialdan ajratiladi: ob’ekt maydalanib, uch marta 1 soatdan benzol bilan bo‘ktiriladi.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Benzol qatlamlari birlashtirilib uchiriladi; qoldiq NH4Cl + H3PO4 + aseton aralashmasi bilan ekstraksiyalanadi.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Aseton uchirilib, qoldiq xloroform bilan ekstraksiyalanadi; xloroformga sevin bilan birga metaboliti naftol ham o‘tadi.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Sevin: YuQX va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YuQX: xloroform - benzol - aseton (7:2:1); dog‘lar natriy kuprobromid bilan purkaladi.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Naftol Rf = 0,45 li siyoh rangli dog‘ beradi; diazotirlangan sulfanil kislota bilan sevin Rf = 0,8 li qizil dog‘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Malaka: pikrin kislota bilan sariq mikrokristallar; HgCl2 bilan olti burchak yoki prizma shaklidagi mikrokristallar.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Sistema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7:2:1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Naftol Rf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0,45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Naftol dog‘i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siyoh rang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Sevin Rf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Sevin dog‘i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qizil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Sevin va naftol (YuQX)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155; Malaka materiali №021 (TFI Toksikologik kimyo kafedrasi)., 8-ma’ruza: Qishloq xo‘jalik ximikatlari. FOS, betlar: matn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TMTD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TMTD — tetrametiltiuramdisulfid: fungitsid sifatida tilga olingan karbamin va tiokarbon kislota hosilasi.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Tasdiqlash: 0,2 n yodmonoxlorid bilan olov rangli yulduzcha shaklli mikrokristallar.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toluol-aseton-geksan (1:1:1), bromfenol reaktivi bilan Rf = 0,68, sariq fonda ko‘k dog‘.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№021 (TFI Toksikologik kimyo kafedrasi)., 8-ma’ruza: Qishloq xo‘jalik ximikatlari. FOS, betlar: matn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Geksaxlortsiklogeksan (GXTSG):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Benzolni fitokimyoviy xlorlab sintezlanadi; 8 xil stereoizomerlar aralashmasi, ko‘kimtir, mog‘or hidli, bo‘g‘uvchi hidli modda.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99-100% gamma-izomerni saqlovchi insektitsid «Lindan» deb ataladi.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Suvda yomon, spirt va efirda yaxshi eriydi; suv bug‘i bilan haydaladi; izomerining suyuqlanish harorati 112,8 °C.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Stereoizomerlar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«Lindan»: γ-izomer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99-100</a:t>
            </a:r>
            <a:r>
              <a:rPr sz="14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γ-izomer suyuqlanishi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112,8</a:t>
            </a:r>
            <a:r>
              <a:rPr sz="14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GXTSG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GXTSG: 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Kontakt va oshqozon-ichak orqali insektitsid va fumigant sifatida ta’sir etadi; don urug‘larini dorilashda ham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Kalamushlarga nisbatan LD50 = 400 mg/kg; gamma-izomeri uchun 200 mg/kg.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Zaharlanishda hayajonlanish, nafasning sekinlashishi, harakat buzilishi, oyoqlarda tortishish va qaltirash; hormonlar faoliyati buziladi.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Surunkali zaharlanishda kumulyatsiyalanadi, organizmdan sekin chiqariladi.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GXTSG ajratish va ishqor bilan reaksiya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Rubtsov usuli: suv bug‘i bilan haydab 300 ml distillyat olinadi, uch marta efir bilan ekstraksiyalanadi.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Muqobil: ob’ekt efir bilan bo‘ktirilib, ajratma aktivlangan ko‘mir kolonkasidan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Ishqorning spirtli eritmasi bilan xlor xlorid-anionga o‘tkaziladi, nitrat kislotada kumush nitrat bilan aniqlanadi (uch molekula HCl).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157, 158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GXTSG: natriy, nitrobirikma, YuQX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 va metall natriy bilan barcha xlor ajraladi; ikki reaksiyadagi oq cho‘kmalar miqdori taxminan 1:2 nisbatda farq qilishi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Nitrobirikmaga o‘tkazish: hosil bo‘lgan trinitrobenzol metil spirti alkogolyati bilan zangori-binafsha rang beradi; sezgirlik 0,05 mg.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Qondan YuQX: n-geksan, silikagel — Rf = 0,19; alyuminiy oksidli plastinka — Rf = 0,34 (kumush ammiakati, 10-15 daqiqa UB).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Izomerlar va metabolitlar GSX, GX-MS, YuSSX da aniqlanadi.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8069"/>
                <a:gridCol w="2549906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Ishqor (spirtli) + AgNO3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uch molekula HCl (AgCl)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 + spirt + AgNO3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barcha xlor; cho‘kma 1:2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Nitrobirikma + CH3ONa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zangori-binafsha; 0,05 mg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YuQX (qon): silikagel / Al2O3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Rf 0,19 / 0,34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GXTSG: chinlik va YuQX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158, 159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va siydikdan ajratish (umumiy)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Qon: 5 ml namuna pH 8-9 ga keltirilib, 2 ml to‘yingan NaCl va 10 ml organik erituvchi qo‘shiladi; 5 daqiqa sentrifugalanadi, ekstraksiya 2 marta takrorlanadi.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Siydik: 25 ml namuna + 3 g NaCl, pH 8-9 (0,1 M NaOH); 3 marta (30, 20, 20 ml) organik erituvchi bilan ekstraksiya.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Quruq qoldiq YuQX, YuSSX va UB-spektrometriya usullarida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Qon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5 ml, pH 8-9 (NaOH)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 ml to‘yingan NaCl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10 ml organik erituvchi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5 daqiqa sentrifuga, 3 marta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Siydik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25 ml + 3 g NaCl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pH 8-9 (0,1 M NaOH)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3 marta: 30, 20, 20 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Qon va siydikdan ajratish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Biologik ob’ektdan ajratish va 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10 g biologik ob’ekt maydalanib, 1-3 ml suv bilan aralashtiriladi, pH 9-9,5 (0,1 M NaOH) ga keltiriladi.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15 ml organik erituvchi va 5 ml to‘yingan NaCl qo‘shiladi, chayqatgichda 1 soat qoldiriladi; ekstraksiya yana ikki marta takrorlanadi.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Birlashgan ekstrakt natriy sulfat orqali o‘tkaziladi, rotor-vakuum asbobida haydaladi; qoldiq YuQX, UB yoki YuSSX da tekshiriladi.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155, 155-156, 156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FOB, xlororganik va karbamat: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FOB xolinesteraza fermentini bo‘g‘adi; xlororganik moddalar juda barqaror, organizmdan sekin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Sevin (karbamin kislota hosilasi) benzol bilan ajratiladi; xloroformga uning metaboliti naftol ham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GXTSG da γ-izomer LD50 = 200 mg/kg; fozalon LD50 = 108 mg/kg (kalamush).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FOB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xolinesterazani bo‘g‘adi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fozalon LD50 108 mg/kg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Xlororganik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juda barqaror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sekin chiqariladi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GXTSG γ-izomer LD50 200 mg/kg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Karbamat (sevin)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benzol bilan ajratiladi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metabolit: naftol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Uch guruh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150-151, 155, 156-157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Pestitsidlar kimyoviy tuzilishi bo‘yicha o‘rganiladi: FOB, xlororganik birikmalar, karbamin kislota hosilalari va boshqalar.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FOB xolinesterazani bo‘g‘adi; tahlil: fosformolibden ko‘ki, antixolinesteraza usullari, YuQX (4 nuqta, 4 reaktiv).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Xlororganik moddalar barqaror, sekin chiqariladi; GXTSG: ishqor, natriy, nitrobirikma, YuQX, GSX/YuSSX/GX-MS.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Sevin: benzol bilan ajratiladi, YuQX da naftol (Rf = 0,45) va sevin (Rf = 0,8).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150, 150-154, 151, 157-159, 155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Pestitsidlarning kimyoviy tasnifida malaka ma’ruzasi noorganik birikmalar va organik birikmalar ostida fosfororganik, fenoksisirka kislota hosilalari, karbaminatlar, mishyak, simob, mis saqlovchi ximikatlar va o‘simlik zaharlarini sanaydi.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Kitobga ko‘ra «Navoiy elektrokimyo zavodi» ishlab chiqaradigan sintetik piretroid pestitsidlari kimyo-toksikologik nuqtai nazardan yetarli o‘rganilmagan.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FOB Hestrin usuli (malaka 021 da keltirilgan) atsetilxolinni gidroksilamin va FeCl3 orqali qizil kompleksga aylantirishga asoslangan.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Kitobga ko‘ra zaharli ximikatlar ishlatilmasa, qishloq xo‘jalik zararkunandalaridan hosilning asosiy qismi yo‘qotiladi.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Qishloq xo‘jalik ximikatlari: tasnifi; fosfororganik (xlorofos, karbofos, metafos), xloror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148-159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147, 151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№021 (TFI Toksikologik kimyo kafedrasi). 8-ma’ruza: Qishloq xo‘jalik ximikatlari. FOS, xlororganik, karbamin kislota va sintetik piretroidlar (Toshkent, 2010).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