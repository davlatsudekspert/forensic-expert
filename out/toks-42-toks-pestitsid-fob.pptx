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nega pestitsidlar ham sud-kimyoviy tahlil ob’ekti? Doskada: reja 3 bandi. Tipik xato: bu ma’ruzani faqat qishloq xo‘jaligi mavzusi deb o‘ylash — u zaharlanish tahlili. Sintetik piretroidlar keyingi (43) ma’ruzada alohida yoritiladi.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«pestis» va «cido» so‘zlarining ma’nosi. Doskada: etimologiya. Tipik xato: pestitsidni faqat hasharot zahari deb tushunish — kitobga ko‘ra maqsadlari xilma-xil.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qoldiq miqdori sifat nazoratida qanday ishlatiladi? Doskada: «qoldiq &lt;= ruxsat etilgan». Tipik xato: ruxsat etilgan miqdorni zaharlanish chegarasi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tasnif maqsadiga ko‘ra va kimyoviy tuzilishiga ko‘ra. Doskada: 4 guruh. Kitobda xato: darslikda «fungitsidlar — viruslarga» deb yozilgan (toks p.149), to‘g‘risi — zamburug‘larga (malaka 021 ga qarang). O‘quv rejasida pestitsidlar faqat kimyoviy tuzilishi bo‘yicha o‘rganiladi.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LD50 kichik bo‘lsa modda qanchalik xavfli? Doskada: jadvalni yozing. Tipik xato: katta LD50 ni «kuchli zahar» deb o‘ylash. Kitobda kuchli zaharli guruh uchun «50» berilgan (chegara qiymat).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metall zaharlar (9-12 ma’ruzalar) bilan bog‘liqlik. Doskada: 3 sinf. Tipik xato: mis va mishyak saqlovchi pestitsidlarni organik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har guruhdan bittadan vakilni ayting. Doskada: 4 guruh - 4 misol. Tipik xato: sevin va TMTD ni fosfororganik guruhga kiritish. Qolgan guruhlar keyingi slaydda.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2 daqiqa. Muhokama: anabazin va nikotin 22-ma’ruzada alkaloid sifatida o‘rganiladi. Doskada: 3 guruh. Tipik xato: nikotinni sintetik pestitsid deb hisoblash — kitob uni o‘simliklardan olingan birikma deydi.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uy sharoitida ishlatilishi tasodifiy zaharlanishni qanday oshiradi? Doskada: xlorofos - insektitsid + akaritsid. Tipik xato: faqat dala ishchilarini xavf guruhi deb hisoblash.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teri orqali so‘rilish ekspertiza qaysi ob’ektlarni tanlashga ta’sir qiladi? Doskada: 3 yo‘l (og‘iz, idish, teri). Tipik xato: tasodifiy zaharlanishni faqat og‘iz orqali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atsetilxolin yig‘ilishi nega nerv tizimini buzadi? Doskada: 5 bosqichli zanjir. Tipik xato: FOB ni nerv hujayralarini bevosita yemiruvchi zahar deb o‘ylash — u fermentni to‘xtatadi.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patologoanatomik belgilar kam bo‘lsa sud-kimyoviy tahlil hal qiluvchi? Doskada: 6 belgi. Tipik xato: merkaptan hidining yo‘qligini FOB yo‘qligidan dalil deb olish (u «sezilishi mumkin»).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barqarorlik nega ekologik xavf tug‘diradi? Doskada: «barqaror + yog‘da eruvchan = to‘planadi». Tipik xato: xlororganik moddalarni tez parchalanadi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metabolit asosiy modda bilan solishtirganda zaharliligi qanday o‘zgaradi? Doskada: DDT -&gt; kam zaharli; geptaxlor -&gt; epoksid, ko‘proq zaharli. Tipik xato: metabolizmni har doim zararsizlantirish deb hisoblash. Kitobga ko‘ra xlororganik moddalarning tahlil usullari nihoyatda kam o‘rganilgan.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ajratishdan avval muhit kislotali qilinadi? Doskada: bosqichlar ketma-ketligi. Tipik xato: bo‘ktirishni bir marta bajarib to‘xtash — kitob 2-3 marta takrorlashni talab qiladi.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past haroratda yog‘ ajraladi? Doskada: «aseton + sovutish = yog‘ qotadi». Tipik xato: asetonli ajratmani tashlab yuborish — FOB aynan shu qavatda.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musbat natija yetarli emas? Doskada: sariq -&gt; ko‘k. Tipik xato: fosformolibden ko‘kini FOB uchun xos reaksiya deb o‘ylash — u faqat fosfor borligini ko‘rsatadi.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qizil rang nimani bildiradi — ferment bloklanganmi yoki faolmi? Doskada: qizil kompleks = atsetilxolin saqlanib qolgan. Tipik xato: rangni FOB ning o‘zi hosil qilgan deb o‘ylash.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sariqqa o‘tmasa nima demak (ferment bloklangan)? Doskada: ko‘k -&gt; sariq. Tipik xato: boshqa antixolinesteraz moddalarni hisobga olmaslik — keyingi slaydga qarang.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sevin FOB bilan bir xil ferment ta’siri ko‘rsatadi — nima uchun ularni farqlash kerak? Doskada: 5 halaqit beruvchi. Tipik xato: musbat ferment sinovini FOB tasdig‘i deb qabul qilish.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buyruq amaldagi tahririni tekshirish zarur. Doskada: 10 nomni sanang. Tipik xato: ro‘yxatni to‘liq yodlamasdan YuQX natijalarini talqin qilish. 551-son buyruq (1992): lex.uz da amaldagi tahririni tekshiring.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nega bir plastinkada to‘rt xil reaktiv qo‘llanadi? Doskada: 4 nuqta jadvali. Tipik xato: to‘rt nuqtaga bir xil reaktiv purkash.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jadvalli talqin: bromfenol (tio-/ditiofosfatlar), ishqor (nitrofenilli), Dragendorf (azotli), rezortsin (xlorofos). Doskada: 4 reaktiv - 4 guruh. Tipik xato: bitta reaktiv natijasiga qarab moddani aniqlash. Kitobda aytilgan Rf jadvali matnda keltirilmagan.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xlorofos o‘zi emas, metabolitlari ham tahlil ob’ekti. Doskada: xlorofos -&gt; DDVF + dixlorsirka aldegidi. Tipik xato: bu bandlarni kitob matni deb ko‘rsatish — ular faqat malaka ma’ruzasida bor. Eslatma: xlorofos Rf=0,25, DDVF 0,4-0,7 (malaka jadvalida).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pH ning ajratishdagi roli (ekstraksiya nazariyasi 16-ma’ruzada). Doskada: jadvalni to‘ldiring. Tipik xato: bu ma’lumotni kitobdagi ajratish usuli o‘rniga qo‘llash. Jadvaldagi qo‘shimcha (foiz) ustuni slaydga olinmadi.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ishqoriy gidroliz ajratish usulini tanlashga qanday ta’sir qiladi? Doskada: 47-48 °C, 108 mg/kg, 0,5 mg/m3. Tipik xato: uchuvchan zahar sifatida suv bug‘i bilan haydashni qo‘llash — fozalon uchuvchan emas.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aniqlanish chegarasi qanchalik kichik bo‘lsa, reaksiya sezgirligi shunchalik yuqori. Doskada: 0,5; 2; 2; 4 mkg. Tipik xato: mikrokristall shakllarini (nina, sferit)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nima uchun metabolit ham aniqlanadi? Doskada: benzol -&gt; NH4Cl+H3PO4+aseton -&gt; xloroform. Tipik xato: faqat sevinning o‘zini qidirish. Izoh: kitob matnida naftolning harf belgisi o‘qilmaydi («(-naftol»), malaka 021 da esa sevin «β-naftil-N-metilkarbamat» deb yozilgan — tekshirish kerak.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ikki Rf (0,45 va 0,8) qaysi modda va qaysi reaktiv bilan bog‘liq? Doskada: 0,45 -&gt; naftol (siyoh); 0,8 -&gt; sevin (qizil). Tipik xato: Rf larni almashtirish.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3 daqiqa. Muhokama: TMTD nega «karbamin kislota hosilalari» guruhiga kiradi? Doskada: Rf = 0,68. Tipik xato: bu bandlarni kitob matni deb ko‘rsatish — kitobda TMTD faqat guruh ro‘yxatida tilga olingan, tahlil usuli malaka ma’ruzasidan olindi. Miqdor: mis dimetilditiokarbaminati asosida fotokolorimetriya.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suv bug‘i bilan haydalishi ajratish usulini qanday belgilaydi (Rubtsov usuli)? Doskada: 8 izomer, Lindan. Tipik xato: Lindan va umuman geksaxloranni bir modda deb hisoblash. Kitobda xato: aralashma suyuqlanish harorati «90-309 °C» deb yozilgan (toks p.157) — ehtimol 90-93 °C (malaka 021); slaydga kiritilmadi.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kumulyatsiya surunkali zaharlanish xavfini oshiradi? Doskada: 400 va 200 mg/kg. Tipik xato: izomerlar LD50 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nega ishqor faqat 3 molekula HCl ajratadi? Doskada: 300 ml, 3 marta efir. Tipik xato: ikki ajratish usulini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ikki reaksiya natijasidagi 1:2 nisbat nimani isbotlaydi? Doskada: 0,19 (silikagel), 0,34 (Al2O3). Tipik xato: Rf larni adsorbentlarga noto‘g‘ri bog‘lash. Miqdor: Folgard usuli, hozir GSX, YuSSX yoki GX-MS (p.159).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tuz (NaCl) qo‘shish ekstraksiyaga qanday ta’sir qiladi? Doskada: 5 ml/10 ml, 25 ml/30-20-20 ml. Tipik xato: pH ni 8-9 emas, boshqa qiymatga keltirish.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4 daqiqa. Muhokama: ekstraksiya sharoitlari FOB ga xos emas, umumiy. Doskada: pH 9-9,5; 15 ml x 3. Tipik xato: pH ni qon uchun (8-9) bilan aralashtirish.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Vaqt: 5 daqiqa. Muhokama: noma’lum pestitsid kelganda tahlil rejasi qanday tuziladi? Doskada: umumiy reaksiya -&gt; YuQX -&gt; xususiy reaksiya -&gt; miqdor. Tipik xato: xususiy tahlilga o‘tishdan oldin umumiy reaksiyalarni o‘tkazmaslik. Kitobda TIAFT tizimlari, DDT va xlorofos/karbofos/metafos uchun alohida to‘liq tahlil sxemalari berilmagan.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4069080"/>
            <a:ext cx="2743200" cy="73152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737360"/>
            <a:ext cx="10911535" cy="2194560"/>
          </a:xfrm>
          <a:prstGeom prst="rect">
            <a:avLst/>
          </a:prstGeom>
          <a:noFill/>
        </p:spPr>
        <p:txBody>
          <a:bodyPr wrap="square" anchor="b">
            <a:spAutoFit/>
          </a:bodyPr>
          <a:lstStyle/>
          <a:p>
            <a:r>
              <a:rPr sz="4000" b="1">
                <a:solidFill>
                  <a:srgbClr val="FFFFFF"/>
                </a:solidFill>
                <a:latin typeface="Georgia"/>
              </a:rPr>
              <a:t>Qishloq xo‘jalik ximikatlari: tasnifi; fosfororganik (xlorofos, karbofos, metafos), xlororganik (geksaxloran, DDT), karbamatlar (sevin, TMTD)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343400"/>
            <a:ext cx="109115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C9A227"/>
                </a:solidFill>
                <a:latin typeface="Calibri"/>
              </a:rPr>
              <a:t>Sud tibbiyoti · ma’ruza taqdimoti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Ma’ruza rejasi va tayanch iboralar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Reja: qishloq xo‘jalik ximikatlari, ularning sinflanishi, qo‘llanishi va toksikologik ahamiyati.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Fosfororganik, xlororganik birikmalar va karbamin kislota hosilalari.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Ularni ob’ektlardan ajratib olish, umumiy va xususiy tahlil usullari; GSX va YuSSX.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Pestitsid nima?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Qishloq xo‘jaligida qo‘llaniladigan zaharli kimyoviy birikmalar «pestitsidlar»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Pestitsid so‘zi lotincha: pestis — yuqumli, cido — o‘ldiruvchi.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Pestitsidlar zararkunandalarga, yig‘im-terim oldidan barg tushirishda, hasharotlarga qarshi va o‘simlik o‘sishiga ta’sir uchun ishlatiladi.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Pestitsidlarning xavfi va qoldiq miqdori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To‘g‘ri foydalanilmasa, pestitsid qoldiqlari havo, tuproq va suvni zaharlaydi, oziq-ovqat va em-xashakka tushadi.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Zaharli ximikatlarning barchasi u yoki bu darajada inson uchun ham zaharli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«Pestitsidlarning qoldiq miqdori» iborasi qo‘llaniladi va u ruxsat etilgan miqdordan kam bo‘lishi shart.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149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Pestitsidlar maqsadiga ko‘ra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Akaratsidlar — kanalarga qarshi; insektitsidlar — hasharotlarga qarshi.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Gerbitsidlar — yovvoyi o‘simliklarni yo‘qotish uchun.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 ma’ruzasida fungitsidlar zararli zamburug‘larga qarshi ishlatiladigan moddalar sifatida ko‘rsatilgan (TMTD, tsiram, tsineb).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149; Malaka materiali №021 (TFI Toksikologik kimyo kafedrasi)., 8-ma’ruza: Qishloq xo‘jalik ximikatlari. FOS, betlar: matn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Zaharlilik darajasi bo‘yicha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Oshqozon-ichak orqali ta’siri bo‘yicha pestitsidlar 4 guruhga bo‘linadi (kalamushlarda).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Ko‘rsatkich — LD50, mg/kg.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Kuchli zaharli guruhda LD50 = 50 mg/kg; kam zaharli guruhda 1000 mg/kg dan yuqori.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3866"/>
                <a:gridCol w="2724108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Daraja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LD50, mg/kg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Kuchli zaharli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Yuqori zaharli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50-200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O‘rtacha zaharli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200-1000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Kam zaharli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1000 dan yuqori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Zaharlilik darajasi (kalamush)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149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Kimyoviy sinflanish: uch katta sinf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Noorganik birikmalar: mis va mishyak saqlovchi tuz va kompleks moddalar.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Organik pestitsidlar: sintezlab olingan va tabiiy birikmalar.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Metallorganik pestitsidlar: simob va boshqa metall saqlovchi organik birikmalar.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29610"/>
                <a:gridCol w="2858364"/>
              </a:tblGrid>
              <a:tr h="76809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Sinf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Misol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Noorganik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Mis, mishyak tuzlari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Organik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Sintetik va tabiiy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76809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Metallorganik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Simob saqlovchi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Kimyoviy sinflar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149, 150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Sintetik organik pestitsidlar guruhlari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Fosfororganik birikmalar (FOB): metafos, merkaptofos, karbofos, fozalon, xlorofos; dorivor: benzotef, nibufen, imifos.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Sintetik piretroidlar: sipermetrin, detsis, danitol, karate, sumi-alfa va 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Karbamin va tiokarbon kislota hosilalari: sevin, siram, sineb, TMTD va 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Galogen saqlovchi uglevodorodlar: DDT, geksaxloran, geptaxlor va 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Qolgan guruhlar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Aminlar hosilalari: dikvat, parakvat va 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Keton, spirt, nitrofenol va oddiy efirlar hosilalari: dinitro-ortokrezol va b.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O‘simliklardan olingan birikmalar: anabazin, nikotin va b.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Fosfororganik birikmalarning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Toksikologik ahamiyati: zaharli modda ekanligi va qishloq xo‘jaligida keng, ko‘p miqdorda qo‘llanishi bilan izohlanadi.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Xlorofos — qishloq xo‘jalik o‘simliklarini parvarishlashda insektitsid va akaritsid; uyda pashshalarga qarshi ham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ham xlorofosning asosiy qo‘llanilishi shunday keltirilgan.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150; Yuldashev Z.A., Nurmatova M.I., Toksikologik kimyo modulidan o‘quv-uslubiy majmua, betlar: 147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Zaharlanish holatlari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Adabiyotlarda 1,5% karbofos eritmasini ichgan ayol halok bo‘lgani yozilgan.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To‘rt yoshli bola tiofos yuqi bo‘lgan stakandan suv ichganda o‘lim sodir bo‘lgan.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FOB teri orqali ham so‘rilib halokatga olib kelishi mumkin: bola tiofosdan bo‘shatilgan idish bilan o‘ynab 30 daqiqadan keyin vafot etgan.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150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ta’sir mexanizmi: xolinesteraza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FOB ning zaharli ta’siri xolinesteraza fermenti faoliyatini bo‘g‘ib qo‘yish qobiliyati bilan tushuntiriladi.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FOB antixolinesteraz ta’sirli moddalar turkumiga kiradi.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Mediator atsetilxolin gidrolizi buziladi va nerv hujayralarida ortiqcha yig‘iladi.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46304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FOB organizmga tushadi</a:t>
            </a:r>
          </a:p>
        </p:txBody>
      </p:sp>
      <p:sp>
        <p:nvSpPr>
          <p:cNvPr id="10" name="Down Arrow 9"/>
          <p:cNvSpPr/>
          <p:nvPr/>
        </p:nvSpPr>
        <p:spPr>
          <a:xfrm>
            <a:off x="8770467" y="2015337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63640" y="2289657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Xolinesteraza bloklanadi</a:t>
            </a:r>
          </a:p>
        </p:txBody>
      </p:sp>
      <p:sp>
        <p:nvSpPr>
          <p:cNvPr id="12" name="Down Arrow 11"/>
          <p:cNvSpPr/>
          <p:nvPr/>
        </p:nvSpPr>
        <p:spPr>
          <a:xfrm>
            <a:off x="8770467" y="2841955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263640" y="3116275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Atsetilxolin gidrolizlanmaydi</a:t>
            </a:r>
          </a:p>
        </p:txBody>
      </p:sp>
      <p:sp>
        <p:nvSpPr>
          <p:cNvPr id="14" name="Down Arrow 13"/>
          <p:cNvSpPr/>
          <p:nvPr/>
        </p:nvSpPr>
        <p:spPr>
          <a:xfrm>
            <a:off x="8770467" y="3668572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6263640" y="3942892"/>
            <a:ext cx="5287975" cy="534009"/>
          </a:xfrm>
          <a:prstGeom prst="round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Atsetilxolin yig‘iladi</a:t>
            </a:r>
          </a:p>
        </p:txBody>
      </p:sp>
      <p:sp>
        <p:nvSpPr>
          <p:cNvPr id="16" name="Down Arrow 15"/>
          <p:cNvSpPr/>
          <p:nvPr/>
        </p:nvSpPr>
        <p:spPr>
          <a:xfrm>
            <a:off x="8770467" y="4495190"/>
            <a:ext cx="274320" cy="256032"/>
          </a:xfrm>
          <a:prstGeom prst="downArrow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63640" y="4769510"/>
            <a:ext cx="5287975" cy="534009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Neyrotoksik ta’sir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Mexanizm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150, 150-151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bilan zaharlanish belgilari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Bosh og‘rig‘i, ko‘ngil aynishi, qusish, qorinda og‘riq, ko‘p so‘lak ajralishi va terlash.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Ko‘z qorachig‘ining torayishi, qo‘l va oyoq uchlarining titrashi, qo‘rquv hissi.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 bosimi avval ko‘tarilib, keyin pasayadi; nafas olish to‘xtashi tufayli o‘lim sodir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Murdani yorganda oshqozon-ichakda qo‘lansa merkaptan hidi sezilishi mumkin; patologoanatomik belgi — faqat ichki a’zolarga qon quyilishi.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151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Xlororganik birikmalarning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Qishloq xo‘jaligida insektitsid sifatida keng qo‘llanishi bilan tushuntiriladi; dust yoki yog‘dagi eritmalar holida.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Yog‘dagi eritmalari ayniqsa zaharli: tez shimiladi; buyrak, yog‘ to‘qimasi va suyak iligi yaxshi o‘zlashtiradi, sekin chiqariladi.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Xlororganik moddalar juda barqaror, tabiiy sharoitda uzoq vaqt o‘zgarishsiz saqlanadi, tuproq va yer osti suvlarida to‘planadi.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Xlororganik moddalar: metabolizm va belgilar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DDT dan kam zaharli dixlordifenilsirka kislotasi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Geptaxlordan oksidlanish mahsuli geptaxlor epoksidi — yana ham kuchli zaharli modda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Belgilari: bosh og‘rishi, quvvatsizlik, qo‘l-oyoq qaltirashi, so‘lak oqishi, yorug‘likdan seskanish; o‘lim markaziy nerv va yurak-qon tomir tizimi ishdan chiqishidan.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Kimyoviy tekshirish uchun murda ichki a’zolari, hayvonlar, oziq-ovqat mahsulotlari olinadi; tekshirish sud-tergov ko‘rsatmasi asosida bajariladi.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151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ni biologik ob’ektdan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Ob’ekt mayda qiymalanib, zarur muhit hosil bo‘lguncha xlorid (yoki sulfat) kislota qo‘shiladi.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erituvchi bilan bo‘ktiriladi, uy haroratida bir soat qoldiriladi; bo‘ktirish yana 2-3 marta takrorlanadi.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Umumlashtirilgan erituvchi vakuum-nasos yordamida (yoki suv hammomida) bug‘latiladi; qoldiq spirtda eritiladi.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Muqobil usul: suvsiz natriy sulfat ishtirokida geksan bilan ekstraksiya.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152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Yog‘dan tozalash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Organik erituvchi qatlamiga yog‘ va yog‘simon moddalar ham o‘tadi, ayniqsa oshqozon-ichak, buyrak, jigar a’zolarida.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Erituvchi uchirilgach, qoldiq oz miqdor aseton bilan aralashtirilib, muzlatgichda sovitiladi.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Yog‘ qotib yuzaga chiqadi, FOB aseton qavatiga o‘tadi; jarayon bir necha marta takrorlanadi.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Qo‘shimcha tozalash: sorbent saqlovchi kolonka va yupqa qatlam xromatografiyasi.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152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Umumiy reaksiya: fosformolibden ko‘ki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Ajralmaning bir qismi quriguncha bug‘latilib, qoldiq sulfat va nitrat kislotalari bilan mineralizatsiya qilinadi.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Mineralizat ammoniy molibdati bilan sariq rang beradi; benzidin yoki askorbin kislota ta’sirida barqaror ko‘k kompleks hosil bo‘ladi.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yuqori sezgir, lekin fosfor saqlovchi barcha moddalar bu reaksiyani beradi — manfiy natija ahamiyatli.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153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Antixolinesteraza ta’siriga asoslangan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19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fermentning FOB tomonidan bloklanishi sababli gidrolizlanmagan atsetilxolinni aniqlashga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Yig‘ilib qolgan atsetilxolin miqdori FOB miqdoriga to‘g‘ri proporsional.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Xolinesteraza manbai — qon zardobi; gidroksilamin va temir(III) xlorid qo‘shilganda atsetilxolin qizil rangli atsetgidroksam kislotasining temirli kompleksini beradi.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153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Indikator usuli: bromtimol ko‘ki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Usul ortiqcha atsetilxolin gidrolizidan hosil bo‘lgan sirka kislotasi ta’sirida indikator rangi o‘zgarishiga asoslangan.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Indikator — bromtimol ko‘kining kuchsiz ishqordagi eritmasi; ferment manbai — ot qoni zardobi; rang ko‘kdan sariqqa o‘tadi.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Rang o‘zgarishi davomiyligi 13 daqiqa bo‘lishi kerak; fermentning 10% ga kamayishi FOB borligini ko‘rsatadi.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153, 153-154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Halaqit beruvchi moddalar va miqdoriy usullar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Antixolinesteraz ta’sirli moddalar halaqit beradi: sevin, prozerin, galantamin, alkogol, oqsil parchalanish mahsulotlari.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Shuning uchun bu reaksiya ham manfiy kimyo-toksikologik ahamiyatli hisoblanadi.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Miqdor: fosformolibden ko‘ki, atsetgidroksam kislotasining temirli tuzi (fotometrik) yoki UB-spektrofotometriya.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Majburiy tahlil qilinadigan FOB 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Sog‘liqni saqlash vazirligining 551-sonli buyrug‘iga asosan tahlil qilinishi shart bo‘lgan FOB lar soni 10 ta.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Ro‘yxat: karbofos, metafos, metiletiltiofos, metilnitrofos, trixlormetafos-3, fosfamid, metilmerkaptofos, ftalofos, fozalon, butifos.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DVSSM majmuasida ham xuddi shu ro‘yxat berilgan.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154; Yuldashev Z.A., Nurmatova M.I., Toksikologik kimyo modulidan o‘quv-uslubiy majmua, betlar: 151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YuQX: FOB tabiatini aniqlash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Start chizig‘iga ajralmadan 4 nuqta tomiziladi; kamera — suv bilan to‘yintirilgan xloroform.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Har nuqta zonasi turli reaktiv bilan purkaladi (jadvalga qarang).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Bromfenol zonada sariq fonda ko‘k dog‘ — tio- va ditiofosfat kislota hosilalari ekanini isbotlaydi.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161"/>
                <a:gridCol w="3487813"/>
              </a:tblGrid>
              <a:tr h="614476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Nuqta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</a:rPr>
                        <a:t>Reaktiv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Bromfenol ko‘ki + sirka kislota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Natriy ishqori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3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Dragendorf reaktivi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4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00" b="0">
                          <a:solidFill>
                            <a:srgbClr val="1F2937"/>
                          </a:solidFill>
                        </a:rPr>
                        <a:t>Rezortsin (ishqorda)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4 nuqta - 4 reaktiv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YuQX natijalarini talqin qilish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Para-nitrofenol qoldig‘i bor oltingugurtli preparatlar (metafos, metilnitrofos, metiletiltiofos) ishqorda sariq rang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Oktametil va xlorofos bromfenol bilan aniqlanmaydi; Dragendorf oktametil va ba’zi azotli moddalar (fozalon, ftalofos, fosfamid) bilan qo‘ng‘ir dog‘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Xlorofos rezortsin bilan qizil dog‘ hosil qiladi.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Rf va rangni aniqlagach, aniq moddaga yo‘naltirilgan tahlil uchun 100 g ob’ekt tegishli usulda ajratiladi.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154, 154-155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Xlorofos va karbofos: qo‘shimcha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Xlorofos: aseton va ishqorning spirtli eritmasi bilan pushti, so‘ng qizil va olov rang; 2,4-dinitrofenilgidrazin bilan ko‘k yoki ko‘k-siyoh rang.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Xlorofos metabolitlari — dixlorofos (DDVF) va dixlorsirka aldegidi YuQX da aniqlanadi (xloroform-efir-vazelin moyi 17:2:1).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Karbofos: dimetoksiditiofosfat kislotaning sariq-limon rangli mis kompleksi; yodmonoxlorid bilan reaksiya musbat.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№021 (TFI Toksikologik kimyo kafedrasi)., 8-ma’ruza: Qishloq xo‘jalik ximikatlari. FOS, betlar: matn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FOB ni ajratish: pH va erituvchi (malaka)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539496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Malaka ma’ruzasida ayrim FOB lar uchun ajratish muhiti va erituvchi jadvali berilgan.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Karbofos pH 1, benzol; xlorofos pH 2, efir; fozalon pH 7, efir; butifos pH 7, efir.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63040"/>
          <a:ext cx="5287974" cy="30723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62658"/>
                <a:gridCol w="1762658"/>
                <a:gridCol w="1762658"/>
              </a:tblGrid>
              <a:tr h="614476"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Modda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pH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00" b="1">
                          <a:solidFill>
                            <a:srgbClr val="FFFFFF"/>
                          </a:solidFill>
                        </a:rPr>
                        <a:t>Erituvchi</a:t>
                      </a:r>
                    </a:p>
                  </a:txBody>
                  <a:tcPr marL="73152" marR="73152" marT="36576" marB="36576">
                    <a:solidFill>
                      <a:srgbClr val="0B1F3A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Karbofos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1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Benzol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Xlorofos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2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Efir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Fozalon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Efir</a:t>
                      </a:r>
                    </a:p>
                  </a:txBody>
                  <a:tcPr marL="73152" marR="73152" marT="36576" marB="36576">
                    <a:solidFill>
                      <a:srgbClr val="E8EEF6"/>
                    </a:solidFill>
                  </a:tcPr>
                </a:tc>
              </a:tr>
              <a:tr h="614476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Butifos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7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1F2937"/>
                          </a:solidFill>
                        </a:rPr>
                        <a:t>Efir</a:t>
                      </a:r>
                    </a:p>
                  </a:txBody>
                  <a:tcPr marL="73152" marR="73152" marT="36576" marB="36576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6263640" y="5349240"/>
            <a:ext cx="528797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Ajratish sharoiti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№021 (TFI Toksikologik kimyo kafedrasi)., 8-ma’ruza: Qishloq xo‘jalik ximikatlari. FOS, betlar: matn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Fozalon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Sof holda spirt va organik erituvchilarda eruvchan, sarimsoq hidli kristall modda; suyuqlanish harorati 47-48 °C.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35% emulsion konsentrat va 80% kukun holida qo‘llanadi; kalamushlar uchun LD50 = 108 mg/kg; havodagi ruxsat etilgan miqdor 0,5 mg/m3.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Uchuvchan emas; kislotali muhitda chidamli, ishqoriy muhitda tez gidrolizlanadi; teri orqali qonga o‘tadi.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156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Fozalonni tasdiqlash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Kumush nitratning spirtli eritmasi bilan rangsiz ninasimon kristallar; aniqlanish chegarasi 0,5 mkg.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Mis nitratning spirtli eritmasi — ko‘kimtir ninasimon kristallar (2 mkg); yodmonoxlorid — qo‘ng‘ir ninasimon mikrokristallar (2 mkg).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Simob(II) xlorid yoki bromid — sferitlar (4 mkg).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suv bilan to‘yingan xloroform, bromfenol ko‘ki, Rf = 0,65-0,67, sariq fonda ko‘k dog‘; UB-spektrofotometriya.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156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Sevin: ajratish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29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Karbamin kislota hosilasi sevin biomaterialdan ajratiladi: ob’ekt maydalanib, uch marta 1 soatdan benzol bilan bo‘ktiriladi.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Benzol qatlamlari birlashtirilib uchiriladi; qoldiq NH4Cl + H3PO4 + aseton aralashmasi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Aseton uchirilib, qoldiq xloroform bilan ekstraksiyalanadi; xloroformga sevin bilan birga metaboliti naftol ham o‘tadi.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155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Sevin: YuQX va reaksiyalar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xloroform - benzol - aseton (7:2:1); dog‘lar natriy kuprobromid bilan purkaladi.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Naftol Rf = 0,45 li siyoh rangli dog‘ beradi; diazotirlangan sulfanil kislota bilan sevin Rf = 0,8 li qizil dog‘ beradi.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Malaka: pikrin kislota bilan sariq mikrokristallar; HgCl2 bilan olti burchak yoki prizma shaklidagi mikrokristallar.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155; Malaka materiali №021 (TFI Toksikologik kimyo kafedrasi)., 8-ma’ruza: Qishloq xo‘jalik ximikatlari. FOS, betlar: matn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TMTD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31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TMTD — tetrametiltiuramdisulfid: fungitsid sifatida tilga olingan karbamin va tiokarbon kislota hosilasi.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Tasdiqlash: 0,2 n yodmonoxlorid bilan olov rangli yulduzcha shaklli mikrokristallar.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YuQX: toluol-aseton-geksan (1:1:1), bromfenol reaktivi bilan Rf = 0,68, sariq fonda ko‘k dog‘.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Malaka materiali №021 (TFI Toksikologik kimyo kafedrasi)., 8-ma’ruza: Qishloq xo‘jalik ximikatlari. FOS, betlar: matn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Geksaxlortsiklogeksan (GXTSG): xossalari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32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Benzolni fitokimyoviy xlorlab sintezlanadi; 8 xil stereoizomerlar aralashmasi, ko‘kimtir, mog‘or hidli, bo‘g‘uvchi hidli modda.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99-100% gamma-izomerni saqlovchi insektitsid «Lindan» deb ataladi.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Suvda yomon, spirt va efirda yaxshi eriydi; suv bug‘i bilan haydaladi; izomerining suyuqlanish harorati 112,8 °C.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157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GXTSG: toksikologik ahamiyati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33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Kontakt va oshqozon-ichak orqali insektitsid va fumigant sifatida ta’sir etadi; don urug‘larini dorilashda ham ishlatiladi.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Kalamushlarga nisbatan LD50 = 400 mg/kg; gamma-izomeri uchun 200 mg/kg.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Zaharlanishda hayajonlanish, nafasning sekinlashishi, harakat buzilishi, oyoqlarda tortishish va qaltirash; hormonlar faoliyati buziladi.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Surunkali zaharlanishda kumulyatsiyalanadi, organizmdan sekin chiqariladi.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157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GXTSG ajratish va ishqor bilan reaksiya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34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Rubtsov usuli: suv bug‘i bilan haydab 300 ml distillyat olinadi, uch marta efir bilan ekstraksiyalanadi.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Muqobil: ob’ekt efir bilan bo‘ktirilib, ajratma aktivlangan ko‘mir kolonkasidan o‘tkaziladi.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Ishqorning spirtli eritmasi bilan xlor xlorid-anionga o‘tkaziladi, nitrat kislotada kumush nitrat bilan aniqlanadi (uch molekula HCl).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157, 158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GXTSG: natriy, nitrobirikma, YuQX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35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Spirt va metall natriy bilan barcha xlor ajraladi; ikki reaksiyadagi oq cho‘kmalar miqdori taxminan 1:2 nisbatda farq qilishi kerak.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Nitrobirikmaga o‘tkazish: hosil bo‘lgan trinitrobenzol metil spirti alkogolyati bilan zangori-binafsha rang beradi; sezgirlik 0,05 mg.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Qondan YuQX: n-geksan, silikagel — Rf = 0,19; alyuminiy oksidli plastinka — Rf = 0,34 (kumush ammiakati, 10-15 daqiqa UB).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Izomerlar va metabolitlar GSX, GX-MS, YuSSX da aniqlanadi.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158, 159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Qon va siydikdan ajratish (umumiy)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36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Qon: 5 ml namuna pH 8-9 ga keltirilib, 2 ml to‘yingan NaCl va 10 ml organik erituvchi qo‘shiladi; 5 daqiqa sentrifugalanadi, ekstraksiya yana 2 marta takrorlanadi.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Siydik: 25 ml namuna + 3 g NaCl, pH 8-9 (0,1 M NaOH); 3 marta (30, 20, 20 ml) organik erituvchi bilan ekstraksiya.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Quruq qoldiq YuQX, YuSSX va UB-spektrometriya usullarida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Biologik ob’ektdan ajratish va 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37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10 g biologik ob’ekt maydalanib, 1-3 ml suv bilan aralashtiriladi, pH 9-9,5 (0,1 M NaOH) ga keltiriladi.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15 ml organik erituvchi va 5 ml to‘yingan NaCl qo‘shiladi, chayqatgichda 1 soat qoldiriladi; ekstraksiya yana ikki marta takrorlanadi.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Birlashgan ekstrakt natriy sulfat orqali o‘tkaziladi, rotor-vakuum asbobida haydaladi; qoldiq YuQX, UB yoki YuSSX da tekshiriladi.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155, 155-156, 156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Xulosa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38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17320"/>
            <a:ext cx="10911535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Pestitsidlar kimyoviy tuzilishi bo‘yicha o‘rganiladi: FOB, xlororganik birikmalar, karbamin kislota hosilalari va boshqalar.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FOB xolinesterazani bo‘g‘adi; tahlil: fosformolibden ko‘ki, antixolinesteraza usullari, YuQX (4 nuqta, 4 reaktiv).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Xlororganik moddalar barqaror, sekin chiqariladi; GXTSG: ishqor, natriy, nitrobirikma, YuQX, GSX/YuSSX/GX-MS.</a:t>
            </a:r>
          </a:p>
          <a:p>
            <a:pPr>
              <a:spcAft>
                <a:spcPts val="1200"/>
              </a:spcAft>
            </a:pPr>
            <a:r>
              <a:rPr sz="2200">
                <a:solidFill>
                  <a:srgbClr val="1F2937"/>
                </a:solidFill>
                <a:latin typeface="Calibri"/>
              </a:rPr>
              <a:t>▸  Sevin: benzol bilan ajratiladi, YuQX da naftol (Rf = 0,45) va sevin (Rf = 0,8).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89788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6B7280"/>
                </a:solidFill>
                <a:latin typeface="Calibri"/>
              </a:rPr>
              <a:t>Manba: Yuldashev Z.A., Umarova G.Q., Toksikologik kimyo modulidan o‘quv-uslubiy majmua, betlar: 150, 150-154, 151, 157-159, 155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Qiziqarli ma’lumotlar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39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Pestitsidlarning kimyoviy tasnifida malaka ma’ruzasi noorganik birikmalar va organik birikmalar ostida fosfororganik, fenoksisirka kislota hosilalari, karbaminatlar, mishyak, simob, mis saqlovchi ximikatlar va o‘simlik zaharlarini sanaydi.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Kitobga ko‘ra «Navoiy elektrokimyo zavodi» ishlab chiqaradigan sintetik piretroid pestitsidlari kimyo-toksikologik nuqtai nazardan yetarli o‘rganilmagan.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FOB Hestrin usuli (malaka 021 da keltirilgan) atsetilxolinni gidroksilamin va FeCl3 orqali qizil kompleksga aylantirishga asoslangan.</a:t>
            </a:r>
          </a:p>
          <a:p>
            <a:pPr>
              <a:spcAft>
                <a:spcPts val="1200"/>
              </a:spcAft>
            </a:pPr>
            <a:r>
              <a:rPr sz="1800">
                <a:solidFill>
                  <a:srgbClr val="1F2937"/>
                </a:solidFill>
                <a:latin typeface="Calibri"/>
              </a:rPr>
              <a:t>▸  Kitobga ko‘ra zaharli ximikatlar ishlatilmasa, qishloq xo‘jalik zararkunandalaridan hosilning asosiy qismi yo‘qotiladi.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BF8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143000"/>
            <a:ext cx="12191695" cy="54864"/>
          </a:xfrm>
          <a:prstGeom prst="rect">
            <a:avLst/>
          </a:prstGeom>
          <a:solidFill>
            <a:srgbClr val="C9A2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9728"/>
            <a:ext cx="10911535" cy="9601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FFFFFF"/>
                </a:solidFill>
                <a:latin typeface="Georgia"/>
              </a:rPr>
              <a:t>Adabiyotlar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4008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6B7280"/>
                </a:solidFill>
                <a:latin typeface="Calibri"/>
              </a:rPr>
              <a:t>Qishloq xo‘jalik ximikatlari: tasnifi; fosfororganik (xlorofos, karbofos, metafos), xloror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180015" y="640080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6B7280"/>
                </a:solidFill>
                <a:latin typeface="Calibri"/>
              </a:rPr>
              <a:t>40 / 40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463040"/>
            <a:ext cx="10911535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Umarova G.Q. Toksikologik kimyo modulidan o‘quv-uslubiy majmua (Farmatsiya). Toshkent farmatsevtika instituti, 2025. b. 148-159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Yuldashev Z.A., Nurmatova M.I. Toksikologik kimyo modulidan o‘quv-uslubiy majmua (DVSSM). Toshkent farmatsevtika instituti, 2025. b. 147, 151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1F2937"/>
                </a:solidFill>
                <a:latin typeface="Calibri"/>
              </a:rPr>
              <a:t>▸  Malaka materiali №021 (TFI Toksikologik kimyo kafedrasi). 8-ma’ruza: Qishloq xo‘jalik ximikatlari. FOS, xlororganik, karbamin kislota va sintetik piretroidlar (Toshkent, 2010). qo‘shimcha ma’lumot (kitobda bo‘lmagan joylar uchun)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