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bu alkaloidlar o‘zi tropan, xinolin yoki opiy alkaloidlari bo‘lsa-da bitta ma’ruzada o‘rganiladi? (ularning umumiy usuli: ishqoriy muhitda ekstraksiya.) Doskada: 5 ta modda nomi. Tipik xato: atropin va giostsiaminni bir modda deb hisoblash. Izoh: sarlavhadagi narkotin kitobda alohida bo‘lim sifatida berilmagan; unga oid yagona ma’lumot ajratish bo‘limlarida (kuchsiz asos xossali moddalar).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efir bog‘i nima uchun Vitali-Moren reaksiyasining asosi bo‘ladi? Doskada: 4 ta modda va manba o‘simlik. Tipik xato: papaverinni tropan hosilasi deb o‘ylash. Izoh: kitob papaverinni «izoxinolin» deb alohida atamasdan, opiy alkaloidi sifatida beradi; atamani o‘zingiz qo‘shsangiz, kitobda yo‘qligini ayting.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ishqoriy ajratishda giostsiamin atropin sifatida topiladi? Doskada: tropin + trop kislota -&gt; atropin. Tipik xato: giostsiamin va atropinni kimyoviy reaksiyalar bilan ajratishga urinish: ularni ajratib bo‘lmaydi, farq faqat optik aylantirishda.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asos va tuz eruvchanligi ajratish pH ini qanday belgilaydi? Doskada: asos/tuz eruvchanligi jadvali. Tipik xato: atropin sulfatni organik erituvchi bilan ekstraksiya qilishga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pKa 9,9 ekstraksiya pH iga qanday ta’sir qiladi? Doskada: pKa va pH&gt;pKa shart. Tipik xato: bu qatorni kitob ma’lumoti deb ko‘rsatish — u malaka 024 materialidan olingan; kitobda bu raqamlar yo‘q.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bosqichni (qo‘zg‘olish, keyin falaj) klinik misolda tushuntiring. Doskada: ikki ustun: markaziy va parasimpatik belgilar. Tipik xato: qorachiq kengayishini zaharlanishning yagona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saqlanish muddati bo‘yicha qarama-qarshi fikrlar ekspertizada nimani anglatadi? Doskada: atropin -&gt; trop kislota + tropin. Tipik xato: saqlanish muddatini aniq son deb yozish — kitob oraliqni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ishqoriy muhit zarur? (alkaloid asos holiga o‘tadi.) Doskada: sxemani chizing. Tipik xato: ishqorni ortiqcha qo‘shib murakkab efirni gidrolizlash — atropin parchalanadi.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reaksiya qaysi funksional guruhga asoslangan? Doskada: sxema. Tipik xato: binafsha rang ishqorsiz paydo bo‘ladi deb o‘ylash. Slayd diagrammasidagi «aseton» kitob reaksiya sxemasidan (118)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manfiy natija aniq, musbat natija esa yetarli emas? Doskada: «manfiy = yo‘q, musbat = tekshirish». Tipik xato: musbat Vitali-Moren asosida atropinni «aniqlandi»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mikrokristall reaksiyalar nega birgalikda ishlatiladi? Doskada: kristall shakllarini chizing. Tipik xato: UB maksimumlarini suvdagi eritma bilan aralashtirish — kitobda spirt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biologik sinov qanday tasdiq beradi va qanday chegarasi bor? Doskada: reaksiya va rang. Tipik xato: FEK uchun to‘lqin uzunligini kitobdan tashqarida taxmin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pH=8-10 atropin uchun ham mosmi? Doskada: skopolamin va atropin xossalari. Tipik xato: skopolaminni tuz holida xloroform bilan ekstraksiya qilish. Malaka 024: C17H21NO4, M 303.4, pKa 8,2, T½ 2-6 soat (kitobda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atropin va skopolamin ta’sirida qanday o‘xshashlik bor? Doskada: ikki ustunli taqqoslash. Tipik xato: «Aeron»ni kuchli sedativ preparat deb atash — kitob uni qusishga qarshi va tinchlantiruvchi dorilar tarkibi sifatida beradi.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skopolamin va atropin kristallari qanday farqlanadi? (bromaurat arrasimon.) Doskada: bromaurat shaklini chizing. Tipik xato: Reyneke kristallarini skopolamin uchun alohida deb hisoblash — atropinga o‘xshash.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xininni qaysi pH da ekstraksiya qilamiz va nega? Doskada: xinin tuzilishi (xinolin + xinnuklidin). Tipik xato: tuz holini organik erituvchiga o‘tadi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xinin zaharlanishi qanday holatlarda sud-kimyo ob’ekti bo‘ladi? Doskada: 3 yo‘nalish: dori, abort, zaharlanish. Tipik xato: xininni faqat bezgakka qarshi dori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xlorid ioni nega sifat reaksiyani buzadi? Doskada: flyuoressensiya rang o‘zgarishi: zangori -&gt; binafsha. Tipik xato: eritmani xlorid kislotada tayyorlash — sulfat kislota ishlatiladi.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antipirin xalaqit beradi? (ular ham brom bilan reaksiyaga kirishadi — kitob faqat xalaqitni qayd etadi.) Doskada: reaksiya sxemasi. Tipik xato: ortiqcha brom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talleyoxin va eritroxin reaksiyalari qanday farqlanadi? (yashil ekstrakt / pushti rang.) Doskada: rang jadvali. Tipik xato: eritroxin rangini yashil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pH=4,6 aniq saqlanishi shart? Doskada: sxemani chizing. Tipik xato: pH ni ko‘rsatilgan qiymatdan chetga chiqarish — kompleks hosil bo‘lishi o‘zgaradi.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oddiy taqsimlovchi xromatografiyadan farqi nimada? Doskada: gel zarrachasi va g‘ovak chizmasi. Tipik xato: gel-xromatografiyani adsorbsion usul deb bilish — asosiy omil molekula hajmi.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katta molekula nega birinchi chiqadi? Doskada: kolonka va chiqish tartibini chizing. Tipik xato: kichik molekula birinchi chiqadi deb yozish. Kolonkali va yupqa qatlamli ikki usul bor (kitob 121).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qattiq gelning kamchiliklari nima? (gidroksil guruhlari va yuviluvchanlik.) Doskada: jadvalni to‘ldiring. Tipik xato: yumshoq gelni bosimli YuSSX da ishlatish — yumshoq gel deformatsiyalanadi.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erituvchi yopishqoq bo‘lmasligi kerak? Doskada: kolonkani to‘ldirish bosqichlari. Tipik xato: kolonka diametrini kichraytirish.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kuchsiz asos ekanligi ajratish sxemasiga qanday ta’sir qiladi? (kislotali va ishqoriy ajralmalarni ikkalasini tekshiring.) Doskada: eruvchanlik. Tipik xato: papaverinni faqat ishqoriy ajralmadan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papaverin narkotik hisoblanmaydi? (kitob: narkotik ta’sirga ega emas.) Doskada: ahamiyat va ajratish. Tipik xato: eng yuqori dozani halokatli doza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rangli va kristall reaksiyalardan qaysi biri ishonchliroq? Doskada: 3 reaksiya. Tipik xato: Marki reaktivi (formalin + H2SO4) rangini morfin bilan aralashtirish — bu ma’ruzada faqat papaverin uchun qizil rang qayd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Sobolev reaksiyasi ikki bosqichining ma’nosi nima? (kondensatsiya, so‘ng oksidlanish.) Doskada: bosqichlar. Tipik xato: Rf ni boshqa tizim bilan taqqoslash: kitobda tizim «kodeinda berilgan sistemada» deb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kuchsiz asoslar reekstraksiyada yo‘qoladi? Doskada: kuchsiz asoslar ro‘yxati. Tipik xato: narkotin uchun mavjud bo‘lmagan ko‘rsatkichlarni (Rf, UB) o‘zingizcha qo‘shish. Hisobot: syllabus sarlavhasidagi narkotin kitoblarda faqat shu kontekstda tilga olingan.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issiqlikka chidamsiz moddalar uchun YuSSX GX dan nima bilan ustun? Doskada: asbob qismlari. Tipik xato: YuSSX ni faqat uchuvchan moddalar uchun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nasos bosimi nega yuqori bo‘lishi kerak? (5-10 mkm zich sorbent.) Doskada: 5 qismli sxema. Tipik xato: «20-250» ni 250°C deb o‘qish. Kitobda: «20-250» (OCR: daraja belgisi «0» bo‘lib chiqqan) — 20-25 °C.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254 nm detektor qaysi moddalar uchun qulay? Doskada: detektor turlari. Tipik xato: normal faza va teskari faza elyuentlarini almashtirish: gidrofob guruhli sorbentda suvli-spirtli elyuent.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balandlik emas, yuza hisoblanadi? Doskada: xromatogramma cho‘qqisi. Tipik xato: faqat chiqish vaqti bo‘yicha miqdorni baholash. Kitobda yana: mutlaq kalibrlash yoki ichki standart (GX kabi) usullari.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Rf qiymatlari nega bir xil tizimda emas? Doskada: jadvalni yozing. Tipik xato: turli tizimlardagi Rf ni to‘g‘ridan-to‘g‘ri solishtirish: atropin va skopolamin tizimi kitobda ko‘rsatilmagan, xinin (efir - aseton - ammiak) va papaverin (kodein tizimi) boshqa. Bu slaydda 4 band bor, chunki jadval ma’lumotni bandlarga bog‘laydi.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Vitali-Moren manfiy chiqsa nima qilamiz? (atropin yo‘q; tahlil to‘xtatiladi.) Doskada: bosqichlar. Tipik xato: bitta reaksiya bilan tugatish. Bu umumlashtirma: har bir band kitobdagi aniq bo‘limlardan.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dars boshidagi savollarga qayting. Doskada: 3 ta xulosa. Tipik xato: reaksiya ranglarini yodlamaslik. Nazorat savollari: Vitali-Moren, talleyoxin, gel-xromatografiyada chiqish tartibi.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Tropan, xinolin va izoxinolin alkaloidlari: atropin, giostsiamin, skopolamin, xinin, papaverin, narkotin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tropan va xinolin hosilasi alkaloidlari; toksikologik ahamiyati va tahlil usullari: atropin, giostsiamin, skopolamin va xinin.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mikrokristalloskopik tahlil; atropin, giostsiamin, skopolamin, xinin; gel xromatografiyasi.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ma’ruzada papaverin, gel xromatografiya va yuqori samarali suyuqlik xromatografiyasi (YuSSX) ham yoritiladi.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108, 121-125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Guruh tavsifi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Atropin: tropin spirti va trop kislotadan hosil bo‘lgan murakkab efir; belladonna o‘simligidan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Skopolamin: skopin va trop kislotadan tashkil topgan murakkab efir; bangidevona o‘simligida uchraydi.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Xinin: xinolin va xinnuklidin hosilasi; xin daraxti po‘stlog‘idan olingan.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Papaverin: 1884 yilda opiy tarkibida aniqlangan alkaloid.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117, 118, 119, 122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tuzilishi va giostsiamin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- tropin spirti va trop kislotasidan hosil bo‘lgan murakkab efir (belladonna o‘simligidan).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izomeri giostsiamin faqat polyarizatsiyalangan nurni chapga burishi bilan farqlanadi.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Giostsiamin ishqor va yuqori harorat ta’sirida optik xususiyatini tez yo‘qotib, atropinga aylanadi.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eruvchanlik va tibbiyotda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organik erituvchilarda yaxshi, suvda yomon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sulfat tuzi suvda yaxshi eriydi, organik erituvchilarda deyarli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Tibbiyot: oshqozon va 12 barmoqli ichak yarasi, xolesistit, o‘t pufagi toshlari, bronxial astma, yo‘g‘on ichak va peshob kanali spazmlari.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Oftalmologiyada ko‘z tubini ko‘rish uchun qo‘llaniladi.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malaka materialidagi ko‘rsatkichlar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Formulasi C17H23NO3, molekulyar massasi 289.4; antixolinergik preparat.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Suyuqlanish harorati 114° dan 118°C gacha; pKa 9,9.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Eruvchanligi: suvda yomon (1:400), xloroformda (1:1), dietil efirida (1:60), etil spirtida (1:1).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№024 (TFI Toksikologik kimyo kafedrasi)., 9-ma’ruza: Tropan hosilasi alkaloidlari. Atropin, betlar: slayd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zaharlanish alomatlari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Alomatlar atropin uchun xarakterli: avval asab tizimi qo‘zg‘olishi: talvasa, harakat tezlashishi, beixtiyor gapirish va kulgu.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Keyin parasimpatik nerv oxirlari paralichlanadi: ko‘z qorachig‘i kengayadi, burun quriydi, xurrak otish, teri qurishi va qizishi.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Bolalar belladonna mevasini va ituzumni ko‘p iste’mol qilganda baxtsiz hodisalar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patologoanatomik tekshirish xarakterli 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so‘rilish, saqlanish va metabolizm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shilliq pardalar, teri va ichak orqali yaxshi shimiladi; bir qismi qonga so‘riladi, ikkinchi qismi zardob oqsillari bilan birikadi.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saqlanishi to‘g‘risida ma’lumotlar har xil: tez parchalanadi degan fikr ham, 3 hafta yoki 2 yilgacha saqlanadi degan fikr ham bor.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trop kislota va tropin spirtigacha parchalanadi; organizmga tushgan atropinning 50% o‘zgarmagan holda peshob orqali ajraladi.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Atropinni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ishqoriy muhitda organik erituvchilar bilan ekstraksiya qilinib ajratib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Ashyoviy dalildan nordonlashtirilgan suv yoki spirt yordamida, ishqoriy muhitda ajratib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Nordonlashtirilgan suv/spirt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muhit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erituvchi: ekstraksiya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Atropinni ajratish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117; Malaka materiali №024 (TFI Toksikologik kimyo kafedrasi)., 9-ma’ruza: Tropan hosilasi alkaloidlari. Atropin, betlar: slayd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Vitali-Moren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 + konts. HNO3 qizdirilsa, efir kabi trop kislota va tropinga parchalanadi.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Sariq rangli trop kislotaning nitrohosilasi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 (aseton ishtirokida) ta’sirida binafsha rangli birikma hosil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Atropin + konts. HNO3, qizdirish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Nitro trop kislota (sariq)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 ta’siri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Binafsha rangli birikma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Vitali-Moren bosqichlari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117, 117-118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Vitali-Moren: nospetsifiklik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atropin uchun xarakterli emas: tarkibida benzol halqasi bor azotli birikmalar (giostsiamin, skopolamin, strixnin, apomorfin) ham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manfiy bo‘lsa, atropin yo‘qligidan dalolat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Musbat reaksiya qo‘shimcha tasdiqlovchi reaksiyalarni talab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kristall reaksiyalar, YuQX, 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Reyneke tuzi [(NH4)Cr(NH3)2(SCN)4] bilan romb shaklidagi pushti kristallar; pikrin kislota bilan to‘g‘ri burchakli plastinkalar.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Rf=0,26±0,01.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UB-spektr: spirtda maksimumlar 252, 258 va 264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Atropin: farmakologik va rangli reaksiya,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Farmakologik tekshiruv: atropin tajriba hayvonlarining ko‘z qorachig‘ini kengaytiradi.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p-Dimetilaminobenzaldegid va konsentrlangan H2SO4 bilan qizil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FEK (shu qizil rang asosida) va UB-spektr bo‘yicha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Skopolamin: manba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Skopolamin bangidevona o‘simligida uchraydi; skopin va trop kislotadan tashkil topgan murakkab efir.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skopolamin bromid holida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quyuq qiyomsimon modda: organik erituvchilarda yaxshi eriydi; tuzi suvda, spirtda yaxshi eriydi, efir va xloroformda erimaydi.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erituvchilar bilan ishqoriy muhitda (pH=8-10) ajratib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Skopolamin: ta’siri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kabi ko‘z qorachig‘ini kengaytiradi, shilliq parda mushaklarini bo‘shashtiradi, bezlar sekretsiyasini susaytiradi.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«Aeron» tabletkasi qusishga qarshi va tinchlantiruvchi dorilar tarkibiga kiradi.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Organizmda oqsillar bilan yaxshi birikadi, qisman gidrolizlanadi.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Asosan jigarda parchalanadi va peshob bilan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118, 119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Skopolaminni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Reaksiyalari atropinga o‘xshash; farqli reaksiyalari quyidagilar.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Oltin bromvodorod kislota bilan arrasimon shaklli jigar rangli bromaurat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Reyneke tuzi bilan atropinga o‘xshash kristallar; Dragendorf reaktivi bilan qo‘ng‘ir rangli ninasimon kristallar.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Rf=0,44±0,01; UB va IQ-spektr bo‘yicha aniqlash mumkin; miqdori ekstraksion fotometrik usulda.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manba va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 alkaloidi xinolin va xinnuklidin hosilasi bo‘lib, xin daraxtining po‘stlog‘idan olingan; 1944 yilda sintez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 holida rangsiz, nihoyatda achchiq ta’mli kristall: suvda yomon, organik erituvchilarda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Tibbiyotda xinin xlorid, digidroxlorid va sulfat tuzlari qo‘llaniladi: suvda yaxshi eriydi, achchiq.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muhitda (pH=9-10) organik erituvchi qatlamiga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ta’siri va qo‘llanilishi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Ko‘p miqdorda qabul qilinsa, bachadonni keskin qisqartiradi; ayollar shu sababli abort uchun ishlatganlar va baxtsiz holatlar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Markaziy asab tizimini va yurak urishini susaytiradi, bosh og‘rig‘i, bosh aylanishi chaqiradi, ko‘rish qobiliyatini susaytiradi.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Bezgakka qarshi preparat; akusherlikda tug‘ish faoliyatini qo‘zg‘atish va kuchaytirish uchun ham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metabolizm va flyuoressensiya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Xinolin va xinnuklidin yadrolarining oksidlanishi: 2-oksixinin, dioksixinin va boshqalar; metabolitlar va bog‘lanmagan xinin peshob bilan chiqadi.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Sulfat kislotadagi eritmaga UB nur tushirilsa, tiniq zangori flyuoressensiya ko‘rinadi; xlor ioni uni kamaytiradi.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Ammiak (pH=9) qo‘shilganda zangori rang yo‘qolib, binafsha flyuoressensiya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talleyoxin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bromli suv va ammiak ta’sirida xloroformga o‘tuvchi yashil talleyoxin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Reaksiyaga ortiqcha brom, antipirin, amidopirin xalaqit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1967 yil talleyoxin elementar tahlil, IQ- va UB-spektr bilan o‘rganilib, kimyoviy formula taklif etilgan.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Xinin + bromli suv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ammiak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Yashil talleyoxin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Talleyoxin reaksiyasi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eritroxin, YuQX va 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Eritroxin: bromli suv va sariq qon tuzi, so‘ng ammiak bilan ishqoriy muhit: pushti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efir - aseton - ammiak (40:20:2); tasdiqlovchi reagent Dragendorf; Rf=0,39.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UB-spektr: spirtda maksimumlar 236, 278, 332 nm.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Xinin: ekstraksion-fotometrik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 kislotali bo‘yoq tropeolin 00 bilan pH=4,6 da tropeolinat kompleksi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 xloroformga o‘tadi; metil spirt va H2SO4 da gidrolizlanib, malina rangli tropeolin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Rang intensivligi xinin miqdoriga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Xinin + tropeolin 00 (pH=4,6)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 bilan ekstraksiya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Gidroliz: metil spirt, H2SO4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Malina rang: FEK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Miqdori: tropeolin 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xromatografiya: tamoyili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Gel-xromatografiyada qo‘zg‘aluvchi va qo‘zg‘almas faza sifatida bir xil erituvchi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Oqim bo‘ylab harakatlanuvchi erituvchi qismi qo‘zg‘aluvchi faza, gel g‘ovaklariga shimilgan qismi qo‘zg‘almas faza vazifasini bajaradi.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Gellar birinchi bo‘lib 1959 yilda Porat va Flodinlar tomonidan suyuq aralashmalar uchun qo‘llangan.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xromatografiya: ajralish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Kichik hajmli molekulalar gel g‘ovaklariga shimilib ushlanib qoladi, yirik molekulalar zarrachalar orasidan erituvchi bilan birga harakatlanadi.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Avval yirik hajmli molekulalar yuviladi, kichiklari ulardan so‘ng yuviladi.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sodda, tez va boshqa xromatografik turlarga nisbatan ancha yengil sharoitda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adsorbsiya va kimyoviy omillar ham ta’sir etadi; ular sharoit tanlashda hisobga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Yumshoq gellar erituvchini shimib shishadi (sefadeks, poliakrilamid, kraxmal).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Yarim qattiq gellar bo‘ktirilganda hajmi 1,1-1,8 barobar oshadi; stirogellar.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gellar (silikagel, g‘ovakli shisha) hajmini o‘zgartirmaydi.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069"/>
                <a:gridCol w="366090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Yumshoq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Sefadeks, poliakrilamid, kraxmal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Yarim qattiq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Stirogellar, polivinilatsetat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Qattiq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Silikagel (porasil), g‘ovakli shisha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Gel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121-122, 122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Gel xromatografiya: erituvchi va kolonka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Erituvchi aralashmani eritishi, gel sirtini ho‘llashi, unga shimilmasligi kerak; yumshoq gel uchun gelni shishirishi zarur; yopishqoq bo‘lmasligi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Yumshoq gel avval ajratish erituvchisida bo‘ktirilib shishiriladi; yarim qattiq gel suspenziya (bo‘tqa) holida to‘ldiriladi.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 ichki diametri 8-10 mm; 50 mm gacha kattalashtirish samaradorlikni oshiradi, kichraytirish tavsiya etilmaydi.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manba va fizik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1884 yilda opiy tarkibida aniqlangan, opiyda 0,1-1,5% atrofida uchraydi; sintezlab olingan.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Asos: romb yoki igna shaklidagi rangsiz kristall, suyuqlanish harorati 147 °C; suvda erimaydi, issiq spirt va xloroformda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Kuchsiz asos xossali: ba’zan kislotali sharoitda ham xloroform qavatiga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Papaverin gidroxlorid: oq kukun, suvda (1:40) yaxshi; suyuqlanish harorati 225-226 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122, 123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toksikologik ahamiyati va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tomirlarini kengaytiradi, spazmolitik ta’sir; ko‘proq miqdorda sedativ; narkotik ta’sirga ega emas.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 ta’siri morfinga nisbatan kuchsiz, eng yuqori dozasi 0,1 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Metabolizm asosan metil radikallarini demetillanishi: fenol birikmalar glyukuronidlar holida peshob bilan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Ajratishda ham kislotali, ham ishqoriy muhitda olingan xloroformli eritmalardan qidirish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aniqlash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Marki, Frede va Erdman reaktivlari bilan xarakterli qizil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0,1 n HCl da eritilgan qoldiqqa 10% kadmiy xlorid tomizilsa, rangsiz kub shaklidagi plastinkalar kristallari.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Yod eritmasi bilan qizil rang; sezgirligi 0,1 mkg.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Papaverin: Sobolev reaksiyasi va spektrlar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Marki reaktivi ta’sirida metilenbis-papaverin hosil bo‘ladi; brom suvi bilan oksidlanib, ammiak qo‘shilsa barqaror binafsha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juda sezgir va papaverin miqdorini ashyoviy dalilda aniqlash uchun ham tavsiya etilgan.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(kodeindagi tizimda) Rf=0,75; UB (0,1 n HCl): 250, 284, 310 nm; IQ: 1507, 1068, 1273 sm-1.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123, 123-124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Papaverin va narkotin: kuchsiz asoslar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sharoitda olingan ajralma kuchsiz asos xossali alkaloidlar (kofein, teobromin, teofillin, papaverin, narkotin, strixnin) uchun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Qayta ekstraksiyalab tozalashda kuchsiz asos xossasiga ega moddalar (purin hosilalari, narkotin, promedol, antipirin va amidopirin) yo‘qotib qo‘yiladi.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Kitobda narkotin bo‘yicha alohida bo‘lim, reaksiya yoki spektr ko‘rsatkichlari berilmagan.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96, 89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tamoyili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Qo‘zg‘aluvchan faza (elyuent) kolonkadagi sorbentdan katta tezlikda yuqori bosim ostida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yuqori va quyi molekulali, issiqlikka chidamsiz moddalarni ajratish, chinligi va miqdorini aniqlashga imkon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 qismlari: yuqori samarali kolonka, dozator, yuqori bosimli nasos, yozuv qurilmali detektor, mikroprotsessor.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asbob tuzilishi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Nasos elyuentni doimiy tezlikda yetkazadi: 200-500 atm gacha; mikrokolonkali xromatograflarda 1-20 atm 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 po‘lat yoki shishadan: 10-25 sm, ichki diametri 0,3-0,8 sm; zarracha 5-10 mkm.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Kolonka harorati ±0,1 °C aniqlikda ushlanadi; ajratish ko‘pincha 20-25 °C da olib boriladi.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Elyuent idishi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Nasos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Namuna kiritish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Kolonka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Detektor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YuSSX qismlari (3-rasm)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detektorlar va adsorbentlar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Detektorlar: refraktometrik yoki flyuorimetrik, to‘lqin uzunligi o‘zgaruvchan (190-900 nm) yoki o‘zgarmas (ko‘pincha 254 nm) spektrofotometrik, mass-spektrometrik.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Adsorbent: gidroksil guruhli silikagel, funksional guruh bilan ishlangan silikagel, aluminiy oksidi, polimerlar.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Silikagelda elyuent uglevodorodlar, gidrofob guruhli silikagelda quyi spirtlar yoki atsetonitril saqlagan suvli eritmalar.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124, 124-125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YuSSX: ajratish turlari va natijani baholash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Juft-ion xromatografiya tuz, kislota va asos ko‘rinishidagi organik birikmalarni, ion-almashinish xromatografiyasi anion va kationlarni ajratadi.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 xil muhitda moddaning kolonkadan chiqish vaqti bir xil va doimiy: bu chinligini aniqlashda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Miqdoriy tahlilda cho‘qqi yuzalari hisoblanadi, chunki cho‘qqi yuzasi modda miqdoriga to‘g‘ri mutanosib.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125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Taqqoslash: YuQX va UB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Atropin: Rf=0,26±0,01; UB 252, 258, 264 nm (spirt).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Skopolamin: Rf=0,44±0,01; xinin: Rf=0,39 (efir - aseton - ammiak 40:20:2).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UB: xinin 236, 278, 332 nm (spirt); papaverin 250, 284, 310 nm (0,1 n HCl), Rf=0,75.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UB max,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Atropin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0,26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252, 258, 264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Skopolamin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0,44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kitobda 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Xinin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0,39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236, 278, 332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Papaverin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0,75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250, 284, 310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va 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118, 119-120, 120-123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tahlil sxemasi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muhitda organik erituvchi bilan ajratish (skopolamin pH=8-10, xinin pH=9-10).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Tasdiqlash: cho‘ktiruvchi reaktivlar, Vitali-Moren, kristall reaksiyalar, talleyoxin, eritroxin.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YuQX, UB- va IQ-spektr, YuSSX; miqdori FEK, UB-spektr, ekstraksion fotometriya.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ekstraksiya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Kimyoviy reaksiyalar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UB / IQ / YuSSX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Miqdori: FEK, SF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Tahlil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117-119, 117-120, 118-125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Atropin va giostsiamin tropin spirti va trop kislota efirlari; Vitali-Moren reaksiyasi nospetsifik, lekin manfiy natija atropin yo‘qligini bildiradi.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Xinin: zangori flyuoressensiya, talleyoxin (yashil) va eritroxin (pushti) reaksiyalari; miqdori tropeolin 00 bilan ekstraksion fotometriya.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Gel-xromatografiya molekula hajmi, YuSSX yuqori bosim va detektor bilan ajratadi; papaverin Sobolev reaksiyasi bilan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117-118, 119-120, 121-125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Xinin uchun xlor ioni flyuoressensiyani kamaytiradi; ammiak (pH=9) qo‘shilganda zangori rang yo‘qolib, binafsha flyuoressensiya hosil bo‘ladi.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Gellar birinchi bo‘lib 1959 yilda Porat va Flodinlar tomonidan suyuq aralashmalar uchun qo‘llangan.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Papaverin opiy tarkibida 0,1-1,5% atrofida uchraydi, 1884 yilda aniqlangan va narkotik ta’sirga ega emas.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Giostsiamin atropindan faqat nurni chapga burishi bilan farqlanadi va ishqor ta’sirida atropinga aylanadi.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Tropan, xinolin va izoxinolin alkaloidlari: atropin, giostsiamin, skopolamin, xinin, papav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89, 96, 108, 117-125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№024 (TFI Toksikologik kimyo kafedrasi). 9-ma’ruza: Tropan hosilasi alkaloidlari. Atropin, giostsiamin, skopolamin, kokain; xinin (2012).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