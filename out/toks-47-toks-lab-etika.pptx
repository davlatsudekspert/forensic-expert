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ekspertiza kimga va nima uchun kerak? Doskada: reja va ikki maqsad. Eslatma: kitobda bu mashg‘ulot uchun alohida «maqsad» va «kutilayotgan natijalar» bandi berilmagan (toks 167 faqat reja keltiradi); amaliy qism sud-kimyo ma’ruzasi (toks 13-17) va etika bandlari (toks 167-168) asosida tuzildi. Tipik xato: ekspertizani faqat laboratoriya tahlili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«sifat» va «miqdor» so‘zlari nima uchun alohida yozilgan? Doskada: uchta savol — bor-yo‘qligi, sifati, miqdori. Tipik xato: ekspertiza faqat sud-tergov uchun deb o‘ylash; kitob tibbiy yordamni ham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qaror «nimaga tekshirish» ni ko‘rsatmasa, ekspert nima qiladi? Doskada: ikki turni solishtiring. Tipik xato: «67» sonini boshqa ro‘yxat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byuro nima uchun Markazga aylantirilgan? (Kitob sababni aytmaydi.) Doskada: 2009 - 2010 - 2018 xronologiyasi. Tipik xato: Bosh byuro va Markazni ikki alohida tashkilot deb bilish. Eslatma: SSV buyruqlarining raqamlari kitoblarda va malaka materiallarida farq qiladi, shu sababli bu slaydga kiritilmadi; amaldagi tahrir lex.uz da tekshiriladi.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xil bo‘ysunish nima uchun kerak? Doskada: sxema. Tipik xato: Bosh ekspertni faqat ilmiy muassasaga bo‘ysunadi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sud-kimyo bo‘limi qaysi bo‘linma bilan birga ishlaydi? Doskada: 6 bo‘lim ro‘yxati. Tipik xato: sud-biologik va sud-gistologiya bo‘limlarini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qabul qilish xonasida seyf va sovutgich kerak? Doskada: besh xonani ketma-ket chizing. Tipik xato: reagent xonasini ashyoviy dalil xonasi bilan birlashtirish.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xona nega surg‘uchlanadi? (Kitob sababini aytmaydi — ruxsatsiz kirishdan himoya sifatida o‘qituvchi izohlaydi.) Doskada: uch lavozim. Tipik xato: laborantni ekspert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«qanday sharoit bo‘lishiga qaramasdan» iborasi nimani anglatadi? Doskada: 4 vazifa. Tipik xato: malaka oshirish davriyligini 3 yil deb yozish — kitobda har 5 yil.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qo‘shimcha material nima uchun talab qilinadi? Doskada: 3 huquq. Tipik xato: huquqni majburiyat bilan aralashtirish: majburiyatlar keyingi slaydda.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ekspert natijani buyurtmachidan boshqa kishiga aytsa nima bo‘ladi? (Qonun matni bunga haqli emasligini aytadi; javobgarlik turini toks 16 «ma’muriy javobgarlik» deb ko‘rsatadi.) Doskada: majburiyat/taqiq ustunlari. Manba: malaka №047 — Qonun matni (kirill yozuvidan o‘zbek lotiniga o‘girilgan); toks kitobida bu ro‘yxat to‘liq berilmagan. Tipik xato: huquq va majburiyatlarni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jabrlanuvchining qarindoshi ekspertga savol bersa, ekspert qanday javob beradi? Doskada: «to‘g‘rilik - haqqoniylik - haqgo‘ylik». Tipik xato: deontologiyani faqat «odob» deb tushunish; kitobda u ishni to‘liq aniqlash qonuniyatlarini o‘rgatuvchi bilim deb ta’riflangan.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sir qanday hollarda rozilik siz berilishi mumkin? (Keyingi slaydga qarang.) Doskada: «sir -&gt; rozilik -&gt; istisnolar». Tipik xato: sirni faqat tashxis bilan cheklash: kitobda murojaat faktining o‘zi ham sirga kiradi.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«yalpi zaharlanish» holatida nega sir cheklanadi? Doskada: 4 holat ro‘yxati. Tipik xato: istisnolarni ro‘yxatsiz kengaytirish: kitob aniq holatlarni sanaydi. Eslatma: kitobdagi «22-bandda belgilangan holatlar» havolasi ro‘yxatda mavjud emas (ro‘yxat 20 bandgacha) — kitobda noaniqlik.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tergovchi ekspertdan «kerakli» xulosa so‘rasa, ekspert nima qiladi? Doskada: «rad etish + xabar berish». Tipik xato: bosimga duch kelganda jimgina bo‘ysunish.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ish daftari va aktdagi yozuv haqqoniyligi nima uchun muhim? Doskada: «xulosa - hujjat - haqqoniylik». Tipik xato: noaniq xulosani «ehtiyotkorlik» deb oqlash — kitob noaniq xulosani ham taqiqlaydi.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ijtimoiy tarmoqdagi maslahat uchun ekspert qanday javob beradi? Doskada: 4 talab. Tipik xato: kasbiy rivojlanishni ixtiyoriy deb bilish — kitobda «kerak»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nojo‘ya ta’sir aniqlansa, kimga xabar beriladi? Doskada: 4 talab. Tipik xato: bu bandlarni faqat shifokorlarga tegishli deb hisoblash; kitob «tibbiyot xodimi»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talaba hujjatlar to‘plamini sanab beradi va qabul qilish tartibini ketma-ket aytadi. Muhokama: o‘ram buzilgan bo‘lsa, tekshiruv nima uchun akt tuzilgandan keyin boshlanadi? Tipik xato: o‘ram buzilganda ob’ektni qabul qilmaslik; kitob bu holda akt tuzib, so‘ng tekshirishni aytadi. Ekspert olgan ashyoviy dalilni tekshiruv boshlashdan tugatguncha saqlashga javobgar (toks 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daftarlar raqamlanadi va shnurlanadi? (Kitob sababini aytmaydi; o‘qituvchi tuzatish va varaq almashtirishdan himoya sifatida izohlaydi.) Doskada: 3 jurnal nomi. Tipik xato: ish daftari bilan akt daftarini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akt ish daftari asosida yoziladi? Doskada: 4 qismni ketma-ket yozing. Tipik xato: aktni ish daftarisiz, xotira asosida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talaba kirish qismi uchun maydonlar ro‘yxatini to‘ldiradi. Muhokama: tashqi ko‘rinish qismida pH nima uchun yoziladi? Doskada: kirish qismi maydonlari. Tipik xato: tashqi ko‘rinish qismiga kimyoviy reaksiyalarni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Kutilayotgan natija: talaba xulosa qismini namunaviy tartibda yozadi: avval topilganlar (mg/100 g), keyin manfiy natijalilar. Muhokama: nega aktda formula va muallif nomi bo‘lmaydi? (Kitob sababini aytmaydi.) Doskada: xulosa qismi shabloni. Tipik xato: miqdorni 100 g emas, butun ob’ekt uchun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spirtli ob’ektlar uchun muddat qisqa (1 oy)? (Kitob sababini aytmaydi.) Doskada: muddatlar jadvali — 1 yil, 1 yil, 1 oy. Tipik xato: barcha ob’ektlar uchun bitta muddat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«manfiy natija» nimani anglatadi va nimani anglatmaydi? Doskada: 5 holat (chiqib ketish, metabolizm, parchalanish, birikish, past sezgirlik). Tipik xato: manfiy natijani «zahar bo‘lmagan»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metallar tabiiy bo‘lsa, ularni qanday baholaymiz? (Miqdoriy tahlil.) Doskada: 4 sabab. Tipik xato: aniqlangan moddani avtomatik «zaharlanish sababi»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akt qismlari, jurnallar va 3 etik qoidani yozadi. Muhokama: darsning 3 asosiy xulosasini ayting. Doskada: raqamlar - 5 xona, 3 jurnal, 4 qism, 16 bo‘lim. Tipik xato: raqamlarni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savolga bittadan misol keltiring. Doskada: 4 savol. Tipik xato: savollarga umumiy javob berish. Eslatma: kitob (toks 167) bu mashg‘ulot uchun nazorat savollarini alohida keltirmaydi; savollar o‘tilgan mavzulardan tuzildi.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Sud-kimyo ekspertizasi; sud kimyogarlari vazifalari, etika va deontologiya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rejasi va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2-laboratoriya mashg‘uloti: «Sud-kimyosi ekspertizasi. Sud-kimyogarlari, ularning vazifalari, etika va deontologiyasi».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sud kimyosi ekspertizasi; 2) sud kimyogarlari, ularning vazifalari, etika va deontologiyasi.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 asosan ikki maqsadga ega: sud-tergov xodimlariga yordam va zaharlanishning oldini olishda sog‘liqni saqlash xodimlariga yordam.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167,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nimani aniqlaydi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 kishi sog‘lig‘iga zarar yetkazuvchi yoki o‘limga olib keluvchi zaharli moddalar bor-yo‘qligini, sifatini va miqdorini aniqlash uchun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aholiga tibbiy yordamni yaxshilash va zaharlanishning oldini olishda tibbiyot xodimlariga ham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 kishiga tez tibbiy yordam ko‘rsatish maqsadida ekspertiza sud-tergov ko‘rsatmasi yoki shifoxonaning yozma ko‘rsatmasi bilan ham o‘tkazilishi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Yo‘llangan va yo‘llanmagan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Yo‘llangan tahlil sud-tergov xodimlari ko‘rsatmasi asosida bir yoki bir necha modda uchun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Yo‘llanmagan (umumiy) tahlil qarordagi 67 zaharli va kuchli ta’sir etuvchi moddaga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Qarorda modda ko‘rsatilmasa, vazirlik tasdiqlagan zaharli moddalarga tekshiriladi.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60"/>
                <a:gridCol w="3405814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Tahlil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Yo‘llangan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Ko‘rsatmadagi bir yoki bir necha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Yo‘llanmagan (umumiy)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Qarordagi 67 zaharli 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13,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ekspertizani tashkil etish «Sud ekspertizasi» to‘g‘risidagi Qonunga asoslanadi (2010 yil 1 iyundan kuchga kirgan).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Qonunni Qonunchilik palatasi 2009 yil 18 noyabrda, Senat 2010 yil 7 mayda tasdiqlagan.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Prezidentning 2018 yil 4 dekabrdagi PQ-4049-son qaroriga ko‘ra Bosh byuro Respublika sud-tibbiy ekspertiza ilmiy-amaliy markaziga aylantirildi.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Viloyatlar va Toshkent shahri byurolari Markazning filiallari sifatida qayta tashkil etildi.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Ekspertizani kim boshqaradi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va sud-kimyo ekspertizasini vazirlik qoshidagi Bosh sud-tibbiy ekspert boshqaradi.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Rahbarlik ishlari bo‘yicha u sog‘liqni saqlash vazirligiga yoki uning birinchi o‘rinbosariga bo‘ysunadi.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Ilmiy-amaliy ishlar bo‘yicha u sud-tibbiy ilmiy tekshirish ilmgohiga bo‘ysunadi.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Vazirlik (1-o‘rinbosar)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 sud-tibbiy ekspert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Ilmiy-amaliy: ilmgoh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Bo‘ysunish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Markaz bo‘limlari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Tashkiliy-uslubiy bo‘lim va sifat nazorati bo‘limi; murakkab ekspertizalar bo‘limi.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Tibbiy-kriminalistika bo‘limi (spektral va rentgenologik bo‘linma bilan).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Sud-biologik bo‘lim (DNKni molekulyar-genetik tekshiruv bo‘linmasi bilan).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 (biokimyo tekshiruv bo‘linmasi bilan) va sud-gistologiya bo‘limi.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bo‘limining xonalari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 kamida 5 xonaga ega bo‘lishi kerak; xonalar soni va vazifalari Bosh sud-tibbiy ekspert tasdiqlagan «Qoidalar»da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xona — ob’ektlarni qabul qilish va saqlash xonasi: maxsus sovutgich va temir seyf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Ikkinchisi — tekshiruv laboratoriyasi; uchinchisi — namuna tayyorlash va tashqi ko‘rinishni o‘rganish xonalari.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To‘rtinchisi — ishchi xonalar (kabinetlar); beshinchisi — reagentlar va boshqa materiallar saqlanadigan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14, 14-15,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rejimi va lavozimlar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Laboratoriyaning hamma xonalari ishdan so‘ng qulflanadi va surg‘uchlanadi.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dalillarni saqlash uchun alohida qurilgan sovuq xona va zahar moddalarni saqlash uchun alohida xonalar bo‘lishi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bo‘limida katta kimyogar (boshliq), kimyogar va laborant lavozimlari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kimyogarining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Sud-tergov organlari qarorlari asosida, ayrim hollarda sud-tibbiy ekspertlari va tibbiy muassasalar talabi bilan sud-kimyo ekspertizasini o‘tkazish.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Sud-tergov organlarining chaqirig‘iga binoan savollarga javob berish uchun qanday sharoit bo‘lishiga qaramasdan yetib borish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tugagach tahlil yakunini yozish shart (akt).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Dorishunoslik ixtisosi bo‘yicha oliy ma’lumotli bo‘lish, mutaxassislik kursini o‘tish va har 5 yilda malaka oshirish kursini o‘tish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Ekspert-kimyogarning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materiallari bilan tanishish va qo‘shimcha materiallarni talab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yuzasidan olib borilayotgan sud-tergov majlislarida bo‘lish.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Ekspertlar huquqlari sud-tibbiy ekspertlar huquqlari bilan tenglashtiriladi.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majburiyatlari (Qonun matni)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taqdim etilgan ob’ektlarni har tomonlama va to‘liq tekshiradi, savollar bo‘yicha asosli va xolis xulosa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Surishtiruv, tergov yoki sud chaqirig‘iga binoan shaxsan keladi va xulosasini tushuntirish uchun qo‘shimcha savollarga javob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munosabati bilan ma’lum bo‘lgan ma’lumotlarni oshkor qilmaydi; ob’ektlar va ish materiallarining saqlanishini ta’minlaydi.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Natijani ekspertizani tayinlagan organdan (shaxsdan) boshqa kishiga xabar qilishga, materiallarni mustaqil to‘plashga haqli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16-modda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Deontologiya va ekspert etikasi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Deontologiya yunoncha deon (zaruriy) va logos (o‘rganaman) so‘zlaridan: ishni to‘liq aniqlash maqsadi va qonuniyatlarini o‘rgatadigan bilim.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kimyogarining etikasi va deontologiyasi qonun va huquq normalari bilan teng va to‘g‘ridan-to‘g‘ri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Jabrlanuvchi yoki qarindoshlari bilan suhbatda ekspert ovozini ko‘tarmaydi, nafsoniyatga tegadigan va noo‘rin savollar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Ekspertdan to‘g‘rilik, haqqoniylik va haqgo‘ylik talab etiladi; voqea sabablarini maxfiy tutish uning kasb oldidagi burchidir.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 saqlash va javobgarlik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«Sog‘liqni saqlash qonuniyatlari asosi»ga ko‘ra ekspertiza ma’lumotlarini tarqatgan ekspertlar kasb burchini buzgani uchun ma’muriy javobgarlikka tortiladi.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Fuqaroning tibbiy yordam so‘rab murojaat qilgani, sog‘lig‘i holati va tashxisi tibbiyot xodimi sirini tashkil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sirni fuqaro yoki uning qonuniy vakilining roziligisiz oshkor qilish ruxsat etilmaydi (kitobda sanalgan holatlar bundan mustasno).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16, 167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Sirni rozilik siz berish mumkin bo‘lgan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Ahvoli og‘irligi sababli o‘z xohishini bildira olmaydigan fuqaroni tekshirish va davolash maqsadida.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Yuqumli kasalliklar tarqalishi, yalpi zaharlanish va zararlanish xavfi tahdid solganida.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Tergov yoki sud tekshiruvi munosabati bilan surishtiruv va tergov organlari, prokuratura va sudning so‘rovi bo‘yicha.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O‘n sakkiz yoshga to‘lmagan shaxsga yordam ko‘rsatilganda ota-onasini yoki qonuniy vakillarini xabardor qilish uchun; g‘ayriqonuniy harakat yoki baxtsiz tasodifdan zarar yetgan deb gumon qilishga asos bo‘lganda.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Bosim ostida ham qonunga rioya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 har qanday sharoitda, jismoniy va yuridik shaxslar bosim o‘tkazganda ham qonunga va axloqiy qoidalarga zid harakat qilishni rad etishi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Tekshirilayotgan yoki jinoyatga aloqadorlikda gumon qilingan bemorlarning jismoniy va psixologik holatiga (bevosita yoki bilvosita) tajovuzkorona ta’sir o‘tkazish taqiqlanadi.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Qiynoq, zo‘ravonlik yoki inson sha’nini kamsituvchi muomala sezilsa, bu haqda rahbarga va tegishli davlat organlariga xabar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Haqqoniylik va korrupsiyaga yo‘l qo‘ymaslik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xodimiga noto‘g‘ri va noaniq xulosa berish, shuningdek, firibgarlikning barcha turlari qat’iyan taqiqlanadi.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xodimlarining o‘zaro, farmatsevtlar hamda boshqa shaxslar bilan barcha ko‘rinishdagi noqonuniy kelishuvlar tuzishi va korrupsion munosabatlarga kirishishi taqiqlanadi.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Kasallik tarixi, hisobotlar, tibbiy va boshqa hujjat shakllarini to‘ldirishda beg‘araz va haqqoniy bo‘lish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Kasbiy bilim va hujjatlarga rioya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tibbiyot xodimi bilim va ko‘nikmalarini doim takomillashtirib borishi, malaka oshirishga ko‘maklashadigan tadbirlarda muntazam qatnashishi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Xodim kasbiy faoliyatiga tegishli barcha kodeks, qonun va qonun osti hujjatlari bilan tanishib chiqishi va ularga amal qilishi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Xodim mavjud barcha standartlar, protokollar va klinik tavsiyalardan xabardor bo‘lishi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Ommaviy axborot vositalari va internetdagi harakatlari hamda maslahatlari uchun xodim fuqarolar va tibbiyot jamiyati oldida to‘liq javobgar.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etik talablar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 bemorlarning shaxsiy va oilaviy hayotiga asossiz aralashishga haqli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Zamonaviy usullarni keng qo‘llashda har bir xodim bemorlar uchun eng yuqori darajadagi xavfsizlikni ta’minlashi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Dori vositalarining nojo‘ya ta’siri va asoratlari aniqlanganda rahbarga va vakolatli davlat organlariga xabar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Xodim o‘z kasbiga hurmatni susaytiradigan va sha’niga dog‘ tushiradigan harakatlardan o‘zini tiyishi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mashq 1: ashyoviy dalilni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 bayonnomasi, sud-tibbiy aktdan va kasallik tarixidan ko‘chirma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Ashyoviy dalil va u bilan yuborilgan hujjatlar laboratoriyaning ro‘yxatga olish jurnaliga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Agar ashyoviy dalil o‘rami buzilgan bo‘lsa, akt tuzilgandan keyin tekshiruv olib 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Qaror va ilova hujjatlar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Jurnalga yoziladi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Ekspertga topshiriladi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O‘ram buzilsa: akt tuziladi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Qabul qilish tartibi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hujjatlari: uchta jurnal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 laboratoriyalarida asosan 3 ta jurnal yuritiladi.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Ro‘yxatga olish jurnali 16 bo‘limdan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kimyogarining ish daftarida kundalik ekspertizaga tegishli butun hisob-kitoblar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tekshiruvi akti qo‘lyozma daftari ish daftariga o‘xshash raqamlangan, shnurlangan va muhrlangan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tekshiruvi akti: 4 qism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Tekshiruvning oxirgi bosqichi — tekshiruv aktini yoki ekspertiza xulosasini yozish.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 tekshirish natijalarini chuqur o‘rganib, ish daftariga yozilgan yozuvlar asosida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Akt 4 qismdan iborat.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 qismi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Tashqi ko‘rinish tavsifi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Kimyoviy tekshiruv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 xulosasi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Akt qismlari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Aktning kirish va tashqi ko‘rinish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Kirish qismida qaysi hujjat asosida va qaysi laboratoriyada tekshirilgani, ekspertning F.I.Sh., mansabi, darajasi va ish daftari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jabrlanuvchining F.I.Sh., yuborilgan ashyoviy dalillar, tekshiruv boshlangan va tugallangan vaqt, qanday zaharli moddalarga tekshirilishi lozimligi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ko‘rinish qismida ashyoviy dalilning to‘liq tashqi ko‘rinishi, o‘rami, idishi, muhrlanishi, o‘ramdagi yozuvlar, rangi, hidi, vazni va pH muhiti yoziladi.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Aktning kimyoviy tekshiruv va xulosa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tekshiruv qismi aktning asosiy qismi: fizik-kimyoviy usullar, reaksiyalar, reaktiv va moslamalar, miqdoriy hisoblar ish daftari asosida tartib bilan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Aktning bu qismida turli kimyoviy formulalar yozish yoki biror muallif nomini keltirish man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Xulosada avval topilgan zaharli moddalar ko‘rsatiladi; miqdori mg hisobida 100 g ashyoviy dalilga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So‘ngra to‘liq kimyoviy tekshirilgan va manfiy natija olingan zaharli moddalar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Aktni rasmiylashtirish va saqlash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qon va peshobda aniqlanganda akt ikki nusxada bosilib, ekspert-kimyogar tomonidan muhrlanadi va yozilgan vaqt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Aktga sud-tibbiy ekspertiza muhri bosiladi; bir nusxasi tegishli tashkilotga yuboriladi, ikkinchisi sud-tibbiy ekspertiza arxivida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Konservlangan ob’ekt 1 yilgacha saqlanadi; hujjatlar seyfda saqlanib, 1 yildan keyin tashlab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 saqlovchi ob’ektlar 1 oydan keyin tashlab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baholashda hisobga olinadigan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 o‘lim sodir bo‘lguncha organizmdan chiqarib yuborilishi yoki metabolitik o‘zgarishlarga uchrashi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 umuman parchalanib ketishi yoki boshqa moddalar bilan birikishi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 usulining sezgirligi past bo‘lgani uchun modda aniqlanmasligi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 aniqlanganda albatta miqdoriy tahlil o‘tkaziladi, chunki ayrim hollarda zararsiz moddaga xos reaksiyalar chiqib qolishi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Aniqlangan modda — har doim ham zahar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Jabrlanuvchi moddani dori sifatida iste’mol qilgan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Aniqlangan modda ob’ektda tabiiy holda bo‘lishi mumkin (masalan, metallar).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chirishi oqibatida tekshirilayotgan moddaga xos reaksiya beruvchi birikmalar hosil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muhitdan tekshirilayotgan ob’ektga biror modda qo‘shilib qolgan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ikki maqsadga xizmat qiladi: sud-tergovga yordam va zaharlanishning oldini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Hujjatlar: 3 jurnal va 4 qismli akt; saqlash muddatlari: konservlangan ob’ekt 1 yilgacha, hujjatlar 1 yil, spirtli ob’ekt 1 oy.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Etika: bosim ostida ham qonunga rioya, sirni saqlash, haqqoniy xulosa, noqonuniy kelishuvlarni rad etish.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13, 17, 167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 nima va qanday maqsadlarga xizmat qiladi; yo‘llangan va yo‘llanmagan tahlil.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bo‘limining xonalari, lavozimlari; sud kimyogarining vazifalari va huquqlari.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tekshiruvi aktining qismlari; jurnallar; ashyoviy dalil va hujjatlarni saqlash muddatlari.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xodimining etika va deontologiya qoidalari; tibbiyot xodimi siri.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13, 14-15, 16-17, 167-168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 laboratoriyalarida 3 ta jurnal yuritiladi; ro‘yxatga olish jurnali 16 bo‘limdan iborat.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Yo‘llanmagan (umumiy) sud-kimyo tahlili sog‘liqni saqlash vazirligi qaroriga kiritilgan 67 zaharli va kuchli ta’sir etuvchi moddaga o‘tkaziladi.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Konservlangan ob’ekt 1 yilgacha saqlanadi, spirt saqlovchi ob’ektlar esa 1 oydan keyin tashlab yuboriladi.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Deontologiya yunoncha deon (zaruriy) va logos (o‘rganaman) so‘zlaridan olingan.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ekspertizasi; sud kimyogarlari vazifalari, etika va deontologiya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13-17, 167-168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№047. «Sud ekspertizasi to‘g‘risida»gi Qonun matni.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