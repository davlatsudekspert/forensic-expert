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nega sud-gistologik tekshiruv alohida kamdan-kam tayinlanadi, ko‘pincha boshqa ekspertizalar ichida o‘tkaziladi? Doskada: 13-bob bo‘limlari (13.1–13.9) ro‘yxatini yozib, 13.6 ni belgilang. Tipik xato: sud-gistologik tekshiruvni doim alohida ekspertiza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Tezkor savol: ayblovni inkor etishga xizmat qiluvchi predmet ashyoviy dalil bo‘ladimi? Muhokama: hodisa joyida shifokor qanday vazifalarni bajarishi mumkin? Doskada: ashyoviy dalil turlari (qurol, iz, ob’ekt, boshqa) sxemasini chizing. Tipik xato: ashyoviy dalilni faqat jinoyat quroli deb tushunish.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7 daq. Muhokama: qon dog‘i va to‘qima bo‘lakchasi qaysi bo‘limlarda tekshiriladi? Doskada: jadvalni ko‘chirib, har bo‘limga bittadan misol qo‘shing. Tipik xato: sud-gistologik va sud-biologik bo‘limlarni aralashtirish (qon va maniy — sud-biologik, to‘qima bo‘lakchalari — sud-gistologik).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1) Shifokor hodisa joyida qanday yordam beradi? 2) Nega dalilni olish rasmiy tartibda tergovchi tomonidan bajariladi? Doskada: ikki ustun chizing — ‘shifokor mumkin’ va ‘ekspertlar bajaradi’. Tipik xato: talabalar klinitsist-shifokorni ekspertiza o‘tkazuvchi deb o‘ylaydi; aslida u faqat jalb qilinadi.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daq. Muhokama: 1) Dog‘ shakli qon qaysi yo‘nalishda harakatlanganini qanday ko‘rsatadi? 2) Sachrama izlar qanday holatlarda paydo bo‘ladi? Doskada: noksimon dog‘ni chizing va ensiz tomoni qayerga qarashini belgilang. Tipik xato: surtma va bosma izlarni aralashtirish — bosma izning shakli va o‘lchami jismning ta’sir yuzasiga mos keladi, surtma esa sirpanishdan hosil bo‘ladi.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daq. Muhokama: 1) Nega har safar kontrol namuna olinadi? 2) Nega yangi dokadan foydalanilmaydi? Doskada: ‘namuna — kontrol’ juftligini chizib, ikkalasi alohida o‘ralishini ko‘rsating. Tipik xato: namuna va kontrolni bitta o‘ramga solish; qor va tuproq usullari 305-betda (qor qoshiq bilan olinib xona sharoitida eritiladi, tuproq izlangan qalinlikda tarelkada quritiladi).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daq. Muhokama: 1) Nega taxminiy sinamalar hodisa joyida foydali, ammo ekspertizada yetarli emas? 2) Fenolftaleinda natija nega 10-15 soniyada baholanadi (bir daqiqadan keyingi rang inobatga olinmaydi)? Doskada: ikki ustunli sxema chizing: chapda taxminiy, o‘ngda ishonchli usullar. Tipik xato: benzidin yoki peroksid musbat bo‘lsa, qon borligi isbotlandi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1) Nega tekshiruv aynan shu tartibda boradi? 2) Qaysi qo‘shimcha savollar ish holatiga qarab qo‘yiladi? Doskada: to‘rt bosqichli zanjirni strelkalar bilan chizing. Tipik xato: bosqichlarni almashtirish yoki tur mansubligini o‘tkazib yuborib, guruhga o‘tish.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10 daq. Muhokama: 1) Nega DNK-tekshiruvi guruhiy tizimlarni taqqoslashdan ishonchliroq? 2) Qon dog‘i yoshi ma’lum bo‘lmasa, go‘dak va katta yoshli qonini farqlash qachon mumkin? Doskada: tur, guruh, jins, hudud, homiladorlik, yosh uchun usullar ro‘yxatini yozing. Tipik xato: qon dog‘ida homiladorlikni qat’iy aniqlash mumkin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1) Nega toza sohadan kontrol namuna olinadi? 2) Nima uchun benzidin sinamasi natijasi yakuniy dalil bo‘la olmaydi? Doskada chizish: «dog‘ topildi → namuna + kontrol → taxminiy sinama → ishonchli usul» zanjirini chizdiring. Tipik xato: talabalar musbat benzidin sinamasini qon borligining qat‘iy isboti deb hisoblaydi.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Savollarni og‘zaki, tez-tez so‘rang; har javobdan keyin bir talabadan sababini so‘rang. Muhokama: tushish balandligi oshganda dog‘ chetlari qanday o‘zgaradi? Doskada chizish: dumaloq va noksimon (undov belgisi) dog‘ni yonma-yon chizib, ensiz tomonni belgilang. Tipik xato: noksimon dog‘ning ensiz tomonini teskari tomonga ko‘rsatish.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1) Nima uchun jabrlanuvchidan ham qon va so‘lak namunasi olinadi? 2) Kontrol namuna qanday vazifani bajaradi? Doskada chizish: dog‘ ko‘rinishining materialga bog‘liqligini (singdiruvchi, singdirmaydigan, qon aralash) 3 ustunli ro‘yxat qilib yozing. Tipik xato: talabalar so‘lak namunasini guruhiy omillarni taqqoslash uchun olinadi deb adashadi; u ajratuvchanlik uchun.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1) Nega taxminiy usul qat‘iy dalil bo‘la olmaydi? 2) Kartoshka sharbati reaksiyasi qachon musbat hisoblanadi (maniy agglyutinatsiyani tormozlaydi)? Doskada chizing: taxminiy usullardan ishonchli usullarga o‘tish zanjirini. Tipik xato: spermatozoid qismlari (faqat bosh yoki dum) topilsa ham maniy bor deb xulosa qilish. Ultrabinafsha nurda sun‘iy matolar o‘zi ham o‘xshash nur berishi mumkinligini eslating.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1) Ajratuvchi emas shaxsning maniy dog‘ida qon guruhi antigeni nega topilmaydi? 2) Nega dog‘dan topilgan omil jabrlanuvchiniki bo‘lib chiqishi mumkin? Doskada chizing: Lyuis guruhlari va ularning ajratuvchanlik belgisi jadvalini. Tipik xato: Le (a- b-) guruhini ham ajratuvchi yoki ajratuvchi emas deb aniq baholash. Darslikda ajratuvchanlik Lyuis va Gm tizimlari orqali aniqlanishini eslating.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7 daq. Talabalar javobni avval o‘zlari aytsin, so‘ng oxirgi bandni oching. Muhokama: 1) Kontrol namuna nima uchun kerak? 2) Gumondordan nega qon va so‘lak olinadi? Doskada chizing: choyshabdan namuna olishdan xulosagacha ketma-ketlik. Tipik xato: azospermiyada ham morfologik usulni qo‘llash yoki xolin, spermin, nordon fosfatazadan birining topilishini yetarli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daqiqa. Muhokama: 1) Nega siydikda tur mansubligi aniqlanmaydi? 2) Najasda nega guruhni aniqlab bo‘lmaydi (oqsillar parchalangan)? Doskada: jadvalni ustunlar bo‘yicha o‘zlari chizsin. AVO — qon guruhi tizimi (ABO). Tipik xato: so‘lakni ham serin bilan, terni amilaza bilan aniqlash deb adashtirish. Ob’ekt va kontrolni birga o‘rashni xato deb ta’kidlang. Tezkor savol: ter dog‘ida qaysi aminokislota aniqlanadi?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7 daqiqa. Muhokama: 1) Timoq ostidan zarra topilsa, qanday savollar qo‘yiladi? 2) Nima uchun bo‘lak o‘lchami usul tanlashga ta’sir qiladi? Doskada: flow sxemani daftarga ko‘chirtiring va har bosqichga bitta usul yozdiring. Tipik xato: tur mansubligini guruh bilan aralashtirish — tur zardob bilan pretsipitatsiyada, guruh esa AVO bo‘yicha absorbsiya-elyusiyada aniqlanadi.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daqiqa. Muhokama: 1) Nima uchun kontrol tutam besh sohadan olinadi? 2) Sochni nima uchun pinset bilan olish kerak (qoplamalarni saqlash, shikast yetkazmaslik)? Doskada: bosh sxemasini chizib, besh sohani belgilang. Tipik xato: bitta joydan olingan sochni butun tana uchun yetarli deb hisoblash. Tezkor savol: tutam nechta toladan iborat bo‘ladi?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daq. Muhokama: 1) Nega soch ekanligi avval mikroskopda tasdiqlanadi? 2) Pigment joylashuvi odam va hayvonni ajratishda qanday yordam beradi? Doskada: soch sterjeni kesimini chizib, kutikula, po‘stloq va mag‘izni belgilang. Tipik xato: po‘stloq va mag‘iz qavatlarining qalinligini odam va hayvonda almashtirib aytish.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daq. Muhokama: 1) Yulingan va to‘kilgan soch ildizi qanday farqlanadi? 2) Nega soch bo‘yicha xulosa ehtimol ko‘rinishida beriladi? Doskada: kesilgan, uzilgan va ezilgan soch uchlarining sxemasini chizdiring. Tipik xato: soch bo‘yicha xulosani qat’iy yozish.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7 daq. Muhokama: 1) Transport vositasining qaysi joylaridan soch izlanadi? 2) Nega har joydan olingan sochlar alohida paketga solinadi? Doskada: namuna olinadigan besh soha (peshona, tepa, ikki chekka, ensa) sxemasini chizdiring. Tipik xato: sochni qo‘l bilan olish, turli joylarning sochini bitta paketga aralashtirish yoki natijani qat’iy deb yozish.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daqiqa. Muhokama: 1) Nega alohida sud-gistologik ekspertiza kam tayinlanadi? 2) Qaysi ekspertizalar doirasida gistologik tekshiruv o‘tkaziladi? Doskada chizish: markazda «sud-gistologik tekshiruv», atrofida to‘rt turdagi ekspertiza (birlamchi, qo‘shimcha, qayta, komission). Tipik xato: gistologik tekshiruvni doim alohida ekspertiza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7 daqiqa. Muhokama: 1) Jarohat hayotiyligini bilish ishda nima uchun muhim? 2) Muddatni aniqlash qaysi savolga javob beradi? Doskada chizish: jadvalning to‘rt qatorini talabalar o‘z so‘zlari bilan to‘ldirsin. Tipik xato: «hayotiylik» va «yetkazilish muddati»ni bitta vazifa deb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daqiqa. Muhokama: 1) Material olish kimning ko‘rsatmasi bilan amalga oshadi? 2) Chirigan murdada gistologik tekshiruvdan voz kechish mumkinmi? (Darslikka ko‘ra, chirish rad etishga asos bo‘lmaydi, 316-bet.) Doskada chizish: besh bosqichli zanjirni daftarga ko‘chiring. Tipik xato: tekshirilmagan materialni tashlab yuborish mumkin deb o‘ylash; u arxivda saqlanadi.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1) Chirigan murdadan material olish nega baribir zarur? 2) Tekshiruv o‘tkazilmasa material taqdiri qanday bo‘ladi? Doskada: «murda ekspertizasi → material olish → tekshiruv yoki birlamchi arxiv» zanjirini chizdiring. Tipik xato: talabalar chirishni tekshiruvni rad etish sababi deb hisoblaydi.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Savollarni og‘zaki, juftliklarda so‘rang. Muhokama: nima uchun qaror ekspert ixtiyorida? Doskada: 4 ta savolga qisqa javoblarni ro‘yxat qilib yozdiring. Tipik xato: «material faqat shubha bo‘lganda olinadi»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daq. Muhokama: 1) Nega gematoksilin-eozin hamma holatda majburiy? 2) Qaysi hollarda selektiv yoki maxsus usul kerak bo‘ladi? Doskada: blok → kesma → bo‘yash zanjirini chizing va jadvalni daftarga ko‘chirtiring. Tipik xato: selektiv bo‘yashni gematoksilin-eozin o‘rniga qo‘llash mumkin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daqiqa. Muhokama savollari: 1) Nega suv namunasi ham kerak? 2) Diatom tekshiruvi qaysi savolga javob beradi? Doskada chizing: «biomaterial + havza suvi → sud-gistologik bo‘lim → tirik/o‘lik holda tushgan» sxemasi. Tipik xato: talabalar tekshiruvga faqat to‘qima yuborish kifoya, deb o‘ylaydi.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7 daqiqa. Muhokama savollari: 1) Dalolatnomaning qaysi qismida tashhis beriladi? 2) Xavfli yuqumli kasallik topilsa, birinchi navbatda kimga xabar beriladi? Doskada chizing: dalolatnomaning to‘rt qismi zanjiri va xabar berish o‘qi. Tipik xato: talabalar dalolatnomani «xulosa» bilan chalkashtiradi, chunki bu yerda xotima yoziladi.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daqiqa. Muhokama savollari: 1) Nega arxiv saqlanadi? 2) Qaysi material eng qisqa muddat saqlanadi? Doskada chizing: 2 yil va 3 yil muddatli materiallar jadvali. Tipik xato: formalinli arxiv 2 yil, preparat va bloklar 3 yil ekanini chalkashtirish (2 ≠ 3). Eslab qolish: «Formalin — 2, preparat va blok — 3».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1) Chirigan murdadan material olish nega baribir kerak? 2) Tekshiruv o‘tkazilmagan material qayerda va qancha saqlanadi? Doskada: ikki ustunli ro‘yxat chizing (arxiv turi — muddat). Tipik xato: chirishni tekshiruvni rad etish sababi deb hisoblash; 2 yil va 3 yilni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daq. Muhokama: 1) Trassologik va ballistik tekshiruv qaysi jihati bilan o‘xshash? 2) Situatsion tekshiruv voqeani qayta tiklashda nima uchun kerak? Doskada: 5 ta tur va har birining maqsadini bir qatorda yozing (jadvalda situatsion tur yo‘q). Tipik xato: identifikatsion tekshiruvni tur mansubligi bilan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daq. Muhokama: 1) Nega dastlabki usul natijasi tasdiqlovchi usul bilan mustahkamlanadi? 2) Obyekt kam bo‘lsa, tekshiruvni tayinlagan shaxsga nima deyiladi (to‘liq sarflanishi haqida ogohlantiriladi, 320-bet)? Doskada: ikki bosqichli sxema (dastlabki → tasdiqlovchi). Tipik xato: bir yillik arxiv muddatini etil spirti uchun 30 kunlik muddat bilan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daq. Muhokama: 1) Nega gipervariabel lokuslar shaxsni ajratishda foydali? 2) Usulning boshqa nomlari qaysilar? Doskada: yil bo‘yicha 1985–1986 vaqt chizig‘ini chizdiring. Tipik xato: gomologik va gipervariabel lokusni aralashtirish; bitta allel mos kelishi aynanlik degani emas, allellarning birgalikda kelishi muhim.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7 daq. Mustahkamlash savollari: 1) Kontrol namuna nima uchun olinadi? 2) Sud-gistologik tekshiruv o‘tkazilmasa, material bilan nima qilinadi? 3) Dalolatnoma qismlarini sanang. 4) Arxiv muddatlari qanday? Doskada: dalil olish dan arxivgacha bo‘lgan zanjirni chizdiring. Tipik xato: 2 yillik (birlamchi arxiv) va 3 yillik (preparat, bloklar) muddatlarni almashtirish.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069080"/>
            <a:ext cx="2743200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911535" cy="21945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Georgia"/>
              </a:rPr>
              <a:t>Sud-gistologik tekshiruvini o'tkazish qoidalari va tartibi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34340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C9A227"/>
                </a:solidFill>
                <a:latin typeface="Calibri"/>
              </a:rPr>
              <a:t>Sud tibbiyoti · ma’ruza taqdimoti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Kirish: mavzu, maqsad va reja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Sud-gistologik tekshiruvini o'tkazish qoidalari va tartibi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13-bob ashyoviy dalillarni sud-tibbiy tekshirishga bag‘ishlangan: qon, maniy, boshqa ajratmalar, soch, sud-gistologik, tibbiy-kriminalistik, sud-kimyoviy va DNK tekshiruvlari ko‘rib chiqiladi.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Sud-gistologik tekshiruv bobning 13.6-bo‘limida bayon etilgan. U odatda o‘lim holatlari bilan bog‘liq ekspertizalarni bajarish jarayonida o‘tkaziladi.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Maqsad: ashyoviy dalil tushunchasini, biologik ob’ektlarni tekshiruvchi bo‘limlarni va sud-gistologik tekshiruv qoidalarini o‘zlashtirish.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Reja: ashyoviy dalil tushunchasi, biologik dalillar, so‘ng sud-gistologik tekshiruvning vazifasi, ob’ekti, usullari, hujjatlashtirilishi va arxivi.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303-321, 315, 303, 315-316, 303, 315-317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Ashyoviy dalil tushunchasi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Sud-gistologik tekshiruvini o'tkazish qoidalari va tartibi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Jinoyat-protsessual kodeksi (JPK) 203-moddasiga ko‘ra ashyoviy dalil — kelib chiqishi, kimga tegishliligi, nimaga ishlatilganini aniqlash mumkin bo‘lgan alomatli narsa.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Unga asosan jinoyat quroli, jinoyat izlarini saqlagan predmetlar va jinoiy harakat ob’ekti bo‘lgan narsalar kiradi.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Jinoyatni aniqlash, aybdorni topish, ayblovni inkor etish yoki aybni yengillashtirishga xizmat qiladigan predmetlar ham ashyoviy dalildir.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Diqqat: tekshiruvni klinitsist-shifokorlar emas, maxsus mutaxassislar o‘tkazadi; umumiy amaliyot shifokorlari faqat joyni ko‘zdan kechirish va namuna olishga jalb etilishi mumkin.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303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Biologik dalillar va laboratoriya tuzilmalari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Sud-gistologik tekshiruvini o'tkazish qoidalari va tartibi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Biologik dalillar: to‘qima zarralari, qon, ajratmalar (so‘lak, siydik, ter, maniy, najas), ularning dog‘lari va sochlar.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Ular maxsus jihozlangan laboratoriya tuzilmalarida, tayyorgarlikka ega mutaxassislar tomonidan tekshiriladi.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Qotillik, nomusga tegish kabi og‘ir jinoyatlarni ochishda bunday ekspertizalarning ahamiyati juda katta.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332"/>
                <a:gridCol w="3139643"/>
              </a:tblGrid>
              <a:tr h="6144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Bo‘lim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Ob’ekt/vazifa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Sud-biologik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Qon va maniy izlari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Sud-gistologik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A’zo, to‘qima bo‘lakchalari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Tibbiy kriminalistika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Diagnostik, identifikatsion, situatsion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Sud kimyo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Toksik moddalar tahlili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Bo‘limlar va ularning ob’ektlari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303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Voqea tahlili: hodisa joyida shifokor roli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Sud-gistologik tekshiruvini o'tkazish qoidalari va tartibi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Vaziyat: hodisa joyida qon izlari topildi. Ashyoviy dalillarni sud-tibbiy tekshirish klinitsist-shifokorlarga yuklanmaydi.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Ayrim holatlarda umumiy amaliyot shifokorlari va boshqa vrachlar hodisa joyini ko‘zdan kechirishga, dalillarni topish va tavsiflashga jalb qilinadi.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Ular tegishli tekshiruvlar uchun namuna olishda ham qatnashishi mumkin. Biroq qonunga ko‘ra izlarni olish tergovchi tomonidan amalga oshiriladi.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Savol: shifokor hodisa joyida qaysi ishlarni bajarishi mumkin va qaysi ishni bajarmaydi? Diqqat: namuna olishda ishtirok etish ≠ ekspertiza o‘tkazish.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303, 304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Qon izlarining shakllari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Sud-gistologik tekshiruvini o'tkazish qoidalari va tartibi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6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10-15 sm dan tushgan tomchi dumaloq, chetlari tekis dog‘ beradi; balandroqdan tushsa, chetlari tishsimon bo‘ladi.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Harakatdagi tana yoki qiya yuzada dog‘ noksimon (undov belgisi) bo‘lib, ensiz tomoni yo‘nalish yoki past tomonda turadi.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Sachrama izlar jism siltanganda, zarb berilganda yoki yirik arteriyadan qon fontan bo‘lib oqqanda hosil bo‘ladi.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0616"/>
                <a:gridCol w="3407359"/>
              </a:tblGrid>
              <a:tr h="6144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Iz turi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Sharoit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Qon ko‘lmagi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Singdirmaydigan material, ko‘p qon yo‘qotish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Singdirilgan iz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Namlikni yaxshi oladigan material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Oqma iz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Qon qiya yuza bo‘ylab oqadi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Surtma va bosma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Sirpanish — surtma; sirpanishsiz — bosma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Qon izlari turlari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303-304, 304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Qon izlarini tekshiruvga olish qoidalari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Sud-gistologik tekshiruvini o'tkazish qoidalari va tartibi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7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Yuvma: nam 2x2 sm doka bilan dog‘ artiladi; xuddi shunday toza yuzadan kontrol yuvma olinadi.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Doka quyosh nuri tushmaydigan joyda, isitkichdan uzoqda quritiladi va alohida qog‘ozga o‘raladi.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Yangi doka yoki bint ishlatilmaydi: appreturalar kimyoviy moddalar bo‘lib, serologik reaksiyalarga salbiy ta’sir qiladi.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17360"/>
                <a:gridCol w="2870615"/>
              </a:tblGrid>
              <a:tr h="6144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Obyekt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Usul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Kiyim, poyafzal, qurol, choyshab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Butunligicha olinadi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Katta mato (gobelen, palas)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Dog‘li va toza joydan bo‘lak (kontrol)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Qattiq yuza (devor, mebel)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Skalpel bilan qirindi, kontrol ham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Qor yoki tuproq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Qor eritiladi, tuproq quritiladi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Izni olish usullari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304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Qon borligini aniqlash usullari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Sud-gistologik tekshiruvini o'tkazish qoidalari va tartibi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8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Peroksid, benzidin, fenolftalein sinamalari qondagi peroksidaza va katalaza fermentlariga asoslanadi.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Lyuminol qorong‘ida havo rang nur beradi; ultrabinafsha nurda qon dog‘i to‘q jigar rang bo‘ladi.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Diqqat: taxminiy sinama ≠ isbot. Soxta musbat natija bo‘lishi mumkin, qat’iy xulosa chiqarib bo‘lmaydi.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7310"/>
                <a:gridCol w="2023014"/>
                <a:gridCol w="1927650"/>
              </a:tblGrid>
              <a:tr h="61447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Usul turi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Misol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Natijasi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Taxminiy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Benzidin, peroksid, lyuminol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Faqat gumon qilish mumkin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Taxminiy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Fenolftalein, ultrabinafsha nur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Soxta musbat berishi mumkin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Ishonchli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Spektral, xromatografik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Qon borligini tasdiqlaydi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Eskirgan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Mikroskopik, mikrokristallik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Amaliyotda qo‘llanilmaydi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Taxminiy va ishonchli usullar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305, 305-306, 306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Qon ekspertizasida masalalar ketma-ketligi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Sud-gistologik tekshiruvini o'tkazish qoidalari va tartibi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9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Masalalar ketma-ket hal etiladi: avval qon borligi, so‘ng tur, guruh va shaxsga mansublik.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Ba’zan jins, hudud, homilador yoki yaqinda tuqqan ayolga mansublik savollari ham qo‘yiladi.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Tekshiruv sud-tibbiy ekspertiza muassasasining sud-biologik bo‘limida o‘tkaziladi.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1. Qon borligini aniqlash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2199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496312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2. Tur mansubligi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255264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529584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3. Guruhiy mansubligi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428853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4562856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4. Muayyan shaxsga tegishliligi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Ekspertiza bosqichlari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305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Qonning tur, guruh va shaxsga mansubligi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Sud-gistologik tekshiruvini o'tkazish qoidalari va tartibi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10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Tur: Chistovich–Ulengut reaksiyasida inson oqsiliga qarshi zardob qo‘shilsa, pretsipitatsiya halqasi hosil bo‘ladi. ABAcard testi qon borligi va insonga mansubligini birga ko‘rsatadi.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Guruh va shaxs: tekshiruv odatda AVO tizimidan boshlanadi, kerak bo‘lsa boshqa tizimlar olinadi. Qat’iy aniqlash hozir DNK-tekshiruvi bilan amalga oshiriladi.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Jins X- va Y-xromatin yoki DNK orqali, hudud tegishli shilliq qavat epiteliysi hujayralari orqali aniqlanadi. Homiladorlik xoriongonadotrop gormon bilan tekshiriladi, lekin qon dog‘ida qat’iy emas.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Katta yoshlilar qonida HbA, go‘daklarda HbF bo‘ladi va ular ishqoriy denaturatsiya bilan farqlanadi. 15-20 kunlik dog‘da bu imkoniyat bo‘lmaydi.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306-307, 307, 307-308, 308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Voqea tahlili: qon dog‘ini tekshirish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Sud-gistologik tekshiruvini o'tkazish qoidalari va tartibi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11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Vaziyat: hodisa joyidan olingan kichik kiyimda quruq qon dog‘i bor. Bunday buyum laboratoriyaga butunligicha olinadi. Katta buyumdan dog‘li va toza (kontrol) bo‘lak qirqiladi.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Hodisa joyida dog‘ni dastlab benzidin yoki vodorod peroksid sinamasi bilan tekshirish mumkin. Bu usullar qon bo‘lish ehtimolini ko‘rsatadi.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Diqqat: xato qilish xavfi — taxminiy sinama ≠ ishonchli usul. Taxminiy sinamalar nospetsifik, soxta musbat berishi mumkin; ular faqat qonga gumon uyg‘otadi.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Savol: qaysi usul qat‘iy natija beradi? Javob: hozirgi davrda qon dog‘da asosan xromatografik usulda (qog‘ozda yoki silufol plastinkasida) aniqlanadi.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304, 305, 306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Tezkor savol: qon tekshiruvi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Sud-gistologik tekshiruvini o'tkazish qoidalari va tartibi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12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1-savol: taxminiy sinamalar dog‘da qon borligini qat‘iy isbotlaydimi? Javob: yo‘q, ular nospetsifik va faqat qon borligiga gumon qilish imkonini beradi.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2-savol: qon tomchisi 10-15 sm balandlikdan gorizontal yuzaga tushsa, dog‘ qanday bo‘ladi? Javob: dumaloq, chetlari tekis.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3-savol: tomchi harakatdagi tana qismidan yoki qiya yuzaga tushsa-chi? Javob: dog‘ noksimon, undov belgisi shaklida; ensiz tomoni harakat yo‘nalishi tomonda bo‘ladi.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4-savol: fenolftalein sinamasi qachon musbat hisoblanadi? Javob: 10-15 soniyada qizg‘ish rang paydo bo‘lsa; bir daqiqadan keyingi rang inobatga olinmaydi.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306, 303, 304, 305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Maniy izlarini topish va olish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Sud-gistologik tekshiruvini o'tkazish qoidalari va tartibi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13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Dog‘lar ko‘z yoki lupa bilan qidiriladi. Singdiruvchi matoda chetlari landkartasimon, kraxmal zichligida; to‘q matoda oqimtir, yorqin matoda sargimtir yoki kul rang bo‘ladi.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Singdirmaydigan yuzada dog‘ oqimtir-kulrang yaltiroq qoplama bo‘ladi; qon aralashsa pushti yoki qizg‘imtir tus oladi.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Kiyim, choyshab to‘liq olinadi; katta materialdan dog‘li bo‘lak va dog‘siz kontrol bo‘lak qirqiladi. Qin va orqa teshikdan doka tiqim bilan namuna olinadi, quritilib o‘raladi; kontrol doka ham olinadi.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Gumondor va jabrlanuvchidan qon va so‘lak namunalari olinadi. Qon bo‘yicha guruhiy omillar taqqoslanadi, so‘lak ajratuvchanlik masalasiga oydinlik kiritadi.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309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Maniy borligini aniqlash usullari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Sud-gistologik tekshiruvini o'tkazish qoidalari va tartibi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14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Florans va Barberio mikrokristallik reaksiyalari hozirgi davrda amaliy ahamiyatga ega emas. Taxminiy usul sifatida kartoshka sharbati va ultrabinafsha nur qoladi.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Morfologik usul: bitta bo‘lsa-da, butun spermatozoid (bosh, tana, dum birga) topilsa, natija musbat.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Diqqat: bosh, tana yoki dum alohida topilsa hisobga olinmaydi; azospermiyada bu usul yaramaydi.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7859"/>
                <a:gridCol w="2022806"/>
                <a:gridCol w="1337310"/>
              </a:tblGrid>
              <a:tr h="61447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Usul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Belgi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Turi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Kartoshka sharbati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Eritrotsit agglyutinatsiyasi to‘xtaydi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Taxminiy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Ultrabinafsha nur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Och-havo rang flyuoressensiya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Taxminiy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Morfologik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Butun spermatozoid topiladi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Ishonchli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Xromatografiya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Xolin, spermin, nordon fosfataza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Ishonchli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Maniyni aniqlash usullari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310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Maniyning guruhiy mansubligi: ajratuvchilar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Sud-gistologik tekshiruvini o'tkazish qoidalari va tartibi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15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Guruhiy mansublik qondagidek guruhiy omillar bilan aniqlanadi; ko‘pincha AVO eritrotsitar tizimi tekshiriladi.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Taxminan 80% odamda guruhiy antigenlar maniy, so‘lak, siydik kabi ajratmalarda ham topiladi — ular ajratuvchilar.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Diqqat: aniqlangan guruhiy omil qin yoki to‘g‘ri ichak ajratmasidagi jabrlanuvchiniki bo‘lishi mumkin.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1550"/>
                <a:gridCol w="2966425"/>
              </a:tblGrid>
              <a:tr h="76809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Lyuis guruhi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Xulosa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Le (a- b+)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Ajratuvchi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Le (a+ b-)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Ajratuvchi emas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Le (a- b-)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Aniq belgilab bo‘lmaydi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Lyuis tizimi va ajratuvchanlik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311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Voqea tahlili: maniy dog‘i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Sud-gistologik tekshiruvini o'tkazish qoidalari va tartibi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16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Vaziyat: jinsiy jinoyat joyidagi choyshabda shubhali dog‘ topildi. Dog‘ cheti landkartasimon, kraxmal zichligida; yorqin matoda sargimtir yoki kul rang tusli.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Namuna: choyshab to‘liq olinadi; katta bo‘lsa, dog‘li bo‘lak va dog‘siz joydan kontrol namuna olinadi. Gumondor va jabrlanuvchidan qon, so‘lak olinadi.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Usul: avval kartoshka sharbati yoki ultrabinafsha nur bilan taxmin qilinadi, so‘ng butun spermatozoid izlanadi. Savol: agar spermatozoid topilmasa-chi?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Javob: azospermiya yoki nekrospermiyada qog‘ozda xromatografiya qo‘llanadi; xolin, spermin va nordon fosfataza birga topilsa, maniy ishonchli aniqlanadi.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309, 310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Boshqa ajratmalar: so‘lak, ter, siydik, najas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Sud-gistologik tekshiruvini o'tkazish qoidalari va tartibi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17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So‘lak, ter, siydik va najas dog‘larida ajratma borligi, tur va guruhiy mansubligi aniqlanadi.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Siydik va najas dog‘lari amaliyotda kam tekshiriladi, asosan jinsiy jinoyatlar bilan bog‘liq bo‘ladi.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Diqqat: ob’ekt va kontrol namuna bitta o‘ramga solinmaydi; ikkalasi quritilib, alohida o‘raladi.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3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345"/>
                <a:gridCol w="2286691"/>
                <a:gridCol w="1857937"/>
              </a:tblGrid>
              <a:tr h="61447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Ajratma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Borligi belgisi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Tur va guruh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So‘lak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Amilaza fermenti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Tur: zardob; guruh: AVO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Ter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Serin aminokislotasi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Tur: kam kerak; guruh: AVO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Siydik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Kreatinin, mochevina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Tur: yo‘q; guruh: AVO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Najas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Ovqat qoldig‘i, mikroblar, tuxum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Tur va guruh aniqlanmaydi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Ajratmalarni tekshirish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311-312, 312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A‘zo va to‘qima bo‘laklari, timoq osti zarralari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Sud-gistologik tekshiruvini o'tkazish qoidalari va tartibi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18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Bo‘laklar hodisa joyida, shikastlovchi qurolda, timoq osti zarralari esa jabrlanuvchi qo‘lida topilishi mumkin.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Bo‘lak qaysi a’zo yoki to‘qimaga tegishliligi uning o‘lchamiga qarab gistologik yoki sitologik usulda hal etiladi.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Tur — pretsipitatsiya; guruh — AVO tizimi bo‘yicha absorbsiya-elyusiya; jins — sitologik usul.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Hodisa joyida bo‘lak topiladi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Gistologik/sitologik tekshiruv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Tur: pretsipitatsiya reaksiyasi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Guruh: absorbsiya-elyusiya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Jins: sitologik tekshiruv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Bo‘lakni tekshirish tartibi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312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Sochni tekshirish: savollar va namuna olish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Sud-gistologik tekshiruvini o'tkazish qoidalari va tartibi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19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Soch shikastlovchi qurolda, transport vositasida, jabrlanuvchi kiyimi va qo‘llarida, ba’zan ayblanuvchida topiladi.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Sochlar yaxshi yorug‘likda ko‘z yoki lupa bilan topiladi, pinset bilan olinadi va har sohadan alohida paketga solinadi.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Kontrol namuna: boshning besh sohasidan (peshona, tepa, ikki chekka, ensa) 20-30 tolali tutam teriga yaqin kesiladi.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Ekspertiza hal etadi: tola soch ekanligi, odam yoki hayvonniki ekanligi, guruh, soha, tushgan yoki yulinganligi, ta’sir turi, shaxsga mansubligi.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312-313, 313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Odam va hayvon sochining farqi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Sud-gistologik tekshiruvini o'tkazish qoidalari va tartibi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20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Soch ildiz va sterjendan iborat; sterjenda kutikula, po‘stloq va mag‘iz qavatlari farqlanadi.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Diqqat: odamda po‘stloq, hayvonda mag‘iz qavati qalinroq. Ularni almashtirib yubormang.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Hayvon turini aniqlash uchun soch kolleksiya namunalari yoki atlas tasvirlari bilan solishtiriladi.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/>
                <a:gridCol w="2077834"/>
                <a:gridCol w="1990940"/>
              </a:tblGrid>
              <a:tr h="61447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Belgi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Odam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Hayvon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Tashqi qavat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Mayda, zich tishchali, o‘qqa yopishgan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Yirik, ba’zan arrasimon, uzoqlashgan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Kutikula bosmasi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Yaqin, to‘lqinsimon chiziqlar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Turli shakldagi chiziqlar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Po‘stloq / mag‘iz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Po‘stloq keng, mag‘iz ingichka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Mag‘iz qalinlikning asosiy qismi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Pigment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Po‘stloqning chekka qismida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Po‘stloqning mag‘izga yaqin qismida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Odam va hayvon sochi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313, 314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Sochdagi ta’sir izlari va regional belgilar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Sud-gistologik tekshiruvini o'tkazish qoidalari va tartibi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21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Kesilgan soch uchi tekis yoki mayda tishli; keskin uzilganda yuza tekis, sekin uzilganda zinasimon. Ezilish va tolalanish o‘tmas jismga xos.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Yuqori haroratda soch buraladi, malla tusga kiradi, ichida havoli bo‘shliqlar paydo bo‘ladi; 200 gradusdan oshganda ko‘mirlanadi.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Yulingan sochda ilmoqsimon piyozcha va qin xaltasi qoldig‘i bo‘ladi. To‘kilgan soch ildizi ovalsimon, kolbasimon, qin xaltasi yo‘q.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Regionni uzunlik, qalinlik va kesim shakli ko‘rsatadi. Muayyan shaxsga mansublik qat’iy emas, ehtimol ko‘rinishida hal etiladi.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315, 314-315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Voqea tahlili: yo‘l-transport hodisasida soch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Sud-gistologik tekshiruvini o'tkazish qoidalari va tartibi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22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Vaziyat: avtomobilning tashqi va ichki qismidan soch topildi. Savol: ekspertiza qaysi masalalarni hal etadi?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Avval tola sochmi, odam yoki hayvonnikimi aniqlanadi. Keyin guruhiy va regional mansublik, o‘zi tushgan yoki yulinganligi, ta’sir turi o‘rganiladi.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Soch pinset bilan olinadi, har joydan alohida belgilangan qog‘oz paketga solinadi. Taqqoslash uchun boshning besh sohasidan 20–30 tolali tutam kesiladi.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Diqqat: sochning muayyan shaxsga mansubligi qat’iy emas, ehtimol ko‘rinishida xulosa qilinadi.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312-313, 313, 315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Sud-gistologik tekshiruv: tayinlanishi va bajaruvchi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Sud-gistologik tekshiruvini o'tkazish qoidalari va tartibi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23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Diqqat: alohida sud-gistologik ekspertiza amaliyotda juda kam tayinlanadi.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Odatda u o‘lim holatlari bo‘yicha birlamchi, qo‘shimcha, qayta va komission sud-tibbiy ekspertizalar jarayonida o‘tkaziladi.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Ba’zan tirik shaxslarga ko‘rsatilgan tibbiy yordamni baholovchi komission ekspertizada operatsiyada olingan a’zo yoki to‘qima bo‘laklari ham tekshiriladi.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Tekshiruvni umumiy profil eksperti yo‘llanma bilan beradi, uni sud-gistologik bo‘limdagi maxsus tayyorgarlikli mutaxassis bajaradi. Tayyorgarligi bor umumiy profil eksperti ham bajara oladi.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315, 315-316, 316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Sud-gistologik tekshiruv vazifalari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Sud-gistologik tekshiruvini o'tkazish qoidalari va tartibi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24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Voqeaga qarab, tashqi omil yoki kasallikdan a’zo va to‘qimalarda vujudga kelgan o‘zgarishlar aniqlanib, baholanadi.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Jarohatlarning hayotiyligi va yetkazilish muddati aniqlanadi.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Mutaxassisning bilimi va vakolati doirasidagi boshqa masalalar ham hal etiladi.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6758"/>
                <a:gridCol w="3541217"/>
              </a:tblGrid>
              <a:tr h="6144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Vazifa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Mazmuni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Patologik o‘zgarish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Omil yoki kasallik izini baholash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Jarohat hayotiyligi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Jarohat tirikligida hosil bo‘lganmi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Yetkazilish muddati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Jarohat qachon yetkazilganini aniqlash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Boshqa masalalar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Mutaxassis vakolati doirasidagi savollar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Asosiy vazifalar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316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Murdadan material olish tartibi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Sud-gistologik tekshiruvini o'tkazish qoidalari va tartibi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25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Murda ekspertizasi o‘tkazilgan barcha holatda gistologiya uchun ichki a’zo va to‘qima bo‘lakchalari olinadi.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Gistologik tekshiruv murdani ko‘rgan sud-tibbiy ekspertning ko‘rsatmasi bo‘yicha o‘tkaziladi.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Tekshiruv o‘tkazilmasa, olingan material birlamchi arxiv sifatida saqlanadi.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Murda ekspertizasi o‘tkaziladi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Ekspert ko‘rsatma beradi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A’zo va to‘qima bo‘lakchalari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Sud-gistologik tekshiruv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Tekshirilmasa: birlamchi arxiv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Material olish zanjiri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316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Chirish va o‘limdan keyingi o‘zgarishlar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Sud-gistologik tekshiruvini o'tkazish qoidalari va tartibi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26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Murda a’zo va to‘qimalarining chirishi hamda boshqa o‘limdan keyingi o‘zgarishlari sud-gistologik tekshiruvni rad etish uchun asos bo‘la olmaydi.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Murda ekspertizasi o‘tkazilgan barcha holatlarda sud-gistologik tekshiruv uchun ichki a’zo va to‘qima bo‘lakchalari olinishi kerak.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Tekshiruv o‘tkazilmasa, murdadan olingan material birlamchi arxiv sifatida saqlanadi.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Diqqat: xato qilish xavfi. «Murda chirigan, demak gistologiya befoyda» degan fikr noto‘g‘ri: chirish rad etish sababi emas.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316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Tezkor savol: sud-gistologik tekshiruv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Sud-gistologik tekshiruvini o'tkazish qoidalari va tartibi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27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Savol: tekshiruvni kim buyuradi? Javob: murda ekspertizasini o‘tkazayotgan sud-tibbiy ekspertning ko‘rsatmasi bo‘yicha o‘tkaziladi.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Savol: material qachon olinadi? Javob: murda ekspertizasi o‘tkazilgan barcha holatlarda.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Savol: chirish rad etish asosi bo‘ladimi? Javob: yo‘q, chirish va boshqa o‘limdan keyingi o‘zgarishlar asos bo‘la olmaydi.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Savol: tekshiruv o‘tkazilmasa, material nima bo‘ladi? Javob: birlamchi arxiv sifatida saqlanadi.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316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Gistologik tayyorlash va bo‘yash usullari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Sud-gistologik tekshiruvini o'tkazish qoidalari va tartibi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28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Kesmalar (preparatlar) a’zo yoki to‘qima bo‘lakchasi quyilgan bloklardan tayyorlanadi.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Usullar tekshiruvning maqsad va vazifalaridan kelib chiqib belgilanadi.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Diqqat: gematoksilin-eozin barcha holatlarda majburiy, qolgan usullar esa qo‘shimcha.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0300"/>
                <a:gridCol w="2045969"/>
                <a:gridCol w="841706"/>
              </a:tblGrid>
              <a:tr h="61447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Usul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Qachon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Izoh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Gematoksilin-eozin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Barcha holatlarda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Kesmalar albatta shu bilan bo‘yaladi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Selektiv bo‘yash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Tegishli hollarda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Turli selektiv usullar qo‘llanadi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Muzlatilgan kesma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Ba’zan zarur bo‘lganda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Muzlatilgan kesmalardan foydalaniladi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Maxsus usullar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Ayrim patologiyalarda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Lyuminessent, fazokontrast, polyarizatsion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Bo‘yash va tekshirish usullari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316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Diatom planktoni tekshiruvi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Sud-gistologik tekshiruvini o'tkazish qoidalari va tartibi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29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Diatom planktoniga tekshiruvni sud-gistologik bo‘limda maxsus tayyorgarlikka ega mutaxassis o‘tkazadi.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Tekshiruv murda suvga tirik holda tushganmi yoki o‘lik holdami, shu masalani hal etish uchun o‘tkaziladi.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Biomaterialdan tashqari, murda topilgan yoki cho‘kish taxmin qilingan havzadan suv namunasi ham taqdim etilishi lozim.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Diqqat: xato qilish xavfi — faqat biomaterial yuborish yetarli emas, havza suvi ham birga yuboriladi.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316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Dalolatnoma tuzilishi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Sud-gistologik tekshiruvini o'tkazish qoidalari va tartibi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30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Sud-gistologik va diatom tekshiruvlari belgilangan tartibda dalolatnoma bilan hujjatlashtiriladi.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Dalolatnoma to‘rt qismdan iborat: kirish, tekshiruv, sud-gistologik tashhis va xotima.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Murdada aniqlanmagan xavfli yuqumli kasallik topilsa, muassasa rahbariga shoshilinch xabar beriladi.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Kirish qismi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Tekshiruv qismi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Sud-gistologik tashhis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Xotima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Xavfli kasallik: rahbarga xabar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Dalolatnoma qismlari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316, 316-317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Arxiv materiallarini saqlash muddatlari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Sud-gistologik tekshiruvini o'tkazish qoidalari va tartibi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31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Takroriy tekshiruv zarur bo‘lishi mumkinligi sababli arxiv materiallari belgilangan tartibda saqlanadi.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Murda a’zo va to‘qimalarining birlamchi (formalinli) arxivi kamida 2 yil saqlanadi.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Preparatlar, bloklar va diatom tekshiruvidan qolgan mineralizatlar kamida 3 yil saqlanadi.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77125"/>
                <a:gridCol w="1510850"/>
              </a:tblGrid>
              <a:tr h="6144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Material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Muddat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Murda a’zo va to‘qimalari formalinli arxivi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Kamida 2 yil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Gistologik preparatlar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Kamida 3 yil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To‘qima bo‘lakchalari quyilgan bloklar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Kamida 3 yil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Diatom mineralizati va preparatlari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Kamida 3 yil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Saqlash muddatlari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317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Voqea tahlili: gistologik tekshiruv bo‘yicha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Sud-gistologik tekshiruvini o'tkazish qoidalari va tartibi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32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Vaziyat: murda chirigan, ekspert gistologiya uchun material olishni lozim topmadi. Savol: material olinishi kerakmi va qancha saqlanadi?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Chirish va o‘limdan keyingi boshqa o‘zgarishlar gistologik tekshiruvni rad etishga asos bo‘la olmaydi. Material baribir olinadi.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Murda ekspertizasida ichki a’zo va to‘qima bo‘lakchalari olinadi. Tekshiruv o‘tkazilmasa, material birlamchi arxiv sifatida saqlanadi.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Diqqat: formalinli arxiv kamida 2 yil, preparat va bloklar kamida 3 yil saqlanadi. Bu muddatlarni almashtirmang.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316, 317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Tibbiy-kriminalistik tekshiruvlar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Sud-gistologik tekshiruvini o'tkazish qoidalari va tartibi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33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Bo‘limda diagnostik, identifikatsion (aynanlik) va situatsion (vaziyatli) masalalar hal etiladi.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Situatsion tekshiruv: taxmin qilingan sharoitda harakatni sodir etish mumkin bo‘lganmi, shuni aniqlaydi.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Diqqat: hujjat turiga qarab ekspertiza (xulosa) yoki tekshiruv (dalolatnoma) rasmiylashtiriladi.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5969"/>
                <a:gridCol w="1962074"/>
                <a:gridCol w="1279931"/>
              </a:tblGrid>
              <a:tr h="61447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Tur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Maqsadi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Ob‘ekti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Trassologik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Shikastlovchi omilni aniqlash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Jarohat, izlar, qurol yoki modeli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Ballistik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Otish distansiyasi, yo‘nalishi, qurol turi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O‘qotar jarohat, portlash travmasi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Identifikatsion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Murda yoki qoldiq kimligini aniqlash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Noma’lum murda, suyak qoldiqlari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Mikrologik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Mikroizlar, mikrozarralarni o‘rganish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Joy, qurol, tana va kiyim-bosh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Asosiy tekshiruv turlari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317, 319, 317, 319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Sud-kimyoviy tekshiruvlar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Sud-gistologik tekshiruvini o'tkazish qoidalari va tartibi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34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Maqsad: biologik ob‘ektlarda toksik modda yoki uning hosilalarini topish va miqdorini aniqlash.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Imkon qadar turli fizik-kimyoviy prinsipga asoslangan kamida ikkita usul qo‘llash tavsiya etiladi.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Natija dalolatnomada: kirish, tekshiruv va xotima; topilgan moddalar miqdori ko‘rsatiladi.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639"/>
                <a:gridCol w="2164080"/>
                <a:gridCol w="1432256"/>
              </a:tblGrid>
              <a:tr h="61447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Bosqich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Mazmuni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Misol / muddat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Dastlabki usul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Moddani taxminiy aniqlash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Rangli reaksiyalar, immunferment tahlil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Tasdiqlovchi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Instrumental tasdiqlash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Gaz-suyuqlik xromatografiyasi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Arxiv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Spirt bilan konservatsiya, sovutkich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Bir yilgacha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Arxiv: etil spirti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Qon, siydik; konservatsiyasiz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30 kun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Usullar va arxiv muddati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319-320, 320, 321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DNK tekshiruvlari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Sud-gistologik tekshiruvini o'tkazish qoidalari va tartibi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35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Usul “genotiplash”, “genom daktiloskopiya” deb ham ataladi; u genetik o‘ziga xoslikni aniqlaydi.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Gomologik lokus — xromosoma juftligida bir xil joydagi, bitta belgi uchun mas’ul DNK sohasi.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Gipervariabel lokuslar ko‘pchilikda turlicha; bir allel qarindosh bo‘lmaganlarda ham uchrashi mumkin.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0850"/>
                <a:gridCol w="3777125"/>
              </a:tblGrid>
              <a:tr h="76809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Yil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Voqea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1985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Djeffris minisatellit markerlarni aniqladi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1985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Ashyoviy dalilda DNK imkoniyati ko‘rsatildi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1986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Identifikatsiya uchun genetik usullar joriy bo‘ldi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DNK (dezoksiribonuklein kislota) tarixi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321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Xulosa va asosiy qoidalar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Sud-gistologik tekshiruvini o'tkazish qoidalari va tartibi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36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Qon izi bor buyum imkon bo‘lsa butunligicha olinadi. Katta buyumdan dog‘li bo‘lak va toza (kontrol) bo‘lak qirqiladi.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Murda ekspertizasi o‘tkazilgan har bir holatda sud-gistologik uchun material olinadi. Chirish tekshiruvni rad etishga asos bo‘lmaydi.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Kesmalar gematoksilin-eozin bilan bo‘yaladi. Natija dalolatnomada yoziladi: kirish, tekshiruv, sud-gistologik tashhis, xotima.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Murda a’zo va to‘qimalarining birlamchi (formalinli) arxivi kamida 2 yil, preparat va bloklar kamida 3 yil saqlanadi.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304, 316, 317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Qiziqarli ma’lumotlar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Sud-gistologik tekshiruvini o'tkazish qoidalari va tartibi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37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Eslab qoling: murda ekspertizasi o‘tkazilgan har bir holatda sud-gistologik tekshiruv uchun ichki a’zo va to‘qima bo‘lakchalari olinadi. Chirish va o‘limdan keyingi boshqa o‘zgarishlar tekshiruvni rad etishga asos bo‘lmaydi.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Qiziqarli holat: sud-gistologik bo‘limda mutaxassis diatom planktonini tekshirib, odam suvga tirik yoki o‘lik holda tushganini aniqlaydi. Buning uchun biomaterial bilan birga havzadan suv namunasi ham taqdim etiladi.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Eslab qolish usuli (arxiv muddatlari): “2 va 3”. Murda a’zo va to‘qimalarining formalinli arxivi kamida 2 yil, gistologik preparatlar va bloklar kamida 3 yil saqlanadi.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Eslab qolish usuli (qon ekspertizasi zanjiri): “Bor – Tur – Guruh – Shaxs”. Avval qon borligi, keyin tur, so‘ng guruhiy va muayyan shaxsga mansubligi aniqlanadi.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Diqqat, xato xavfi: fenolftalein sinamasida qizg‘ish rang 10-15 soniya ichida paydo bo‘lsa, natija musbat. Bir daqiqadan keyingi rang hisobga olinmaydi, chunki oksidlanish havo yoki nur ta’sirida ham bo‘lishi mumkin.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Adabiyotlar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Sud-gistologik tekshiruvini o'tkazish qoidalari va tartibi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38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G‘iyosov Z.A. Sud tibbiyoti: darslik, Toshkent: Global Books nashriyoti. 2018. Bob 13. Ashyoviy dalillarni sud-tibbiy tekshirish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