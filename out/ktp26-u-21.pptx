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go‘dak murdasi ekspertizasi oddiy murda ekspertizasidan farq qiladi? 2) Kislorod tanqisligi sud tibbiyoti uchun nega muhim? Doskada: dars rejasining to‘rt blokini ketma-ket yozing. Tipik xato: talabalar gipoksiya va asfiksiyani bir xil tushuncha deb o‘ylaydi — asfiksiyada gipoksiya giperkapniya bilan birga rivojlanishini eslating.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onasi noma’lum go‘dak murdasida ekspertiza majburiy? 2) Qaysi savollar huquqiy baho uchun eng muhim? Doskada: oltita maxsus savolni ustun qilib yozing. Tipik xato: talabalar maxsus savollarni umumiy murda savollari bilan aralashtiradi — ikki guruhni alohida ajrating.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sud tibbiyotida muddat eng qisqa? 2) Tug‘ish davrida og‘riq va ruhiy holat ona xatti-harakatiga qanday ta’sir qilishi mumkin (ona o‘zini to‘liq anglamay go‘dakka shikast yetkazishi mumkin)? Doskada: uch fanli jadvalni chizing. Tipik xato: pediatriya, akusherlik va sud tibbiyoti muddatlarini almashtirib yuborish; 97- va 99-moddalarni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qon izi yuvilgan go‘dakda topilmasligi mumkin? 2) Mo‘msimon qoplama nima uchun burmalarda uzoq saqlanadi? Doskada chizish: go‘dak tanasi sxemasi va mo‘msimon qoplama ko‘proq to‘planadigan joylar (burmalar, qo‘ltiq osti, oraliq). Tipik xato: qon izi yoki mo‘msimon qoplama yo‘qligini yangi tug‘ilganlik yo‘qligi deb hisoblash — bu belgilar yuvilganda yo‘qoladi.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Shish suyaklararo chokdan o‘tsa, qaysi tashxis ehtimoli yuqori? 2) So‘rilish muddati go‘dak yoshini baholashda nimaga yordam beradi? Doskada chizish: kalla gumbazi kesmasi — teri, suyak usti pardasi, suyak; qon qaysi qatlamda to‘planishini ko‘rsating. Tipik xato: kefalogematomani tug‘ruq shishi deb olish; farq chok chegarasi va 2-3 kun / 2 hafta muddatida.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Mekoniyning 3-4 kungacha chiqishi qaysi go‘daklarda kuzatiladi? 2) Demarkatsion halqa nima uchun tirik tug‘ilganlik belgisi? Doskada chizish: kindik o‘zgarishi zanjirini (nam — quruq — halqa — ajralish) vaqt o‘qida tuzing. Tipik xato: mekoniy va demarkatsion halqa muddatlarini aralashtirish; mekoniy 1-2 kunda chiqadi, kindik esa 5-7 kunda ajraladi.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faqat uchta belgi mutloq hisoblanadi? Nisbiy belgi go‘dak hayotining 2-kunida topilsa, xulosa qanday o‘zgaradi? Doskada: ikki ustunli jadval chizdiring (mutloq | nisbiy) va belgilarni talabalar o‘zlari taqsimlasin. Tipik xato: mo‘msimon qoplama yoki qon izini mutloq belgi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tanasi yuvilgan go‘dakda qaysi belgilar qoladi? Kindik holati xulosani qanday tayinlaydi? Doskada: belgilarni ’mutloq/nisbiy’ deb ikki ustunga ajratib yozdiring. Tipik xato: tashqi jarohatlarsiz qon izlari topilganini mutloq belgi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sud tibbiyotida tirik tug‘ilganlik asosan nafas olish orqali hal etiladi? Qaysi holatlarda sinama soxta musbat natija berishi mumkin (chirish gazlari, sun’iy nafas oldirish, yaxshi erimagan muzlagan o‘pka)? Doskada: sinama bosqichlarini zanjir shaklida chizdiring. Tipik xato: manfiy natijada sinamani to‘xtatish, aslida alohida o‘pka bo‘laklari ham suvga solinadi.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chirigan o‘pka bo‘lagi suzib chiqsa ham tirik tug‘ilganlik isbotlanmaydi? 2) Ikkilamchi atelektazda o‘pka sinamasi nega manfiy chiqadi? Doskada chizish: suvli kolba va havo tortib olinganda o‘pka bo‘lakchasi holatining sxemasi. Tipik xato: musbat sinamani har doim tirik tug‘ilganlik deb hisoblash. Diqqat: soxta musbat ≠ soxta manfiy.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Breslau sinamasi yashash muddatini baholashga yordam beradi? 2) Rentgen sinamasining qaysi kamchiligi uni amaliyotdan chiqargan? Doskada chizish: ligaturalar qo‘yiladigan joylar (oshqozonning kirish va chiqish qismi, to‘g‘ri ichak). Tipik xato: chirigan murdada ham oshqozon-ichak sinamasiga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Gialin membranalar topilishi go‘dak hayotining davomiyligi haqida nimani ko‘rsatadi? 2) Nega bir belgiga emas, belgilar majmuiga tayaniladi? Doskada chizish: ikki ustunli taqqoslash jadvali (nafas olmagan va olgan o‘pka). Tipik xato: Bush-Xaberda belgisini nafas olmagan o‘pkaga xos deb aytish. Elastik tolalar: nafas olmaganda tutamsimon, olganda maromli joylashadi.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O‘pka sinamasida chirish gazini nafas havosidan qanday farqlaymiz? 2) Nega ikkilamchi atelektazda sinama manfiy chiqadi? Doskada: soxta musbat va soxta manfiy holatlarni ikki ustunda chizdiring. Tipik xato: talabalar muzlagan o‘pkani to‘liq eritmasdan sinaydi va natijani musbat deb qabul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Rasolik va yetuklik farqi nimada? 2) Gaaze formulasi homiladorlik yarmiga qarab nega o‘zgaradi? Doskada: to‘rt formulani jadvalda yozib, misollarni talabalar bilan hisoblang. Tipik xato: Baltazar-Derve natijasini oyda emas, kunda ifodalash kerakligini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o‘zaklar kech paydo bo‘lishi mumkin? 2) Mekoniyda tuk topilishi qaysi refleksga bog‘liq? Doskada: V, VII, IX oylar bo‘yicha o‘zaklar zanjirini chizdiring. Tipik xato: Beklyar yadrosini tovon suyagi o‘zagi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Tirik tug‘ilgan go‘dak nega layoqatsiz bo‘lishi mumkin? 2) Qarov belgilari tergov uchun nimaga muhim? Doskada: ikki ustunli ro‘yxat chizing: «layoqatsizlik sabablari» va «qarov belgilari». Tipik xato: tirik tug‘ilganlik va hayotga layoqatni bir narsa deb o‘ylash. Eslatma: tashqi nuqson (oltinchi barmoq, quyon lab) topilsa, ichki nuqsonlarni istisno qilish uchun bosh miya va ichki a’zolar sinchiklab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muddatlar faqat taxminiy hisoblanadi? 2) Havo faqat oshqozonda bo‘lsa, qanday xulosa qilinadi? Doskada vaqt chizig‘ini o‘zlari chizib, har nuqtaga belgini yozsinlar. Tipik xato: bitta belgiga tayanib aniq muddat aytish. Eslab qolish: 3 soat – oshqozon, 5-6 soat – ingichka ichak, 6 soatdan keyin – yo‘g‘on ichak.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Savol: go‘dak taxminan qancha yashagan va xulosani qaysi belgilar to‘ldirishi kerak? Muhokama: o‘pka sinamasi musbat bo‘lsa, soxta musbat natijani qanday istisno qilamiz? Doskada: belgilar ro‘yxatini chizib, har birining qo‘shimcha ma’lumotini yozing. Tipik xato: musbat o‘pka sinamasini avtomatik «uzoq yashagan» deb talqin qilish.</a:t>
            </a:r>
          </a:p>
          <a:p/>
          <a:p>
            <a:r>
              <a:t>Tekshirish kerak (manbada noaniq):</a:t>
            </a:r>
          </a:p>
          <a:p>
            <a:r>
              <a:t>- Gialin membranalarning yo‘qligi qisqa yashashga zid emas, lekin yolg‘iz o‘zi aniq muddatni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antenatal davrda yo‘ldosh va kindikni ham tekshirish kerak? 2) Tug‘ruq travmasini ona qo‘lidan yetgan jarohatdan qanday farqlaymiz? Doskada chizish: ikki ustunli sxema (antenatal sabablar | intranatal sabablar). Diqqat: xato qilish xavfi — tug‘ruq travmasida tashqi jarohat va yara hosil bo‘lmaydi, ona qo‘lidan esa yuz va bo‘yinda shilinma, qontalash bo‘ladi. Tipik xato: antenatal o‘limni zo‘raki deb hisoblash; ante- va intranatal zo‘raki o‘lim juda kam uchraydi. Voqea tahlili: yo‘ldosh muddatdan oldin ko‘chgan, homila murdasining qog‘onoq suvida ko‘p mekoniy topildi. Savol: o‘lim qaysi davrda va qanday mexanizm bilan yuz bergan?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Aktiv va passiv go‘dak o‘ldirish farqi nimada? 2) Nega ekspert uchun o‘lim sababini aniq ko‘rsatish muhim? Doskada chizish: uch qatorli jadvalni talabalar bilan to‘ldiring. Diqqat: xato qilish xavfi — aktiv ≠ passiv; passiv o‘ldirishda go‘dakka hech qanday harakat qilinmaydi, u qarovsiz qoldiriladi. Tipik xato: kindik boylanmagan holatdagi qon ketishni aktiv o‘ldirishga kiritish. Tezkor savol: sovuq qotish va ochlikdan o‘lim qaysi turga kiradi? Voqea tahlili: kindigi boylanmagan chaqaloq qarovsiz topilgan. Savol: o‘lim sababi nima bo‘lishi mumkin va u qaysi turga kiradi?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kalla suyaklari qaychi bilan kesilib, darcha ochiladi? 2) Nega qorin kesmasi kindikka yetmay yonga o‘tkaziladi? Doskada chizish: murdani ochish tartibi (tashqi tekshiruv → ko‘krak va qorin → kalla → laboratoriya materiali). Tipik xato: og‘iz kesmasini iyakdan boshlash, o‘roqsimon o‘simta va miyacha chodiri butunligini buzish. Tezkor savol: gistologik tekshiruv uchun yo‘ldosh va kindikdan ham material olinadimi?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(1) Mekoniyning ko‘pligi va yo‘g‘on ichakning torayishi nimani bildiradi? (2) Tug‘ruq travmasi bilan farqi nimada? Doskada: ‘belgi → davr → mexanizm’ zanjirini chizdiring. Tipik xato: tashqi jarohat yo‘qligini ‘o‘lim zo‘raki emas’ deb emas, ‘tug‘ruq travmasi emas’ deb to‘g‘ri talqin qilish; talabalar yo‘ldosh va kindikni tekshirishni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markaziy nerv tizimi kislorod yetishmasligiga eng sezgir? Doskada: raqamlar ro‘yxati. Tipik xato: barcha to‘qimalar kislorodsizlikka bir xil chidaydi deb o‘ylash; sezgirlik filogenetik yoshga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sud tibbiyoti uchun qaysi jadallikdagi gipoksiya ahamiyatli va nega? Doskada: ekzogen/endogen daraxti. Tipik xato: gipoksiya va asfiksiyani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(1) Nega gipoksiya har doim asfiksiya emas? (2) Bo‘yin va ko‘krak-qorin qisilishi qaysi guruhga kiradi? Doskada: mexanik asfiksiya tasnifining daraxtini chizdiring. Tipik xato: strangulyatsion va kompression asfiksiyani, shuningdek cho‘kishni qisilish guruhiga qo‘shib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bunday o‘lim qotillik emas, baxtsiz hodisa deb baholanadi va nima uchun hodisa joyi ko‘rigi muhim? Doskada: 4 shoxli daraxt. Tipik xato: o‘z-o‘zini o‘ldirish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(1) Qaysi bosqichda talvasalar tufayli o‘z-o‘zidan jarohat paydo bo‘lishi mumkin va bu nega ekspertiza uchun muhim? (2) Nafas to‘xtagach yurak urishi davom etishi nimani anglatadi? Doskada: 5 bosqichni vaqt chizig‘ida chizing. Tipik xato: davomiyliklarni qat’iy son deb qabul qilish; darslikda ular shartli, taxminiy ekani ta’kidlangan.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tugallanmagan asfiksiyada klinik bilim sud-tibbiy ekspert uchun ham muhim? 2) Qoldiq oqibatlar qanday bo‘lishi mumkin (xotira, diqqat, bosh og‘rig‘i)? Doskada: to‘rt davrni zanjir shaklida chizing va har biriga bitta asosiy belgini yozing. Tipik xato: postasfiktik holatni asfiksiyaning o‘zi (asfiktik davr)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yuz sianozi murda holatiga qarab o‘zgaradi? 2) Nega bu belgilarni faqat majmua sifatida baholaymiz? Doskada: tashqi va ichki belgilar ustunini chizib to‘ldiring. Tipik xato: bitta belgini (masalan, sianozni) asfiksiyaning aniq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Talabalarga savollarni yopiq kitob bilan so‘rang. Muhokama: Tarde va Rasskazov-Lukomskiy-Paltauf dog‘larini hosil bo‘lish mexanizmi va joylashuvi bo‘yicha taqqoslang. Doskada: yurak va o‘pka sxemasini chizib, dog‘lar joyini belgilang. Tipik xato: ikkala dog‘ni bir xil deb hisoblash va epikard ostidagi dog‘ni cho‘kishga xos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osilishda sirtmoqni tortish uchun katta kuch shart emas? 2) Yumshoq sirtmoqda terida egat ko‘rinmasa, nimaga qarab tashxis qo‘yiladi? Doskada: bo‘yin sxemasini chizib, tipik egat joyini (til osti suyagidan yuqorida, qiyshiq) belgilang va havo yo‘li, vena, adashgan nerv ta’sirini strelkalar bilan ko‘rsating. Tipik xato: “tipik osilish” (tana erkin osilgan) bilan “tugunning tipik joylashuvi” (bo‘yin orqasida) tushunchalarini aralashtirish. Qo‘shimcha: keskin tipik osilishda orqa miya va umurtqalararo disklar yorilishi o‘limning hal qiluvchi omili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Egat o‘limdan keyin hosil bo‘lgan bo‘lsa, Bokarius sinamasida nima kutiladi? 2) Cho‘zilish belgilari qaysi osilish turida ko‘proq uchraydi (semiz odamlarda, tipik, siltab osilishda)? Doskada: ikki ustunli jadval chizing — chap tomonda hayotiylik belgilari (Bokarius, Neyding, Kasyanov), o‘ng tomonda cho‘zilish belgilari (Amyuss, Martin, Valxer, Simon). Tipik xato: “mis sim” belgisini hayotiylik belgisi deb o‘ylash — u yumshoq sirtmoq izi bilan bog‘liq. Eslatma: Bokarius, Neyding, Kasyanov belgilari egatning hayotiyligi uchun, Amyuss, Martin, Valxer, Simon esa bo‘yin cho‘zilishi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Sirtmoq bilan bo‘g‘ishda nega o‘lim ba’zan asfiksiya belgilari rivojlanmasdan, yurakning reflektor to‘xtashidan sodir bo‘ladi? 2) Yumshoq jism ustidan qo‘l bilan bo‘g‘ishda tashqi jarohatlar nega kam bo‘ladi? Doskada: bo‘yin sxemasida osilish egati (qiyshiq, yuqorida) va sirtmoq egati (gorizontal, pastda) ni ikki rangda chizing. Tipik xato: til osti suyagi sinishini osilishga xos deb hisoblash; ichki jarohatlar tashqidan yaqqolroq bo‘lishi qo‘l bilan bo‘g‘ishga xos. Pozitsion asfiksiyada bo‘yin burmasi egatga o‘xshashi mumkin, lekin til osti suyagi va tog‘aylar shikastlanmaydi.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Qarshiliksiz holda nafas teshiklari yopilishi nima uchun aniqlash qiyin? 2) Qusuq massa topilganda qaysi belgilar aspiratsiyani ko‘rsatadi? Doskada: nafas yo‘lini ko‘ndalang kesim sxemasi chizing va yot jism turlarini belgilang. Tipik xato: o‘limdan keyingi qusuq massani obturatsion asfiksiya belgisi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Laringospazm suvning yo‘liga qanday ta’sir qiladi? 2) Sho‘r suvda nima uchun qon quyuqlashadi? Doskada: jadvalni talabalar bilan birga chizib, har katakni to‘ldiring. Tipik xato: Tarde dog‘lari bilan Rasskazov-Lukomskiy-Paltauf dog‘larini aralashtirish (ikkinchisi epikard ostida bo‘lmaydi).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suv namunasi (1 l) olinadi? 2) Yangi tug‘ilgan chaqaloq murdasida suvda bo‘lganlik belgilari nega kechroq namoyon bo‘ladi? Doskada: suvda bo‘lish muddati bo‘yicha vaqt chizig‘ini (soat, 2-5 kun, 2-3 hafta) chizing. Tipik xato: terining bujmayishini cho‘kish sababi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suv harorati o‘zgarishlar tezligiga qanday ta’sir qiladi? Doskada: vaqt shkalasi. Tipik xato: bu belgilar bo‘yicha o‘lim sababini aniqlash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kompressiyada yuz va bo‘yinda qon quyilishlar (“ekximotik niqob”) paydo bo‘ladi? 2) Nega cheklangan muhitda o‘ziga xos belgi topilmaydi va tashxis nimaga tayanadi? Doskada chizish: ko‘krak-qorin qisilishi bo‘yicha chiziqli sxema (frontal / yonlama / faqat qorin) va xavf darajasini strelka bilan ko‘rsating. Tipik xato: “ekximotik niqob”ni umumiy asfiksiya belgisi (Tarde dog‘lari) bilan aralashtirish; karbonat angidrid chegaralarini kattalar va bolalar uchun almashtirib yuborish. Diqqat: kompressiyada mexanik jarohatlar ham o‘limga sabab bo‘lishi mumkin, differensial diagnostika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Talabalarga vaziyatni o‘qing, 2 daqiqa juftlikda muhokama qilinsin. Muhokama: 1) Berilgan belgilar chin yoki asfiktik cho‘kishga mosmi va nega? 2) Nima uchun suv havzasidan namuna (1 l) olinadi? Doskada chizish: ikki ustunli taqqoslash (chin va asfiktik cho‘kish: ko‘pik, nafas yo‘llari, oshqozondagi suv). Tipik xato: o‘pka to‘qimasida diatom topilishini hayotiylik belgisi deb hisoblash; o‘limdan so‘ng suvga tushganda ham topilishi mumkin. Ko‘pikni yagona asos qilib olish ham 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Mustaqil ish savollari: 1) Yangi tug‘ilganlik tushunchasi pediatriya, akusherlik va sud tibbiyotida qanday farqlanadi? 2) Qaysi belgilar absolyut hisoblanadi? 3) Tirik tug‘ilganlik qanday aniqlanadi va soxta musbat/manfiy sinamalar qachon bo‘ladi? 4) Antenatal, intranatal va postnatal o‘lim sabablarini taqqoslang. 5) Strangulyatsion, obturatsion, kompression va cheklangan muhitdagi asfiksiya belgilarini farqlang. Doskada chizish: mavzu bo‘yicha 5 bosqichli xulosa sxemasi. Tipik xato: umumasfiktik belgilarni bitta o‘zi yetarli deb hisoblash; yangi tug‘ilganlik muddatlarini (24 soat, 7 kun, 4 hafta)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Yangi tug’ilganlik tushunchasi (akusherlik, pediatriya, sudtibbiy). Pre-, intra- va postnatal davrlarda go’daklar o’limining xususiyatlari. Asfiksiyaning turli variantlarida o’limning vujudga kelish mexanizmi. Asfiksiyaning hayotlik vaqtida sodir bo’lganligini aniqlash va ularning morfologik belgilari.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dars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 va go‘dak murdasi ekspertizasi zo‘raki o‘lim alomatlari yoki unga shubha bo‘lgan hollarda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 bloklari: yangi tug‘ilganlik belgilari, ante-, intra- va postnatal davrlardagi o‘lim sabablari, tirik tug‘ilganlikni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Asfiksiya — tashqi nafas buzilishidan kislorod tanqisligi va karbonat angidridning ko‘payishi. Mexanik omildan bo‘lsa, mexanik asfiksiya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Yakuniy blok — hayotlik masalasi: strangulyatsion egat va suvga tushish hayotiy bo‘lganmi, buni qaysi belgilar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256, 259, 264, 104-105, 116-117, 124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 murdasi ekspertizasi: qachon va nimaga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Ekspertiza uch holatda tayinlanadi: onasi noma’lum go‘dak murdasi, davolash muassasasidan tashqari o‘lik tug‘ilish, tibbiy yordamga shikoyat.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Maxsus savollar: go‘dak yangi tug‘ilganmi, tirik tug‘ilganmi, gestatsion (homila) yoshi qanday, hayotga layoqatlimi.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Yana: tirik tug‘ilgan bo‘lsa, qancha muddat yashagan va unga qarov bo‘lganmi — bu ham hal etiladi.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Odatdagidek o‘lim sababi, muddati, tan jarohatlari va ularning yetkazilish mexanizmi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Go‘dak murdasi ekspertizasi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Tayinlash holatlari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Onasi noma’lum go‘dak murdasi  ·  Muassasadan tashqari o‘lik tug‘ilish  ·  Tibbiy yordamga shikoyat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savollar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Yangi tug‘ilganmi?  ·  Tirik tug‘ilganmi?  ·  Gestatsion yosh, hayotga layoqat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Tirik tug‘ilgan bo‘lsa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Qancha muddat yashagan?  ·  Unga qarov bo‘lganmi?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Odatdagi savollar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 sababi va muddati  ·  Tan jarohati, uning mexanizmi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Hal etiladigan savollar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“Yangi tug‘ilganlik”: uch xil yondashuv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tibbiyotida bu muddat qonunchilik talablari bilan uzviy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kodeksining (JK) 99-moddasi: ona tug‘ish vaqtida go‘dagini qasddan o‘ldirsa, jazo ancha yengil.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99-modda ≠ 97-modda. Boshqa shaxs o‘ldirsa, 97-modda (qasddan odam o‘ldirish)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Pediatriya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 hafta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Akusherlik-ginekologiya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Sud tibbiyoti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 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«Yangi tug‘ilganlik» muddati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tug‘ilganlik belgilari: qon izi, mo‘msimon qoplama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jarohat bo‘lmasa, tanada qon izlarining topilishi yangi tug‘ilganlik belgisi; ular tug‘ruq yo‘llari yumshoq to‘qimalarining yorilishidan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Tug‘ilgandan keyin go‘dak tanasi yuvilsa, qon izlari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Mo‘msimon qoplama — oqimtir-kulrang, yarim quyuq massa: yog‘ bezlari sekreti, ko‘chgan epidermis hujayralari, tuk va qog‘onoq suvlaridan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Qoplama bachadonda terini qog‘onoq suvlari ta’siridagi matseratsiyadan himoya qiladi. Burmalarda ko‘proq bo‘ladi; yuvilmasa bir haftagacha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Tug‘ruq shishi va kefalogematoma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Tug‘ruq shishi kesilganda qizgish-sargimtir, qon aralash seroz suyuqlik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Tug‘ruq shishi asosan tor tos va sust tug‘ruq faoliyatida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ikkalasini adashtirmang — chok chegarasi va so‘rilish muddati asosiy farq.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Tug‘ruq shishi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Sababi: Tosda qisilishdan qon aylanishi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Joyi: Ko‘pincha bosh, ba’zan dumba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Chegarasi: Choklar proeksiyasida ham aniqlanadi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So‘rilishi: Odatda 2-3 kun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Kefalogematoma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Sababi: Suyak usti pardasi ostiga qon quyiladi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Joyi: Kalla gumbazi suyaklari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Chegarasi: Choklar bilan chegaralangan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So‘rilishi: 2 hafta va undan ortiq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shishning solishtirmasi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Mekoniy va kindik: yangi tug‘ilganlik dinamikasi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Mekoniy: to‘q-yashil, yarim suyuq; tarkibida shilliq, o‘t pigmentlari, ichak epiteliysi hujayralari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Dumba, son va orqa chiqaruv teshigi atrofida topiladi; odatda 1-2 kunda chiqadi, norasolarda 3-4 kun.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tug‘ilganda kindik asosida bir necha soatda qizgish halqa (reaktiv yallig‘lanish)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Nam, yaltiroq, oqimtir-qizgish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 tekis quriydi, bujmayadi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Demarkatsion halqa (qizgish)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5-7 kunda kindik ajraladi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Kindikning o‘zgarish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257, 258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Absolyut va nisbiy belgilar: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Mutloq belgilar: o‘pkaning birlamchi atelektazi; demarkatsion halqa yo‘q yoki endi boshlangan.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 va yo‘ldoshdan ajratilmagan kindik ham mutloq ishonchli belgi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nisbiy belgilar hayotning 2-kunida va keyin ham topilishi mumkin; mutloq ≠ nisbiy.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Mutloq belgilar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O‘pkaning birlamchi atelektazi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Demarkatsion halqa yo‘q yoki dastlabki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Tana va yo‘ldoshdan ajratilmagan kindik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Nisbiy belgilar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izlari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Mo‘msimon qoplama va boshqalar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Keyingi kunlarda ham topilishi mumkin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Mutloq va nisbiy belgilar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258-259, 259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yangi tug‘ilganmi?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onasi noma’lum go‘dak murdasi topildi. Tanada qon izlari va mo‘msimon qoplama bor, kindik tana va yo‘ldoshdan ajratilmagan.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belgi mutloq, qaysi biri nisbiy? Qon izi va mo‘msimon qoplama nisbiy, ajratilmagan kindik esa mutloq.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izlari tana yuvilganda yo‘qoladi. Mo‘msimon qoplama yuvilmasa bir haftagacha saqlanishi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asosi: ajratilmagan kindik mutloq belgi; qon izlari va mo‘msimon qoplama faqat qo‘shimcha (nisbiy) dalil.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257-258, 258-259, 257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tug‘ilganlik mezonlari va o‘pka sinamasi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JSST mezonlari: nafas olish, yurak urishi, kindik pulsatsiyasi, ixtiyoriy harakat.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keyin yurak urishi, harakatni aniqlash usuli yo‘q; asosan nafas olgan-olmagani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olmagan o‘pka solishtirma og‘irligi 1,05-1,06; nafas olganida 1,0 dan past, ya’ni suvda suzadi.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Ligaturalar qo‘yish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Ko‘krak a’zolari suvli idishga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Cho‘ksa — manfiy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Alohida o‘pka, bo‘lak, bo‘lakcha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Suzsa — musbat, to‘xtatiladi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O‘pka (Galen-Rauger-Shreer) sinamasi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 sinamasi: soxta natijalar va Taranuxin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Soxta musbat natija chirish gazlari, sun’iy nafas oldirish va yaxshi erimagan muzlagan o‘pkada chiqishi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gazidan qalqigan bo‘lakchalar suv ostida siqilsa qayta suzmaydi. To‘liq erigan muzlagan o‘pka cho‘kadi.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Soxta manfiy natija ikkilamchi atelektazda chiqadi. Bunda Taranuxin (1907) usuli yoki Traxtenberg (1958) modifikatsiyasi tavsiya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139792"/>
                <a:gridCol w="269276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Yechim/izoh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Chirish gazlari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ostida siqilsa, qayta suzmaydi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Sun’iy nafas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Bo‘lakchalar suzishi bir xil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Muzlagan o‘pka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To‘liq eritilsa, suvda cho‘kadi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Ikkilamchi atelektaz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manfiy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Taranuxin: past bosimli kolba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Soxta natijalar va yechim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Oshqozon-ichak va rentgenologik sinamalar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Breslau (1865) sinamasi: nafas olganda havo qizilo‘ngach orqali oshqozon va ichaklarga o‘tadi. Ligaturalangan a’zolar suvga solinadi, havoli joylar suzadi.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tug‘ilganlarda havo oshqozon-ichakka asta-sekin o‘tadi. Shu sababli sinama chaqaloq qancha vaqt yashaganini baholashga ham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gazlari va o‘pkaning sun’iy ventillyasiyasi soxta musbat beradi. Shuning uchun bunday hollarda bu sinama tavsiya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Rentgen (Dillon, 1939) nafas olgan o‘pkani sun’iy ventillyasiya va chirish gazidan ajratolmaydi. Maxsus jihoz kerak, shuning uchun amaliyotda qo‘llanmaydi.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olgan va olmagan o‘pka: makro va mikro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Gialin membranalar bir necha soat yashaganlarda topiladi. Nafas olmagan o‘pkada ular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O‘lik tug‘ilganda kichik va o‘rta o‘pka arteriyalari ichida kurtaksimon, yostiqsimon bo‘rtiqlar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vazni: nafas olmaganda 55-60 g, nafas olgach qon aylanishi boshlanib, 85-90 g ga yetadi.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Nafas olmagan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Ko‘krak qafasi: Yassi; diafragma IV-V qobirg‘a sathida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O‘pka rangi: Bir xil ko‘kimtir-to‘q qizil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Alveola, epiteliy: Yoyilmagan; kubsimon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To‘siq, kapillyar: Qalin; kapillyarlarda qon yo‘q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Nafas olgan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Ko‘krak qafasi: Bochkasimon; diafragma VI-VII sathida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O‘pka rangi: Marmarsimon (Bush-Xaberda belgisi)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Alveola, epiteliy: Yoyilgan; yassi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To‘siq, kapillyar: Ingichka; kapillyarlar to‘laqon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Nafas olmagan va olgan o‘pka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261, 260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1: tirik tug‘ilganlik sinamalari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Chirish, sun’iy nafas oldirish va yaxshi erimagan muzlagan o‘pkada o‘pka sinamasi soxta musbat natija berishi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gazidan qalqigan bo‘lakchalar suv ostida siqilsa, qayta suzib chiqmaydi. To‘liq eritilgan muzlagan o‘pka esa cho‘kadi.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Ikkilamchi atelektazda sinama soxta manfiy bo‘lishi mumkin. Bunda Taranuxin usuli (1907) yoki Traxtenberg modifikatsiyasi tavsiya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chirish va sun’iy nafas oldirish holatlarida oshqozon-ichak sinamasi soxta musbat beradi, shuning uchun tavsiya etilmaydi.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259, 260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Gestatsion yosh: rasolik, yetuklik va formulalar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Rasolik: homiladorlik o‘rtacha 10 oy (280 kun), 37-42 hafta. Bo‘yi 50-54 sm, vazni 3000-3500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Yetuk homila: tana uzunligi kamida 45 sm, vazni 2500 g dan kam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rasolik ≠ yetuklik. Tergov uchun ular homiladorlik muddati va hayotga layoqatni hal etishda muhim.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2004810"/>
                <a:gridCol w="135530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Gaaze (1-yarim)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tana uzunligidan kvadrat ildiz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16 sm → 4 homila oyi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Gaaze (2-yarim)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tana uzunligi ÷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40 sm → 8 homila oyi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Baltazar-Derve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tana uzunligi × 5,6 (kun)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40 sm → 224 kun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Yakupov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 aylanasi ÷ 3,4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34 sm → 10 homila oyi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Gestatsion yoshni hisoblash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261-262, 262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Gestatsion yosh: suyaklanish o‘zaklari, kindik, yo‘ldosh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Kindik va yo‘ldosh: VI oyda 38 sm va 250 g, X oyda 50 sm va 500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Yutish refleksi VIII oyda paydo bo‘ladi; mekoniyda tuk topilishi — Shibkov-Markovin belgisi.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Homiladorlik patologiyasi va zararli odatlar o‘zaklarni kechiktiradi, ba’zan umuman bo‘lmasligi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89"/>
                <a:gridCol w="1652492"/>
                <a:gridCol w="132199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Suyak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Paydo bo‘lishi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Diametri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Tovon suyagi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 homila oyi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0,8-1,1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G‘altaksimon suyak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VII homila oyi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0,7-1,0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Son pastki epifizi (Beklyar)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IX homila oyi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0,5-0,7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Suyaklanish o‘zaklari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262, 263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Hayotga layoqat va go‘dakka qarov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JSST bo‘yicha uzunligi 25 sm dan, vazni 500 g dan kam go‘dak o‘ta norasolik tufayli layoqatsiz. Murda ochilmaydi, faqat tashqi ko‘rik, vazn, uzunlik.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tirik tug‘ilganlik ≠ hayotga layoqat. Tirik tug‘ilgan go‘dak ham hayotga layoqatsiz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Anensefaliya, ikki kamerali yurak kabi nuqsonlar va hayot bilan nomutanosib tug‘ruq travmasi (miya majaqlanishi, bo‘yin umurtqalari sinishi) layoqatsiz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Qarov belgilari: yo‘rgak va kiyim, kesilib bog‘langan kindik, qon va mo‘msimon qoplamadan tozalangan tana, oshqozonda sut yoki unga o‘xshash massa.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Layoqatsizlik sabablari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Uzunlik 25 sm dan, vazn 500 g dan kam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Anensefaliya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Ikki kamerali yurak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Hayot bilan nomutanosib tug‘ruq travmasi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Qarov belgilari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Yo‘rgak va kiyim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Kesilib bog‘langan kindik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va qoplamadan tozalangan tana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Oshqozonda sut yoki shunga o‘xshash massa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Layoqat va qarov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263, 264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Ona organizmidan tashqarida yashash davomiyligi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5-6 soatda ingichka ichakni to‘ldiradi, 6 soatdan so‘ng yo‘g‘on ichakka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O‘pkaning ikkilamchi atelektazi kamida 5-6 soatdan so‘ng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Mekoniy odatda 1-2 kunda chiqib ketadi. Muddatlar taxminiy, shuning uchun ko‘p belgi inobatga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soat: gialin membrana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&lt;3 soat: havo oshqozonda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5-6 soat: ingichka ichak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Sutka oxiri: demarkatsion halqa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2-3 kun: shish so‘riladi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Yashash muddati vaqt chizig‘i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264, 257, 264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tirik tug‘ilganmi, qancha yashagan?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o‘pka sinamasi musbat, havo faqat oshqozonda topilgan, o‘pkada gialin membranalar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faqat oshqozonda bo‘lsa, go‘dak 3 soatdan kam yashagan. Gialin membrana uchun kamida 1-2 soat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Gialin membranalarning yo‘qligi qisqa yashashga zid emas, lekin yolg‘iz o‘zi aniq muddatni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uchun soxta musbatlik (chirish, sun’iy nafas) istisno qilinadi, makro-, mikroskopik belgilar va kindik halqasi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259, 264, 264, 261, 264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Antenatal va intranatal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Antenatal nozo‘raki o‘lim ko‘pincha homila ichi asfiksiyadan: yo‘ldosh oldin joylashishi, infarkti, ko‘chishi; kindik siqilishi, bo‘yinga o‘ralishi, chin tugun.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Onaning o‘tkir infeksiyasi, zaxm, dekompensatsiyadagi yurak nuqsoni, homiladorlik toksikozi va homila nuqsonlari ham o‘limga olib kelishi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Homila murdasida tez o‘lim belgilari, qog‘onoq suvi aspiratsiyasi va undagi ko‘p mekoniy topiladi; miya pardalariga ko‘pincha simmetrik qon quyilishi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Intranatalda asosiy sabab tug‘ruq travmasi: kalla suyaklari sinishi, kalla ichi qon quyilishi. Tug‘ayotgan ona qo‘li bilan shilinma qoldirishi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Antenatal o‘lim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Ko‘pincha homila ichi asfiksiya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Yo‘ldosh oldin joylashishi, infarkti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Kindik siqilishi, chin tugun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Onaning infeksiyasi, zaxm, toksikoz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Intranatal o‘lim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Asosiy sabab — tug‘ruq travmasi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Kalla suyaklari sinishi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Kalla ichi qon quyilishi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Ona qo‘li izi: yuz, bo‘yinda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Homila va tug‘ruq davri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264, 265, 264-265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Postnatal o‘lim: nozo‘raki, aktiv va passiv o‘ldirish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Nozo‘raki: o‘ta norasolik, nomutanosib nuqsonlar, gemolitik kasallik, tug‘ma toksoplazmoz, pnevmopatiya.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Zo‘raki o‘lim asosan postnatal davrda uchraydi; ante- va intranatal zo‘raki o‘lim juda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Huquqni muhofaza organlari uchun aktiv yoki passiv emas, o‘limning aniq sababini ko‘rsatish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Postnatal o‘lim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Nozo‘raki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Kasallik yoki rivojlanish nuqsoni  ·  norasolik, nuqson, gemolitik kasallik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Aktiv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Go‘dakka harakat qilinadi  ·  qo‘l/sirtmoq bilan bo‘g‘ish, cho‘ktirish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Passiv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Go‘dak qarovsiz qoldiriladi  ·  kindikdan qon ketish, sovuq, ochlik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Postnatal o‘lim turlari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265, 264-265, 266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 va go‘dak murdasi ekspertizasi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Tashqi tekshiruvda kiyim-bosh, yo‘rgak, antropometriya (uzunlik, vazn, bosh, ko‘krak, yelka), qon izlari, mo‘msimon qoplama, tug‘ruq shishi, mekoniy baholanadi.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Yo‘ldosh (vazn, shakl, to‘qima) va kindik (uzunlik, qalinlik, tugun) ham tekshiriladi. Ichki tekshiruv ko‘krak va qorindan boshlanadi.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Og‘iz kesmasi pastki labdan boshlanadi; qorin kesmasi kindik tomirlari buzilmasligi uchun kindikka yetmay ikki yonga o‘tadi. Kalla qaychi bilan ochiladi.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Tirik tug‘ilganlik uchun o‘pka va oshqozon-ichak suzish sinamalari o‘tkaziladi. Oxirida gistologik va sud-biologik (qon guruhi) tekshiruvga material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Tashqi tekshiruv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Kiyim, yo‘rgak, antropometriya, qon izi, mekoniy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Yo‘ldosh va kindik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Yo‘ldosh vazni, shakli; kindik uzunligi, tuguni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Ichki tekshiruv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Ko‘krak va qorindan boshlanadi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Maxsus kesmalar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Kesma og‘izda pastki labdan; kalla darchalari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Tirik tug‘ilganlik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O‘pka va oshqozon-ichak suzish sinamalari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Material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Gistologik va sud-biologik (qon guruhi)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bosqichlari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266, 266-267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o‘limning davri va sababi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homila murdasida mekoniy ko‘p miqdorda, qog‘onoq suvlari aspiratsiyasi aniqlangan, kindikda chin tugun bor, tashqi jarohat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Ehtimol: antenatal davrda kindik tufayli homila ichi asfiksiyasidan nozo‘raki o‘lim. Tug‘ruq travmasida esa tashqi jarohat, yara hosil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 tekshiriladi: yo‘ldosh va kindik; yo‘g‘on ichak mekoniy chiqishi hisobiga torayadi; miyada ko‘pincha simmetrik qon quyilishlar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belgilar qaysi davr va qanday mexanizmga mos keladi? Nega homila murdasi bilan birga yo‘ldosh va kindik ham tekshiriladi?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264, 264-265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Kislorod ehtiyoji va to‘qimalar sezgirligi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Organizm uchun zarur kislorodning 98,5-99,0% nafas a’zolari orqali olinadi, qolgani teri va oshqozon-ichak orqali.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Tinch holatda bir minutda 6-8 l havo zarur; jismoniy zo‘riqishda ehtiyoj 10-20 barobargacha ortadi.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Markaziy nerv tizimida to‘qima nafasining to‘xtashi 5-10 minutda qaytmas o‘zgarish beradi; mushak va biriktiruvchi to‘qimada bu muddat uzoqroq.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Odatda havoda kislorod konsentratsiyasi 20,93%; gipoksik gipoksiyada nafas olinayotgan havoda u kamroq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a’zolari orqali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98,5–99,0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Tinch holatda havo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l/min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Zo‘riqishda ehtiyoj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10–20</a:t>
            </a:r>
            <a:r>
              <a:rPr sz="14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MNT: qaytmas o‘zgarish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Havoda kislorod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20,93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Kislorod va nafas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turlari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Ekzogen va endogen gipoksiya farqlanadi; ekzogen gipoksiya gipoksik, giperoksik va giperkapnik turlarga bo‘linadi.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Gipoksik turi past (gipobarik), normal (normobarik) va yuqori (giperbarik) bosimda kuzatiladi; giperkapnik turi cheklangan muhitda rivojlanadi.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Endogen gipoksiya: respirator, gemik, sirkulyator, sitotoksik va fiziologik turlari bor.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Jadalligi bo‘yicha yashinsimon (soniyalar), o‘tkir (daqiqalar), biroz o‘tkir (soatlar), surunkali gipoksiya; sud tibbiyoti uchun birinchi ikkisi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Gipoksiya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Ekzogen: gipoksik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Gipobarik: tog‘ kasalligi  ·  Normobarik  ·  Giperbarik: chuqur suv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Ekzogen: giperoksik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 kislorod bilan uzoq nafas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Ekzogen: giperkapnik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Cheklangan muhit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Endogen: respirator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Bo‘yin, ko‘krak qisilishi  ·  Nafas yo‘llari yopilishi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Endogen: gemik, sirkul.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Gemoglobin kamayishi, zaharlanish  ·  Qon aylanishi buzilishi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Endogen: sitotoksik va b.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To‘qima nafasi buzilishi  ·  Jismoniy zo‘riqish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Pigolkin (2012) bo‘yicha tasnif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Gipoksiya, asfiksiya va mexanik asfiksiya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gipoksiya ≠ asfiksiya. Asfiksiyada kislorod tanqisligi karbonat angidrid ortishi bilan birga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“Asfiksiya” grekcha: a — inkor, sphygmos — puls; tub ma’nosi pulsning yo‘qligi.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omildan kelgan tashqi nafas buzilishi mexanik asfiksiya deyiladi; u uch turga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Mexanik asfiksiya tasnifi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Qisilishdan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Strangulyatsion; kompression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Yopilishdan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teshiklari; yo‘llari; cho‘kish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Cheklangan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Kislorod kamayadi, CO₂ ortadi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Autoasfiksiofiliya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Seksual asfiksiya; odatda baxtsiz hodisa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Mexanik asfiksiya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104-105, 104,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Autoasfiksiofiliya (seksual asfiksiya)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Autoasfiksiofiliya — jinsiy qo‘zg‘alish gipoksiya va giperkapniya sharoitida sodir bo‘lishiga asoslangan holat.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Ko‘pincha jinsiy chetlanishlarga moyil o‘rta yoshdagi yolg‘iz erkaklarda, ba’zan yosh erkaklarda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jarayon qo‘l, oyoq va moslamalar yordamida boshqariladi: bo‘yin sirtmoq bilan qisiladi yoki polietilen qopcha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bilan tugasa, baxtsiz hodisa deb baholanadi; hodisa joyini sinchiklab ko‘zdan kechirish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Autoasfiksiofiliya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Mohiyati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Qo‘zg‘alish gipoksiyada  ·  Orgazm asfiksiya holatida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Kimlarda uchraydi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O‘rta yoshdagi yolg‘iz erkaklar  ·  Ba’zan yosh erkaklar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Usullari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Bo‘yinni sirtmoq bilan qisish  ·  Polietilen qopcha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Baho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Baxtsiz hodisa  ·  Joyni sinchiklab ko‘rish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Seksual asfiksiya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Asfiksiyaning hayotiy kechishi: bosqichlar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Preasfiktik davrda organizm moslashish imkoniyatlarini ishga soladi, shu sababli asfiksiya belgilari hali rivojlanmaydi.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Inspiratorda hush 40-60 sek.da yo‘qoladi; ekspiratorda siydik, axlat ajralishi bilan klonik talvasalar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Terminal nafas 5 minutgacha davom etadi; nafas to‘xtagach yurak yana 3-10 minut urishi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Preasfiktik: 20-30 sek.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Inspirator hansirash: ~1 min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Ekspirator hansirash: ~1 min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to‘xtashi: 30-40 sek.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nafas → to‘liq to‘xtash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Asfiktik jarayon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106-107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holat: davrlar va oqibatlar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Postasfiktik holat – asfiksiyadan so‘ng tirik qolganlarda rivojlanadigan o‘zgarishlar majmuyi.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minut va soatlarda o‘lim asfiktik komadan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sutkada o‘pka va miya shishi, keyinroq gipostatik pnevmoniya o‘limga sabab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Asfiktik koma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Karaxtlik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Dezorientatsiya va amneziya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Qoldiq oqibatlar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Postasfiktik holatning to‘rt davri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umumiy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belgilar mexanik asfiksiyaga xos emas, tez o‘limning boshqa turlarida ham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Diagnostikada belgilar alohida emas, majmua sifatida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yurak, kamqonlik va qisqargan taloq nisbatan patognomik hisoblanadi.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884"/>
                <a:gridCol w="2045969"/>
                <a:gridCol w="219912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Tashqi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Sianoz, murda dog‘lari, midriaz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Sianoz va midriaz noturg‘un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Tashqi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Subkonyunktival ekximozlar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Hansirash bosqichida paydo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Suyuq qon, asfiktik yurak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O‘ng kameralar qonga to‘la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Tarde dog‘lari, qisqargan taloq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Taloq: Sabinskiy belgisi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umumasfiktik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110-111, 111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2: umumasfiktik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Tarde dog‘lari qayerda va qaysi bosqichda hosil bo‘ladi?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visseral plevra va epikard ostida 2-3 mm to‘q qizil qon quyilishlar; inspirator hansirashda; o‘pka bo‘laklari oralig‘i, diafragmal plevrada.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nisbatan patognomik belgilar? Javob: asfiktik yurak, kamqonlik, qisqargan taloq (Sabinskiy); taloqdagi qon preasfiktik davrda depodan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– Tarde dog‘lari ≠ Rasskazov-Lukomskiy-Paltauf dog‘lari. Ikkinchisi chin cho‘kishda hosil bo‘ladi va epikard ostida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122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Osilish: o‘lim mexanizmi va strangulyatsion 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osilishda tana sirtmoqda erkin osilib turadi, notipik osilishda tananing bir qismi tayanchda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omillari: havo yo‘li torayishi, venalar qisilishi, nerv refleksi, ba’zan orqa miya yorilishi.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osilishda egat til osti suyagidan yuqorida, qiyshiq-vertikal; atipikda pastroq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Sirtmoq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Egat belgisi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 (sim, zanjir)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Zichroq, chuqurroq egat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Yumshoq (sochiq, sharf)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Teri egati yaqqol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Yumshoq, ichki tekshiruvda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“Mis sim” (Kasper) belgisi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Tugunga qarama-qarshi tomon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Egat yaqqolroq va chuqurroq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Sirtmoq materiali va egat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111-112, 113-114, 114-115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Egatning hayotiyligini aniqlash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Bahsli holatlarda egat hayotiyligini aniqlash muhim; Bokarius sinamasida teri laxtagi yorug‘likda ko‘riladi.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Burmacha sohasida to‘laqonlik va qon quyilishi hayotiylikni bildiradi; mikroskopda Neyding (qon aylanishi buzilishi), Kasyanov (reaktiv yallig‘lanish).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Yumshoq sirtmoqda egat proyeksiyasida oqimtir yo‘lka — “mis sim” (Kasper) belgisi; halqum orqasida qon quyilishi — Brouardel belgisi.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Cho‘zilish belgilari: Amyuss — uyqu arteriyasi intimasi yorilishi, Martin — arteriya tashqi qavatida qon, Valxer — mushak pastki uchida, Simon — diskda qon.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Egat hayotiyligi belgilari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Bokarius sinamasi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 laxtagi yorug‘likda ko‘riladi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Mikroskopik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Neyding: qon aylanishi buzilishi  ·  Kasyanov: reaktiv yallig‘lanish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Yumshoq sirtmoq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Mis sim (Kasper) belgisi  ·  Brouardel: halqum orqasida qon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Cho‘zilish belgilari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Amyuss: uyqu arteriyasi intimasi  ·  Martin: arteriya tashqi qavati  ·  Valxer, Simon: mushak, disklar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 aniqlash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116, 116-117, 115-116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Sirtmoq, qo‘l va o‘tmas jism bilan bo‘g‘ish: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 bilan bo‘g‘ishda barmoq qontalashlari, tirnoq shilinmalari va ichki jarohatlar (suyak, tog‘ay) yaqqol.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O‘tmas jismda jarohat ta’sir yuzasi proyeksiyasida bo‘ladi: qontalash, shilinma, til osti suyagi shikasti.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Pozitsion asfiksiyada egat bo‘lmaydi; tashxis boshqa o‘lim sabablarini istisno qilish bilan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Osilish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yo‘nalishi: Qiyshiq-vertikal, bo‘yin yuqorisida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Cho‘zilish belgilari: Amyuss, Valxer, Simon bo‘lishi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Xos emas; sirtmoq pastda bo‘lsa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Yuz sianozi, murda dog‘i: Nisbatan kamroq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Sirtmoq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yo‘nalishi: Gorizontal, tog‘ay sathida va pastroq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Cho‘zilish belgilari: Vujudga kelmaydi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suyagi, tog‘ay: Tog‘ay shoxchalari sinishi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Yuz sianozi, murda dog‘i: Yaqqolroq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 va sirtmoq bilan bo‘g‘ish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118, 119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Obturatsion asfiksiya: nafas teshik va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teshiklari yopilganda qarshilik bo‘lmasa, umumasfiktik belgilardan boshqa o‘zgarish yo‘q. Qarshilikda og‘iz-burun atrofida qontalash, shilinma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yo‘llari yot jism (danak, tugma), sochiluvchan modda (qum, un) va suyuqlik (qon, qusuq) bilan yopiladi. Bu ko‘pincha baxtsiz hodisa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 mexanizmi: havo o‘tishining qiyinlashuvi, tovush boylamlarining reflektor spazmi yoki yurakning reflektor to‘xtashi; belgilar shakllanmasligi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nafas yo‘lidagi qusuq massa har doim asfiksiya emas. Massaj, tashish, chirishda massa oz bo‘ladi, kichik bronxlarga yetmaydi.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Obturatsion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 teshiklari yopilishi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Qarshilikda og‘iz-burun atrofida  ·  qontalash, shilinma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 yo‘llari yopilishi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Yot jism: danak, tugma  ·  Sochiluvchan: qum, un  ·  Suyuqlik: qon, qusuq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mexanizmi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 o‘tishi qiyinlashadi  ·  Tovush boylamlari spazmi  ·  Yurakning reflektor to‘xtashi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Nafas teshik va yo‘llari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120, 120-121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va asfiktik cho‘kish: solishtirma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cho‘kishda ko‘pik turg‘un, mayda pufakli (Krushevskiy belgisi); asfiktik cho‘kishda oz va noturg‘un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cho‘kishda yurakning havo emboliyasi bo‘ladi; Sunsov sinamasida chap qorincha teshiladi.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Sho‘r suvda qon quyuqlashadi va Rasskazov-Lukomskiy-Paltauf dog‘lari hosil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Chin cho‘kish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va o‘pka: Alveolagacha; xamirsimon o‘pka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Plevra ostida: Rasskazov-Lukomskiy-Paltauf dog‘i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Qon: Gemodilyusiya, gemoliz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miqdori: Oshqozonda 300 ml gacha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Asfiktik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va o‘pka: Yetmaydi; keskin emfizema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Plevra ostida: Faqat Tarde dog‘lari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Qon: Gemodilyusiya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miqdori: Oshqozonda 1 l gacha; Sveshnikov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 va asfiktik cho‘kish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122-123, 123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Cho‘kishning hayotiyligi va suvda bo‘lganlik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Chin cho‘kishda diatom planktoni parenximatoz a’zolar va suyak miyada topiladi; u havza suviga mos bo‘lishi kerak. Faqat o‘pkadagi topilma ahamiyatsiz.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usullar: psevdoplankton, suv bakteriyalari, krioskopik, refraktometrik. Suvga tushishda reflektor to‘xtashda asfiksiya belgilari rivojlanmaydi.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Soatlardan so‘ng barmoqlar bujmayadi; 2-5 kunda “kir yuvuvchi qo‘l”, 2-3 haftada “o‘lim qo‘lqopi”, 10-15 kunda soch oson sug‘uriladi.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bu o‘zgarishlar o‘lim sababini ko‘rsatmaydi. Yangi tug‘ilganda esa mo‘msimon qoplama terini matseratsiyadan himoya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124-125, 124, 126, 127-128, 128-129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 bo‘lganlik davomiyligi: teri o‘zgarishlari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necha soatdan so‘ng qo‘l va oyoq barmoqlari oqarib bujmayadi; 2-5 kunda o‘zgarish kaft yuzasini qamraydi.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5-8 kunda tovon yuzasi to‘liq qamraladi; qo‘l-oyoq o‘zgarishi «kir yuvuvchi qo‘li» ko‘rinishini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2-3 haftadan so‘ng kaftlar terisi tirnoqlari bilan «o‘lim qo‘lqopi», «o‘lim paypog‘i» tarzida ajralishi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10-15 kunda sochlar oson sug‘uriladi; o‘zgarishlar suv harorati, kiyim va yoshga bog‘liq, o‘lim sababini ko‘rsatmaydi.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Barmoqlar bujmayishi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soatlar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Kaft yuzasi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Tovon yuzasi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Soch sug‘uriladi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«O‘lim qo‘lqopi»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2–3</a:t>
            </a:r>
            <a:r>
              <a:rPr sz="15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Murdaning suvda bo‘lish davomiyligi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127, 128-129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va cheklangan muhitdagi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Kompression asfiksiya ko‘krak va qorin o‘tmas jismlar bilan qisilib, nafas harakati cheklanganda yuz beradi; ko‘pincha yer qimirlashi, qulash, olomonda.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Frontal qisilish yonlama qisilishdan xavfliroq. Ko‘krak va qorin bir vaqtda qisilsa, o‘pka, yurak va diafragma harakati buziladi; qorin qisilishiga chidamliroq.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Xos belgilar: yuz shishi va ko‘kimtirligi, yuz-bo‘yin-ko‘krakda qon quyilishlar — «ekximotik niqob» (Olive-Danjer); o‘pka «karmin shishishi» (Lakkasan).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Cheklangan muhitda kislorod kamayib, karbonat angidrid ko‘payadi. Xavfli chegara: bolalarda 2,0–2,5%, kattalarda 8–10%; alohida belgi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Kompression asfiksiya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Ko‘krak va qorin qisiladi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Frontal qisilish xavfliroq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Ekximotik niqob (Olive-Danjer)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Karmin shishishi (Lakkasan)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Cheklangan muhit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Kislorod kamayadi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Karbonat angidrid ko‘payadi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Bolalar uchun xavfli chegara 2,0–2,5%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Kattalarda 8–10%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turi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129, 130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asfiksiyaning turi va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suv havzasidan murda chiqarilgan. Og‘iz-burun atrofida mayda pufakli oq ko‘pik, nafas yo‘llarida yot moddalar, oshqozonda suv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Chin cho‘kishda suv alveolalargacha yetadi, turg‘un mayda pufakli oq ko‘pik (Krushevskiy belgisi) bo‘ladi; oshqozonda 300 ml gacha suv (Fegerlund).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Asfiktik cho‘kishda laringospazm tufayli suv nafas yo‘llariga o‘tmaydi, yot modda topilmaydi; oshqozonda 1 l gacha suv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tur? Hayotiylikni diatom planktoni tasdiqlaydi: a’zolar va suyak miyada topilib, havza suviga mos bo‘lsa. O‘pkadagi topilma ahamiyatsiz.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122, 123, 125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asosiy tezislar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Yangi tug‘ilganlik — dastlabki 24 soat. Mutlaq belgilar: o‘pkaning birlamchi atelektazi, demarkatsion halqa yo‘q yoki dastlabki, ajratilmagan kindik.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Tirik tug‘ilganlik asosan go‘dak nafas olgan-olmaganligi bilan hal etiladi: o‘pka va oshqozon-ichak sinamalari, makro- va mikroskopik tekshiruv o‘tkaziladi.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Antenatal o‘lim ko‘pincha yo‘ldosh va kindik bilan bog‘liq asfiksiyadan; intranatalda — tug‘ruq travmasi; zo‘raki o‘lim asosan postnatal davrda.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Umumasfiktik belgilar (masalan, Tarde dog‘lari) spetsifik emas, ularning majmuasi baholanadi. Cho‘kish hayotiyligini diatom planktoni tekshiruvi tasdiqlaydi.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259, 264, 111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“yangi tug‘ilganlik” har fanda har xil. Pediatriyada 4 hafta, akusherlikda 7 kun, sud tibbiyotida dastlabki 24 soat. Bu farq Jinoyat kodeksining 99-moddasi bilan bog‘liq.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Gaaze formulasi bo‘yicha tana uzunligi 16 sm bo‘lsa, gestatsion yosh 4 homila oyi. Tana 40 sm bo‘lsa, 8 oy chiqadi (birinchi yarmida kvadrat ildiz, ikkinchi yarmida 5 ga bo‘linadi).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asfiktik davrning 5 bosqichi: inspirator hansirash, ekspirator hansirash, nafasning qisqa to‘xtashi, terminal nafas, nafasning to‘liq to‘xtashi. Undan oldin 20-30 soniyalik preasfiktik davr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Diqqat, xato xavfi: Tarde dog‘lari epikard va visseral plevra ostida bo‘ladi. Rasskazov-Lukomskiy-Paltauf dog‘lari chin cho‘kishda faqat plevra ostida uchraydi. Sho‘r suvda esa umuman hosil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o‘pka to‘qimasida diatom planktoni topilishi o‘zi isbot emas, chunki o‘limdan keyin suvga tushganda ham topilishi mumkin. Parenximatoz a’zolar va suyak miyadagi plankton hayotiy cho‘kishni ko‘rsatadi.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tug’ilganlik tushunchasi (akusherlik, pediatriya, sudtibbiy). Pre-, intra- va postna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10. Homila va yangi tug‘ilgan go‘daklar murdasi; Bob 5. Kislorod tanqisligi (asfiksiya)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