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efedra o‘simligi ham dori, ham giyohvandlik vositasi manbai bo‘la oladi? Doskada: ma’ruzaning 3 o‘simligi: kata, efedra, peyot. Tipik xato: tabiiy fenilalkilaminlarni faqat sintetik moddalar bilan aralashtirish. Izoh: sillabusdagi «efedron (metkatinon)» nomi kitobda alohida bog‘lanmagan; gmt p.147 jadvalida efedrin va KMnO4 metkatinon olish uchun prekursor sifatida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o‘simlik alkaloidlari asosida sintetik hosilalar yaratilgan? Doskada: tabiiy - yarim sintetik - sintetik zanjiri. Tipik xato: sinflanishni qat’iy chegarali deb o‘ylash: kitobda sinflanish shartli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efedrin qaysi sinfga kiradi? Doskada: uch sinf va benzol hosilalari jadvali. Tipik xato: meskalinni sintetik hosila deb hisoblash: u peyotdan olingan tabiiy modda. Izoh: efedrin sinfi bo‘yicha kitob testi 81-betda (2-savol) berilgan, javobi kitobda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tasnif «shartli» deb aytiladi? Doskada: daraxt sxemasi. Tipik xato: tabiiy vakillarni sintetik sinflarga qo‘shib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uch o‘simlikdagi asosiy modda va uning ahamiyati. Doskada: uch ustunli jadval. Tipik xato: katin va katinonni efedra alkaloidlari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o‘simlikka bitta modda mos keltiring. Doskada: 3 o‘simlik - 3 modda. Tipik xato: psevdoefedrin va efedrinni bir xil faollikda deb hisoblash: faqat efedrin ahamiyatli (75-bet).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kata «arab choyi» deb ataladi? Doskada: o‘simlik - hudud - alkaloidlar. Tipik xato: katin va katinonni bir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katinon nega yangi barglarda ko‘proq? Doskada: quritish - bug‘lanish - o‘rash. Tipik xato: quritilgan kata barg tarkibini yangi barg bilan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efedra O‘rta Osiyo uchun muhim? Doskada: o‘simlik tavsifi va tarkibi. Tipik xato: efedrani zaharsiz o‘simlik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efedra ta’sirining ikki yo‘nalishini ayting. Doskada: qo‘zg‘alish va bo‘shashish ustunlari. Tipik xato: qon bosimi ko‘tarilishini bronxlar torayishi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asos va tuz eruvchanligi ajratishda qanday ahamiyatga ega? Doskada: asos: organik erituvchi; tuz: suv. Tipik xato: efedrin asosini suvda yaxshi eriydi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siydik asosiy tekshiruv ashyosi? Doskada: 80% / sutka siydik orqali. Tipik xato: efedrinni faqat dori deb hisoblash: suiste’mol hollari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pH=10 tanlanadi? Doskada: 5 bosqichli sxema. Tipik xato: karbonat o‘rniga kuchli ishqor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bu sintez shu qadar xavfli? Doskada: efedrin -&gt; efedron oksidlanishi. Tipik xato: KMnO4 ni faqat dezinfeksiya vositasi deb o‘ylash: u prekursor. Izoh: gmt p.147 prekursor jadvalida KMnO4 va efedrin metkatinon olish uchun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belgi efedronni boshqa stimulyatorlardan ajratmaydi? Doskada: belgilar ro‘yxati. Tipik xato: belgilarni bitta modda uchun xos deb hisoblash: bular stimulyatorlarga umumiy.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mis va CS2 reaksiyasining mohiyati nima? Doskada: reaksiya bosqichlari: nordonlash - CuSO4 - NH3 - CS2/benzol. Tipik xato: natijani benzol qatlami o‘rniga suvli qatlamda izlash. Izoh: p.78: reaksiya efedronga ham o‘xshash natija beradi (ditiokarbamin kislota hosilasi).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mikrokristall reaksiya nima uchun ajratuvchi? Doskada: ikki xil kristall shakli. Tipik xato: Dragendorf kristallarini (ikkalasida ninasimon) Reyneke kristallari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modda yuqoriroq ko‘tariladi? Doskada: ikkita Rf qiymati. Tipik xato: 9:1 va 48:2 sistemalarini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UB va IQ qaysi masalani hal qiladi? Doskada: UB: 251, 257, 263 nm; IQ: 5 chiziq. Tipik xato: UB maksimum yonidagi «ε=12» ni molyar ε deb o‘qish. Izoh: kitobda 257 nm yonida «ε=12» deb yozilgan; bu A(1%, 1 sm) qiymati ekani malaka_errors E2 da qayd etilgan — slaydga qo‘yilmadi.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ikkala spektrda umumiy cho‘qqi qaysi? Doskada: 58 — asosiy cho‘qqi. Tipik xato: cho‘qqilar tartibini intensivlik tartibi deb bilish: kitobda tartib berilgan, intensivlik ko‘rsatilmagan. Izoh: p.77 da efedrin ro‘yxati «42 106,40» deb yozilgan (vergul tushib qolgan); p.78 bo‘yicha 106 va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efedron reaksiyalari efedrinnikidan nimasi bilan farq qiladi? Doskada: uch reaksiya: Dragendorf, CuSO4+CS2, Reyneke. Tipik xato: Dragendorf natijasini ajratuvchi deb hisoblash: ikkalasi ham ninasimon kristall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muhit pH i UB maksimumga qanday ta’sir qiladi? Doskada: 251 nm (HCl) va 247 nm (ishqor). Tipik xato: kislotali va ishqoriy muhit natijalarini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ikki usulning farqi nima? Doskada: FEK - rangli kompleks, UB-SF - o‘zining yutilishi. Tipik xato: FEK va UB-SF ni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bir namunada ikkalasini qanday farqlaymiz? Doskada: uch belgi jadvali. Tipik xato: bitta reaksiya asosida xulosa qilish. Izoh: bu slayd kitobning p.76-78 ma’lumotlarini yig‘ib solishtiradi; kitobda alohida jadval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kaktus gullari tahlil ob’ekti bo‘ladi? Doskada: o‘simlik - alkaloid - kapsula. Tipik xato: kapsuladagi barcha kukunni toza meskalin deb o‘ylash: 8% gacha.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meskalin va LSD kuchini solishtiring. Doskada: 200-500 mg; 12 soat; 4000 marta. Tipik xato: ta’sir boshlanishi (30-60 daqiqa) bilan davomiyligi (4-6 soat)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mg/kg birligida dozani qanday hisoblaymiz? Doskada: 5-10 mg/kg - 20 mg/kg shkalasi. Tipik xato: mg/kg ni umumiy mg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avval rangli reaksiya, keyin spektr? Doskada: zanjir. Tipik xato: pH oralig‘ini (9-12) siydik uchun berilgan pH 10-11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nordonlashtirilgan suv usuli nega birinchi tanlanadi? Doskada: ajratish: nordon suv/spirt -&gt; pH 9-12 -&gt; xloroform. Tipik xato: pH ni kislotali muhitda ekstraksiya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HCl nima uchun qo‘shiladi? Doskada: 5 bosqichli sxema. Tipik xato: ekstraktni quruq qoldiqqacha bug‘latish (HCl bilan tuz hosil qilinadi).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Marki va ningidrin reaksiyalari nimani ko‘rsatadi? Doskada: ikki rangli reaksiya + YuQX. Tipik xato: bu umumiy reaksiyalar bo‘lib, aniq moddani bildirmaydi. Izoh: 70-betdagi Marki reaktivi tarkibi kitobda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rangli reaksiya nima uchun yakuniy emas? Doskada: modda-rang juftliklari. Tipik xato: TMA va meskalinning bir xil rangini «ayniyat»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plastinka turi Rf ga qanday ta’sir qiladi? Doskada: ikki ustun. Tipik xato: Merck va Sorbfil qiymatlarini bir jadvalda taqqoslab ayniyat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fenilalkilaminlar UB bilan guruhlarga ajraydi? Doskada: ikki guruh: 251-257-263 va 234/235-286. Tipik xato: efedron va efedrin spektrlarini bir xil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qoldiq quruq holgacha bug‘latiladi? Doskada: qadamlar. Tipik xato: KOH ni 1 M deb yozish (kitobda 0,1 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plastinka turi Rf ga qanday ta’sir qiladi? Doskada: Merck 0,36 va Sorbfil 0,50. Tipik xato: sistemani o‘zgartirib Rf ni taqqoslash. Izoh: 12-jadval 37-darsda (sintetik fenilalkilaminlar) to‘liq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efedrinni dori sifatida sotish nazoratda? Doskada: efedrin + KMnO4 -&gt; metkatinon (jadval bo‘yicha). Tipik xato: yulduzcha (*) belgisining ma’nosini kitobdan o‘qib bo‘lmadi: jadvalda ba’zi qatorlar yulduzcha bilan. Izoh: prekursorlar bobi 39-darsda.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 asosiy xulosani o‘z so‘zingiz bilan ayting. Doskada: efedrin -&gt; efedron -&gt; meskalin zanjiri. Tipik xato: nazorat savollarini yodlab, usullarni bog‘lamaslik.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Tabiiy fenilalkilaminlar: efedrin, efedron (metkatinon), katin, katinon, meskalin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tabiiy fenilalkilaminlar — efedrin, meskalin, katin va katinon; ularning narkologik ahamiyati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tasnif, o‘simlik manbalari (kata, efedra, peyot), efedrin va efedron, meskalin, ajratib olish, rangli reaksiyalar va fizik-kimyoviy usullar.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amfetamin hosilalari, efedrin, efedron, katin, katinon, meskalin, Reyneke tuzi, ningidrin.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73, 73-80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Fenilalkilaminlar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Fenilalkilaminlar aksariyat sintetik giyohvandlik vositalarining asosini tashkil qiladi va amfetamin hosilalari deb yuritiladi.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Noqonuniy bozorda bu guruhning 20 dan ziyod moddasi muomalada; birinchi vakillari turli o‘simliklardan olingan.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Keyinchalik giyohvandlik xususiyati va kuchini oshirish uchun ko‘plab yarim sintetik va sintetik hosilalari sintez qilingan (yuzdan ortiq).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Noqonuniy bozorda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20 dan ziyod</a:t>
            </a:r>
            <a:r>
              <a:rPr sz="1100" b="0">
                <a:solidFill>
                  <a:srgbClr val="6B7280"/>
                </a:solidFill>
                <a:latin typeface="Calibri"/>
              </a:rPr>
              <a:t>  modda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Sintez qilingan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yuzdan ortiq</a:t>
            </a:r>
            <a:r>
              <a:rPr sz="1100" b="0">
                <a:solidFill>
                  <a:srgbClr val="6B7280"/>
                </a:solidFill>
                <a:latin typeface="Calibri"/>
              </a:rPr>
              <a:t>  hosila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Sintetik sinflar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Fenilalkilaminlar guruhi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Fenilalkilaminlar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Shartli ravishda tabiiy va sintetik guruhlarga bo‘linadi; sintetik hosilalar ham 3 sinfga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Sinflar: amino, alkil guruhi va benzol xalqasi vodorodi almashgan hosilalar.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Sinflanish shartli bo‘lib, moddalarni qat’iy guruhlarga bo‘lib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769102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75462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Vakillari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Monometoksi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PMA, PMMA, 4-MTA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Dimetoksi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DOM, DOET, DOX, DOB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Metilendioksi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MDA, MDMA, MBDB, BDB, MDMMA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Trimetoksi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3,4,5-trimetoksiamfetamin, meskalin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Benzol xalqasi hosilalari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73, 73-74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Fenilalkilaminlar tasnifi (sxema)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Fenilalkilaminlar shartli ravishda tabiiy va sintetik guruhlarga bo‘linadi; sintetik hosilalar 3 sinfga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Sinflar: amino guruhi, alkil guruhi va benzol xalqasi vodorodi almashgan hosilalar.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Tabiiy vakillar: iste’molbop kata, efedra o‘ti va peyot kaktusi tarkibida aniqlangan.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Fenilalkilaminlar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Tabiiy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kata (katinon, katin)  ·  efedra (efedrin)  ·  peyot (meskalin)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Sintetik: 1-sinf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amino guruh vodorodi almashgan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Sintetik: 2-sinf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alkil guruhi vodorodi almashgan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Sintetik: 3-sinf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benzol xalqasi vodorodi almashgan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Fenilalkilaminlar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73, 73-74, 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 o‘simlik: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Kata Sharqiy Afrika va Arabiston yarim orolida o‘sadi; «arab choyi» nomi bilan ma’lum.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Efedra O‘rta Osiyoning tog‘li tumanlarida o‘sadi; Xitoyda 5000 yil davomida qo‘llangan.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Peyot kaktusidan meskalin 1896 yilda ajratilgan; gul kukunida 8% gacha meskalin bor.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Sharqiy Afrika, Arabiston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«arab choyi»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katinon, katin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Efedra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O‘rta Osiyo tog‘lari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Xitoyda 5000 yil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efedrin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Peyot kaktusi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Janubiy Amerika (marosim)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1896: meskalin ajratildi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gul kukuni: 8% gacha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O‘simliklar solishtirish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75,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Tabiiy manbalar: uch o‘simlik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Fenilalkilaminlarning dastlabki vakillari quyidagi o‘simliklarda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Iste’molbop kata (Catha edulis), efedra o‘ti (Herba Ephedrae) va peyot kaktusi (Lophophora williamsii).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515"/>
                <a:gridCol w="306145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O‘simlik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Asosiy 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Iste’molbop kata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katinon, katin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Efedra o‘ti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efedrin, psevdoefedrin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Peyot kaktusi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meskalin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O‘simlik va modda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Iste’molbop kata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Iste’molbop kata (Catha edulis) Sharqiy Afrika va Arabiston yarim orolida o‘sadi.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Quritilgan barglari «arab choyi» nomi ostida ma’lum; mahalliy aholi iste’mol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Barglari tarkibida katinon va katin alkaloidlari bor; ta’sir etuvchi komponentlar miqdori 0,5 dan 2% gacha.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Kata: saqlash va tarkib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Quritish vaqtida psixostimulyator katinon alkaloidi bug‘lanib ketadi.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barglar plastik idishlarda yoki banan yaprog‘iga o‘ralgan holda tarqatiladi.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O‘simlikda katidin, katinin, xolin, bromidlar, yog‘ kislotalari, efir moylari va boshqa alkaloidlar ham bor.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Catha edulis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Alkaloidlar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katinon (quritishda bug‘lanadi)  ·  katin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moddalar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katidin, katinin  ·  xolin, bromidlar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yog‘ kislotalari  ·  efir moylari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Iste’molbop kata tarkibi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Efedra o‘simligi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Efedra — past bo‘yli butasimon o‘simlik, poyasi ko‘p shoxlangan, yashil va egiluvchan; O‘rta Osiyo tog‘li tumanlarida o‘sadi.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Tarkibida efedrin va psevdoefedrin alkaloidlari, oshlovchi moddalar, pirokatexin bor; ahamiyatlisi faqat efedrin.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Xitoyda yovvoyi efedra 5000 yil davomida bezgak, yo‘tal va ish faoliyatini yaxshilash uchun qo‘llangan.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Efedra (Herba Ephedrae)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Alkaloidlar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efedrin (muhim)  ·  psevdoefedrin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moddalar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oshlovchi moddalar  ·  pirokatexin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Efedra o‘simligi tarkibi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Efedra o‘tining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Xalq tabobatida damlamasi revmatizm, oshqozon-ichak va nafas yo‘llari kasalliklarida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O‘simlik ta’sirida markaziy nerv tizimi qo‘zg‘aluvchanligi ortadi, qon tomirlar torayadi, qon bosimi ko‘tariladi.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Bronxlarning silliq muskullari bo‘shashadi, siydik va ter ajralishi ortadi, tana harorati tushadi.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Asab va qon tomir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MNS qo‘zg‘aluvchanligi ortadi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tomirlar torayadi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bosimi ko‘tariladi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Boshqa a’zolar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bronx silliq muskullari bo‘shashadi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siydik va ter ajralishi ortadi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tana harorati tushadi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Xalq tabobati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revmatizm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oshqozon-ichak kasalliklari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yo‘llari kasalliklari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Efedra ta’siri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75, 75-76,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ta’sir etuvchi modda — efedrin alkaloidi; stereoizomeri psevdoefedrin efedra o‘simligida uchraydi va sintez qilib ham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asos holida etil spirti, efir va xloroformda, gidroxlorid tuzi esa suv va spirtda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tibbiyotda gidroxlorid tuzi holida tabletka, eritma, tomchi shaklida qo‘llanadi; teofedrin tarkibiga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Asos holida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etil spirti, efir, xloroformda yaxshi eriydi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Gidroxlorid tuzi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va spirtda yaxshi eriydi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Tibbiyotda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tabletka, eritma, tomchi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teofedrin tarkibida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Efedrin: eruvchanlik va qo‘llanish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Efedrinning ta’siri va chiqarilishi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 adrenalinga o‘xshash ta’sirga ega; bronxial astma va ko‘z kasalliklarida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Arterial qon bosimini ko‘taradi, tomirlarni toraytiradi, bronx va ko‘z qorachig‘ini kengaytiradi, markaziy nerv tizimini qo‘zg‘otadi.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Organizmga tez so‘riladi; qabul qilingan dozaning 80% bir sutkada o‘zgarmagan holda siydik orqali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Nerv tizimiga bo‘shashtiruvchi ta’sir ko‘rsatadi, alahsirash va qisman eyforiya chaqiradi.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 va efedronni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va oksidlanish mahsuloti efedron siydik orqali ajraladi; asosiy ashyo — siydik.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 kaliy karbonatning 10% eritmasi bilan pH=10 gacha ishqoriy muhitga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xloroform bilan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Siydik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K2CO3 10%: pH 10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ekstraksiyasi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Xloroformli ajratma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Reaksiyalar, YuQX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Siydikdan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Efedron: kelib chiqishi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kuchli eyforiya chaqiradi; ashyo — toksikomanlar siydigi va ular iste’mol qilgan suyuqliklar.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kaliy permanganat va sirka kislota bilan 50-60 °C da oksidlanib, efedron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suyuqlikni eyforiya maqsadida iste’mol qiladilar.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Efedrin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KMnO4 + sirka kislota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50-60 °C da oksidlanish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Efedron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Suyuqlik iste’mol qilinadi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Efedron hosil bo‘lishi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Efedronning organizmga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Taxikardiya va midriaz (ko‘z qorachig‘ining kengayishi)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Terining qurishi, qon bosimining ko‘tarilishi, aritmiya, es-hushni yo‘qotish.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qaramlik chaqiradi.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Efedron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Yurak-qon tomir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taxikardiya  ·  qon bosimining ko‘tarilishi  ·  aritmiya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Ko‘z va teri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midriaz  ·  terining qurishi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es-hushni yo‘qotish  ·  tez qaramlik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Efedron ta’siri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Efedrin: Dragendorf va mis tuzi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reaktivi bilan efedrin to‘q qizil rangli ninasimon kristallar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Mikroprobirkada 1-2 tomchi eritma sirka kislota bilan nordonlashtirilib, mis sulfatning 5% eritmasi qo‘shiladi va ammiak bilan ishqoriy muhit hosil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tomchi CS2 va benzol (1:3) aralashmasi qo‘shib chayqatilsa, benzol qatlami sariq yoki qo‘ng‘ir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Efedrin (CuSO4 5%, NH3)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CS2:benzol 1:3 (2 tomchi)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Benzol qatlami sariq yoki qo‘ng‘ir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sirka kislotada nordonlashtirilgan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chayqatilganda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Efedrin: mis tuzi va CS2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Reyneke tuzi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Buyum oynachasida 1-2 tomchi eritma qoldig‘iga Reyneke tuzining yangi tayyorlangan 1% eritmasi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5-10 daqiqadan so‘ng mikroskopda efedrin uchun to‘rt qirrali qizg‘ish-pushti kristallar to‘plami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Reyneke tuzi bilan to‘g‘ri qirrali ingichka kristallar to‘plamini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9295"/>
                <a:gridCol w="344867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Kristallar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to‘rt qirrali, qizg‘ish-pushti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to‘g‘ri qirrali, ingichka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Reyneke tuzi kristallari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77,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efedrin va efedron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Sistema: xloroform va aseton 48:2; aniqlovchi reaktiv — ningidrinning asetondagi eritmasi.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Plastinkada efedrin uchun Rf=0,28, efedron uchun Rf=0,71.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sistema xloroform:aseton 9:1; ningidrin bilan pushti fonda siyoh rangli dog‘lar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(xloroform:aseton 48:2)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77,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Efedrin: UB va IQ spektrlar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Efedrinning kislotali eritmasi UB-spektrda 251, 257 va 263 nm da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IQ-spektr (KBr plastinka): 994, 699, 754, 1242 va 670 sm-1 yutilish sohalari.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Efedrinning miqdori UB-spektrofotometriyada optik zichlikning konsentratsiyaga bog‘liqlik grafigi bilan topiladi.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949"/>
                <a:gridCol w="306702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Maksimum / yutilish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 (kislotali eritma)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251, 257, 263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IQ (KBr plastinka)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994, 699, 754, 1242, 670 sm-1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Efedrinning spektral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Mass-spektrlar: efedrin va efedron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mass-spektrida asosiy cho‘qqilar: 58, 146, 56, 105, 77, 42, 106, 40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mass-spektrida: 58, 77, 51, 56, 42, 105, 50, 43 m/z.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356128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m/z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58, 146, 56, 105, 77, 42, 106, 40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58, 77, 51, 56, 42, 105, 50, 43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m/z cho‘qqilari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Efedron: sifat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 reaktivi bilan efedron to‘q qizil rangli ninasimon kristallar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(II) sulfatning ishqoriy eritmasi va CS2 ning benzoldagi eritmasi: ditiokarbamin kislota hosilasi hosil bo‘lib, benzol qatlami sariq-qo‘ng‘ir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Reyneke tuzi bilan to‘g‘ri qirrali ingichka kristallar to‘plami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Efedron: UB va IQ spektrlar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Efedronning 0,1 M HCl dagi eritmasi 251 nm da, 0,1 M ishqordagi eritmasi 247 nm da maksimal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 holdagi efedron 0,1 M sulfat kislotada eritilsa, spektrda 251, 257 va 263 nm maksimumlar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IQ-spektr (KBr diski): 1691, 705, 1245 va 1469 sm-1.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Efedron miqdorini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 tuzlari va CS2 bilan hosil qilingan rangli kompleksning optik zichligi FEK usulida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Efedronning xlorid kislotadagi eritmasining optik zichligini aniqlab, miqdori hisoblab topiladi.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9295"/>
                <a:gridCol w="344867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Cu-CS2 rangli kompleksi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UB-SF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HCl dagi eritma optik zichligi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Efedron miqdoriy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 va efedronni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reaktivi ikkala modda uchun ham ninasimon kristall beradi; farq Reyneke tuzi va YuQX da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da efedron (Rf=0,71) efedrindan (Rf=0,28) yuqoriroq ko‘tariladi.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UB-spektri 0,1 M HCl da faqat 251 nm da maksimum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838634"/>
                <a:gridCol w="199392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Dragendorf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ninasimon, 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ninasimon, 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Reyneke tuzi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to‘rt qirrali kristall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to‘g‘ri qirrali ingichka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Rf (48:2)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Farqlovchi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76-78, 77,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Peyot kaktusi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Janubiy Amerika hindulari meskalin saqlovchi kaktuslarni diniy marosimlarda qo‘llagan; peyotdan damlamalar tayyorlangan.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Gallyusinogen alkaloid meskalin birinchi marta 1896 yilda Lophophora williamsii dan ajratilgan.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Gullari ko‘p meskalin saqlaydi; noqonuniy bozorda quruq maydalangan gul kukuni jelatin kapsulalarda tarqatiladi, tarkibida 8% gacha meskalin.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Meskalinning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Meskalin 200-500 mg (gidroxlorid yoki sulfat holida) miqdorda gallyusinogen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martalik doza samarasi 12 soat kuzatiladi; ta’siri qabuldan 30-60 daqiqada boshlanib, 4-6 soat davom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Sof meskalin rangsiz, quruq kristall modda; LSD dan 4000 marta kuchsiz.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Gallyusinogen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200-500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boshlanishi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30-60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davomi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4-6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Doza samarasi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LSD dan kuchsiz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Meskalin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Meskalin: toksik doza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5-10 mg/kg da titroq, ko‘ngil aynishi, bosh og‘rig‘i, qo‘zg‘alish, gallyusinatsiya, o‘zini o‘ldirishga intilish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 mg/kg da markaziy asab tizimi va nafas markazi falajlanib, o‘lim sodir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Metabolizm: asetillanib N-asetilmeskalin; gidroksillanib; dezaminlanib 3,4,5-trimetoksisirka va 3,4,5-trimetoksibenzoy kislota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Meskalin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Asetillanish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N-asetilmeskalin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Gidroksillanish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N-asetil-dimetoksioksifeniletilamin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Dezaminlanish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3,4,5-trimetoksisirka k-ta  ·  3,4,5-trimetoksibenzoy k-ta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Meskalin metabolizmi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Fenilalkilaminlar tahlilining umumiy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Ajratib olish: nordonlashtirilgan suv yoki spirt, suvli ajratma pH=9-12, xloroform bilan 3 marta.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Dastlabki: Marki reaktivi (zarg‘aldoq rang), ningidrin (binafsha rang).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Tasdiqlash: YuQX, UB-, IQ-spektrometriya va mass-spektrometriya.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Ajratib olish (xloroform, pH 9-12)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Na2SO4 filtr, 0,5-1 ml gacha parlatish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Marki va ningidrin reaksiyalari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 (Rf, ningidrin bilan ochish)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UB, IQ, mass-spektrometriya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79, 80, 77-78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Fenilalkilaminlarni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Efedrin, efedron, katin, katinon va meskalin biologik ob’ektlardan nordonlashtirilgan suv yoki spirt usulida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ajratmalar pH=9-12 ga keltirilib, xloroform bilan uch marta ekstraksiya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qavati suvsiz natriy sulfatli filtrdan o‘tkaziladi va 0,5-1 ml gacha bug‘latiladi.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Biosuyuqliklardan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qon yoki 50 ml siydik ammiakning 25% eritmasi bilan pH=10-11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va n-butanolning 9:1 aralashmasi bilan 3 marta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qatlam 1 g suvsiz Na2SO4 dan o‘tkaziladi, 100 mkl 5% HCl solinib, 0,5-1,0 ml gacha bug‘latiladi.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qon / 50 ml siydik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NH3 25%: pH 10-11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Xloroform:n-butanol 9:1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Na2SO4, 100 mkl 5% HCl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 0,5-1,0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/ siydikdan ekstraksiya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79, 79-80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tahlil: Marki va ningidrin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 bilan fenilalkilaminlar zarg‘aldoq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Ningidrin eritmasi bilan binafsha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xloroform-aseton-etanol-ammiak 25% (20:3:1:20); ochuvchi reaktiv ningidrin; fenilalkilaminlar Rf=0,36.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Marki reaktivi bilan ranglar (11-jadval)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Tabletka (5-10 mg) xovonchada maydalanib, chinni tovoqchada 2-3 tomchi Marki reaktivi bilan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MDA, MDMA, MDEA, MBDB va BDB ko‘kimtir-qora (yashil-qora)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Meskalin zarg‘aldoq, metamfetamin jigarrang, DOM/STP sariq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18"/>
                <a:gridCol w="3320356"/>
              </a:tblGrid>
              <a:tr h="43891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MDA, MDMA, MDEA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ko‘kimtir-qora, yashil-qora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DOM/STP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kulrang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TMA, meskalin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zumrad-yashil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Metamfetamin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Marki reaktivi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Rf qiymatlari (12-jadval)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Sistema: xloroform-aseton-etanol-ammiak 25% (20:3:1:20); Merck va Sorbfil plastinkalari.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Rf qiymatlari plastinkaga bog‘liq: Sorbfil plastinkasida qiymatlar yuqoriroq.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va ningidrin bilan ranglar Rf bilan birga baholanadi.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Merck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Sorbfil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0,66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DOM/STP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Meskalin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Metamfetamin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(Merck / Sorbfil)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UB-nur yutish maksimumlari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Amfetamin, metamfetamin, efedrin va norpsevdoefedrin 0,1 M HCl da 251, 257, 263 nm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251 nm, MDA va MDMA 235 va 286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N-etil-MDA va MBDB 234 va 286 nm da maksimum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516"/>
                <a:gridCol w="248845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λmax,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Amfetamin, 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251, 257, 263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MDA, MDMA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235, 286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N-etil-MDA, MBDB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234, 286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maksimumlari (0,1 M HCl)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tahlil: DOB, DOX, DOM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DOB, DOX yoki DOM saqlagan filtr qog‘oz 1x1 sm kesilib, 1 ml xloroform va 1 tomchi 0,1 M KOH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 suv hammomida qaynatiladi, sovutilgach organik qatlam ajratilib, quruq qoldiqqacha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2-3 tomchi Marki reaktivi qo‘shilganda rang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Maydalash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filtr qog‘oz 1x1 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Reagent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xloroform, 1 tomchi 0,1 M KOH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Qaynatish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 hammomida, so‘ng sovutish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Ajratish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organik qatlam, quruq qoldiq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2-3 tomchi Marki reaktivi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Filtr qog‘oz namunasi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Meskalin YuQX da (12-jadval)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Meskalin Merck plastinkasida Rf=0,36, Sorbfil plastinkasida Rf=0,50.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 bilan meskalin zarg‘aldoq, ningidrin bilan binafsha rang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Tizim: xloroform-aseton-etanol-ammiak 25% eritmasi (20:3:1:20).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87, 86-87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Prekursorlar bilan bog‘liqlik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Prekursorlar ro‘yxatida efedrin, psevdoefedrin, norpsevdoefedrin, N-metilefedrin va fenilpropanolamin ko‘rsatilgan.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va N-metilefedrin metkatinon, norpsevdoefedrin norkatinon, fenilpropanolamin esa katinon va metkatinon olish uchun keltirilgan.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 permanganat ham ro‘yxatda metkatinon olish uchun prekursor sifatida berilgan.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9906"/>
                <a:gridCol w="2738069"/>
              </a:tblGrid>
              <a:tr h="43891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Tayyorlanadigan vosita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metkatinon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N-metilefedrin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metkatinon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Norpsevdoefedrin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norkatinon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Fenilpropanolamin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katinon, metkatinon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Psevdoefedrin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pervitin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Kaliy permanganat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metkatinon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Prekursorlar (18-jadval)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147-148, 147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Tabiiy fenilalkilaminlar: kata (katin, katinon), efedra (efedrin) va peyot (meskalin) alkaloidlari.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 va efedronni siydikdan K2CO3 bilan pH 10 da xloroformga ajratiladi; Dragendorf, Reyneke, Cu-CS2, YuQX, UB, IQ, MS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efedrin tuzilishi; efedron olinishi va miqdoriy tahlili; efedrin va efedronni farqlash; fenilalkilaminlar qaysi o‘simliklardan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74-79, 76-78, 80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efedrin YuQX da Rf=0,28, efedron Rf=0,71 (xloroform:aseton 48:2, ningidrin).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farq: Reyneke tuzi efedrin bilan to‘rt qirrali qizg‘ish-pushti kristallar, efedron bilan to‘g‘ri qirrali ingichka kristallar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Tarixiy: meskalin 1896 yilda peyot kaktusidan birinchi marta ajratib olingan.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maslahat: katinon quritish vaqtida bug‘lanib ketadi, shuning uchun kata barglari plastik idishda yoki banan yaprog‘iga o‘ralgan holda tarqatiladi.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Tabiiy fenilalkilaminlar: efedrin, efedron (metkatinon), katin, katinon, meskalin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73-80, 86-87, 147-148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