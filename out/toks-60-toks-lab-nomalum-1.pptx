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dalolatnoma ekspert ishining yakuniy hujjati? Doskada: reja (2 band). Tipik xato: mashg‘ulotni faqat ’yozuv ishi’ deb tushunish; avval tahlil rejasi tuziladi. Eslatma: kitoblar dalolatnomani ’himoyalash’ tartibini bermaydi; himoya uchun 14-keys va nazorat topshiriqlari ishlatiladi.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destruktat nima uchun ro‘yxatda? (Metall zaharlar tahlili uchun mineralizat/destruktat misol sifatida.) Doskada: jihozlar. Tipik xato: kitob ro‘yxatida uchuvchi zaharlar uchun distillat ko‘rsatilmagan; uni o‘qituvchi qo‘shimcha ko‘rsatadi.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bosqich qaysi savolga javob beradi? Doskada: daraxt sxemasi. Tipik xato: dalolatnomani tahlildan oldin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qachon qaysi tahlil o‘tkaziladi? Doskada: taqqoslash. Tipik xato: 67 sonini guruhlar yig‘indisi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huquq va vazifa nima bilan farq qiladi? Doskada: taqqoslash. Tipik xato: malaka oshirish muddatini noto‘g‘ri yozish (5 yil).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maxfiylik burch hisoblanadi? Doskada: 3 tamoyil. Tipik xato: suhbatda mavhum savollar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o‘rami buzilgan bo‘lsa nima qilinadi? Doskada: sxema. Tipik xato: aktsiz tekshiruv boshlash.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qaror nimalarni o‘z ichiga olishi kerak? Doskada: jadval. Tipik xato: qarorda modda ko‘rsatilmasa, tekshiruvni to‘xtatish.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ish daftari aktdan nima bilan farq qiladi? Doskada: jadval. Tipik xato: aktni ish daftarisiz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muddat qaysi ob’ektga tegishli? Doskada: qiymatlar. Tipik xato: muddatlarni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qismlar tartibini ayting. Doskada: daraxt sxemasi. Tipik xato: kimyoviy formulalar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ikki tuzilish nega bir-biriga mos? Doskada: taqqoslash. Tipik xato: qismlar sonini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manfiy natija nima uchun yakuniy emas? Doskada: 5 omil. Tipik xato: manfiy natijani ‘modda yo‘q’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holatda reaksiya yolg‘on musbat bo‘ladi? Doskada: 4 holat. Tipik xato: faqat sifat reaksiyasiga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taxminiy natija nima uchun yo‘llanma? Doskada: jadval. Tipik xato: taxminiy natijani yakuniy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bir modda bir necha usulda ajraladi? Doskada: daraxt sxemasi. Tipik xato: metallarni haydash bilan ajratishga urinish.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usul qaysi modda uchun? Doskada: 3 ustunli taqqoslash. Tipik xato: TEQ ni suv bug‘i bilan haydash.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usul qaysi ob’ektga mos? Doskada: jadval. Tipik xato: sulfirlashni barcha moddaga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reja tuzishning 5 asosini sanab bering. Doskada: 5 asos (yo‘llanma, kasallik tarixi, sud-tibbiy akt, tashqi ko‘rinish, dastlabki natija). Tipik xato: rejasiz ob’ektni to‘liq sarflab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sezgir, lekin xususiy bo‘lmagan usulga misol keltiring. Doskada: ’taxmin -&gt; asosiy tekshirish’. Tipik xato: dastlabki musbat natijani yakuniy xulosa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hid chirish bilan o‘zgaradi? Doskada: jadval. Tipik xato: hid yoki rangni yakuniy dalil deb hisoblash; u faqat yo‘llanma. Eslatma: kitobda ’strixnin nitritini prizmatik kristallari’ ham yot qo‘shimcha misoli sifatida keltirilgan.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kuchsiz kislotali muhit yetarli dalil emas? Doskada: 3 holat (pH&lt;=3, kuchsiz kislotali, ishqoriy). Tipik xato: indikator intervallarini (5,0-8,0; 3,0-5,2; 8,2-10,0)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’uchuvchi’ va ’metall’ zaharlar uchun kerakli ajratish usulini ayting. Doskada: 4 qatorli jadval. Tipik xato: uchuvchi zaharlarni mineralizatsiya bilan ajratishga urinish.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bir moddani bir necha usulda ajratish mumkin? Doskada: ’eng ko‘p modda -&gt; tanlangan usul’. Tipik xato: bitta usulda manfiy natija chiqsa, moddani yo‘q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skrining natijasi nima uchun faqat yo‘llanma? Doskada: 49 va 83 raqamlari. Tipik xato: Radionova va Kartoshov usullaridagi moddalar sonini almashtirish (49 va 83). Eslatma: kitobning 12-betida muallif T.M.Radionova, 20-betida G.M.Radionova deb yozilgan; sahifalarda ism-sharif farqi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har bosqich qaysi savolga javob beradi? Doskada: 5 qutili sxema. Tipik xato: dalolatnomani tahlildan oldin yozish. Eslatma: bu ketma-ketlik kitobning 12, 20, 21 va 221-betlaridan tuzilgan; kitob yagona ’to‘liq tahlil sxemasi’ jadvalini bermaydi.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bo‘sh qatorlar nima uchun chizib to‘ldiriladi? (Keyinchalik matn qo‘shilmasligi uchun, o‘qituvchi bilan tekshiring.) Doskada: 3 qoida. Tipik xato: hoshiyani ikkala betda bir tomonda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’Mandelin reaktivi’ o‘rniga qanday yozish kerak? (Reaktiv tarkibi bilan, masalan ammoniy vanadatning konsentrlangan sulfat kislotadagi eritmasi.) Doskada: 3 taqiq. Tipik xato: reaksiya tenglamasi o‘rniga formula yozib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kirish va bayon qismida sarlavha yozilmaydi? (Kitob shunday talab qiladi.) Doskada: 5 qutili sxema. Tipik xato: ’Xulosa’ ni kirishdan oldin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kirish qismi ’savollarga javob namunasida’ deyiladi: qaysi savollar? Doskada: 6 savol (asos, kim, davr, joy, ashyoviy dalil va maqsad, murda va voqea). Tipik xato: voqea tafsilotini bayon qismiga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14-keysda peshob rangi qizil: tavsifda buni qanday yozasiz? Doskada: ’a)’ bandi. Tipik xato: tavsifda hid va pH ni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’xuddi shunday aniq holda’ deyiladi? (Tahlil qaytarilishi va tekshirilishi uchun.) Doskada: ’b)’ bandi. Tipik xato: qisqartirilgan so‘zlar yoki shartli belgilar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topilmagan moddalarni nima uchun yozish kerak? Doskada: tartib ’topilgan -&gt; topilmagan’. Tipik xato: faqat topilgan moddani yozib, topilmaganlarini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kamida ikkita usul talab qilinadi? Doskada: 4 qoida.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kitobdagi 3 qismli tuzilish bilan malaka loyihasidagi ’kirish, tekshiruv, yakuniy’ tuzilishini solishtiring. Doskada: ikki tuzilish.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peshobning qizil rangi qaysi moddalarni taxmin qildiradi? (Kitobda yechim berilmagan: talaba dastlabki tekshiruvdan o‘zi asoslaydi.) Doskada: bo‘sh jadval. Tipik xato: dastlabki tekshiruvsiz bitta moddani yozib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talabalar juft bo‘lib bir-birining dalolatnomasini ro‘yxat bo‘yicha tekshiradi (himoya mashqi). Doskada: 3 guruh talablar. Tipik xato: faqat mazmunni tekshirib, yozuv qoidalarini unutish. Eslatma: bu ro‘yxat 220-221-betlardagi talablardan tuzildi; kitobda himoya tartibi alohida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talaba ish daftariga dalolatnoma namunasini yozadi. Muhokama: 3 asosiy xulosa. Doskada: ’reja - guruh - dalolatnoma’. Tipik xato: guruhlarni (uchuvchi, metall)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Noma’lum ob’ektni tahlil qilish (uchuvchi va metall zaharlar); ekspertiza dalolatnomasini yozish va himoyalash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talabalarni sud-kimyo ekspertizasi, uning o‘ziga xosligi, kimyo-toksikologik tekshiruv rejasi va ekspert-kimyogarlar vazifasi bilan tanishtirish.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1) sud-kimyosi tekshiruv dalolatnomasi; 2) kimyo-toksikologik ekspertiza.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Dvssm majmuasida mashg‘ulot «Ekspertiza dalolatnomasini yozish va himoyalash» deb nomlangan.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220; Yuldashev Z.A., Nurmatova M.I., Toksikologik kimyo modulidan o‘quv-uslubiy majmua, betlar: 226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Natija: sud-kimyosi ekspertizasi, byurosi, xodimlar haqida ma’lumotga ega bo‘ladi; tekshiruv akti va kimyo-toksikologik ekspertiza haqida bilim 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vositalar: destruktat, filtr qog‘ozi, voronka, reaktivlar, probirkalar, ko‘rgazmali materiallar, skotch, qog‘oz.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Dars xaritasi: noma’lum ob’ekt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Reja: sud-kimyosi tekshiruv dalolatnomasi va kimyo-toksikologik ekspertiza.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Tekshiruv rejasi yo‘llanma, kasallik tarixi, sud-tibbiy akt, ob’ekt ko‘rinishi va dastlabki natijalarga asoslanadi.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Zaharlar ajratish usuli bo‘yicha guruhlanadi; yakunda dalolatnoma uch qismda yoziladi.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Noma’lum ob’ekt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Tekshiruv rejasi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Yo‘llanma, kasallik tarixi  ·  Sud-tibbiy akt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Dastlabki tekshiruv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Ko‘rinish, hid, rang  ·  pH muhiti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Ajratish guruhlari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Uchuvchi zaharlar  ·  Polyar erituvchi  ·  Metallar: mineralizat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Dalolatnoma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Kirish, bayon, xulosa  ·  Ekspert imzosi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Noma’lum ob’ektni tahlil qilish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220, 12, 221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To‘liq va to‘liqmas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Kimyogar-ekspert tahlili yo‘llangan yoki yo‘llanmagan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Yo‘llangan tahlil sud-tibbiy yoki tergov ko‘rsatmasi asosida bir yoki bir necha modda uchun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To‘liq tahlilda kimyogar-ekspert 67 ta zaharli moddaga tekshiruv o‘tkazishi shart.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To‘liqmas (yo‘llangan)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Alohida ko‘rsatma bo‘yicha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 yoki bir necha modda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To‘liq (yo‘llanmagan)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SSV qarori asosida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67 ta zaharli va kuchli ta’sir etuvchi modda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Tahlil turlari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13,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Kimyogar-ekspert: vazifa va huquqlar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kimyogari tergov organlari qarori asosida ekspertiza o‘tkazadi va ekspertiza tugagach akt yozishi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Kimyogar dorishunoslik ixtisosi bo‘yicha oliy ma’lumotli bo‘lishi va har 5 yilda malaka oshirishi lozim.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 ish materiallari bilan tanishish, qo‘shimcha materiallar talab qilish va sud-tergov majlislarida qatnashish huquqiga ega.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Vazifalar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Qaror asosida ekspertiza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Chaqiruvga yetib borish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Tugagach akt yozish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 5 yilda malaka oshirish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Huquqlar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Ish materiallari bilan tanishish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Qo‘shimcha materiallar talab qilish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Sud-tergov majlislarida qatnashish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Sud-tibbiy ekspert huquqlari bilan teng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Vazifalar va huquqlar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 etikasi va maxfiylik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jabrlanuvchi yoki qarindoshlari bilan suhbatda ovozini ko‘tarmaydi, nafsoniyatiga tegadigan savol bermaydi.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Ekspertdan to‘g‘rilik, haqqoniylik va haqgo‘ylik talab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Baxtsiz hodisa sabablarini maxfiy tutish ekspertning kasbiy burchi; ma’lumot tarqatgan ekspert ma’muriy javobgarlikka tortiladi.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15,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Ashyoviy dalil: qabul qilish yo‘li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Laboratoriyaga ekspertiza qarori, bayonnoma, sud-tibbiy aktdan ko‘chirma va kasallik tarixidan ko‘chirma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Ashyoviy dalil idora orqali yuboriladi va laboratoriyaning ro‘yxatga olish jurnaliga yoziladi.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O‘rami buzilgan bo‘lsa, avval akt tuziladi, so‘ng tekshiruv olib 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Qaror, bayonnoma, akt ko‘chirmasi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Idora (kantselyariya) orqali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Ro‘yxatga olish jurnali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Ekspert-kimyogarga topshiriladi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Tekshiruv rejasi tuziladi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 yo‘li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Qarorlar va ularning talablari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o‘tkazish haqidagi qarorda jinoyat sodir bo‘lishi, ashyoviy dalil va sud kimyogari albatta ko‘rsatilishi lozim.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Qarorda qaysi zaharli moddalarga tekshirish ko‘rsatilmagan bo‘lsa, SSV tasdiqlagan moddalarga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Zaharlangan kishiga tez tibbiy yordam ko‘rsatish uchun yozma ko‘rsatma asosida ham ekspertiza o‘tkazilishi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332"/>
                <a:gridCol w="3139643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Harakat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Moddalar ko‘rsatilmagan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SSV tasdiqlagan moddalarga tekshirish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O‘ram buzilgan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Avval akt, so‘ng tekshiruv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Tez tibbiy yordam kerak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Yozma ko‘rsatma asosida ekspertiza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Qaror va harakat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Ish hujjatlari va jurnallar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Laboratoriyada asosan uchta jurnal bor: ro‘yxatga olish jurnali, ekspertning ish daftari va aktlar daftari.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Ro‘yxatga olish jurnali 16 bo‘limdan tashkil topgan.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Aktlar daftari qo‘lyozma ko‘rinishida, ish daftariga o‘xshash raqamlangan, shnurlangan va muhrlangan.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667"/>
                <a:gridCol w="304730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Jurnal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Ro‘yxatga olish jurnali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16 bo‘limdan iborat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Ekspertning ish daftari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Kundalik hisob-kitoblar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Sud-kimyo aktlari daftari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Qo‘lyozma; raqamlangan, muhrlangan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jurnal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Saqlash muddatlari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 konservlangan bo‘lsa, u 1 yilgacha saqlanadi; hujjatlar seyfda saqlanib, 1 yildan keyin tashlab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 saqlovchi ob’ektlar 1 oydan keyin tashlab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Etil spirti miqdori aniqlanganda akt ikki nusxada bosiladi: biri tashkilotga, ikkinchisi sud-tibbiy ekspertiza arxiviga.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Konservlangan ob’ekt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</a:t>
            </a:r>
            <a:r>
              <a:rPr sz="1500" b="0">
                <a:solidFill>
                  <a:srgbClr val="6B7280"/>
                </a:solidFill>
                <a:latin typeface="Calibri"/>
              </a:rPr>
              <a:t>  yilgacha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Hujjatlar (seyf)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</a:t>
            </a:r>
            <a:r>
              <a:rPr sz="1500" b="0">
                <a:solidFill>
                  <a:srgbClr val="6B7280"/>
                </a:solidFill>
                <a:latin typeface="Calibri"/>
              </a:rPr>
              <a:t>  yil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Spirtli ob’ektlar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</a:t>
            </a:r>
            <a:r>
              <a:rPr sz="1500" b="0">
                <a:solidFill>
                  <a:srgbClr val="6B7280"/>
                </a:solidFill>
                <a:latin typeface="Calibri"/>
              </a:rPr>
              <a:t>  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Spirt akti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nusxa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Malaka oshirish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</a:t>
            </a:r>
            <a:r>
              <a:rPr sz="1500" b="0">
                <a:solidFill>
                  <a:srgbClr val="6B7280"/>
                </a:solidFill>
                <a:latin typeface="Calibri"/>
              </a:rPr>
              <a:t>  yilda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Ro‘yxat jurnali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16</a:t>
            </a:r>
            <a:r>
              <a:rPr sz="1500" b="0">
                <a:solidFill>
                  <a:srgbClr val="6B7280"/>
                </a:solidFill>
                <a:latin typeface="Calibri"/>
              </a:rPr>
              <a:t>  bo‘lim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Saqlash muddatlari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Aktning 4 qismi (ma’ruza)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kimyosi tekshiruvi akti 4 qismdan iborat: kirish, ashyoviy dalil tashqi ko‘rinishi, kimyoviy tekshirish va xulosa.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Tashqi ko‘rinish qismida o‘rami, idishi, muhri, yozuvlar, rangi, hidi, vazni va pH muhiti yoziladi.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Kimyoviy tekshiruv aktning asosiy qismi; unda kimyoviy formulalar yozish yoki muallif nomini keltirish man etiladi.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Akt (ma’ruza)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Kirish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Laboratoriya, ekspert  ·  Ashyoviy dalil, vaqt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Tashqi ko‘rinish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O‘ram, idish, muhr  ·  Rang, hid, vazn, pH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Kimyoviy tekshiruv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Usullar, reaksiyalar  ·  Reaktivlar, hisoblar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Xulosa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Topilgan moddalar  ·  Manfiy natijalilar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Sud kimyosi tekshiruvi akti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16,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Akt (4 qism) va dalolatnoma (3 qism)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Ma’ruzada sud kimyosi tekshiruvi akti 4 qismdan iborat deb ta’riflanadi.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Laboratoriya mashg‘ulotida dalolatnomaning taxminiy tuzilishi uch qismli: kirish, bayon va xulosa.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Xulosada avval topilgan moddalar, keyin manfiy natija olingan moddalar yoziladi.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Akt (16-bet)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4 qism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Tashqi ko‘rinish alohida qism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Kimyoviy tekshiruv alohida qism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Dalolatnoma (221-bet)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3 qism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Bayon: ko‘rinish va kimyoviy tekshiruv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Xulosa; imzo va vaqt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Akt va dalolatnoma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16, 221,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Natijalarni baholash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 o‘lim sodir bo‘lguncha organizmdan chiqarib yuborilishi yoki metabolitik o‘zgarishlarga uchrashi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 umuman parchalanib ketishi yoki boshqa moddalar bilan birikishi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Aniqlash usulining sezgirligi past bo‘lsa, moddani aniqlab bo‘lmaydi.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Chiqarilib ketish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Modda o‘limgacha organizmdan chiqishi mumkin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Metabolizm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Modda metabolitik o‘zgarishlarga uchraydi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Parchalanish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Modda umuman parchalanib ketishi mumkin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Birikish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Boshqa moddalar bilan birikishi mumkin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Sezgirlik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Usul sezgirligi past bo‘lsa, aniqlab bo‘lmaydi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Natijani baholashda hisobga olinadi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Miqdor tahlili nega shart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 aniqlangan chog‘da albatta miqdor tahlili o‘tkazilishi zarur, chunki ba’zan zararsiz moddaga xos reaksiyalar chiqib qolishi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holatlar: jabrlanuvchi moddani dori sifatida iste’mol qilgan yoki aniqlangan modda ob’ektda tabiiy bo‘lgan (masalan, metallar).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Shuningdek, ob’ekt chirishi oqibatida reaksiya beruvchi birikmalar hosil bo‘lishi yoki tashqi muhitdan modda qo‘shilib qolishi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Taxminiy tekshiruv: Reynsh, Gutseyt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Taxminiy tekshirish uchun asosan mikrodiffuziya, mikrokristalloskopik reaksiyalar va xromatografik skrining usullaridan foydalaniladi.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Yo‘llanmalarda oq margimush alomatli chinni kabi bo‘lakchalarni (Hg va As) tekshirish Reynsh usulida ko‘rsatiladi.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Margimushga Gutseyt usuli, shuningdek sinil kislotasi va nitritlarga tekshirish usullari qo‘llanadi.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300578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Qaysi zahar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Reynsh usuli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Hg va As (chinni kabi bo‘lakchalar)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Gutseyt usuli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Margimush (As)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Alohida tekshiruv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Sinil kislotasi va nitritlar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Mikrodiffuziya, YuQX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Taxminiy skrining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Taxminiy usullar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Zaharlarni ajratish guruhlari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Uchuvchi zaharlar suv bug‘i yordamida haydab ajratiladi: sianid, sirka kislota, galogen birikmalar, spirt, aldegid, fenollar.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Nordonlashtirilgan suv/spirt bilan barbituratlar, alkaloidlar va azot saqlovchi sintetik birikmalar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Mineralizatsiyalab og‘ir metallar va margimush; yana: dializ, organik erituvchi quyish va maxsus usullar (TEQ, rux fosfidi, ftoridlar).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Zaharlar guruhlari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22120"/>
            <a:ext cx="0" cy="341376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2212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Suv bug‘i bilan haydash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Sianid, sirka kislota  ·  Spirt, aldegid, fenollar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100072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100072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Nordonlashgan suv/spirt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Barbituratlar  ·  Alkaloidlar, azotli birikmalar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08762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2782824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782824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Mineralizatsiya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Og‘ir metallar  ·  Margimush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377037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465576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465576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Bo‘ktirish, dializ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1F2937"/>
                </a:solidFill>
                <a:latin typeface="Calibri"/>
              </a:rPr>
              <a:t>Mineral kislotalar, ishqorlar  ·  Ishqoriy metall tuzlari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148328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148328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Organik erituvchi quyish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Pestitsidlar  ·  Yurak glikozidlari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12380" y="513588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0" y="483108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483108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Maxsus usullar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TEQ, rux fosfidi  ·  Ftoridlar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Ajratish usuli bo‘yicha guruhlar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Ajratish usullari: haydash va mineralizatsiya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bug‘i yordamida sianid kislotasi, spirtlar, formaldegid, geksaxloran va nikotin haydaladi.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Vakuumda haydashda past bosimda moddalar past haroratda haydaladi; yuqori issiqlikda parchalanuvchi moddalar uchun, masalan TEQ.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Metall zaharlar ho‘l yoki quruq mineralizatsiyalash (destruksiya) usullari bilan ajratib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Suv bug‘i bilan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Sianid kislotasi, spirtlar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Formaldegid, geksaxloran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Nikotin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Vakuumda haydash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Past bosim, past harorat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Issiqlikdan parchalanuvchi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Masalan, TEQ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Mineralizatsiya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Metall zaharlar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Ho‘l yoki quruq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Destruksiya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Ajratish usullari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Ajratilgan moddani tozalash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Sovunlash gidrolizga chidamli birikmalar uchun qo‘llanadi, masalan xlororganik birikmalarni yog‘dan tozalashda.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Qayta ekstraksiya pH muhitini o‘zgartirib moddaning eruvchanligini o‘zgartirishga asoslanadi.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Sulfirlash barbituratlar kabi sulfat kislotaga chidamli moddalar uchun; yog‘ va mumsimon moddalar atsetonda −70 °C gacha sovitib cho‘ktiriladi.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4781"/>
                <a:gridCol w="2993193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Asos / qachon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Sovunlash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Gidrolizga chidamli birikmalar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Qayta ekstraksiya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pH ni o‘zgartirish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Sulfirlash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Yog‘li ekstrakt; barbituratlar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Xromatografiya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Yupqa qatlam va gaz-suyuqlik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Yog‘, mumni cho‘ktirish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Aseton, −70 °C gacha sovitish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Tozalash usullari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Tekshiruv rejasi nimaga asoslanadi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 ko‘p hollarda qaytarib bo‘lmaydigan ob’ekt; shuning uchun tekshiruv ehtiyotkorlik va tejamkorlik bilan olib 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kimyogari avval aniq reja tuzadi; reja yo‘llanmalar va o‘lim sabablarini to‘liq o‘rganishga asoslanadi.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Rejada o‘lgan kishining kasallik tarixi, sud-tibbiyot ekspertizasi akti hisobga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Shuningdek ob’ektning tashqi ko‘rinishi (pH, hid, rang), yot moddalar va dastlabki taxminiy tekshiruv natijalari o‘rganiladi.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Dastlabki tekshiruvning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Zaharlovchi moddalar soni juda ko‘p, har bir moddaga tekshirish juda ko‘p vaqt talab qilgan bo‘lardi.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tekshiruv ko‘pincha rejadagi ko‘p zaharli moddalarni inkor qilish yoki taxmin qilish imkonini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tekshiruv asosida biror xulosaga kelib bo‘lmaydi; taxminiy natija musbat bo‘lsa, asosiy tekshirish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Ba’zi taxminiy usullar sezgir bo‘lsa ham xususiy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Dastlabki (taxminiy) tekshiruv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Ko‘p moddalar inkor / taxmin qilinadi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Taxminiy natija musbat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Asosiy tekshirish o‘tkaziladi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Aniq xulosa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Dastlabki tekshiruv va asosiy tekshirish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12, 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Ob’ektning ko‘rinishi, hidi va rangi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Ko‘z yoki mikroskopda yot qo‘shimcha ko‘rinsa, pintset bilan ajratilib, taxmin qilingan moddaga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Hid va rang sud kimyogariga yo‘llanma beradi; chirigan ob’ektda zaharlar hidi o‘zgaradi.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8924"/>
                <a:gridCol w="334905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Taxmin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Achchiq bodom hidi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sianidlar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pikrin k-ta, strixnin, xromatlar, HNO3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Qora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sulfat kislota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Chinnisimon kristallar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margimush oksidi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Belgi va taxmin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pH bo‘yicha dastlabki baho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Muhit indikatorlar bilan aniqlanadi: lakmus (5,0-8,0), qizil kongo (3,0-5,2), fenolftalein (8,2-10,0), universal indikator qog‘ozlar.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pH 3 yoki undan kichik bo‘lsa, asosan mineral kislotalar yoki ko‘p miqdorda organik kislotalar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Kuchsiz kislotali muhit ko‘pincha chirib qolgan organlarda achish jarayonini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muhit ob’ektni ishqor yoki karbonatlarga tekshirishga yo‘llanma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322"/>
                <a:gridCol w="3084652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Indikator / pH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Oraliq / taxmin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Lakmus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5,0-8,0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kongo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3,0-5,2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Fenolftalein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8,2-10,0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pH 3 yoki kichik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Mineral yoki organik kislota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Ishqoriy muhit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Ishqor yoki karbonat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pH indikatorlari va baho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Zaharlarning ajratish usuli bo‘yicha guruhlari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Ajratish usuliga qarab zaharlar guruhlarga bo‘linadi; ularning ba’zilari bir necha usulda ajratilishi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Yana: organik erituvchi quyish (pestitsidlar) va maxsus usullar (TEQ, rux fosfidi, ftoridlar).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2394"/>
                <a:gridCol w="283558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Suv bug‘i bilan haydash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sianid, sirka kislota, spirt, fenol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Nordonlashgan suv/spirt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barbituratlar, alkaloidlar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Mineralizatsiya (kuydirish)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 metallar, margimush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Dializ yoki suv bilan bo‘ktirish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mineral kislota, ishqor, ishqoriy tuz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Ajratish usuli bo‘yicha guruhlar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Ajratish usulini tanlash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Xloralgidrat va fenol suv bug‘i bilan haydalishdan tashqari nordonlashgan suv va spirt, organik erituvchi yoki suv bilan bo‘ktirish usulida ham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Suyuq alkaloidlar nordonlashgan suv va spirt hamda haydash usulida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Xlorofos suv bug‘i bilan haydash, nordonlashgan suv va spirt hamda efir quyish usulida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Natijalar taqqoslanib, eng ko‘p modda ajratilgan usul tanlanadi.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Taxminiy tekshiruv usullariga misollar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Barbituratlarga taxminiy tekshiruv: peshobga kobalt atsetati ammiak yoki litiy ishqori sharoitida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Fenotiazin hosilalari: peshobga temir xloridining sulfat kislotali eritmasi qo‘shilsa, och-qizil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 «skrining»: Radionova usuli 49 ta dori moddani ajratadi; Kartoshov usuli 83 ta azot saqlovchi zaharni 5 ta standart modda asosida ajratadi.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usullarning har biri asosiy tekshiruvlar uchun yo‘llanma bo‘la oladi.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Radionova usuli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49</a:t>
            </a:r>
            <a:r>
              <a:rPr sz="1100" b="0">
                <a:solidFill>
                  <a:srgbClr val="6B7280"/>
                </a:solidFill>
                <a:latin typeface="Calibri"/>
              </a:rPr>
              <a:t>  dori modda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Kartoshov usuli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83</a:t>
            </a:r>
            <a:r>
              <a:rPr sz="1100" b="0">
                <a:solidFill>
                  <a:srgbClr val="6B7280"/>
                </a:solidFill>
                <a:latin typeface="Calibri"/>
              </a:rPr>
              <a:t>  azotli zahar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Standart moddalar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</a:t>
            </a:r>
            <a:r>
              <a:rPr sz="1500" b="0">
                <a:solidFill>
                  <a:srgbClr val="6B7280"/>
                </a:solidFill>
                <a:latin typeface="Calibri"/>
              </a:rPr>
              <a:t>  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YuQX skrining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Noma’lum ob’ektni tahlil qilish ketma-ketligi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Yo‘llanma, o‘lim sabablari, kasallik tarixi va sud-tibbiy akt o‘rganiladi.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Tashqi ko‘rinish, pH, hid va rang bo‘yicha dastlabki tekshiruv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Zaharlar ajratish usuliga qarab guruhlarga bo‘linadi; kerakli ajratish usuli tanlanadi.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Hujjatlarni o‘rganish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Tekshiruv rejasi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Dastlabki tekshiruv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Ajratish va aniqlash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Dalolatnoma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Tahlil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12, 21, 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Dalolatnomani rasmiylashtirish qoidalari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Dalolatnoma daftarning bir qatoriga bir xil interval bilan, hech qanday bo‘sh joy qoldirmasdan, ikki taraflama yoziladi.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Hoshiya birinchi betda chap tarafdan, ikkinchi betda o‘ng tarafdan qoldiriladi: jamlab tikish oson bo‘lishi uchun.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Bo‘sh qolgan qatorlar chizilib to‘ldiriladi.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Dalolatnomada man etiladigan holatlar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So‘zlarni, gaplarni qisqartirish, shartli belgilar qo‘yish man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Reaktivlarga muallif nomini yozish va moddalarning kimyoviy formulalarini yozish ham man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Ba’zi tuzatmalarga hoshiyada «to‘g‘rilanganiga ishonilsin» deb yozib, sud-kimyo eksperti o‘z dastxatini qo‘yishi shart.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Dalolatnoma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Dalolatnoma uch qismdan iborat: kirish, bayon (tavsifiy), xulosa.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Kirish va bayon qismlariga sarlavha yozilmaydi.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Oxirida ekspert imzosi va dalolatnoma yozilgan vaqt ko‘rsatiladi.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Tekshiruv dalolatnomasi N*___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Kirish qismi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Bayon (a, b)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Xulosa qismi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Imzo va vaqt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Dalolatnoma qismlari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 qismi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Tekshiruv qanday hujjatlar asosida va kim tomonidan (talabaning F.I.Sh., kursi, guruhi) olib borilgani yoziladi.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Tekshiruv davri va joyi (laboratoriya nomi) ko‘rsatiladi.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Ashyoviy dalil va uni tekshirishdan maqsad yoziladi.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Murdaning F.I.Sh., o‘lim sabablari va voqeaning qisqacha mazmuni beriladi.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Dalolatnoma: kirish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Asos va ijrochi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Qanday hujjat asosida  ·  Talaba F.I.Sh., kurs, guruh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Vaqt va joy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Tekshiruv davri  ·  Laboratoriya nomi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Ob’ekt va maqsad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Ashyoviy dalil  ·  Tekshirishdan maqsad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Murda va voqea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Murda F.I.Sh.  ·  O‘lim sababi, qisqa mazmun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Kirish qismi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Bayon: ob’ekt tavsifi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Biologik ob’ektning tashqi ko‘rinishi tavsiflanadi.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Son raqami, pH-muhiti, konsistensiyasi, konservlanganligi va boshqa belgilar yoziladi.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Hech qanday sarlavhasiz tavsifiy qism sifatida beriladi.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Bayon: kimyoviy tekshiruv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Zaharlarni biologik ob’ekt tarkibidan ajratib olish texnikasi batafsil yoziladi.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Ajratilgan moddalarning sifati va miqdorini aniqlash usullari yoziladi.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 qanday olib borilgan bo‘lsa, xuddi shunday aniq holda, so‘zlar qisqartirilmasdan yoziladi.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qismi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Xulosada avval aniqlangan zaharli moddalar nomma-nom ko‘rsatiladi.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 aniqlanmagan zaharli moddalar nomma-nom yoziladi.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 tekshiruv ekspertizasi natijasiga asoslanadi.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Dalolatnoma ekspert imzosi bilan tasdiqlanadi va yozilgan vaqt ko‘rsatiladi.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Malaka: tekshiruv rejasi va usullar (loyiha)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dalilni tekshirishdan oldin ekspert-kimyogar hujjatlar bilan tanishib, tekshiruv rejasini tuzadi.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Hujjatda maqsad ko‘rsatilgan bo‘lsa, faqat ko‘rsatilgan moddalarga tekshiriladi; yoki umumiy sud-kimyo analizi sxemasi bo‘yicha noma’lum moddaga.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Imkon qadar turli fizik yoki kimyoviy tamoyilga asoslangan kamida ikkita usul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Topilgan moddaning aniqligini oshirish uchun har bir ob’ektdan kamida ikkita aniqlov o‘tkaziladi.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№117 (O‘zR SSV, loyiha matni)., Sud-kimyo ekspertiza va tekshiruvlarini o‘tkazish qoidalari, betlar: 16-band, 17, 20-band, 21-band, 23-band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Malaka: akt va xulosa tuzilishi (loyiha)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Natijalar «ekspert xulosasi» yoki «sud-kimyo tekshiruvi dalolatnomasi» ko‘rinishida; u uch qismdan: kirish, tekshiruv, yakuniy.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«Ob’ekt tavsifi»: o‘ram, idishdagi yozuv, morfologik tarkib, og‘irlik, rang, hid, lakmusga reaksiya, konservalanganlik to‘liq tavsiflanadi.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tekshiruvda har bir operatsiya uchun ishlatilgan ob’ekt miqdori ko‘rsatiladi.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Hotimada avval topilgan moddalar (miqdori bilan), keyin topilmaganlari, so‘ng savollarga javoblar yoziladi.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№117 (O‘zR SSV, loyiha matni)., Sud-kimyo ekspertiza va tekshiruvlarini o‘tkazish qoidalari, betlar: 28, 29-band, 31-band, 32-band, 33-band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Vaziyatli topshiriq: 14-keys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Sud-kimyo ekspertizasiga biologik ob’ekt sifatida peshob keltirildi; peshob rangi qizil.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Topshiriq: tahlil o‘tkazib, dalolatnoma tuzilsin.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4603"/>
                <a:gridCol w="1726685"/>
                <a:gridCol w="1726685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Muammo 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Sabablari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Hal yo‘li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tahlil qilinadi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aniqlanadi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yoziladi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Keys jadvali (to‘ldiriladi)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Dalolatnomani o‘z-o‘zini tekshirish ro‘yxati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Yozuv qoidalari: bir xil interval, bo‘sh joy yo‘q, ikki taraflama, hoshiya navbatma-navbat, bo‘sh qatorlar chizilgan.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Taqiqlar: qisqartirish, shartli belgi, muallif nomi va formula yo‘q; tuzatmalarda «to‘g‘rilanganiga ishonilsin» va dastxat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Mazmun: kirish va bayon sarlavhasiz; xulosada topilgan va topilmagan moddalar nomma-nom; imzo va vaqt qo‘yilgan.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220, 221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Kimyo-toksikologik tekshiruv rejasi yo‘llanma, kasallik tarixi, sud-tibbiy akt, ob’ekt ko‘rinishi va dastlabki natijaga asoslanadi.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Zaharlar ajratish usuliga qarab guruhlanadi: uchuvchilar - suv bug‘i bilan haydash, metallar - mineralizatsiya.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Dalolatnoma uch qismdan iborat va ekspert imzosi bilan tasdiqlanadi.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12, 20, 221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Dalolatnomaning kirish qismida ’murdaning F.I.Sh.’ va ’o‘lim sabablari’ ko‘rsatiladi, lekin sarlavha yozilmaydi.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Tuzatilgan joyga hoshiyada ’to‘g‘rilanganiga ishonilsin’ deb yozilib, ekspert o‘z dastxatini qo‘yishi shart.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Pikrin kislota, strixnin, xromatlar va nitrat kislota bilan zaharlanishda ob’ekt sariq rangda bo‘lishi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tekshiruv sezgir usullarga asoslangan va ko‘pincha qon, peshob, yuvindi mahsulotlari yoki kam miqdordagi ob’ektda ekspress tekshiruvda ishlatiladi.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(uchuvchi va metall zaharlar); ekspertiza dalolatnomasini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12-21, 220-221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226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