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dalolatnoma ekspert ishining yakuniy hujjati? Doskada: reja (2 band). Tipik xato: mashg‘ulotni faqat ’yozuv ishi’ deb tushunish; avval tahlil rejasi tuziladi. Eslatma: kitoblar dalolatnomani ’himoyalash’ tartibini bermaydi; himoya uchun 14-keys va nazorat topshiriqlari ishlatiladi.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destruktat nima uchun ro‘yxatda? (Metall zaharlar tahlili uchun mineralizat/destruktat misol sifatida.) Doskada: jihozlar. Tipik xato: kitob ro‘yxatida uchuvchi zaharlar uchun distillat ko‘rsatilmagan; uni o‘qituvchi qo‘shimcha ko‘rsatadi.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reja tuzishning 5 asosini sanab bering. Doskada: 5 asos (yo‘llanma, kasallik tarixi, sud-tibbiy akt, tashqi ko‘rinish, dastlabki natija). Tipik xato: rejasiz ob’ektni to‘liq sarflab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sezgir, lekin xususiy bo‘lmagan usulga misol keltiring. Doskada: ’taxmin -&gt; asosiy tekshirish’. Tipik xato: dastlabki musbat natijani yakuniy xulosa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hid chirish bilan o‘zgaradi? Doskada: jadval. Tipik xato: hid yoki rangni yakuniy dalil deb hisoblash; u faqat yo‘llanma. Eslatma: kitobda ’strixnin nitritini prizmatik kristallari’ ham yot qo‘shimcha misoli sifatida keltirilgan.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kuchsiz kislotali muhit yetarli dalil emas? Doskada: 3 holat (pH&lt;=3, kuchsiz kislotali, ishqoriy). Tipik xato: indikator intervallarini (5,0-8,0; 3,0-5,2; 8,2-10,0)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’uchuvchi’ va ’metall’ zaharlar uchun kerakli ajratish usulini ayting. Doskada: 4 qatorli jadval. Tipik xato: uchuvchi zaharlarni mineralizatsiya bilan ajratishga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bir moddani bir necha usulda ajratish mumkin? Doskada: ’eng ko‘p modda -&gt; tanlangan usul’. Tipik xato: bitta usulda manfiy natija chiqsa, moddani yo‘q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skrining natijasi nima uchun faqat yo‘llanma? Doskada: 49 va 83 raqamlari. Tipik xato: Radionova va Kartoshov usullaridagi moddalar sonini almashtirish (49 va 83). Eslatma: kitobning 12-betida muallif T.M.Radionova, 20-betida G.M.Radionova deb yozilgan; sahifalarda ism-sharif farqi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har bosqich qaysi savolga javob beradi? Doskada: 5 qutili sxema. Tipik xato: dalolatnomani tahlildan oldin yozish. Eslatma: bu ketma-ketlik kitobning 12, 20, 21 va 221-betlaridan tuzilgan; kitob yagona ’to‘liq tahlil sxemasi’ jadvalini bermaydi.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bo‘sh qatorlar nima uchun chizib to‘ldiriladi? (Keyinchalik matn qo‘shilmasligi uchun, o‘qituvchi bilan tekshiring.) Doskada: 3 qoida. Tipik xato: hoshiyani ikkala betda bir tomonda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’Mandelin reaktivi’ o‘rniga qanday yozish kerak? (Reaktiv tarkibi bilan, masalan ammoniy vanadatning konsentrlangan sulfat kislotadagi eritmasi.) Doskada: 3 taqiq. Tipik xato: reaksiya tenglamasi o‘rniga formula yozib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kirish va bayon qismida sarlavha yozilmaydi? (Kitob shunday talab qiladi.) Doskada: 5 qutili sxema. Tipik xato: ’Xulosa’ ni kirishdan oldin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kirish qismi ’savollarga javob namunasida’ deyiladi: qaysi savollar? Doskada: 6 savol (asos, kim, davr, joy, ashyoviy dalil va maqsad, murda va voqea). Tipik xato: voqea tafsilotini bayon qismiga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14-keysda peshob rangi qizil: tavsifda buni qanday yozasiz? Doskada: ’a)’ bandi. Tipik xato: tavsifda hid va pH ni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’xuddi shunday aniq holda’ deyiladi? (Tahlil qaytarilishi va tekshirilishi uchun.) Doskada: ’b)’ bandi. Tipik xato: qisqartirilgan so‘zlar yoki shartli belgilar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topilmagan moddalarni nima uchun yozish kerak? Doskada: tartib ’topilgan -&gt; topilmagan’. Tipik xato: faqat topilgan moddani yozib, topilmaganlarini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kamida ikkita usul talab qilinadi? Doskada: 4 qoida.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kitobdagi 3 qismli tuzilish bilan malaka loyihasidagi ’kirish, tekshiruv, yakuniy’ tuzilishini solishtiring. Doskada: ikki tuzilish.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peshobning qizil rangi qaysi moddalarni taxmin qildiradi? (Kitobda yechim berilmagan: talaba dastlabki tekshiruvdan o‘zi asoslaydi.) Doskada: bo‘sh jadval. Tipik xato: dastlabki tekshiruvsiz bitta moddani yozib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talabalar juft bo‘lib bir-birining dalolatnomasini ro‘yxat bo‘yicha tekshiradi (himoya mashqi). Doskada: 3 guruh talablar. Tipik xato: faqat mazmunni tekshirib, yozuv qoidalarini unutish. Eslatma: bu ro‘yxat 220-221-betlardagi talablardan tuzildi; kitobda himoya tartibi alohida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talaba ish daftariga dalolatnoma namunasini yozadi. Muhokama: 3 asosiy xulosa. Doskada: ’reja - guruh - dalolatnoma’. Tipik xato: guruhlarni (uchuvchi, metall)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Noma’lum ob’ektni tahlil qilish (uchuvchi va metall zaharlar); ekspertiza dalolatnomasini yozish va himoyalash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talabalarni sud-kimyo ekspertizasi, uning o‘ziga xosligi, kimyo-toksikologik tekshiruv rejasi va ekspert-kimyogarlar vazifasi bilan tanishtirish.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sud-kimyosi tekshiruv dalolatnomasi; 2) kimyo-toksikologik ekspertiza.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Dvssm majmuasida mashg‘ulot «Ekspertiza dalolatnomasini yozish va himoyalash» deb nomlangan.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220; Yuldashev Z.A., Nurmatova M.I., Toksikologik kimyo modulidan o‘quv-uslubiy majmua, betlar: 226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Natija: sud-kimyosi ekspertizasi, byurosi, xodimlar haqida ma’lumotga ega bo‘ladi; tekshiruv akti va kimyo-toksikologik ekspertiza haqida bilim 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destruktat, filtr qog‘ozi, voronka, reaktivlar, probirkalar, ko‘rgazmali materiallar, skotch, qog‘oz.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Tekshiruv rejasi nimaga asoslanadi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 ko‘p hollarda qaytarib bo‘lmaydigan ob’ekt; shuning uchun tekshiruv ehtiyotkorlik va tejamkorlik bilan olib 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kimyogari avval aniq reja tuzadi; reja yo‘llanmalar va o‘lim sabablarini to‘liq o‘rganishga asoslanadi.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Rejada o‘lgan kishining kasallik tarixi, sud-tibbiyot ekspertizasi akti hisobga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Shuningdek ob’ektning tashqi ko‘rinishi (pH, hid, rang), yot moddalar va dastlabki taxminiy tekshiruv natijalari o‘rganiladi.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Dastlabki tekshiruvning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Zaharlovchi moddalar soni juda ko‘p, har bir moddaga tekshirish juda ko‘p vaqt talab qilgan bo‘lardi.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tekshiruv ko‘pincha rejadagi ko‘p zaharli moddalarni inkor qilish yoki taxmin qilish imkonini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tekshiruv asosida biror xulosaga kelib bo‘lmaydi; taxminiy natija musbat bo‘lsa, asosiy tekshirish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Ba’zi taxminiy usullar sezgir bo‘lsa ham xususiy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12,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Ob’ektning ko‘rinishi, hidi va rangi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Ko‘z yoki mikroskopda yot qo‘shimcha ko‘rinsa, pintset bilan ajratilib, taxmin qilingan moddaga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Hid va rang sud kimyogariga yo‘llanma beradi; chirigan ob’ektda zaharlar hidi o‘zgaradi.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378"/>
                <a:gridCol w="341159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Taxmin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Achchiq bodom hidi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sianidlar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pikrin kislota, strixnin, xromatlar, HNO3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Qora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sulfat 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Chinnisimon kristallar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margimush oksidi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Belgi va taxmin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pH bo‘yicha dastlabki baho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Muhit indikatorlar bilan aniqlanadi: lakmus (5,0-8,0), qizil kongo (3,0-5,2), fenolftalein (8,2-10,0), universal indikator qog‘ozlar.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pH 3 yoki undan kichik bo‘lsa, asosan mineral kislotalar yoki ko‘p miqdorda organik kislotalar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Kuchsiz kislotali muhit ko‘pincha chirib qolgan organlarda achish jarayonini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muhit ob’ektni ishqor yoki karbonatlarga tekshirishga yo‘llanma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Zaharlarning ajratish usuli bo‘yicha guruhlari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Ajratish usuliga qarab zaharlar guruhlarga bo‘linadi; ularning ba’zilari bir necha usulda ajratilishi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Yana: organik erituvchi quyish (pestitsidlar) va maxsus usullar (TEQ, rux fosfidi, ftoridlar).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2394"/>
                <a:gridCol w="2835580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 bug‘i bilan haydash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sianid, sirka kislota, spirt, fenol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Nordonlashgan suv/spirt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barbituratlar, alkaloidlar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Mineralizatsiya (kuydirish)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og‘ir metallar, margimush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Dializ yoki suv bilan bo‘ktirish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mineral kislota, ishqor, ishqoriy tuz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Ajratish usuli bo‘yicha guruhlar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Ajratish usulini tanlash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Xloralgidrat va fenol suv bug‘i bilan haydalishdan tashqari nordonlashgan suv va spirt, organik erituvchi yoki suv bilan bo‘ktirish usulida ham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Suyuq alkaloidlar nordonlashgan suv va spirt hamda haydash usulida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Xlorofos suv bug‘i bilan haydash, nordonlashgan suv va spirt hamda efir quyish usulida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Natijalar taqqoslanib, eng ko‘p modda ajratilgan usul tanlanadi.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Taxminiy tekshiruv usullariga misollar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Barbituratlarga taxminiy tekshiruv: peshobga kobalt atsetati ammiak yoki litiy ishqori sharoitida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Fenotiazin hosilalari: peshobga temir xloridining sulfat kislotali eritmasi qo‘shilsa, och-qizil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«skrining»: Radionova usuli 49 ta dori moddani ajratadi; Kartoshov usuli 83 ta azot saqlovchi zaharni 5 ta standart modda asosida ajratadi.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usullarning har biri asosiy tekshiruvlar uchun yo‘llanma bo‘la oladi.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Noma’lum ob’ektni tahlil qilish ketma-ketligi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Yo‘llanma, o‘lim sabablari, kasallik tarixi va sud-tibbiy akt o‘rganiladi.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Tashqi ko‘rinish, pH, hid va rang bo‘yicha dastlabki tekshiruv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Zaharlar ajratish usuliga qarab guruhlarga bo‘linadi; kerakli ajratish usuli tanlanadi.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Hujjatlarni o‘rganish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Tekshiruv rejasi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Dastlabki tekshiruv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Ajratish va aniqlash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Dalolatnoma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Tahlil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12, 21,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Dalolatnomani rasmiylashtirish qoidalari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Dalolatnoma daftarning bir qatoriga bir xil interval bilan, hech qanday bo‘sh joy qoldirmasdan, ikki taraflama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Hoshiya birinchi betda chap tarafdan, ikkinchi betda o‘ng tarafdan qoldiriladi: jamlab tikish oson bo‘lishi uchun.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Bo‘sh qolgan qatorlar chizilib to‘ldiriladi.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Dalolatnomada man etiladigan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So‘zlarni, gaplarni qisqartirish, shartli belgilar qo‘yish man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Reaktivlarga muallif nomini yozish va moddalarning kimyoviy formulalarini yozish ham man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Ba’zi tuzatmalarga hoshiyada «to‘g‘rilanganiga ishonilsin» deb yozib, sud-kimyo eksperti o‘z dastxatini qo‘yishi shart.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Dalolatnoma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Dalolatnoma uch qismdan iborat: kirish, bayon (tavsifiy), xulosa.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Kirish va bayon qismlariga sarlavha yozilmaydi.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Oxirida ekspert imzosi va dalolatnoma yozilgan vaqt ko‘rsatiladi.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Tekshiruv dalolatnomasi N*___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Kirish qismi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Bayon (a, b)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Xulosa qismi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Imzo va vaqt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Dalolatnoma qismlari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 qismi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Tekshiruv qanday hujjatlar asosida va kim tomonidan (talabaning F.I.Sh., kursi, guruhi) olib borilgani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Tekshiruv davri va joyi (laboratoriya nomi) ko‘rsatiladi.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 va uni tekshirishdan maqsad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Murdaning F.I.Sh., o‘lim sabablari va voqeaning qisqacha mazmuni beriladi.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Bayon: ob’ekt tavsifi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Biologik ob’ektning tashqi ko‘rinishi tavsiflanadi.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Son raqami, pH-muhiti, konsistensiyasi, konservlanganligi va boshqa belgilar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Hech qanday sarlavhasiz tavsifiy qism sifatida beriladi.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Bayon: kimyoviy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Zaharlarni biologik ob’ekt tarkibidan ajratib olish texnikasi batafsil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Ajratilgan moddalarning sifati va miqdorini aniqlash usullari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 qanday olib borilgan bo‘lsa, xuddi shunday aniq holda, so‘zlar qisqartirilmasdan yoziladi.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qismi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Xulosada avval aniqlangan zaharli moddalar nomma-nom ko‘rsatiladi.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 aniqlanmagan zaharli moddalar nomma-nom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 tekshiruv ekspertizasi natijasiga asoslanadi.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Dalolatnoma ekspert imzosi bilan tasdiqlanadi va yozilgan vaqt ko‘rsatiladi.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Malaka: tekshiruv rejasi va usullar (loyiha)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dalilni tekshirishdan oldin ekspert-kimyogar hujjatlar bilan tanishib, tekshiruv rejasini tuzadi.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Hujjatda maqsad ko‘rsatilgan bo‘lsa, faqat ko‘rsatilgan moddalarga tekshiriladi; yoki umumiy sud-kimyo analizi sxemasi bo‘yicha noma’lum moddaga.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Imkon qadar turli fizik yoki kimyoviy tamoyilga asoslangan kamida ikkita usul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Topilgan moddaning aniqligini oshirish uchun har bir ob’ektdan kamida ikkita aniqlov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16-band, 17, 20-band, 21-band, 23-band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Malaka: akt va xulosa tuzilishi (loyiha)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Natijalar «ekspert xulosasi» yoki «sud-kimyo tekshiruvi dalolatnomasi» ko‘rinishida; u uch qismdan: kirish, tekshiruv, yakuniy.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«Ob’ekt tavsifi»: o‘ram, idishdagi yozuv, morfologik tarkib, og‘irlik, rang, hid, lakmusga reaksiya, konservalanganlik to‘liq tavsiflanadi.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tekshiruvda har bir operatsiya uchun ishlatilgan ob’ekt miqdori ko‘rsatiladi.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Hotimada avval topilgan moddalar (miqdori bilan), keyin topilmaganlari, so‘ng savollarga javoblar yoziladi.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28, 29-band, 31-band, 32-band, 33-band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Vaziyatli topshiriq: 14-keys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Sud-kimyo ekspertizasiga biologik ob’ekt sifatida peshob keltirildi; peshob rangi qizil.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Topshiriq: tahlil o‘tkazib, dalolatnoma tuzilsin.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603"/>
                <a:gridCol w="1726685"/>
                <a:gridCol w="1726685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Muammo turi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Sabablari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Hal yo‘li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tahlil qilinadi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aniqlanadi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yoziladi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Keys jadvali (to‘ldiriladi)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Dalolatnomani o‘z-o‘zini tekshirish ro‘yxati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Yozuv qoidalari: bir xil interval, bo‘sh joy yo‘q, ikki taraflama, hoshiya navbatma-navbat, bo‘sh qatorlar chizilgan.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Taqiqlar: qisqartirish, shartli belgi, muallif nomi va formula yo‘q; tuzatmalarda «to‘g‘rilanganiga ishonilsin» va dastxat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Mazmun: kirish va bayon sarlavhasiz; xulosada topilgan va topilmagan moddalar nomma-nom; imzo va vaqt qo‘yilgan.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220, 221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Kimyo-toksikologik tekshiruv rejasi yo‘llanma, kasallik tarixi, sud-tibbiy akt, ob’ekt ko‘rinishi va dastlabki natijaga asoslanadi.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Zaharlar ajratish usuliga qarab guruhlanadi: uchuvchilar - suv bug‘i bilan haydash, metallar - mineralizatsiya.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Dalolatnoma uch qismdan iborat va ekspert imzosi bilan tasdiqlanadi.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12, 20, 221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Dalolatnomaning kirish qismida ’murdaning F.I.Sh.’ va ’o‘lim sabablari’ ko‘rsatiladi, lekin sarlavha yozilmaydi.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Tuzatilgan joyga hoshiyada ’to‘g‘rilanganiga ishonilsin’ deb yozilib, ekspert o‘z dastxatini qo‘yishi shart.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Pikrin kislota, strixnin, xromatlar va nitrat kislota bilan zaharlanishda ob’ekt sariq rangda bo‘lishi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tekshiruv sezgir usullarga asoslangan va ko‘pincha qon, peshob, yuvindi mahsulotlari yoki kam miqdordagi ob’ektda ekspress tekshiruvda ishlatiladi.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Noma’lum ob’ektni tahlil qilish (uchuvchi va metall zaharlar); ekspertiza dalolatnomasini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12, 20-21, 220-221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226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