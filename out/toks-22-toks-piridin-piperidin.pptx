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bu guruh alkaloidlari «suyuq» va «uchuvchan» deb ajratiladi? Doskada: 5 ta modda nomini yozing. Tipik xato: 1-ma’ruzadagi qattiq alkaloidlar (strixnin, kofein) bilan bu suyuq alkaloidlarni bir xil usulda ajratishga urinish. Izoh: mavzu sarlavhasidagi «tamaki chekish toksikomaniyasi» kitobda alohida bo‘lim sifatida berilmagan; unga oid ma’lumot nikotin bo‘limida (nosvoy, chilim, tutun orqali so‘rilish) keltiriladi.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guruh ichida qaysi moddalar bir-biriga tuzilishi jihatidan yaqin? Doskada: jadvalni to‘ldiring. Tipik xato: paxikarpinni piridin hosilasi deb aytish — malaka materialida u xinolizidin hosilasi sifatida ajratilgan. Malaka 038 materiali eski (2012) ma’ruza slaydlari; kitob bilan to‘ldirish uchun ishlatildi.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Doskada: har bir alkaloid uchun o‘simlik manbasini yozdiring.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tamaki navlari bo‘yicha nikotin miqdori 0,6 dan 8 % gacha o‘zgaradi? Doskada: nikotin tuzilishi (piridin + N-metilpirrolidin). Tipik xato: nikotinni faqat sigaretdagi modda deb o‘ylash — u insektitsid sifatida ham ishlatilgan.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optik aktivlik ekspertizada qanday ahamiyatga ega? Doskada: jadvaldagi 4 qatorni yozing. Tipik xato: asos va tuz holining burish yo‘nalishini aralashtirish. Eslatma: malaka 038 slaydida qaynash harorati 247°C deb yumaloqlangan; kitobdagi 246,1°C ishlatiladi.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uchuvchanlik va oksidlanish ob’ektni saqlashga qanday ta’sir qiladi? Doskada: eruvchanlik harorat bog‘liqligini yozing. Tipik xato: nikotinni yuqori haroratda ham suvda yaxshi eriydi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xloroform qoldig‘idagi moysimon modda ekspertga qanday ishora beradi? Doskada: ikki sababni yozing. Tipik xato: patologoanatomik manzara bo‘sh bo‘lsa nikotinni rad etish.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nikotin preparatlari tibbiyotda qo‘llanmaydi, lekin zaharlanishlar uchraydi? Doskada: ishlatilish sohalari ro‘yxati. Tipik xato: nikotinni dori vositasi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nosvoyda ohakning vazifasi nima? (kitob: ta’sir kuchini oshiradi). Doskada: 3 xil kirish yo‘li. Tipik xato: faqat chekishni xavf deb bilib, nosvoyni e’tiborsiz qoldirish. Kitobda «toksikomaniya» atamasi bu bo‘limda alohida ta’riflanmagan; faqat nosvoy va chekish orqali doimiy so‘rilish keltiriladi.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«avval qo‘zg‘atish, keyin falaj» ketma-ketligi klinikada qanday ko‘rinadi? Doskada: ikki bosqichli strelka. Tipik xato: halokatli doza oralig‘ini bitta son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chekmagan odam uchun 1-2 papiros ham alomat beradi? Doskada: alomatlarni nerv, yurak, ovqat hazm guruhlariga bo‘ling. Tipik xato: me’yor birligini noto‘g‘ri yozish. Kitobda: «0,003 mgG`l» (OCR) — 0,003 mg/l = 3 mg/m3, tamaki changi uchun ish zonasi me’yoriga 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ona suti nega nikotinli ob’ekt sifatida e’tiborga loyiq? Doskada: kirish va chiqish yo‘llari. Tipik xato: faqat o‘pka orqali so‘rilishni eslab, teri orqali so‘rilishni unutish.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metabolit tahlili nega o‘zgarmagan nikotin topilmaganda ham muhim? Doskada: nikotin -&gt; kotinin yo‘li. Tipik xato: foizlarni kitobdan olingan deb ko‘rsatish: kitob faqat «oksidlanadi, demetillanadi» deydi, foizlar malaka 038 slaydidan. Jadvalda norkotinin (5 %) sig‘maganligi uchun bandda keltirilgan.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uchuvchan alkaloid uchun suv bug‘i bilan haydash qulay? Doskada: sxemani chizing. Tipik xato: faqat kislotali muhitda ekstraksiya qilish — kitobga ko‘ra asosiy qismi ishqoriy muhitda ekstraksiyalanadi.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Dragendorf kristallarining shakli nega farqlash belgisi? Doskada: X va K shakllarini chizing. Tipik xato: cho‘kma hosil bo‘lishini yagona tasdiq deb hisoblash — kristall shakli ham tekshiriladi. Reyneke tuzi eritmasi yangi tayyorlanishi shart; anabazin bu tuz bilan ninasimon kristallar beradi.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qaysi reaksiya nikotinni anabazindan ajratadi? (formaldegid + HNO3). Doskada: jadvalni yozing. Tipik xato: sianid reaksiyasini bajarishda ishlatiladigan KCN xavfsizligini unutish — faqat o‘qituvchi nazoratida.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YuQX tasdiqlovchi reagent sifatida yodplatinat ishlatadi? Doskada: faza nisbati va Rf. Tipik xato: malaka 038 slaydidagi boshqa tizimning Rf=0,54 qiymatini bu tizimga qo‘llash: kitob bo‘yicha geksan-aseton (4:1) tizimida Rf=0,4. UB maksimumi kitobda 260 nm (malakada 259 nm) — kitobdagisi olingan.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anabazin va nikotinning qo‘llanilishidagi o‘xshashlik nimada? Doskada: ikki moddani yonma-yon yozing. Tipik xato: anabazinni faqat zaharli modda deb bilish — u chekishga qarshi dori tarkibida ham bor.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anabazin va nikotin klinik ko‘rinishi qaysi alomatlar bo‘yicha farq qiladi? Doskada: alomatlar jadvali. Tipik xato: metabolitlari ma’lum deb yozish — kitobga ko‘ra kam o‘rganilgan. Malaka 038: pKa 8,7, T½ 4 soat (kitobda yo‘q).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pikrin kislota reaksiyasi anabazinni nikotindan qanday ajratadi? Doskada: kristal shakllari jadvali. Tipik xato: Reyneke tuzi bilan nikotin (prizmatik) va anabazin (ninasimon) kristallarini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sianid reaksiyasida nikotin sariq-qizg‘ish, anabazin sariq-qo‘ng‘ir rang beradi — farq nimada? Doskada: ikki rangni yozing. Tipik xato: ranglarni nikotin va anabazin uchun almashtirib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Tipik xato: Dragendorf kristallarining shakliga e’tibor bermay, faqat «kristall hosil bo‘ldi»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nikotinni ham shu reaksiya bilan o‘lchash mumkinmi? (kitobda nikotin uchun ham shu reaksiya sifat tahlilida keltirilgan.) Doskada: sxemani chizing. Tipik xato: FEK da rangni o‘lchash to‘lqin uzunligini kitobdan tashqari taxmin qilib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paxikarpin dori sifatida tuz holida ishlatiladi? Doskada: manba o‘simliklar. Tipik xato: nikotin kabi tibbiyotda ishlatilmaydi deb o‘ylash — paxikarpin dori vositasi.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bir sutkada chiqib ketishi ekspertizada ob’ektni tanlashga qanday ta’sir qiladi? Doskada: alomatlar zanjiri. Tipik xato: paxikarpinni uzoq saqlanuvchi modda deb hisoblash. Malaka 038: T½ 3-11 soat, Vd 0,3-0,7 L/kg, ganglioblokator (kitobda yo‘q).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binafsha rang nimaning belgisi? (erkin yod xloroformda). Doskada: reaksiya tenglamasi 2NH4I + 2NaNO2 + 2H2SO4 -&gt; I2 + Na2SO4 + (NH4)2SO4 + 2NO + 2H2O. Tipik xato: reaksiyani butun paxikarpin molekulasiga xos deb o‘ylash — u faqat yodid anioni uchun. Slaydda 2 band: sxema o‘zi uchinchi ma’lumot beradi.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ekstraksion-fotometriyada ion juft qanday hosil bo‘ladi? Doskada: 4 reaksiya natijasi. Tipik xato: dub bargi shaklini (Bushard) boshqa kristallar bilan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sichqon peshobi hidi dala sharoitida koniinni tanishga qanday yordam beradi? Doskada: 3 xossa. Tipik xato: koniinni faqat o‘simlik zaharlanishi deb ko‘rish — u sud-kimyoviy ob’ektda ham aniqlanadi. Kitobdagi «soyovongullilar» atamasi o‘qish uchun «soyabonguldoshlar» ma’nosida keltirildi.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oziq-ovqat ekspertizasida sikuta qismlarini qanday farqlash mumkin? (farmakognostik tahlil, keyingi slayd.) Doskada: 4 xavf manbai. Tipik xato: tarixiy ma’lumotni zamonaviy dalil sifatida ishlatish.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aql-hush saqlanib turishi bemor uchun nimani anglatadi? Doskada: klinik rivojlanish vaqt chizig‘i. Tipik xato: o‘lim tezligini daqiqalar deb yozish — kitobda 1-2 soat.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peshob qopchasi alohida ob’ekt sifatida yuboriladi? Doskada: ob’ektlar ro‘yxati. Tipik xato: halokatli miqdorni mg deb o‘ylash — kitobda g bilan berilgan (o‘quvchiga «kitobga ko‘ra» deb ayting). Koniin metabolitlari o‘rganilmagan (kitob 114).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qoldiq hidi nimani ko‘rsatadi? Doskada: ajratish sxemasi. Tipik xato: efirni qizdirib quritish — koniin uchuvchan.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eng sezgir reaksiya qaysi? (HCl bilan sublimat, 0,33 mkg.) Doskada: jadvalni yozing. Tipik xato: xlorid reaksiyasida sublimat hosil bo‘lishini qizdirmasdan kutish — buyum oynachasi ustida nam tampon bilan asta qizdiriladi.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koniin uchun YuQX fazasi ammiakli? Doskada: faza, reagent, Rf. Tipik xato: IQ maksimumlarini «sm-1» o‘rniga «nm» deb yozish. Eslatma: kitobda IQ qatori «cm?1» deb OCR buzilgan; birlik sm-1 deb o‘qildi.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arekolinni gidropiridin hosilasi deb qarash nimaga asoslangan? Doskada: tuzilish. Tipik xato: arekolinni koniin bilan bir xil o‘simlikdan olinadi deb yozish — manba areko palmasi.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qorachiq torayishi nikotin/koniin zaharlanishidan farq qiladimi? Doskada: alomatlar ro‘yxati. Tipik xato: arekolin tekshiruvini rejasiz o‘tkazish — kitobga ko‘ra faqat sud organlari topshirig‘i bilan.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arekolin Dragendorf kristallarini koniin kristallaridan qanday farqlaymiz? (arekolin: x shakl, koniin: romba.) Doskada: ikki kristall shaklini chizing. Tipik xato: 30 daqiqa kutmasdan xulosa qilish. UB: spirtli eritma 214 nm; IQ: 1712, 1650, 1282, 1262, 1135, 1020 sm-1 (kitob 116).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nega bir xil reaktiv turli shakl beradi va bu nimaga imkon yaratadi? Doskada: 4 ta kristallni chizing. Tipik xato: shakllarni yodlab, aniqlanish chegarasini unutish. Bu slayd 4 ta sahifadagi ma’lumotlarning umumlashtirmasi.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noma’lum ob’ektda qaysi bosqichdan boshlaysiz? Doskada: bosqichlar zanjiri. Tipik xato: bitta musbat reaksiyani yakuniy tasdiq deb hisoblash. Bu slayd umumlashtirma: har bir band kitobdagi aniq bo‘limlardan olingan.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dars boshidagi savollarga qayting: nega bu alkaloidlar uchun mikrokristalloskopiya muhim? Doskada: 3 ta xulosani qisqa yozing. Tipik xato: sezgirlik va aniqlanish chegaralarini yodlamaslik. Nazorat savollari: nikotinning halokatli dozasi, paxikarpinning yod reaksiyasi, koniin Axutina usuli.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Piridin va piperidin alkaloidlari: nikotin, anabazin, paxikarpin, koniin; tamaki chekish toksikomaniyasi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Ma’ruza rejasi va tayanch iboralar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Piridin va piperidin alkaloidlari: nikotin, anabazin, paxikarpin, koniin; tamaki chekish 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Reja: piridin va piperidin hosilalari; ularning toksikologik ahamiyati, ashyoviy dalillardan ajratib olish va tahlil usullari.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Tayanch iboralar: mikrokristalloskopik tahlil; nikotin, anabazin, paxikarpin, arekolin, koniin.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Keyingi reja bandi (tropan va xinolin hosilalari: atropin, giostsiamin, skopolamin, xinin) alohida ma’ruzada yoritiladi.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Guruh tavsifi: suyuq alkaloidlar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Piridin va piperidin alkaloidlari: nikotin, anabazin, paxikarpin, koniin; tamaki chekish 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Maqsad: suyuq alkaloidlar (piridin, piperidin, xinolizidin hosilalari) va ularning tahlili bilan tanishtirish.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Piridin hosilasiga anabazin va nikotin, xinolizidin hosilasiga paxikarpin kiradi.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Kitob bo‘limlari: nikotin, anabazin, paxikarpin, koniin va arekolin.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6685"/>
                <a:gridCol w="3561289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Manba (kitob)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Nikotin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Tamaki o‘simligi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Anabazin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Anabasis aphylla, qisman tamaki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Paxikarpin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Safora o‘simligi, termopsis bargi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Koniin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Dog‘li sikuta (boligolov)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Guruhga kiruvchi alkaloidlar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№038 (TFI Toksikologik kimyo kafedrasi)., Ma’ruza: Piridin, betlar: slayd 2; Yuldashev Z.A., Umarova G.Q., Toksikologik kimyo modulidan o‘quv-uslubiy majmua, betlar: 109-116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Suyuq alkaloidlar: manbalar va ishlatilishi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Piridin va piperidin alkaloidlari: nikotin, anabazin, paxikarpin, koniin; tamaki chekish 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Nikotin tamakida, anabazin Anabasis aphylla va tamakida, paxikarpin safora va termopsisda, koniin dog‘li sikutada uchraydi.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Arekolin areko palmasi mevasida (0,1-0,5 %) bo‘ladi; tibbiyot va veterinariyada uning bromid tuzi ishlatiladi.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Barcha suyuq alkaloidlar suv bug‘i bilan haydalib ajratiladi va ishqoriy muhitda ekstraksiyalanadi.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Suyuq alkaloidlar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790395"/>
            <a:ext cx="0" cy="3277209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790395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Nikotin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Tamaki  ·  Insektitsid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609697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236622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236622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Anabazin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Anabasis aphylla  ·  Chekishga qarshi tabletka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055924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055924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Paxikarpin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Safora, termopsis  ·  Yodid tuzi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24830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3875227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3875227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Koniin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Dog‘li sikuta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12380" y="50676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72400" y="4694529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4694529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Arekolin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Areko palmasi  ·  Bromid tuzi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Beshta alkaloid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109-113, 115, 110-116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Nikotin: manba va yondosh alkaloidlar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Piridin va piperidin alkaloidlari: nikotin, anabazin, paxikarpin, koniin; tamaki chekish 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Tamaki o‘simligi 0,6 % dan 8% gacha nikotin (piridin-3-N-metilpirrolidin) alkaloidini saqlaydi.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Eng ahamiyatli yondosh moddalar: nornikotin, nikotirin, metilanabazin va anabazin.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Nikotin toza holda 1828 yilda ajratilgan va 1935 yilda sintez qilib olingan.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Tamakida nikotin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0,6-8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32522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32522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42250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Toza holda ajratilgan</a:t>
            </a:r>
          </a:p>
          <a:p>
            <a:pPr algn="l">
              <a:spcAft>
                <a:spcPts val="100"/>
              </a:spcAft>
            </a:pPr>
            <a:r>
              <a:rPr sz="2900" b="1">
                <a:solidFill>
                  <a:srgbClr val="0B1F3A"/>
                </a:solidFill>
                <a:latin typeface="Calibri"/>
              </a:rPr>
              <a:t>1828</a:t>
            </a:r>
            <a:r>
              <a:rPr sz="1400" b="0">
                <a:solidFill>
                  <a:srgbClr val="6B7280"/>
                </a:solidFill>
                <a:latin typeface="Calibri"/>
              </a:rPr>
              <a:t>  yil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24364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24364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34092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Sintez qilingan</a:t>
            </a:r>
          </a:p>
          <a:p>
            <a:pPr algn="l">
              <a:spcAft>
                <a:spcPts val="100"/>
              </a:spcAft>
            </a:pPr>
            <a:r>
              <a:rPr sz="2900" b="1">
                <a:solidFill>
                  <a:srgbClr val="0B1F3A"/>
                </a:solidFill>
                <a:latin typeface="Calibri"/>
              </a:rPr>
              <a:t>1935</a:t>
            </a:r>
            <a:r>
              <a:rPr sz="1400" b="0">
                <a:solidFill>
                  <a:srgbClr val="6B7280"/>
                </a:solidFill>
                <a:latin typeface="Calibri"/>
              </a:rPr>
              <a:t>  yil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Nikotin: tarixi va miqdori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Nikotinning fizik xossalari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Piridin va piperidin alkaloidlari: nikotin, anabazin, paxikarpin, koniin; tamaki chekish 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Asos holida rangsiz, hidsiz moysimon suyuqlik; qaynash harorati 246,1°C.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Nur sindirish ko‘rsatkichi 20°C da 1,5280 ga teng.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Optik aktiv: asos polyarizatsiyalangan nurni chapga buradi, tuzlari esa o‘ngga buradi.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9523"/>
                <a:gridCol w="2828451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Ko‘rsatkich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Qiymat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Agregat holati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Moysimon suyuqlik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Qaynash harorati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246,1°C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Nur sindirish (20°C)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1,5280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Optik aylantirish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Chapga (tuzlari o‘ngga)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Nikotin (asos holi)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Nikotinning eruvchanligi va barqarorligi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Piridin va piperidin alkaloidlari: nikotin, anabazin, paxikarpin, koniin; tamaki chekish 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60°C dan past haroratdagi suvda juda yaxshi eriydi, suv bilan cheksiz aralashadi; 60-210°C da yomon eriydi.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Organik erituvchilarda yaxshi eriydi; suvli eritmasi ishqoriy, kislotalar bilan kristall tuzlar hosil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Boshqa suyuq alkaloidlar kabi uchuvchan; havoda tez oksidlanib nikotirin hosil qiladi va sekin-asta qorayadi.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Yaxshi tozalanmagan nikotin tamaki hidiga ega.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Eruvchanlik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60 °C dan past: suv bilan cheksiz aralashadi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60-210 °C: suvda yomon eriydi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Organik erituvchilarda yaxshi eriydi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Barqarorlik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Uchuvchan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Havoda oksidlanib nikotirin hosil qiladi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Sekin-asta qorayadi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Nikotin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Qachon nikotinga tekshiriladi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Piridin va piperidin alkaloidlari: nikotin, anabazin, paxikarpin, koniin; tamaki chekish 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Sud ijrochilarining alohida ko‘rsatmasi bo‘lsa nikotinga tekshirish olib boriladi.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Kimyoviy tekshirish vaqtida xloroform qoldig‘i moysimon bo‘lib, xarakterli hidga ega bo‘lsa ham nikotinga tekshiriladi.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Murdani patologoanatomik tekshirish nikotinga nisbatan hech qanday xarakterli belgi bermaydi.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109, 110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Nikotinning qo‘llanilishi: toksikologik ahamiyati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Piridin va piperidin alkaloidlari: nikotin, anabazin, paxikarpin, koniin; tamaki chekish 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Nikotin xalq xo‘jaligida ko‘p ishlatilgani uchun toksikologik ahamiyati yuqori: kontaktli insektitsid va insektofungitsid.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Nikodust - 5 g nikotin sulfat va 95 g ohak aralashmasi; zararkunandalarga qarshi tamaki changi va tamaki suyuqliklari ham qo‘llanadi.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Nikotin saqlovchi preparatlar tibbiyot amaliyotida ishlatilmaydi; veterinariyada qo‘tirni davolashda ishlatiladi.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Farmatsevtika sanoatida oksidlash orqali nikotin kislota sintezi uchun xom ashyo bo‘ladi.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Nikotinning ishlatilishi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Insektitsid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Nikodust: 5 g sulfat + 95 g ohak  ·  Tamaki changi, suyuqliklari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Veterinariya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Qo‘tirni davolash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Farmatsevtika sanoati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Nikotin kislota sintezi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Tibbiyot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Preparatlar ishlatilmaydi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Qo‘llanilishi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Zaharlanish manbalari: nosvoy va chekish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Piridin va piperidin alkaloidlari: nikotin, anabazin, paxikarpin, koniin; tamaki chekish 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Zaharlanish mumkin: tamaki mahsulotlari, sigara tayyorlaydigan korxonalar, tamaki plantatsiyalari va barg quritiladigan joylar.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O‘rta Osiyoda nosvoy keng tarqalgani uchun nikotindan ko‘ngilsiz hodisalar uchrab turadi.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Nosvoy tarkibida tamakidan tashqari ta’sirini oshiradigan so‘ndirilgan ohak, saqich va moy moddalari bor.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Chilim va boshqa chekimliklar bilan chekkanda nikotin doimo nafas yo‘llari va o‘pka orqali so‘riladi.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Nikotinning farmakologik ta’siri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Piridin va piperidin alkaloidlari: nikotin, anabazin, paxikarpin, koniin; tamaki chekish 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Nikotin asab hujayralariga zaharli ta’sir etadi: avval asab faoliyatini bir oz qo‘zg‘atadi, so‘ng falajlanishga olib keladi.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Odamni halokatga olib borishi mumkin bo‘lgan nikotin dozasi 0,01-0,08 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Markaziy va vegetativ nerv oxirlarini zaharlaydi, ganglilar faoliyatini buzadi.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Farmakokinetika (malaka): pKa 3,2 va 7,9 (25°); T½ 28-84 daqiqa; Vd 1,0 L/kg.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109, 109-110; Malaka materiali №038 (TFI Toksikologik kimyo kafedrasi)., Ma’ruza: Piridin, betlar: slayd 13, slayd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Zaharlanish alomatlari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Piridin va piperidin alkaloidlari: nikotin, anabazin, paxikarpin, koniin; tamaki chekish 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Mutlaqo chekmagan odam uchun 1-2 ta papiros (1-4 mg nikotin) qattiq bosh og‘rig‘i, bosh aylanishi va darmonsizlikni keltiradi.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Ich ketish, qusish, yurak urishining tezlashishi va nafas olishning qiyinlashishi kuzatiladi.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So‘lak oqishi, nafas qisishi va o‘ziga xos tirishish hodisalari ham bo‘lishi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Tamaki va papiros korxonalarida tamaki changining havodagi konsentratsiyasi 0,003 mg/l dan oshmasligi kerak.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1-2 papiros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1-4</a:t>
            </a:r>
            <a:r>
              <a:rPr sz="1100" b="0">
                <a:solidFill>
                  <a:srgbClr val="6B7280"/>
                </a:solidFill>
                <a:latin typeface="Calibri"/>
              </a:rPr>
              <a:t>  mg nikotin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32522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32522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42250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Halokatli doza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0,01-0,08</a:t>
            </a:r>
            <a:r>
              <a:rPr sz="1100" b="0">
                <a:solidFill>
                  <a:srgbClr val="6B7280"/>
                </a:solidFill>
                <a:latin typeface="Calibri"/>
              </a:rPr>
              <a:t>  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24364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24364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34092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Tamaki changi (havoda)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0,003</a:t>
            </a:r>
            <a:r>
              <a:rPr sz="1100" b="0">
                <a:solidFill>
                  <a:srgbClr val="6B7280"/>
                </a:solidFill>
                <a:latin typeface="Calibri"/>
              </a:rPr>
              <a:t>  mg/l gacha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Nikotin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So‘rilish va chiqarilish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Piridin va piperidin alkaloidlari: nikotin, anabazin, paxikarpin, koniin; tamaki chekish 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Nikotin og‘iz bo‘shlig‘i shilliq qavatida va o‘pkada tez shimiladi, sog‘lom teri orqali ham tez so‘riladi.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Chekilganda tutun orqali 90-98% gacha nikotin organizmga tushib, o‘pka orqali qonga so‘riladi.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Chekuvchi ayollarda qon orqali ona sutiga o‘tadi va sut orqali emizikli go‘dakni zaharlaydi.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Organizmdan nafas yo‘llari orqali, qisman peshob va ter bilan chiqariladi.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Nikotin metabolizmi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Piridin va piperidin alkaloidlari: nikotin, anabazin, paxikarpin, koniin; tamaki chekish 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Nikotin jigar to‘qimalarida oksidlanadi va demetillanadi; metabolitlari peshob orqali chiqariladi.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24 soat davomida 5 % o‘zgarmagan holda va metabolitlari sifatida peshob bilan chiqariladi.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Metabolitlar: 10% kotinin, 35 % gidroksikotinin, 4% nikotin-1’-N-oksid, 5% norkotinin.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1459"/>
                <a:gridCol w="2226515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Shakl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Ulushi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O‘zgarmagan nikotin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5 %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Kotinin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10 %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Gidroksikotinin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35 %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Nikotin-1’-N-oksid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4 %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24 soatda peshob bilan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110; Malaka materiali №038 (TFI Toksikologik kimyo kafedrasi)., Ma’ruza: Piridin, betlar: slayd 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Nikotinni ashyoviy dalildan ajratish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Piridin va piperidin alkaloidlari: nikotin, anabazin, paxikarpin, koniin; tamaki chekish 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Nordonlashtirilgan spirt yoki suv usullaridan tashqari suv bug‘i bilan haydash usuli ham tavsiya etiladi.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Organik erituvchilar bilan qisman kislotali, asosan ishqoriy muhitda ekstraksiyalanadi.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Ashyoviy dalildan nordonlashtirilgan suv yoki spirt yordamida, ishqoriy muhitda ajratib olinadi.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Biologik ob’ekt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Nordonlashtirilgan suv/spirt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Ishqoriy muhit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Haydash yoki ekstraksiya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Nikotinni ajratish yo‘llari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110; Malaka materiali №038 (TFI Toksikologik kimyo kafedrasi)., Ma’ruza: Piridin, betlar: slayd 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Nikotin: cho‘ktirish, Dragendorf va Reyneke tuzi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Piridin va piperidin alkaloidlari: nikotin, anabazin, paxikarpin, koniin; tamaki chekish 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Umumiy alkaloid cho‘ktiruvchi reaktivlar bilan cho‘kma hosil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Qoldiqqa xlorid kislota va Dragendorf reaktivi tomizilsa, qizg‘ish «X» va «K» shaklidagi (uchib ketayotgan qushlarga o‘xshash) kristallar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Aniqlanish chegarasi 1 mkg; anabazin va koniin ham kristall beradi, lekin shakli boshqacha.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Reyneke tuzi (yangi tayyorlangan eritma) va HCl bilan prizmatik qizil pushti kristallar; aniqlanish chegarasi 1,2 mkg.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3280"/>
                <a:gridCol w="2240667"/>
                <a:gridCol w="1434027"/>
              </a:tblGrid>
              <a:tr h="86868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Reaktiv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Kristall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Chegara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Dragendorf + HCl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Qizg‘ish «X» va «K» shakl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 mkg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Reyneke tuzi + HCl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Prizmatik qizil-pushti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1,2 mkg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Mikrokristallar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110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Nikotin: rangli reaksiyalar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Piridin va piperidin alkaloidlari: nikotin, anabazin, paxikarpin, koniin; tamaki chekish 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Formaldegid va konsentrlangan nitrat kislota ta’sirida qizil rangli birikma hosil bo‘ladi (anabazin bu reaksiyani bermaydi).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n-dimetilaminobenzaldegid va konsentrlangan HCl ta’sirida binafsha rangga o‘tuvchi pushti rangli birikma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Kaliy sianid va xloramin B ishtirokida glyutakon aldegidi hosil bo‘ladi; unga barbitur kislota qo‘shilsa sariq-qizg‘ish rang paydo bo‘ladi.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0770"/>
                <a:gridCol w="1667205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Reaktiv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Natija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Formaldegid + kons. HNO3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Qizil (anabazin bermaydi)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n-Dimetilaminobenzaldegid + HCl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Pushti, binafsha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KCN, xloramin B, barbitur k-ta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Sariq-qizg‘ish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Nikotin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110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Nikotin: YuQX, UB-spektr, biologik sinov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Piridin va piperidin alkaloidlari: nikotin, anabazin, paxikarpin, koniin; tamaki chekish 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YuQX: qo‘zg‘aluvchi faza geksan-aseton (4:1); kislotali yodplatinat reaktivi purkalganda Rf=0,4, ko‘k rangli dog‘.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UB-spektr: 0,1n H2SO4 dagi eritmasi 260 nm to‘lqin uzunligida maksimal nur yutadi.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Farmakologik sinov: nikotin eritmasi baqaning orqa tanasiga tomizilsa, baqa bir necha daqiqadan so‘ng o‘tirganga o‘xshab tirishib qoladi (6-rasm).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Miqdori FEK va SF usullarida aniqlanadi.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110, 111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Anabazin: manba va ishlatilishi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Piridin va piperidin alkaloidlari: nikotin, anabazin, paxikarpin, koniin; tamaki chekish 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Anabazin - Anabasis aphylla o‘simligida, qisman tamakida uchraydigan alkaloid; rangsiz moysimon modda, organik erituvchilarda yaxshi eriydi.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Anabazin gidroxlorid tabletka holida chekishga qarshi ishlatiladi.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Qishloq xo‘jaligida anabadust holida hasharotlarga qarshi, chorvachilikda hayvonlar biti, lishay va cheshotkaga qarshi qo‘llanadi.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Anabadust - 7 % anabazin sulfat va 93 % so‘ndirilgan ohak.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111; Malaka materiali №038 (TFI Toksikologik kimyo kafedrasi)., Ma’ruza: Piridin, betlar: slayd 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Anabazin: zaharlanish va ajratish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Piridin va piperidin alkaloidlari: nikotin, anabazin, paxikarpin, koniin; tamaki chekish 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Ta’siri nikotinga o‘xshash: nafas yo‘li va teri orqali so‘riladi, asab faoliyatini qo‘zg‘atib, so‘ng vegetativ asab tolalarini falajlaydi; qon bosimi oshadi.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Alomatlar: so‘lak oqishi, qusish, ich ketishi, tananing sarg‘ayib ketishi, soch to‘kilishi.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Peshob orqali chiqariladi; metabolitlari kam o‘rganilgan.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Ajratish: sulfat kislota bilan nordonlashtirilgan suv va suv bug‘i bilan haydash; asosan ishqoriy muhitda organik erituvchi bilan ekstraksiya.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111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Anabazin: cho‘kma va kristall reaksiyalar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Piridin va piperidin alkaloidlari: nikotin, anabazin, paxikarpin, koniin; tamaki chekish 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Dragendorf reaktivi bilan mayda qizil-qo‘ng‘ir cho‘qqisimon kristallar; koniin va nikotin boshqa shakldagi kristallar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Pikrin kislota bilan sariq cho‘kma beradi, nikotin esa bermaydi.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Bushard reaktivi bilan qizil-qo‘ng‘ir cho‘kma; kobalt rodanid kompleksi bilan pushti kristallar to‘plami; Reyneke tuzi bilan ninasimon kristallar.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2658"/>
                <a:gridCol w="3525316"/>
              </a:tblGrid>
              <a:tr h="512064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Reaktiv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Natija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Dragendorf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Qizil-qo‘ng‘ir cho‘qqisimon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Pikrin kislota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Sariq cho‘kma (nikotin bermaydi)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Bushard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Qizil-qo‘ng‘ir cho‘kma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Kobalt rodanid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Pushti kristallar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Reyneke tuzi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Ninasimon kristallar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Anabazin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111, 111-112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Anabazin: rangli reaksiyalar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Piridin va piperidin alkaloidlari: nikotin, anabazin, paxikarpin, koniin; tamaki chekish 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Perhidrol va konsentrlangan H2SO4 bilan qizil rang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Vanilin kristali va 1-2 tomchi konsentrlangan H2SO4 bilan qizil yoki olchadek qizil rang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KCN, xloramin B va barbitur kislota bilan sariq qo‘ng‘ir rang hosil qiladi.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50754"/>
                <a:gridCol w="2237220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Reaktiv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Rang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Perhidrol + konts. H2SO4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Qizil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Vanilin + konts. H2SO4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Qizil / olchadek qizil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KCN, xloramin B, barbitur k-ta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Sariq qo‘ng‘ir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Anabazin: ranglar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111-112, 112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Nikotin va anabazinni farqlash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Piridin va piperidin alkaloidlari: nikotin, anabazin, paxikarpin, koniin; tamaki chekish 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Dragendorf reaktivi bilan nikotin «X» va «K» shaklli, anabazin cho‘qqisimon kristallar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Pikrin kislota anabazin bilan sariq cho‘kma beradi, nikotin bermaydi.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Formaldegid va kons. HNO3 bilan nikotin qizil birikma beradi, anabazin bermaydi.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Nikotin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Dragendorf: «X» va «K» shakl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Pikrin kislota: cho‘kma bermaydi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Formaldegid + HNO3: qizil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Reyneke: prizmatik kristallar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Anabazin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Dragendorf: cho‘qqisimon kristallar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Pikrin kislota: sariq cho‘kma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Formaldegid + HNO3: bermaydi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Reyneke: ninasimon kristallar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Farqlovchi reaksiyalar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110-111, 111, 110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Anabazinning miqdoriy tahlili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Piridin va piperidin alkaloidlari: nikotin, anabazin, paxikarpin, koniin; tamaki chekish 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Miqdori SF usulida aniqlanadi.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FEK usuli anabazinning KCN va xloramin bilan glyutakon aldegidi hosil qilishiga asoslangan.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Glyutakon aldegidi barbitur kislota bilan sariq qo‘ng‘ir rang hosil qiladi; shu rang FEK da o‘lchanadi.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Anabazin + KCN + xloramin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Glyutakon aldegidi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+ barbitur kislota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Sariq-qo‘ng‘ir rang (FEK)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FEK usuli sxemasi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112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Paxikarpin: manba va ishlatilishi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Piridin va piperidin alkaloidlari: nikotin, anabazin, paxikarpin, koniin; tamaki chekish 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Paxikarpin safora o‘simligining ustki qismlarida va termopsis bargida saqlanadi.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Asos holida tiniq, rangsiz moysimon suyuqlik; havoda turganda o‘zgaradi.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Tibbiyotda yodid tuzi holida ishlatiladi (suv va spirtda yaxshi eriydi): periferik tomirlar spazmi, gipertoniya, ginekologiyada bachadon qisqarishini oshirish.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Paxikarpin yodid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Periferik tomirlar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Spazmida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Gipertoniya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Ginekologiya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Bachadon qisqarishini oshirish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Tibbiyotda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112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Paxikarpin: zaharlanish va ajratish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Piridin va piperidin alkaloidlari: nikotin, anabazin, paxikarpin, koniin; tamaki chekish 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Paxikarpin organizmda yig‘ilmaydi va bir sutka ichida organizmdan chiqib ketadi.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Terapevtik dozadan ko‘p qabul qilinsa (abort uchun): ko‘ngil aynish, qusish, bosh aylanishi, nafas qiyinlashishi; qorachiq kengayadi, sianoz, tirishish.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Nordonlashtirilgan spirt va suv usulidan tashqari elektrodializ orqali ham ajratiladi; asosiy qismi ishqoriy sharoitda ekstraksiyalanadi.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Terapevtik dozadan ko‘p qabul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Ko‘ngil aynish, qusish, bosh aylanishi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Nafas qiyinlashadi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Qorachiq kengayadi, sianoz, tirishish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Havo yetishmasligidan o‘lim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Zaharlanish rivoji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112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Paxikarpin: yod-anioniga reaksiya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Piridin va piperidin alkaloidlari: nikotin, anabazin, paxikarpin, koniin; tamaki chekish 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Xloroform bilan ajratilgach, ammiakli suv eritma 10% H2SO4 bilan nordonlashtiriladi (lakmus bo‘yicha).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2-3 tomchi 1% NaNO2 va 3 ml xloroform bilan chayqatilsa, xloroform qatlami binafsha bo‘ladi.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Paxikarpin yodid (HI)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NH4OH: NH4I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H2SO4 + NaNO2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I2 xloroformda: binafsha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Yod-anion reaksiyasi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112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Paxikarpin: kristall va boshqa reaksiyalar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Piridin va piperidin alkaloidlari: nikotin, anabazin, paxikarpin, koniin; tamaki chekish 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Bushard reaktivi bilan sariq rangli dub bargi shaklidagi kristallar; kobalt rodanid kompleksi bilan havo rangli prizmatik kristallar.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Pikrin kislota bilan sariq-yashil kristall cho‘kma; mis yodid kompleksi bilan sariq kristallar to‘plami.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Brom oksidlanishi: eritma shimdirilgan filtr qog‘ozi brom bug‘iga tutilsa sariq rang, ammiak bilan qizdirilganda qizil rangga o‘tadi.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Miqdor tahlili: bromfenol ko‘ki kompleksi xloroform bilan ekstraksiyalanib, ekstraksion fotometrik usulda aniqlanadi.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113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Koniin: manba va xossalari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Piridin va piperidin alkaloidlari: nikotin, anabazin, paxikarpin, koniin; tamaki chekish 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Koniin (propilpiperidin) dog‘li sikutadan (boligolov) Gofman tomonidan ajratilgan; Ladenburg 1886 yilda sintezini ishlab chiqqan.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Dog‘li sikuta tanasida 2% atrofida alkaloid bo‘lib, uning yarmi koniinga to‘g‘ri keladi.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Rangsiz moysimon suyuqlik, sichqon peshobi hidini eslatadi; havoda tez oksidlanib qo‘ng‘ir rangga o‘tadi.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Suvda, ayniqsa sovuq suvda (1:100), yaxshi eriydi; isitilganda loyqalanadi; suvli eritmasi kuchli ishqoriy; suv bug‘i bilan yaxshi haydaladi.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113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Koniin bilan zaharlanish manbalari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Piridin va piperidin alkaloidlari: nikotin, anabazin, paxikarpin, koniin; tamaki chekish 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Zaharlanish ko‘pincha dog‘li sikutani ukrop, petrushka yoki uning ildizini xren o‘rnida ishlatishdan kelib chiqadi.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Bu xil zaharlanish hayvonlar va bolalar o‘rtasida ko‘proq uchraydi; chorvani shu o‘simlik o‘sadigan yerda boqish xavfli.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Sikuta urug‘lari anis urug‘lariga aralashib ketsa ham zaharlanish yuz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Qadimgi Yunonistonda sikuta ekstrakti opiy bilan aralashtirilib hukm qilinganlarga berilgan; Sokrat shu tariqa qatl etilgan.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113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Koniin: ta’sir va klinika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Piridin va piperidin alkaloidlari: nikotin, anabazin, paxikarpin, koniin; tamaki chekish 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Koniin va hamroh alkaloidlar vegetativ nervlarni va markaziy nerv tizimini falajlaydi; konitseyin koniinga qaraganda 18 barobar kuchli zahar.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Suvda yaxshi erigani uchun tez so‘riladi; alomatlar bir necha daqiqadan keyin: falajlanish, ko‘ngil aynishi, qusish, ich ketishi, qattiq terlash.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Aql-hush joyida, ko‘rish susayadi; avval nafas kuchayadi, so‘ng nafas nervi falajlanib to‘xtaydi, yurak bir muddat uradi; o‘lim odatda 1-2 soatdan keyin.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Suvda yaxshi eriydi, tez so‘riladi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Falajlanish, qusish, ich ketishi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Avval nafas kuchayadi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Nafas nervi falajlanadi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1-2 soatdan keyin o‘lim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Koniin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113, 113-114, 114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Koniin: ekspertiza xususiyatlari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Piridin va piperidin alkaloidlari: nikotin, anabazin, paxikarpin, koniin; tamaki chekish 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Patomorfologik tekshirish koniinga xarakterli alomat bermaydi; ashyoviy dalillar toksikologik kimyo, o‘simlik qismlari farmakognostik tahlil bilan tekshiriladi.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Alkaloidlar nafas va peshob yo‘llari orqali chiqadi, shuning uchun oshqozon, ichak bo‘laklaridan tashqari peshob qopchasi va qon ham yuboriladi.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A.V. Axutina usullari: koniin bioob’ektda uzoq o‘zgarmaydi, 4 oydan keyin ham aniqlangan; odamni halok qiladigan eng kam miqdori 0,5-1,0 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114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Koniinni ajratish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Piridin va piperidin alkaloidlari: nikotin, anabazin, paxikarpin, koniin; tamaki chekish 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Nordonlashtirilgan spirt yoki ob’ekt + soda + suv bilan, suv bug‘i yordamida haydaladi.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Ajralmadan koniin ishqoriy muhitda efir bilan ekstraksiyalanadi.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Efir uchirilgach, qoldiqning hidi va agregat holati aniqlanadi; qoldiq odatda moysimon sarg‘ish suyuqlik.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Ob’ekt + soda + suv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Suv bug‘i bilan haydash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Ishqoriy muhit: efir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Efirni uchirish, qoldiq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Koniinni ajratish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114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Koniin: kristall va rangli reaksiyalar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Piridin va piperidin alkaloidlari: nikotin, anabazin, paxikarpin, koniin; tamaki chekish 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Dragendorf reaktivi bilan qizil romba shaklidagi mikrokristallar (3,5 mkg).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HCl bug‘lari bilan koniin xlorid: buralgan ninasimon mikrokristallar (0,33 mkg).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CuSO4 (ammiakli), CS2 va benzol: benzol qatlami qo‘ng‘ir-sariq (1 mkg).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7763"/>
                <a:gridCol w="2350211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Reaksiya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Sezgirlik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Dragendorf (romba)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3,5 mkg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HCl sublimat (igna)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0,33 mkg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Ditiokarbamat (rang)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 mkg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Koniin: sezgirlik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114, 115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Koniin: YuQX va spektrlar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Piridin va piperidin alkaloidlari: nikotin, anabazin, paxikarpin, koniin; tamaki chekish 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YuQX: qo‘zg‘aluvchi faza metanol - konsentrlangan ammoniy gidroksid (100:1,5); kislotali yodplatinat; Rf=0,26.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UB: 0,2 n sulfat kislotadagi eritmasi 266 nm, 0,1 n ishqordagi eritmasi 262 va 268 nm da maksimal nur yutadi.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IQ-spektr: 1033, 1007, 1575, 1300, 1139, 1078 sm-1; miqdori UB asosida spektrofotometrik aniqlanadi.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115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Arekolin: manba va xossalari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Piridin va piperidin alkaloidlari: nikotin, anabazin, paxikarpin, koniin; tamaki chekish 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Arekolin - N-metiltetragidronikotin kislotaning metil spirti bilan hosil qilgan efiri; areko palmasi mevasida 0,1-0,5 foizgacha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Alkaloid 1866 yilda aniqlangan, sintez usuli 1907 yilda topilgan.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Rangsiz quyuq moysimon suyuqlik, qaynash harorati 209°C; suv bug‘i bilan yaxshi haydaladi.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Tibbiyot va veterinariyada arekolinning bromid kislota bilan tuzi ishlatiladi: havoda barqarorroq.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115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Arekolin: toksikologik ahamiyati va metabolizmi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Piridin va piperidin alkaloidlari: nikotin, anabazin, paxikarpin, koniin; tamaki chekish 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Kuchli zaharli modda: 0,5-1,5 mg dan ortiq qabul qilish zaharlanish alomatlarini keltirib chiqaradi.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Ko‘z qorachig‘i keskin torayadi, oshqozon osti bezi faoliyati zo‘rayadi, ichaklar kuchli qisqaradi; qon bosimi pasayadi, so‘lak oqadi.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Kislota va ishqor ta’sirida gidrolizlanib, metil spirt va arekaidin (N-metiltetragidronikotin kislota) hosil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Murda organlarida uzoq saqlanadi: 2 mg arekolin 100 g bioob’ektda 2-2,5 oydan keyin ham aniqlangan.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Zaharlanish dozasi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0,5-1,5</a:t>
            </a:r>
            <a:r>
              <a:rPr sz="1100" b="0">
                <a:solidFill>
                  <a:srgbClr val="6B7280"/>
                </a:solidFill>
                <a:latin typeface="Calibri"/>
              </a:rPr>
              <a:t>  mg dan ortiq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2 mg / 100 g ob’ekt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2-2,5</a:t>
            </a:r>
            <a:r>
              <a:rPr sz="1100" b="0">
                <a:solidFill>
                  <a:srgbClr val="6B7280"/>
                </a:solidFill>
                <a:latin typeface="Calibri"/>
              </a:rPr>
              <a:t>  oy saqlanadi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Arekolin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115, 115-116, 116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Arekolinni ajratish va aniqlash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Piridin va piperidin alkaloidlari: nikotin, anabazin, paxikarpin, koniin; tamaki chekish 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Ishqoriy muhit uchun natriy bikarbonat tavsiya etilgan; nordon spirt yoki suv bilan, suv bug‘i bilan haydab, ishqoriy muhitda ekstraksiyalanadi.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Dragendorf: 0,1n HCl bilan 30 daqiqa saqlansa qizil «x» shaklidagi mikrokristallar; aniqlash chegarasi 0,2 mkg.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Pikrin kislota bilan to‘q yashil sferolitlar, keyin prizmatik kristallar; aniqlash chegarasi 0,2 mkg.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YuQX: metanol - konts. ammoniy gidroksid (100:1,5), kaliy permanganat; Rf=0,53, qizg‘ish fonda oq dog‘.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116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Taqqoslash: Dragendorf kristallari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Piridin va piperidin alkaloidlari: nikotin, anabazin, paxikarpin, koniin; tamaki chekish 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39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Nikotin: «X» va «K» shaklli kristallar (1 mkg); anabazin: cho‘qqisimon.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Koniin: qizil romba shaklli mikrokristallar, 3,5 mkg.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Arekolin: qizil «x» shaklli mikrokristallar, 0,2 mkg.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3987"/>
                <a:gridCol w="2643987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Kristall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Nikotin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X va K shakl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Anabazin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Cho‘qqisimon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Koniin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Romba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Arekolin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x shakl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Dragendorf bilan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110-111, 114, 116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Umumiy tahlil sxemasi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Piridin va piperidin alkaloidlari: nikotin, anabazin, paxikarpin, koniin; tamaki chekish 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40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Ajratish: nordonlashtirilgan spirt/suv yoki suv bug‘i bilan haydash; ishqoriy ekstraksiya.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Tasdiqlash: cho‘ktiruvchi reaktivlar, mikrokristall va rangli reaksiyalar, YuQX.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UB- va IQ-spektr; miqdori SF, FEK yoki ekstraksion fotometriya bilan.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Ajratish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Mikrokristall va rangli reaksiya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YuQX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UB / IQ spektr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Miqdori: SF, FEK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Tahlil bosqichlari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110-114, 110-116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Piridin va piperidin alkaloidlari: nikotin, anabazin, paxikarpin, koniin; tamaki chekish 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41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Nikotin, anabazin, paxikarpin, koniin va arekolin suyuq, uchuvchan alkaloidlar bo‘lib, suv bug‘i bilan haydab ajratish ularning umumiy usuli.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Patologoanatomik manzara nikotin, koniin va arekolin uchun xarakterli belgi bermaydi; kimyo-toksikologik tahlil hal qiluvchi.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Aniqlash: cho‘ktiruvchi reaktivlar, mikrokristall va rangli reaksiyalar, YuQX, UB/IQ-spektr; miqdori SF va FEK usullarida.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109-116, 110-116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Piridin va piperidin alkaloidlari: nikotin, anabazin, paxikarpin, koniin; tamaki chekish 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Tarixiy: koniin ta’siri qadimdan ma’lum — Qadimgi Yunonistonda sikuta ekstrakti opiy bilan aralashtirilib hukm qilinganlarga berilgan; faylasuf Sokrat shu tariqa qatl etilgan.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Nikodust (insektitsid) 5 g nikotin sulfat va 95 g ohak aralashmasidan iborat.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Nosvoy (O‘rta Osiyoda keng tarqalgan) tarkibida tamaki bilan birga ta’sirini oshiradigan so‘ndirilgan ohak, saqich va moy moddalari bor.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Chekilganda tutun orqali 90-98% gacha nikotin organizmga tushadi va chekuvchi ayol sutiga o‘tadi.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Konitseyin koniinga qaraganda 18 barobar kuchli zahar hisoblanadi.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Piridin va piperidin alkaloidlari: nikotin, anabazin, paxikarpin, koniin; tamaki chekish 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Umarova G.Q. Toksikologik kimyo modulidan o‘quv-uslubiy majmua (Farmatsiya). Toshkent farmatsevtika instituti, 2025. b. 108-116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Malaka materiali №038 (TFI Toksikologik kimyo kafedrasi). Ma’ruza: Piridin, piperidin alkaloidlari. Nikotin, tamaki chekish toksikomaniyasi, anabazin, paxikarpin (2012). qo‘shimcha ma’lumot (kitobda bo‘lmagan joylar uchun)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