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pestitsidlar sud-kimyoda alohida guruh sifatida o‘rganiladi? Doskada: mashg‘ulot rejasi. Tipik xato: faqat xlorofos va karbofosni o‘rganib, geksaxloranni tushirib qoldirish. Kitobda mashg‘ulot rejasida «fozalon, geksaxloran» deyilgan, nomida esa «xlorofos, karbofos, geksaxloran»: shu sababli bu deckda karbofos, xlorofos, fozalon va geksaxloran ko‘riladi.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3 daqiqa. Muhokama: sifat reaksiyasini toza eritmada va noma’lum eritmada o‘tkazishning farqi nimada? Doskada: ikki ustun — toza / noma’lum. Tipik xato: faqat toza eritmada ishlab, noma’lum ob’ektga o‘tmaslik. Kitob karbofos va xlorofosni kutilayotgan natijalarda alohida nomlamagan, lekin usullarni 265-267 betlarda bergan.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qo‘lqop va niqobsiz biologik ob’ekt bilan ishlash qanday xavf tug‘diradi? Doskada: shaxsiy himoya vositalari ro‘yxati. Tipik xato: biologik ob’ektni «toza» deb hisoblash. Kitob bu mashg‘ulotdagi alohida reaktivlarning xavfi (kislota, organik erituvchi) haqida ko‘rsatma bermaydi; ularni o‘qituvchi laboratoriya qoidalari bo‘yicha qo‘shimcha eslatadi. Bu mashg‘ulotda benzol, xloroform, etil efiri, simob (II) xlorid, brom va boshqa zaharli reaktivlar ishlatiladi; kitob ularning xavfsizligi haqida ko‘rsatma bermaydi — o‘qituvchi laboratoriya qoidalari bo‘yicha alohida eslatadi. Manba malaka 117 (sanasi va raqami ko‘rsatilmagan qoidalar loyihasi) — lex.uz da amaldagi tahririni tekshiring.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4 daqiqa. Muhokama: nima uchun «uzoq saqlanishi» xavfni oshiradi? Doskada: ta’rif. Tipik xato: pestitsidni faqat hasharotlarga qarshi modda deb tushunish — ta’rifda zararkunanda, kasallik va begona o‘tlar sanalgan.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bugungi mashg‘ulotda qaysi guruhlar ko‘riladi? (FOB va galogen uglevodorodlar; piretroidlar — keyingi mashg‘ulot, 74-dars.) Doskada: to‘rt guruh jadvali. Tipik xato: karbofosni xlororganik guruhga kiritish. Kitobda yana aminlar hosilalari (dikvat, parakvat), ketonlar va nitrofenol hosilalari, o‘simlik birikmalari (anabazin, nikotin) ham sanalgan.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nima uchun barcha FOB bir xil intoksikatsiya beradi? Doskada: 5 bosqichli zanjir. Tipik xato: FOB ni nerv zahari emas, deb o‘ylash. Kitobdagi reaksiya sxemalari (150-151) matn ko‘rinishida noaniq, shu sababli ko‘chirilmadi.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nima uchun sud-kimyoviy tahlil bu zaharlanishda hal qiluvchi? (Patologoanatomik belgilar aniq emas — kitob.) Doskada: belgilar ro‘yxati. Tipik xato: qorachiqni kengaygan deb yozish — kitob «torayishi» deydi.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FOB va xlororganik birikmalar saqlanish barqarorligi bilan qanday farq qiladi? (xlororganiklar barqaror.) Doskada: ikki ustun FOB / xlororganik. Tipik xato: xlororganik zaharlanishda aniq patologoanatomik belgi kutish — kitob faqat shilliq pardalarda yallig‘lanishni aytadi.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karbofos tahlili uchun spirtli eritma. Muhokama: nega kislotali muhit (pH-1) kerak? (Kitob sababini aytmaydi.) Doskada: oqim sxemasi. Tipik xato: benzolli ajratmani 40-50 °C dan yuqori haroratda bug‘latish. Kitobda karbofosning boshqa nomlari: malation, fosfotion, fostion.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jadvaldagi ranglar. Muhokama: nima uchun mis sulfat natijasida «bo‘lishi mumkin» deyilgan? (Kitob so‘zi: ko‘k-sariq rang bo‘lsa karbofos «bo‘lishi mumkin» — xususiy emas.) Doskada: reaktiv -&gt; rang. Tipik xato: pH=4-5 ni universal indikatorsiz o‘rnatish.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mikroskopda kristallar. Muhokama: yod-monoxlorid kristallarini nega darhol tekshirish kerak? (Kristallar vaqt o‘tishi bilan shaklini yo‘qotadi — 266-bet.) Doskada: jadval. Tipik xato: vismut yodid preparatini nam kamerasiz qoldirish.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karbofos va uning ayrim metabolitlari ko‘k-zangori dog‘ beradi, Rf=0,60-0,65. Muhokama: guvoh modda nima uchun kerak? Doskada: sxema. Tipik xato: sirka kislotani bromfenol ko‘kidan oldin purkash — kitobda avval bromfenol ko‘ki, 10 daqiqadan so‘ng sirka kislota.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xlorofos tahlili uchun xloroformli ajralma. Muhokama: nima uchun efirli ajralma sulfat kislota bilan aralashtiriladi? (Kitob sababini aytmaydi; tozalash maqsadida bo‘lishi mumkin.) Tipik xato: efirni isitib uchirish — kitob «uy haroratida» deydi.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12 daqiqa. Kutilayotgan natija: sariq (o-tolidin), och qizil (ishqor+aseton), zangori (fenilgidrazin). Muhokama: qaysi reaksiya eng uzoq davom etadi? (Fenilgidrazin: 10 daqiqa kutish + 1 soat isitish.) Doskada: uch reaksiya, rang va vaqt. Tipik xato: o-tolidin eritmasini suvda tayyorlash — kitob uni asetonda deydi.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qizil dog‘ Rf=0,05-0,25. Muhokama: Rf oralig‘i nima uchun keng? (Kitob izoh bermaydi.) Doskada: sxema. Tipik xato: rezortsin eritmasini suvda tayyorlash — kitob uni 10% natriy ishqorida deydi.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talabalar zaharli moddaga to‘liq tekshiruv rejasini tuzadi: FOB ga shubha (xolinesteraza testi) -&gt; karbofos/xlorofos ajratmalari -&gt; reaksiyalar -&gt; YuQX. Muhokama: qizil kompleks hosil bo‘lishi nimani anglatadi? (Atsetilxolin gidrolizlanmagan — ferment bo‘g‘ilgan; kitob tushuntirishni to‘liq bermaydi, o‘qituvchi izohlaydi.) Tipik xato: faqat dastlabki testga tayanib zaharni nomlash.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ishqoriy muhitdagi gidroliz tahlilga qanday ta’sir qiladi? (Ishqoriy muhitda ajratish noto‘g‘ri bo‘ladi — xulosa o‘qituvchi tomonidan, kitob buni to‘g‘ridan-to‘g‘ri aytmaydi.) Doskada: fizik-kimyoviy xossalar. Tipik xato: fozalonni uchuvchan deb yozish. Kitob: o‘rgimchak kana, kolorada qo‘ng‘izi, meva daraxtlari qurtlariga qarshi qo‘llanishi ham aytilgan.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jadvaldagi kristallar. Muhokama: eng sezgir reaksiya qaysi? (Kumush nitrat — 0,5 mkg.) Doskada: jadval. Tipik xato: aniqlanish chegarasini mg bilan almashtirish — kitobda mkg.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suv bug‘i bilan haydalishi ajratishga qanday ta’sir qiladi? (Rubtsov usuli — keyingi slayd.) Doskada: xossalar. Kitobdagi matnda izomer harflari (yunon belgilari) o‘qilmaydi, shu sababli qaysi izomer «Lindan» ekani va uning LD50 si slaydga kiritilmadi. Tipik xato: geksaxloranni individual modda deb yozish — u izomerlar aralashmasi.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Muhokama: kumulyatsiya tahlil ob’ektini tanlashga qanday ta’sir qiladi? (Kitob xlororganiklar yog‘ to‘qimalarida to‘planishini aytgan, 151-bet.) Doskada: belgilar ro‘yxati. Tipik xato: geksaxloran zaharlanishini FOB bilan adashtirish — mexanizmi boshqacha.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tahlil uchun geksaxloranli qoldiq. Muhokama: kolonkaga aktivlangan ko‘mir nima uchun qo‘yiladi? (Yot moddalardan tozalash — kitob.) Doskada: ikki usul. Tipik xato: sovutgichni efir bilan yuvmay, geksaxloranning bir qismini yo‘qotish.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ikki oq AgCl cho‘kmasi, 2-reaksiyada ikki baravar ko‘p. Muhokama: nega ikkinchi usul barcha xlorni beradi? (Kitob: alkogolyat bilan to‘liq ajraladi.) Doskada: 3 NaCl va 6 HCl nisbatlari. Tipik xato: cho‘kma miqdorlarini solishtirmay xulosa qilish. Kitobdagi tenglamalar matn sifatida noaniq, shuning uchun ko‘chirilmadi.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10 daqiqa. Kutilayotgan natija: qoramtir kul rangli dog‘. Muhokama: sorbent o‘zgarsa Rf qanday o‘zgaradi? Doskada: Rf jadvali. Tipik xato: Rf ni sorbentni ko‘rsatmay yozish. Kitob: geksaxloran izomerlari va metabolitlari GSX, GX-MS, YuSSX bilan ham aniqlanadi; miqdori Folgard usulida (hozir GSX, YuSSX, GX-MS).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15 daqiqa. Kutilayotgan natija: FOB ga shubha (toks 151: patologoanatomik belgi — qon quyilish; oshqozon-ichakda merkaptan hidi) -&gt; karbofos/xlorofos tahlili ketma-ketligi. Kitob jadvalini bo‘sh qoldirgan, javobi berilmagan. Muhokama: hid dalili qanchalik ishonchli? Tipik xato: hid asosida zaharni «aniqlandi» deb yozish — tasdiq faqat ajratish va reaksiyalardan keyin.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bir reaksiya (masalan, rang) bilan zaharni nomlash mumkinmi? Doskada: usul -&gt; natija jadvali. Tipik xato: Rf oralig‘ini guvoh modda bilan solishtirmasdan xulosa yozish. Kitobda bu mashg‘ulotda miqdoriy usullar (karbofos, xlorofos) berilmagan; geksaxloran uchun Folgard usuli nomi keltirilgan.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6 daqiqa. Muhokama: har bir guruhdan bittadan savolga javob. Doskada: savollar raqamlari. Tipik xato: javobda sharoitlarni (pH, erituvchi, Rf) keltirmaslik. Kitobda jami 15 ta nazorat savoli bor, mazmuniga ko‘ra 4 guruhga jamlandi.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Vaqt: 5 daqiqa. Hisobot: ish daftariga ajratish sharoiti, reaksiya rangi/kristall shakli, Rf va xulosa yoziladi. Muhokama: qaysi modda uchun eng ko‘p tasdiqlovchi usul bor? Doskada: 3 xulosa. Tipik xato: xulosada tasdiqlanmagan modda nomini yozish.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640080" y="4069080"/>
            <a:ext cx="2743200" cy="73152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911535" cy="2194560"/>
          </a:xfrm>
          <a:prstGeom prst="rect">
            <a:avLst/>
          </a:prstGeom>
          <a:noFill/>
        </p:spPr>
        <p:txBody>
          <a:bodyPr wrap="square" anchor="b">
            <a:spAutoFit/>
          </a:bodyPr>
          <a:lstStyle/>
          <a:p>
            <a:r>
              <a:rPr sz="4000" b="1">
                <a:solidFill>
                  <a:srgbClr val="FFFFFF"/>
                </a:solidFill>
                <a:latin typeface="Georgia"/>
              </a:rPr>
              <a:t>FOB va xlororganik pestitsidlar: xlorofos, karbofos, geksaxloran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000" b="0">
                <a:solidFill>
                  <a:srgbClr val="C9A227"/>
                </a:solidFill>
                <a:latin typeface="Calibri"/>
              </a:rPr>
              <a:t>Sud tibbiyoti · ma’ruza taqdimoti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Mashg‘ulot maqsadi va rejasi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Maqsad: talabalarni qishloq xo‘jalik pestitsidlari, fosfororganik va xlororganik zaharli ximikatlarning toksikologik ahamiyati hamda tahlil usullari bilan tanishtirish.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Reja: 1) pestitsidlar, FOB va xlororganik ximikatlarning toksikologik ahamiyati; 2) fozalon, geksaxloran moddalarini ajratish va aniqlash; 3) vaziyatli masala yechish.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Mashg‘ulot mavzusi: xlorofos, karbofos, geksaxloran moddalarini ob’ektlardan ajratib olish va tahlil usullari.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265, 264; Yuldashev Z.A., Nurmatova M.I., Toksikologik kimyo modulidan o‘quv-uslubiy majmua, betlar: 271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Kutilayotgan natijalar va jihozlar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Talabalar fozalon, geksaxloran moddalarini toza eritmalarda hamda noma’lum tarkibdagi eritmada sifat reaksiyalarini o‘tkazish sharoitini o‘zlashtiradilar.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Zarur vositalar: probirkalar, ajratgich voronkalar, reaktivlar, ko‘rgazmali materiallar.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Laboratoriya jihozlari: maxsus laboratoriya vositalari bilan jihozlangan xona.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265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Xavfsizlik va tayyorgarlik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4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Talaba laboratoriya ishi uchun o‘zi bilan rezina qo‘lqop, salfetka va yuzga tutish uchun niqob keltiradi.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Ekspertiza ventilyatsiya va so‘rish shkafi bor, ish tugagach berkitiladigan va muhrlanadigan xonalarda o‘tkaziladi.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Infeksiyali (sil, gepatit, OITS) shaxslardan ob’ektlar maxsus konteynerda keladi va hujjatlarda belgilanadi.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166; Malaka materiali №117 (O‘zR SSV, loyiha matni)., Sud-kimyo ekspertiza va tekshiruvlarini o‘tkazish qoidalari, betlar: 6-band, 7-band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Pestitsidlar nima?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5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O‘simliklarni zararli organizmlardan (zararkunandalar, kasalliklar, begona o‘tlar) himoya qilishda qo‘llaniladigan barcha kimyoviy moddalar pestitsidlar deyiladi.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Pestitsidlar inson va issiqqonli hayvonlar uchun ham zaharli; qoldiqlari bor oziq-ovqat zaharlanishga sabab bo‘lishi mumkin.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Suvda, tuproqda, o‘simlik mahsulotlarida uzoq saqlanadigan pestitsidlar odamlar va hayvonlar uchun o‘ta xavfli.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Pestitsidlarning kimyoviy tuzilishi bo‘yicha guruhlari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6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O‘quv rejasida pestitsidlar faqat kimyoviy tuzilishi bo‘yicha o‘rganiladi.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Organik pestitsidlarning ko‘pchiligi sintez qilingan moddalar bo‘lib, quyidagi guruhlarga bo‘linadi.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77455"/>
                <a:gridCol w="2610519"/>
              </a:tblGrid>
              <a:tr h="61447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Guruh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Vakillari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Fosfororganik (FOB)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Metafos, merkaptofos, karbofos, fozalon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Sintetik piretroidlar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Sipermetrin, detsis, danitol, karate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Karbamin va tiokarbon kislota hosilalari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Sevin, siram, sineb, TMTD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Galogen saqlovchi uglevodorodlar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DDT, geksaxloran, geptaxlor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Organik pestitsidlar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149, 150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FOB ning ta’sir mexanizmi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7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FOB ning zaharli ta’siri xolinesteraza fermenti faoliyatini bo‘g‘ib qo‘yishi bilan tushuntiriladi.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Atsetilxolinning gidrolizlanishi buziladi — nerv hujayralarida ortiqcha atsetilxolin yig‘iladi.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Natijada neyrotoksik ta’sir: oshqozon-ichak, qon tomir va boshqa sohalar faoliyati buziladi.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FOB organizmga so‘riladi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Xolinesteraza ingibitsiyasi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Atsetilxolin gidrolizi buziladi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Atsetilxolin yig‘iladi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Neyrotoksik ta’sir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Ta’sir mexanizmi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150, 151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FOB bilan zaharlanish belgilari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8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Bosh og‘rig‘i, ko‘ngil aynishi, qusish, qorinda og‘riq, uzluksiz ko‘p so‘lak ajralishi, terlash.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Ko‘z qorachiqlarining torayishi, qo‘l-oyoq uchlarining titrashi, qo‘rqish hissi.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Qon bosimi avval ko‘tarilib, keyin pasayadi; o‘lim nafas to‘xtashidan sodir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Patologoanatomik tekshirishda ichki a’zolarga qon quyilishi; og‘iz orqali qabul qilinganda oshqozon-ichakda o‘ziga xos qo‘lansa merkaptan hidi.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Xlororganik ximikatlarning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9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Xlororganik ximikatlar qishloq xo‘jaligida insektitsid sifatida keng qo‘llanadi (chang yoki yog‘dagi eritmalar holida).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Yog‘dagi eritmalar ayniqsa zaharli: organizmga juda tez shimiladi; buyrak, yog‘ to‘qimalari va suyak iligi yaxshi o‘zlashtiradi.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Organizmdan juda sekin chiqariladi; juda barqaror bo‘lib, ob’ektlarda uzoq vaqt o‘zgarishsiz saqlanadi.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Zaharlanish belgilari: bosh og‘rishi, quvvatsizlik, qo‘l-oyoq qaltirashi, so‘lak oqishi, yorug‘likdan seskanish; o‘lim markaziy nerv va yurak-qon tomir tizimi ishdan chiqishidan.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Karbofosni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10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50 g maydalangan ob’ekt suv bilan bo‘tqa qilinib, 10% HCl bilan pH-1 ga keltiriladi.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50 ml benzol qo‘shilib, yarim soat aralashtiriladi; benzol bilan ishlash yana 2 marta qaytariladi.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Benzolli ajratmalar 40-50 °C suv hammomida to‘liq bug‘latilib, qoldiq 3 ml etil spirtida eritiladi.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50 g ob’ekt + suv, 10% HCl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pH-1 gacha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50 ml benzol x3, yarim soat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Suvsiz Na2SO4 filtri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Bug‘latish; 3 ml etil spirti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Karbofos ajratmasi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265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Karbofos: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11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Reaksiyalar karbofosning spirtli qoldig‘ida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Mis sulfat reaksiyasida xloroform qatlami ko‘k-sariq rangga bo‘yalsa, karbofos bo‘lishi mumkin.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37763"/>
                <a:gridCol w="2350211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Natija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Diazotirlangan sulfanil kislota + 5% NaOH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 qizil rang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Marki reaktivi (5-10 tomchi)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Novvot rang, so‘ng to‘q qo‘ng‘ir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Spirtli NaOH, pH=4-5, CuSO4, xloroform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Xloroform qatlami ko‘k-sariq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Karbofos reaksiyalari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Karbofos: mikrokristalloskopiya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12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Reaksiyalar chuqurchali buyum oynasida, karbofosning spirtli eritmasi tomchisida o‘tkaziladi.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Vismut yodid reaksiyasida buyum oyna nam kamerada 30-60 daqiqa saqlanadi.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08834"/>
                <a:gridCol w="2979140"/>
              </a:tblGrid>
              <a:tr h="768096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Kristall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Simob (II) xlorid, 5% spirtli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Yulduzsimon mikrokristallar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Vismut yodid, to‘yingan spirtli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To‘q qizil ignasimon kristallar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68096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Yod-monoxlorid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Qo‘ng‘ir; vaqt o‘tishi bilan shakli yo‘qoladi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Mikrokristallar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265, 266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Karbofos: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13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Start chizig‘iga qoldiqning spirtli eritmasi, yoniga guvoh modda eritmasi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Kamerada geksan-etil efiri (10:2); sistema 10 sm ko‘tarilgach plastinka ochiq havoda quritiladi.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Bromfenol ko‘ki, 10 daqiqadan so‘ng 5% sirka kislota purkaladi: ko‘k-zangori dog‘, Rf=0,60-0,65.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 + guvoh modda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Geksan-etil efiri (10:2)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sm, havoda quritish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Bromfenol ko‘ki; sirka kislota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Ko‘k-zangori dog‘ Rf=0,60-0,65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Karbofos YuQX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Xlorofosni ajratib olish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14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50 g ob’ekt 25% HCl bilan pH=2-3 ga keltirilib, 25 ml efir bilan 30 daqiqa chayqatiladi; yana 25 ml efir.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Efirli ajralma 5 g Na2SO4 filtridan o‘tkazilib, 20 ml H2SO4 (pH=2-3) bilan aralashtiriladi.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Qolgan sulfat kislotali eritma 2-3 marta 2-3 ml dan xloroform bilan ekstraksiya qilinadi (5 daqiqa).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Ob’ekt + 25% HCl, pH=2-3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25 ml efir x2, 30 daqiqa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 + 20 ml H2SO4 (pH=2-3)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 uchiriladi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 bilan ekstraksiya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Xlorofos ajratmasi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266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Xlorofos: rangli reaksiyalar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15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o-Tolidin reaksiyasi: 5 ml xloroformli eritma bug‘latilib, qoldiq 1 ml etil spirtida eritiladi; 1 ml 0,5% o-tolidin (asetonda), 0,5 ml 0,5% NaOH va 0,5 ml vodorod peroksid qo‘shiladi — sariq rang.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Ishqor va aseton: qoldiq 1 ml spirtda eritilib, 1 ml aseton va 0,5 M NaOH spirtli eritmasi qo‘shiladi; 10-15 daqiqadan so‘ng tez o‘zgaruvchan och qizil rang.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Fenilgidrazin: 0,1% fenilgidrazinning 4 M HCl dagi eritmasi qo‘shilib, 1 soat 40 °C isitiladi; sovutilgach 0,6 ml 4 M NaOH va 10 ml spirt — zangori yoki to‘q zangori rang.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266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Xlorofos: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16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Plastinkaga tekshiriluvchi va toza xlorofos eritmalari 3 sm oraliqda tomiziladi.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Sistema: xloroform, efir, vazelin yog‘i (17:2:1); faza 10 sm ko‘tarilgach plastinka uy haroratida quritiladi.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10% NaOH dagi 1% rezortsin purkalib 10-15 daqiqa turilsa, Rf=0,05-0,25 da qizil dog‘ hosil bo‘ladi.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Namuna va toza xlorofos, 3 sm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Xloroform-efir-vazelin 17:2:1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10 sm, uy haroratida quritish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Rezortsin (10% NaOH da)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Qizil dog‘, Rf=0,05-0,25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Xlorofos YuQX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266, 266-267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Vaziyatli masala (xolinesteraza testi)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17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bo‘limiga murda ichki a’zolari (jigar, buyrak, oshqozon, ichak, o‘pka) va ikkita 0,5 litrli idish taqdim etildi.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idishda sarg‘ish yog‘simon o‘tkir yoqimsiz hidli suyuqlik, ikkinchisida suyuq asal hidini eslatuvchi suyuqlik.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tahlil: xolinesteraza fermentiga boy qon zardobiga gidroksilamin va temir (III) xlorid qo‘shilganda gidrolizlanmagan atsetilxolin bor bo‘lsa, qizil rangli temir kompleksi hosil bo‘ladi.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Fozalon: tavsif va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18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Fozalon — chesnok hidli kristall modda, spirt va organik erituvchilarda eriydi; suyuqlanish harorati 47-48 °C.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35% emulsion konsentrat va 80% kukun shaklida qo‘llanadi; kalamushlar uchun LD50 108 mg/kg; havodagi ruxsat etilgan miqdor 0,5 mg/m3.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Uchuvchan emas; kislotali muhitda chidamli, ishqoriy muhitda tez gidrolizlanadi. Terini qichishtiradi va teri orqali qonga o‘tadi.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156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Fozalon: mikrokristalloskopiya va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19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YuQX: xloroform (suv bilan to‘yingan), bromfenol ko‘ki: Rf=0,65-0,67, sariq fonda ko‘k dog‘.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Barcha reaksiyalarda mikrokristallar hosil bo‘ladi; aniqlanish chegaralari 0,5-4 mkg.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30723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7859"/>
                <a:gridCol w="2154716"/>
                <a:gridCol w="1205399"/>
              </a:tblGrid>
              <a:tr h="614476"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Reaktiv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Kristall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00" b="1">
                          <a:solidFill>
                            <a:srgbClr val="FFFFFF"/>
                          </a:solidFill>
                        </a:rPr>
                        <a:t>Chegara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AgNO3 (spirtli)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Rangsiz ninasimon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0,5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Cu(NO3)2 (spirtli)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Ko‘kimtir ninasimon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 mkg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Yod-monoxlorid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Rangsiz, so‘ng qo‘ng‘ir ninasimon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2 mkg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614476"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HgCl2 yoki HgBr2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Sferitlar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500" b="0">
                          <a:solidFill>
                            <a:srgbClr val="1F2937"/>
                          </a:solidFill>
                        </a:rPr>
                        <a:t>4 mkg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Fozalon kristallari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Geksaxloran: tavsif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20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Geksaxlortsiklogeksan (GXTSG) — benzolni xlorlash bilan olinadi, 8 xil stereoizomerlar aralashmasi; ko‘kimtir, mog‘or hidiga o‘xshash bo‘g‘uvchi hidli modda.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Suvda yomon, spirt va efirda yaxshi eriydi; qizdirilganda sublimatsiyalanadi, suv bug‘i bilan haydaladi.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Kalamushlarga LD50 400 mg/kg; kontakt va oshqozon-ichak orqali insektitsid va fumigant sifatida ta’sir etadi.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Geksaxloran: toksikologik ahamiyati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21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Issiq qonli hayvonlar va insonlarni zaharlaydi; gormonlar faoliyatini buzadi.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Zaharlanganda hayajonlanish, nafas sekinlashishi, harakat buzilishi, oyoqlarda tortishish va qaltirash kuzatiladi.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Odamda kuchli bosh og‘rig‘i, bosh aylanishi, holsizlik, chanqash; o‘lim markaziy nerv va yurak-qon tomir tizimi ishdan chiqib, nafas to‘xtashidan.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Surunkali zaharlanishda kumulyatsiyalanadi; organizmdan sekin chiqariladi.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Geksaxloranni ajratish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22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1-usul (A.F. Rubtsov): biologik materialdan suv bug‘i bilan 300 ml distillyat haydaladi.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Sovutgich efir bilan yuviladi, distillyat 3 marta efir bilan ekstraksiya qilinadi, efir bug‘latiladi.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2-usul: ob’ekt maydalanib efir bilan bo‘ktiriladi, ajratma aktivlangan ko‘mirli kolonka orqali tozalanadi.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46304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Suv bug‘i bilan haydash</a:t>
            </a:r>
          </a:p>
        </p:txBody>
      </p:sp>
      <p:sp>
        <p:nvSpPr>
          <p:cNvPr id="10" name="Down Arrow 9"/>
          <p:cNvSpPr/>
          <p:nvPr/>
        </p:nvSpPr>
        <p:spPr>
          <a:xfrm>
            <a:off x="8770467" y="2015337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63640" y="2289657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300 ml distillyat</a:t>
            </a:r>
          </a:p>
        </p:txBody>
      </p:sp>
      <p:sp>
        <p:nvSpPr>
          <p:cNvPr id="12" name="Down Arrow 11"/>
          <p:cNvSpPr/>
          <p:nvPr/>
        </p:nvSpPr>
        <p:spPr>
          <a:xfrm>
            <a:off x="8770467" y="2841955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63640" y="3116275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 bilan 3 marta ekstraksiya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8770467" y="3668572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6263640" y="3942892"/>
            <a:ext cx="5287975" cy="534009"/>
          </a:xfrm>
          <a:prstGeom prst="round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Efirni bug‘latish</a:t>
            </a:r>
          </a:p>
        </p:txBody>
      </p:sp>
      <p:sp>
        <p:nvSpPr>
          <p:cNvPr id="16" name="Down Arrow 15"/>
          <p:cNvSpPr/>
          <p:nvPr/>
        </p:nvSpPr>
        <p:spPr>
          <a:xfrm>
            <a:off x="8770467" y="4495190"/>
            <a:ext cx="274320" cy="256032"/>
          </a:xfrm>
          <a:prstGeom prst="downArrow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263640" y="4769510"/>
            <a:ext cx="5287975" cy="534009"/>
          </a:xfrm>
          <a:prstGeom prst="round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</a:rPr>
              <a:t>Qoldiqni tekshirish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Rubtsov usuli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157, 158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Geksaxloran: xlorni aniqlash reaksiyalari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23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1) Ishqorning spirtli eritmasi bilan xlor Cl- ga o‘tkaziladi; HNO3 bilan nordonlashtirib, AgNO3 bilan aniqlanadi; bunda faqat uch molekula HCl hosil bo‘ladi.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2) Spirt va metall natriy bilan geksaxloran tarkibidagi barcha xlor ajralib chiqadi.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Birinchi va ikkinchi reaksiyada hosil bo‘lgan oq cho‘kmalar miqdori taxminan 1:2 nisbatda farq qilishi kerak.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158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Geksaxloran: nitrobirikma va YuQX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24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539496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Nitrobirikma: benzol nitrolanadi, trinitrobenzol + metilat: zangori-binafsha rang; sezgirlik 0,05 mg.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YuQX: n-geksan sistemasi; kumush ammiakati purkalib, 10-15 daqiqa UB nurga tutiladi.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Dog‘ qoramtir kul rangli: silikagel plastinkada Rf=0,19, alyuminiy oksidida Rf=0,34.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63640" y="1463040"/>
          <a:ext cx="5287974" cy="2606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43987"/>
                <a:gridCol w="2643987"/>
              </a:tblGrid>
              <a:tr h="86868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Plastinka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</a:rPr>
                        <a:t>Rf</a:t>
                      </a:r>
                    </a:p>
                  </a:txBody>
                  <a:tcPr marL="73152" marR="73152" marT="36576" marB="36576">
                    <a:solidFill>
                      <a:srgbClr val="0B1F3A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Silikagel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0,19</a:t>
                      </a:r>
                    </a:p>
                  </a:txBody>
                  <a:tcPr marL="73152" marR="73152" marT="36576" marB="36576">
                    <a:solidFill>
                      <a:srgbClr val="E8EEF6"/>
                    </a:solidFill>
                  </a:tcPr>
                </a:tc>
              </a:tr>
              <a:tr h="868680"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Alyuminiy oksidi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00" b="0">
                          <a:solidFill>
                            <a:srgbClr val="1F2937"/>
                          </a:solidFill>
                        </a:rPr>
                        <a:t>0,34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263640" y="5349240"/>
            <a:ext cx="528797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Rf qiymatlari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158, 159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26-keys: merkaptan hidi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25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Sud-kimyo ekspertizasiga biologik ob’ekt sifatida murda a’zolari keltirildi.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Patologoanatomik tekshiruvda ichki a’zolarda qon quyilish alomatlari, oshqozon-ichakda qo‘lansa merkaptan hidi sezilgan.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Vazifa: yechimni bayon eting va sud-kimyo tahlilini o‘tkazing; keys jadvali: muammo turi — kelib chiqish sabablari — hal etish yo‘llari.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Natijani talqin qilish va cheklovlar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26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Karbofos: mis sulfat reaksiyasida ko‘k-sariq rang karbofos «bo‘lishi mumkin» degan xulosa beradi; YuQX Rf=0,60-0,65 guvoh modda bilan solishtiriladi.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Xlorofos YuQX: Rf=0,05-0,25 oralig‘ida qizil dog‘; fozalon YuQX: Rf=0,65-0,67.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Geksaxloran: ishqor bilan 3 molekula, natriy-spirt bilan barcha xlor ajraladi — cho‘kma nisbati taxminan 1:2.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Kimyoviy tekshirish sud-tergov organlarining ko‘rsatmasi asosida bajariladi.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265-266, 266-267, 158, 151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Nazorat savollari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27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Pestitsidlar nima, ularning toksikologik ahamiyati; qanday usul asosida sinflarga bo‘linadi?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FOB va xlororganik birikmalar farqi, zaharlanishning klinik alomatlari va ularning izohi; karbamin kislotasi hosilalariga misollar.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Zaharlarni ajratish usullari, pH, organik erituvchi tabiati va bo‘ktirish sonining ahamiyati; karbofos, xlorofos, geksaxloran, sevinni ajratishning maqsadlari.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Dastlabki taxminiy tahlil, chinlikni aniqlash reaksiyalari, miqdoriy usullar, spektrofotometriya; piretroid hosilalarini ajratish.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267, 267-268, 268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Xulosa va hisobot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28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17320"/>
            <a:ext cx="10911535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Karbofos: pH-1 da benzol bilan ajratish; ranglar, mikrokristallar; YuQX Rf=0,60-0,65.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Xlorofos: pH=2-3 da efir bilan ajratish; o-tolidin, ishqor+aseton, fenilgidrazin; YuQX Rf=0,05-0,25.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1F2937"/>
                </a:solidFill>
                <a:latin typeface="Calibri"/>
              </a:rPr>
              <a:t>▸  Fozalon: to‘rt xil mikrokristall (0,5-4 mkg), YuQX Rf=0,65-0,67; geksaxloran: ishqor/natriy-spirt, nitrobirikma, YuQX.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97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6B7280"/>
                </a:solidFill>
                <a:latin typeface="Calibri"/>
              </a:rPr>
              <a:t>Manba: Yuldashev Z.A., Umarova G.Q., Toksikologik kimyo modulidan o‘quv-uslubiy majmua, betlar: 265-266, 266-267, 157-159, 267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Qiziqarli ma’lumotlar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29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Karbofosning boshqa nomlari: malation, fosfotion, fostion.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Adabiyotlarda 1,5% karbofos eritmasini ichgan ayolning halok bo‘lgani yozilgan; FOB teri orqali ham so‘rilib halokatli oqibatga olib kelishi mumkin.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Xlororganik ximikatlarning yog‘dagi eritmalari ayniqsa zaharli: ular juda tez shimiladi va buyrak, yog‘ to‘qimalari, suyak iligida to‘planadi.</a:t>
            </a:r>
          </a:p>
          <a:p>
            <a:pPr>
              <a:spcAft>
                <a:spcPts val="1200"/>
              </a:spcAft>
            </a:pPr>
            <a:r>
              <a:rPr sz="1800">
                <a:solidFill>
                  <a:srgbClr val="1F2937"/>
                </a:solidFill>
                <a:latin typeface="Calibri"/>
              </a:rPr>
              <a:t>▸  Geksaxloran tahlilida ishqorning spirtli eritmasi molekuladan faqat uch HCl ajratadi, natriy-spirt esa barcha xlorni ajratadi — cho‘kmalar nisbati taxminan 1:2.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BF8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143000"/>
            <a:ext cx="12191695" cy="54864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9728"/>
            <a:ext cx="10911535" cy="9601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Georgia"/>
              </a:rPr>
              <a:t>Adabiyotlar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4008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>
                <a:solidFill>
                  <a:srgbClr val="6B7280"/>
                </a:solidFill>
                <a:latin typeface="Calibri"/>
              </a:rPr>
              <a:t>FOB va xlororganik pestitsidlar: xlorofos, karbofos, geksaxloran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180015" y="6400800"/>
            <a:ext cx="1371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>
                <a:solidFill>
                  <a:srgbClr val="6B7280"/>
                </a:solidFill>
                <a:latin typeface="Calibri"/>
              </a:rPr>
              <a:t>30 / 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463040"/>
            <a:ext cx="10911535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Umarova G.Q. Toksikologik kimyo modulidan o‘quv-uslubiy majmua (Farmatsiya). Toshkent farmatsevtika instituti, 2025. b. 149-151, 156-159, 166, 264-268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Yuldashev Z.A., Nurmatova M.I. Toksikologik kimyo modulidan o‘quv-uslubiy majmua (DVSSM). Toshkent farmatsevtika instituti, 2025. b. 271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F2937"/>
                </a:solidFill>
                <a:latin typeface="Calibri"/>
              </a:rPr>
              <a:t>▸  Malaka materiali №117 (O‘zR SSV, loyiha matni). Sud-kimyo ekspertiza va tekshiruvlarini o‘tkazish qoidalari (6-ilova; sanasi va raqami ko‘rsatilmagan loyiha). qo‘shimcha ma’lumot (kitobda bo‘lmagan joylar uchun)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