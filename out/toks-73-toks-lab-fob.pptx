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pestitsidlar sud-kimyoda alohida guruh sifatida o‘rganiladi? Doskada: mashg‘ulot rejasi. Tipik xato: faqat xlorofos va karbofosni o‘rganib, geksaxloranni tushirib qoldirish. Kitobda mashg‘ulot rejasida «fozalon, geksaxloran» deyilgan, nomida esa «xlorofos, karbofos, geksaxloran»: shu sababli bu deckda karbofos, xlorofos, fozalon va geksaxloran ko‘riladi.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sifat reaksiyasini toza eritmada va noma’lum eritmada o‘tkazishning farqi nimada? Doskada: ikki ustun — toza / noma’lum. Tipik xato: faqat toza eritmada ishlab, noma’lum ob’ektga o‘tmaslik. Kitob karbofos va xlorofosni kutilayotgan natijalarda alohida nomlamagan, lekin usullarni 265-267 betlarda bergan.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qo‘lqop va niqobsiz biologik ob’ekt bilan ishlash qanday xavf tug‘diradi? Doskada: shaxsiy himoya vositalari ro‘yxati. Tipik xato: biologik ob’ektni «toza» deb hisoblash. Kitob bu mashg‘ulotdagi alohida reaktivlarning xavfi (kislota, organik erituvchi) haqida ko‘rsatma bermaydi; ularni o‘qituvchi laboratoriya qoidalari bo‘yicha qo‘shimcha eslatadi. Bu mashg‘ulotda benzol, xloroform, etil efiri, simob (II) xlorid, brom va boshqa zaharli reaktivlar ishlatiladi; kitob ularning xavfsizligi haqida ko‘rsatma bermaydi — o‘qituvchi laboratoriya qoidalari bo‘yicha alohida eslatadi.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«uzoq saqlanishi» xavfni oshiradi? Doskada: ta’rif. Tipik xato: pestitsidni faqat hasharotlarga qarshi modda deb tushunish — ta’rifda zararkunanda, kasallik va begona o‘tlar sanalgan.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LD50 kichik bo‘lsa zaharlilik qanday? Doskada: jadval. Tipik xato: kam zaharlilik chegarasini 200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sinf eng ko‘p? Doskada: daraxt. Tipik xato: metallorganiklarni noorganik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bugungi mashg‘ulotda qaysi guruhlar ko‘riladi? (FOB va galogen uglevodorodlar; piretroidlar — keyingi mashg‘ulot, 74-dars.) Doskada: to‘rt guruh jadvali. Tipik xato: karbofosni xlororganik guruhga kiritish. Kitobda yana aminlar hosilalari (dikvat, parakvat), ketonlar va nitrofenol hosilalari, o‘simlik birikmalari (anabazin, nikotin) ham sanalgan.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bugun qaysi guruhlar o‘rganiladi? Doskada: daraxt. Tipik xato: geksaxloranni FOB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barcha FOB bir xil intoksikatsiya beradi? Doskada: 5 bosqichli zanjir. Tipik xato: FOB ni nerv zahari emas, deb o‘ylash. Kitobdagi reaksiya sxemalari (150-151) matn ko‘rinishida noaniq, shu sababli ko‘chirilmadi.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atsetilxolin yig‘iladi? Doskada: sxema. Tipik xato: FOB fermentni faollashtiradi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sud-kimyoviy tahlil bu zaharlanishda hal qiluvchi? (Patologoanatomik belgilar aniq emas — kitob.) Doskada: belgilar ro‘yxati. Tipik xato: qorachiqni kengaygan deb yozish — kitob «torayishi»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o‘lim sababi nima? Doskada: daraxt. Tipik xato: qorachiq kengayadi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FOB va xlororganik birikmalar saqlanish barqarorligi bilan qanday farq qiladi? (xlororganiklar barqaror.) Doskada: ikki ustun FOB / xlororganik. Tipik xato: xlororganik zaharlanishda aniq patologoanatomik belgi kutish — kitob faqat shilliq pardalarda yallig‘lanishni aytadi.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birida hid muhim? Doskada: ikki ustun. Tipik xato: xlororganiklarni xolinesteraza ingibitori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metabolit zaharliroq bo‘lishi mumkinmi? Doskada: jadval. Tipik xato: metabolit har doim kam zaharli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karbofos tahlili uchun spirtli eritma. Muhokama: nega kislotali muhit (pH-1) kerak? (Kitob sababini aytmaydi.) Doskada: oqim sxemasi. Tipik xato: benzolli ajratmani 40-50 °C dan yuqori haroratda bug‘latish. Kitobda karbofosning boshqa nomlari: malation, fosfotion, fostion.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jadvaldagi ranglar. Muhokama: nima uchun mis sulfat natijasida «bo‘lishi mumkin» deyilgan? (Kitob so‘zi: ko‘k-sariq rang bo‘lsa karbofos «bo‘lishi mumkin» — xususiy emas.) Doskada: reaktiv -&gt; rang. Tipik xato: pH=4-5 ni universal indikatorsiz o‘rnatish.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mikroskopda kristallar. Muhokama: yod-monoxlorid kristallarini nega darhol tekshirish kerak? (Kristallar vaqt o‘tishi bilan shaklini yo‘qotadi — 266-bet.) Doskada: jadval. Tipik xato: vismut yodid preparatini nam kamerasiz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karbofos va uning ayrim metabolitlari ko‘k-zangori dog‘ beradi, Rf=0,60-0,65. Muhokama: guvoh modda nima uchun kerak? Doskada: sxema. Tipik xato: sirka kislotani bromfenol ko‘kidan oldin purkash — kitobda avval bromfenol ko‘ki, 10 daqiqadan so‘ng sirka kislota.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xlorofos tahlili uchun xloroformli ajralma. Muhokama: nima uchun efirli ajralma sulfat kislota bilan aralashtiriladi? (Kitob sababini aytmaydi; tozalash maqsadida bo‘lishi mumkin.) Tipik xato: efirni isitib uchirish — kitob «uy haroratida»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ikki bosqichli ekstraksiya? Doskada: raqamlar. Tipik xato: karbofos pH ini (pH-1) xlorofosga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Kutilayotgan natija: sariq (o-tolidin), och qizil (ishqor+aseton), zangori (fenilgidrazin). Muhokama: qaysi reaksiya eng uzoq davom etadi? (Fenilgidrazin: 10 daqiqa kutish + 1 soat isitish.) Doskada: uch reaksiya, rang va vaqt. Tipik xato: o-tolidin eritmasini suvda tayyorlash — kitob uni asetonda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qizil dog‘ Rf=0,05-0,25. Muhokama: Rf oralig‘i nima uchun keng? (Kitob izoh bermaydi.) Doskada: sxema. Tipik xato: rezortsin eritmasini suvda tayyorlash — kitob uni 10% natriy ishqorida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talabalar zaharli moddaga to‘liq tekshiruv rejasini tuzadi: FOB ga shubha (xolinesteraza testi) -&gt; karbofos/xlorofos ajratmalari -&gt; reaksiyalar -&gt; YuQX. Muhokama: qizil kompleks hosil bo‘lishi nimani anglatadi? (Atsetilxolin gidrolizlanmagan — ferment bo‘g‘ilgan; kitob tushuntirishni to‘liq bermaydi, o‘qituvchi izohlaydi.) Tipik xato: faqat dastlabki testga tayanib zaharni nomlash.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qizil rang nimani bildiradi? Doskada: sxema. Tipik xato: qizil rangni fermentning faolligi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ishqoriy muhitdagi gidroliz tahlilga qanday ta’sir qiladi? (Ishqoriy muhitda ajratish noto‘g‘ri bo‘ladi — xulosa o‘qituvchi tomonidan, kitob buni to‘g‘ridan-to‘g‘ri aytmaydi.) Doskada: fizik-kimyoviy xossalar. Tipik xato: fozalonni uchuvchan deb yozish. Kitob: o‘rgimchak kana, kolorada qo‘ng‘izi, meva daraxtlari qurtlariga qarshi qo‘llanishi ham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jadvaldagi kristallar. Muhokama: eng sezgir reaksiya qaysi? (Kumush nitrat — 0,5 mkg.) Doskada: jadval. Tipik xato: aniqlanish chegarasini mg bilan almashtirish — kitobda mkg.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eng sezgir reaksiya qaysi? Doskada: jadval. Tipik xato: chegaralarni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suv bug‘i bilan haydalishi ajratishga qanday ta’sir qiladi? (Rubtsov usuli — keyingi slayd.) Doskada: xossalar. Kitobdagi matnda izomer harflari (yunon belgilari) o‘qilmaydi, shu sababli qaysi izomer «Lindan» ekani va uning LD50 si slaydga kiritilmadi. Tipik xato: geksaxloranni individual modda deb yozish — u izomerlar aralashmasi.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kumulyatsiya tahlil ob’ektini tanlashga qanday ta’sir qiladi? (Kitob xlororganiklar yog‘ to‘qimalarida to‘planishini aytgan, 151-bet.) Doskada: belgilar ro‘yxati. Tipik xato: geksaxloran zaharlanishini FOB bilan adashtirish — mexanizmi boshqacha.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gamma-izomer zaharliroq? Doskada: raqamlar. Tipik xato: LD50 qiymatlarini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tahlil uchun geksaxloranli qoldiq. Muhokama: kolonkaga aktivlangan ko‘mir nima uchun qo‘yiladi? (Yot moddalardan tozalash — kitob.) Doskada: ikki usul. Tipik xato: sovutgichni efir bilan yuvmay, geksaxloranning bir qismini yo‘qotish.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ikki oq AgCl cho‘kmasi, 2-reaksiyada ikki baravar ko‘p. Muhokama: nega ikkinchi usul barcha xlorni beradi? (Kitob: alkogolyat bilan to‘liq ajraladi.) Doskada: 3 NaCl va 6 HCl nisbatlari. Tipik xato: cho‘kma miqdorlarini solishtirmay xulosa qilish. Kitobdagi tenglamalar matn sifatida noaniq, shuning uchun ko‘chirilmadi.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faqat uch xlor? Doskada: sxema. Tipik xato: barcha xlor ajraladi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cho‘kmalar nisbati nimani bildiradi? Doskada: sxema. Tipik xato: nisbatni 1:3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qoramtir kul rangli dog‘. Muhokama: sorbent o‘zgarsa Rf qanday o‘zgaradi? Doskada: Rf jadvali. Tipik xato: Rf ni sorbentni ko‘rsatmay yozish. Kitob: geksaxloran izomerlari va metabolitlari GSX, GX-MS, YuSSX bilan ham aniqlanadi; miqdori Folgard usulida (hozir GSX, YuSSX, GX-MS).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benzol hosil bo‘ladi? Doskada: oqim. Tipik xato: birinchi reaksiya mahsulotini nitrolash.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FOB ga shubha (toks 151: patologoanatomik belgi — qon quyilish; oshqozon-ichakda merkaptan hidi) -&gt; karbofos/xlorofos tahlili ketma-ketligi. Kitob jadvalini bo‘sh qoldirgan, javobi berilmagan. Muhokama: hid dalili qanchalik ishonchli? Tipik xato: hid asosida zaharni «aniqlandi» deb yozish — tasdiq faqat ajratish va reaksiyalardan keyin.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bir reaksiya (masalan, rang) bilan zaharni nomlash mumkinmi? Doskada: usul -&gt; natija jadvali. Tipik xato: Rf oralig‘ini guvoh modda bilan solishtirmasdan xulosa yozish. Kitobda bu mashg‘ulotda miqdoriy usullar (karbofos, xlorofos) berilmagan; geksaxloran uchun Folgard usuli nomi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har bir guruhdan bittadan savolga javob. Doskada: savollar raqamlari. Tipik xato: javobda sharoitlarni (pH, erituvchi, Rf) keltirmaslik. Kitobda jami 15 ta nazorat savoli bor, mazmuniga ko‘ra 4 guruhga jamlandi.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ish daftariga ajratish sharoiti, reaksiya rangi/kristall shakli, Rf va xulosa yoziladi. Muhokama: qaysi modda uchun eng ko‘p tasdiqlovchi usul bor? Doskada: 3 xulosa. Tipik xato: xulosada tasdiqlanmagan modda nomini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FOB va xlororganik pestitsidlar: xlorofos, karbofos, geksaxloran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pestitsidlar, fosfororganik va xlororganik zaharli ximikatlarning toksikologik ahamiyati hamda tahlil usullarini o‘rgatish.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pestitsidlar, FOB va xlororganik ximikatlarning ahamiyati; 2) fozalon, geksaxloranni ajratish va aniqlash; 3) vaziyatli masala.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Mashg‘ulot mavzusi: xlorofos, karbofos, geksaxloran moddalarini ob’ektlardan ajratib olish va tahlil usullari.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265, 264; Yuldashev Z.A., Nurmatova M.I., Toksikologik kimyo modulidan o‘quv-uslubiy majmua, betlar: 271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fozalon, geksaxloran moddalarini toza eritmalarda hamda noma’lum tarkibdagi eritmada sifat reaksiyalarini o‘tkazish sharoitini o‘zlashtiradilar.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Pestitsidlar nima?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O‘simliklarni zararli organizmlardan (zararkunanda, kasallik, begona o‘t) himoya qilishda qo‘llaniladigan barcha kimyoviy moddalar pestitsidlar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Pestitsidlar inson va issiqqonli hayvonlar uchun ham zaharli; qoldiqlari bor oziq-ovqat zaharlanishga sabab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Suvda, tuproqda, o‘simlik mahsulotlarida uzoq saqlanadigan pestitsidlar odamlar va hayvonlar uchun o‘ta xavfli.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Pestitsidlar zaharlilik darajasi (kalamushda)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Pestitsidlar oshqozon-ichak orqali ta’siri bo‘yicha zaharlilik darajasiga ko‘ra 4 guruhga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Kuchli zaharli pestitsidlar uchun LD50 50 mg/kg; kam zaharlilar uchun 1000 mg/kg dan yuqori.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Pestitsid so‘zi lotincha pestis (yuqumli) va cido (o‘ldiruvchi) ma’nolaridan kelib chiqqan.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866"/>
                <a:gridCol w="272410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LD50, mg/kg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Kuchli zaharli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Yuqori zaharli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50-200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O‘rtacha zaharli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200-1000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Kam zaharli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1000 dan yuqori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Zaharlilik sinfi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Pestitsidlar kimyoviy tabiati bo‘yicha sinflar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Noorganik birikmalar — mis va mishyak saqlovchi tuz va kompleks moddalar.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pestitsidlar — sintez qilingan va tabiiy birikmalar.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Metallorganik pestitsidlar — simob va boshqa metall saqlovchi organik birikmalar.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Pestitsidlar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Noorganik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mis saqlovchi tuzlar  ·  mishyak saqlovchi tuzlar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Organik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sintez qilingan  ·  tabiiy birikmalar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Metallorganik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simob va boshqa metallar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Kimyoviy tabiat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149, 150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Pestitsidlarning kimyoviy tuzilishi bo‘yicha guruhlari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O‘quv rejasida pestitsidlar faqat kimyoviy tuzilishi bo‘yicha o‘rganiladi.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pestitsidlarning ko‘pchiligi sintez qilingan moddalar bo‘lib, quyidagi guruhlarga bo‘linadi.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455"/>
                <a:gridCol w="261051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Vakillari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Fosfororganik (FOB)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Metafos, merkaptofos, karbofos, fozalon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Sintetik piretroidlar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Sipermetrin, detsis, danitol, karate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Karbamin va tiokarbon kislota hosilalari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Sevin, siram, sineb, TMTD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Galogen saqlovchi uglevodorodlar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DDT, geksaxloran, geptaxlor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Organik pestitsidlar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149, 150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Organik pestitsidlar guruhlari: vakillar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Fosfororganik birikmalar: metafos, merkaptofos, karbofos, fozalon, xlorofos.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Sintetik piretroidlar: sipermetrin, detsis, danitol; galogen saqlovchi uglevodorodlar: DDT, geksaxloran, geptaxlor.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Karbamin va tiokarbon kislota hosilalari: sevin, siram, TMTD; o‘simlik birikmalari: anabazin, nikotin.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Organik pestitsidlar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Fosfororganik (FOB)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metafos, karbofos  ·  fozalon, xlorofos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Sintetik piretroidlar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sipermetrin, detsis  ·  danitol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Karbamin hosilalari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sevin, siram  ·  TMTD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Galogenli uglevodorodlar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DDT, geksaxloran  ·  geptaxlor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Aminlar hosilalari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dikvat, parakvat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O‘simlik birikmalari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anabazin, nikotin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Guruhlar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FOB ning ta’sir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FOB ning zaharli ta’siri xolinesteraza fermenti faoliyatini bo‘g‘ib qo‘yishi bilan tushuntiriladi.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Atsetilxolinning gidrolizlanishi buziladi — nerv hujayralarida ortiqcha atsetilxolin yig‘iladi.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Natijada neyrotoksik ta’sir: oshqozon-ichak, qon tomir va boshqa sohalar faoliyati buziladi.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FOB organizmga so‘riladi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Xolinesteraza ingibitsiyasi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Atsetilxolin gidrolizi buziladi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Atsetilxolin yig‘iladi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Neyrotoksik ta’sir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Ta’sir mexanizmi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150, 151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FOB va xolinesteraza: reaksiya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Fosfororganik birikma xolinesteraza fermenti bilan birikib, uning faoliyatini so‘ndiradi.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Natijada atsetilxolinning gidrolizlanishi buziladi, nerv hujayralarida ortiqcha atsetilxolin yig‘iladi.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neyrotoksik ta’sirga va oshqozon-ichak, qon tomir faoliyatining buzilishiga olib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Xolinesteraza fermenti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Fosfororganik birikma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Bloklangan ferment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R3OH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Ferment faoliyati so‘nadi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Atsetilxolin gidrolizi buziladi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150, 150-151, 151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FOB bilan 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 og‘rig‘i, ko‘ngil aynishi, qusish, qorinda og‘riq, uzluksiz ko‘p so‘lak ajralishi, terlash.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Ko‘z qorachiqlarining torayishi, qo‘l-oyoq uchlarining titrashi, qo‘rqish hissi.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bosimi avval ko‘tarilib, keyin pasayadi; o‘lim nafas to‘xtashidan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Patologoanatomik tekshirishda ichki a’zolarga qon quyilishi; og‘iz orqali qabul qilinganda oshqozon-ichakda o‘ziga xos qo‘lansa merkaptan hidi.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FOB zaharlanish belgilari: guruhlar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 og‘rig‘i, ko‘ngil aynishi, qusish, qorinda og‘riq, uzluksiz ko‘p so‘lak ajralishi va terlash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Ko‘z qorachig‘i torayadi, qo‘l va oyoq uchlari titraydi, qo‘rqish hissi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bosimi avval ko‘tarilib, keyin pasayadi; o‘lim nafas to‘xtashidan sodir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FOB zaharlanishi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Hazm tizimi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ko‘ngil aynishi, qusish  ·  qorinda og‘riq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Sekretsiya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ko‘p so‘lak ajralishi  ·  terlash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Ko‘z va asab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qorachiq torayishi  ·  qo‘l-oyoq titrashi  ·  qo‘rqish hissi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bosimi va nafas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avval ko‘tarilib pasayadi  ·  nafas to‘xtashi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Belgilar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Xlororganik ximikatlarning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Xlororganik ximikatlar qishloq xo‘jaligida insektitsid sifatida keng qo‘llanadi (chang yoki yog‘dagi eritmalar holida).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Yog‘dagi eritmalar ayniqsa zaharli: organizmga juda tez shimiladi; buyrak, yog‘ to‘qimalari va suyak iligi yaxshi o‘zlashtiradi.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Organizmdan juda sekin chiqariladi; juda barqaror bo‘lib, ob’ektlarda uzoq vaqt o‘zgarishsiz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Belgilar: bosh og‘rishi, quvvatsizlik, qaltirash, so‘lak oqishi, yorug‘likdan seskanish; o‘lim markaziy nerv va yurak-qon tomir tizimi ishdan chiqishidan.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FOB va xlororganik birikmalar: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FOB xolinesterazani bo‘g‘adi; patologoanatomik tekshiruvda ichki a’zolarga qon quyilishi, oshqozon-ichakda merkaptan hidi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Xlororganik birikmalar juda barqaror, organizmdan sekin chiqariladi, yog‘dagi eritmalari ayniqsa zaharli.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Xlororganiklarda patologoanatomik tekshiruvda shilliq pardalar yallig‘lanishidan boshqa belgi aniqlanmaydi.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xolinesterazani bo‘g‘adi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qo‘lansa merkaptan hidi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ichki a’zolarga qon quyilishi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Xlororganik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juda barqaror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yog‘dagi eritma zaharliroq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sekin chiqariladi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shilliq pardalar yallig‘lanishi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Farqlari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Xlororganik birikmalar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DDT dan kam zaharli dixlordifenilsirka kislotasi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Geptaxlordan oksidlanish mahsuli — yana ham kuchli zaharli geptaxlor epoksidi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Xlororganik moddalar organizmda sekin metabolitik o‘zgarishlarga uchraydi.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837"/>
                <a:gridCol w="2400300"/>
                <a:gridCol w="1443837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Metabolit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Zaharligi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DDT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dixlordifenilsirka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kam zaharli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Geptaxlor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geptaxlor epoksidi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yana ham kuchli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Metabolizm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Karbofosni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 g maydalangan ob’ekt suv bilan bo‘tqa qilinib, 10% HCl bilan pH-1 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 ml benzol qo‘shilib, yarim soat aralashtiriladi; benzol bilan ishlash yana 2 marta qaytariladi.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Benzolli ajratmalar 40-50 °C suv hammomida to‘liq bug‘latilib, qoldiq 3 ml etil spirtida eritiladi.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50 g ob’ekt + suv, 10% HCl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pH-1 gacha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50 ml benzol x3, yarim soat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Suvsiz Na2SO4 filtri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Bug‘latish; 3 ml etil spirti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Karbofos ajratmasi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Karbofos: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Reaksiyalar karbofosning spirtli qoldig‘ida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sulfat reaksiyasida xloroform qatlami ko‘k-sariq rangga bo‘yalsa, karbofos bo‘lishi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615"/>
                <a:gridCol w="241736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Diazotirlangan sulfanil kislota + NaOH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 qizil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 (5-10 tomchi)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Novvot rang, so‘ng to‘q qo‘ng‘ir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Spirtli NaOH, pH=4-5, CuSO4, xloroform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 qatlami ko‘k-sariq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Karbofos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Karbofos: mikrokristalloskopiya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Reaksiyalar chuqurchali buyum oynasida, karbofosning spirtli eritmasi tomchisida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Vismut yodid reaksiyasida buyum oyna nam kamerada 30-60 daqiqa saqlanadi.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0694"/>
                <a:gridCol w="287728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Kristall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Simob (II) xlorid, 5% spirtli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Yulduzsimon mikrokristallar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Vismut yodid, to‘yingan spirtli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 qizil ignasimon kristallar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Yod-monoxlorid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Qo‘ng‘ir; shakli vaqt bilan yo‘qoladi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Mikrokristallar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265, 266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Karbofos: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Start chizig‘iga qoldiqning spirtli eritmasi, yoniga guvoh modda eritmasi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Kamerada geksan-etil efiri (10:2); sistema 10 sm ko‘tarilgach plastinka ochiq havoda quritiladi.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Bromfenol ko‘ki, 10 daqiqadan so‘ng 5% sirka kislota purkaladi: ko‘k-zangori dog‘, Rf=0,60-0,65.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guvoh modda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Geksan-etil efiri (10:2)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sm, havoda quritish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Bromfenol ko‘ki; sirka kislota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Ko‘k-zangori dog‘ Rf=0,60-0,65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Karbofos YuQX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Xlorofosni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 g ob’ekt 25% HCl bilan pH=2-3 ga keltirilib, 25 ml efir bilan 30 daqiqa chayqatiladi; yana 25 ml efir.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Efirli ajralma 5 g Na2SO4 filtridan o‘tkazilib, 20 ml H2SO4 (pH=2-3) bilan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Qolgan sulfat kislotali eritma 2-3 marta 2-3 ml dan xloroform bilan ekstraksiya qilinadi (5 daqiqa).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+ 25% HCl, pH=2-3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25 ml efir x2, 30 daqiqa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 + 20 ml H2SO4 (pH=2-3)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 uchiriladi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bilan ekstraksiya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Xlorofos ajratmasi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Xlorofosni ajratish: raqamlar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 g maydalangan ob’ekt 25% HCl bilan pH=2-3 ga keltirilib, 25 ml etil efiri bilan 30 daqiqa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Efirli ajralma 5 g suvsiz natriy sulfat filtridan o‘tkazilib, 20 ml sulfat kislota (pH=2-3) bilan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Sulfat kislotali eritma 2-3 marta 2-3 ml dan xloroform bilan ekstraksiya qilinadi (5 daqiqa).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Ob’ekt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Muhit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2-3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Etil efiri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Chayqatish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Suvsiz Na2SO4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H2SO4 eritmasi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Xlorofos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Xlorofos: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o-Tolidin: qoldiq 1 ml spirtda; 1 ml 0,5% o-tolidin (asetonda), 0,5 ml 0,5% NaOH, 0,5 ml H2O2 — sariq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 va aseton: qoldiq 1 ml spirtda eritilib, 1 ml aseton va 0,5 M NaOH spirtli eritmasi qo‘shiladi; 10-15 daqiqadan so‘ng tez o‘zgaruvchan och qizil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Fenilgidrazin: 0,1% eritmasi (4 M HCl da), 1 soat 40 °C; sovutilgach 0,6 ml 4 M NaOH va 10 ml spirt — zangori yoki to‘q zangori rang.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843"/>
                <a:gridCol w="245513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o-Tolidin + NaOH + H2O2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Ishqor + aseton (10-15 daq.)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tez o‘zgaruvchan och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Fenilgidrazin (4 M HCl, 40 °C)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zangori yoki to‘q zangori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Xlorofos rangli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Xlorofos: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Plastinkaga tekshiriluvchi va toza xlorofos eritmalari 3 sm oraliqda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Sistema: xloroform, efir, vazelin yog‘i (17:2:1); faza 10 sm ko‘tarilgach plastinka uy haroratida quritiladi.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10% NaOH dagi 1% rezortsin purkalib 10-15 daqiqa turilsa, Rf=0,05-0,25 da qizil dog‘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 va toza xlorofos, 3 sm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Xloroform-efir-vazelin 17:2:1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sm, uy haroratida quritish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Rezortsin (10% NaOH da)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dog‘, Rf=0,05-0,25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Xlorofos YuQX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266, 266-267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 (xolinesteraza testi)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bo‘limiga murda ichki a’zolari (jigar, buyrak, oshqozon, ichak, o‘pka) va ikkita 0,5 litrli idish taqdim etildi.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idishda sarg‘ish yog‘simon o‘tkir yoqimsiz hidli suyuqlik, ikkinchisida suyuq asal hidini eslatuvchi suyuqlik.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tahlil: qon zardobiga gidroksilamin va temir (III) xlorid qo‘shilganda, gidrolizlanmagan atsetilxolin bo‘lsa, qizil temir kompleksi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Atsetilxolin testi: reaksiya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zardobi ferment manbai sifatida olinib, gidroksilamin va temir (III) xlorid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Gidrolizlanmagan atsetilxolin bo‘lsa, atsetgidroksam kislotasining qizil rangli temirli kompleksi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fosfororganik birikma bilan zaharlanish natijasi deb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Atsetilxolin (gidrolizlanmagan)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Gidroksilamin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Temir (III) xlorid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Atsetgidroksam kislota Fe kompleksi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Ferment manbai: qon zardobi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Xolinesteraza testi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Fozalon: tavsif va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Fozalon — chesnok hidli kristall modda, spirt va organik erituvchilarda eriydi; suyuqlanish harorati 47-48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35% emulsion konsentrat va 80% kukun shaklida qo‘llanadi; kalamushlar uchun LD50 108 mg/kg; havodagi ruxsat etilgan miqdor 0,5 mg/m3.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Uchuvchan emas; kislotali muhitda chidamli, ishqoriy muhitda tez gidrolizlanadi. Terini qichishtiradi va teri orqali qonga o‘tadi.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Fozalon: mikrokristalloskopiya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xloroform (suv bilan to‘yingan), bromfenol ko‘ki: Rf=0,65-0,67, sariq fonda ko‘k dog‘.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reaksiyalarda mikrokristallar hosil bo‘ladi; aniqlanish chegaralari 0,5-4 mkg.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59"/>
                <a:gridCol w="2154716"/>
                <a:gridCol w="120539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Kristall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Chegara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AgNO3 (spirtli)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Rangsiz ninasimon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Cu(NO3)2 (spirtli)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Ko‘kimtir ninasimon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Yod-monoxlorid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Rangsiz, so‘ng qo‘ng‘ir ninasimon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HgCl2 yoki HgBr2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Sferitlar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Fozalon kristallari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Fozalon mikrokristall reaksiyalari: jadval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nitratning spirtli eritmasi bilan uzun ninasimon rangsiz kristallar hosil bo‘ladi; chegara 0,5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nitratning spirtli eritmasi bilan ko‘kimtir ninasimon kristallar; chegara 2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(II) xlorid yoki bromid bilan sferitlar; chegara 4 mkg.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888358"/>
                <a:gridCol w="1589866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Kristall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Chegara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AgNO3 (spirtli)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rangsiz ninasimon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Cu(NO3)2 (spirtli)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ko‘kimtir ninasimon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Yodmonoxlorid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qo‘ng‘ir ninasimon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HgCl2 yoki HgBr2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sferitlar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Fozalon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Geksaxloran: tavsif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Geksaxlortsiklogeksan (GXTSG) — benzolni xlorlash bilan olinadi, 8 xil stereoizomerlar aralashmasi; ko‘kimtir, mog‘or hidiga o‘xshash bo‘g‘uvchi hidli modda.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yomon, spirt va efirda yaxshi eriydi; qizdirilganda sublimatsiyalanadi, suv bug‘i bilan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Kalamushlarga LD50 400 mg/kg; kontakt va oshqozon-ichak orqali insektitsid va fumigant sifatida ta’sir etadi.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Geksaxloran: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 qonli hayvonlar va insonlarni zaharlaydi; gormonlar faoliyatini buzadi.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Zaharlanganda hayajonlanish, nafas sekinlashishi, harakat buzilishi, oyoqlarda tortishish va qaltirash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Odamda kuchli bosh og‘rig‘i, bosh aylanishi, holsizlik, chanqash; o‘lim markaziy nerv va yurak-qon tomir tizimi ishdan chiqib, nafas to‘xtashidan.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Surunkali zaharlanishda kumulyatsiyalanadi; organizmdan sekin chiqariladi.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Geksaxloran: asosiy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Geksaxloran 8 xil stereoizomerlar aralashmasidan iborat; 99-100% gamma-izomerli insektitsid «Lindan»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Kalamushlar uchun LD50 400 mg/kg, gamma-izomeri uchun 200 mg/kg.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Silikagel plastinkada Rf=0,19, alyuminiy oksidida Rf=0,34 li qoramtir kul rangli dog‘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Stereoizomerlar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Lindan: gamma-izomer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99-100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LD50 (aralashma)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mg/kg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LD50 (gamma)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mg/kg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Rf silikagelda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Rf Al2O3 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Geksaxloran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157, 159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Geksaxloranni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1-usul (A.F. Rubtsov): biologik materialdan suv bug‘i bilan 300 ml distillyat haydaladi.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Sovutgich efir bilan yuviladi, distillyat 3 marta efir bilan ekstraksiya qilinadi, efir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2-usul: ob’ekt maydalanib efir bilan bo‘ktiriladi, ajratma aktivlangan ko‘mirli kolonka orqali tozalanadi.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bug‘i bilan haydash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300 ml distillyat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 bilan 3 marta ekstraksiya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Efirni bug‘latish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Qoldiqni tekshirish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Rubtsov usuli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157, 158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Geksaxloran: xlorni aniqlash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1) Ishqorning spirtli eritmasi bilan xlor Cl- ga o‘tkaziladi; HNO3 bilan nordonlashtirib, AgNO3 bilan aniqlanadi; bunda faqat uch molekula HCl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2) Spirt va metall natriy bilan geksaxloran tarkibidagi barcha xlor ajralib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va ikkinchi reaksiyada hosil bo‘lgan oq cho‘kmalar miqdori taxminan 1:2 nisbatda farq qilishi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Geksaxloran: ishqor bilan xlor ajratish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Ishqorning spirtli eritmasi bilan geksaxloran xlori xlorid anioniga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kislota bilan nordonlashtirilib, kumush nitrat bilan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reaksiyada faqat uch molekula HCl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Geksaxloran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Ishqorning spirtli eritmasi (3NaOH)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3NaCl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3AgCl cho‘kma (HNO3, AgNO3)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HNO3 bilan nordonlash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Faqat 3 molekula HCl ajraladi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Birinchi usul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Geksaxloran: natriy va spirt bilan reaksiya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 va metall natriy bilan geksaxloranning barcha xlori ajralib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va ikkinchi reaksiyada hosil bo‘lgan oq cho‘kmalar miqdori taxminan 1:2 nisbatda farq qilishi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Geksaxloran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Metall natriy + etil spirt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6HCl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6AgCl cho‘kma (AgNO3)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Alkogolyat vodorodi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Cho‘kma birinchisidan ~2 marta ko‘p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Ikkinchi usul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Geksaxloran: nitrobirikma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Nitrobirikma: benzol nitrolanadi, trinitrobenzol + metilat: zangori-binafsha rang; sezgirlik 0,05 mg.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n-geksan sistemasi; kumush ammiakati purkalib, 10-15 daqiqa UB nurga tutiladi.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Dog‘ qoramtir kul rangli: silikagel plastinkada Rf=0,19, alyuminiy oksidida Rf=0,34.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Plastinka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Silikagel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0,19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Alyuminiy oksidi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0,34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qiymatlari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158, 159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Nitrobirikma reaksiyasi: bosqichlar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 reaksiyada ajralgan benzol nitrolanadi, hosil bo‘lgan trinitrobenzol ajratib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Spirtli muhitda metil spirtining alkogolyati ta’sir ettirilsa, zangori-binafsha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sezgirligi geksaxloranga nisbatan 0,05 mg ga teng.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Ikkinchi reaksiyada benzol ajraladi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Benzol nitrolanadi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Trinitrobenzol ajratib olinadi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Metil spirti alkogolyati qo‘shiladi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Zangori-binafsha rang (0,05 mg)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Nitrobirikma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26-keys: merkaptan hidi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ekspertizasiga biologik ob’ekt sifatida murda a’zolari keltirildi.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Patologoanatomik tekshiruvda ichki a’zolarda qon quyilish alomatlari, oshqozon-ichakda qo‘lansa merkaptan hidi sezilgan.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Vazifa: yechimni bayon eting va sud-kimyo tahlilini o‘tkazing; keys jadvali: muammo turi — kelib chiqish sabablari — hal etish yo‘llari.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 va cheklovlar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Karbofos: mis sulfat reaksiyasida ko‘k-sariq rang karbofos «bo‘lishi mumkin» degan xulosa beradi; YuQX Rf=0,60-0,65 guvoh modda bilan solishtiriladi.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Xlorofos YuQX: Rf=0,05-0,25 oralig‘ida qizil dog‘; fozalon YuQX: Rf=0,65-0,67.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Geksaxloran: ishqor bilan 3 molekula, natriy-spirt bilan barcha xlor ajraladi — cho‘kma nisbati taxminan 1:2.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tekshirish sud-tergov organlarining ko‘rsatmasi asosida bajariladi.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265-266, 266-267, 158, 151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Pestitsidlar nima, ularning toksikologik ahamiyati; qanday usul asosida sinflarga bo‘linadi?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FOB va xlororganik birikmalar farqi, zaharlanishning klinik alomatlari va ularning izohi; karbamin kislotasi hosilalariga misollar.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Zaharlarni ajratish usullari, pH, organik erituvchi tabiati va bo‘ktirish sonining ahamiyati; karbofos, xlorofos, geksaxloran, sevinni ajratishning maqsadlari.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taxminiy tahlil, chinlikni aniqlash reaksiyalari, miqdoriy usullar, spektrofotometriya; piretroid hosilalarini ajratish.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267, 267-268, 268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Karbofos: pH-1 da benzol bilan ajratish; ranglar, mikrokristallar; YuQX Rf=0,60-0,65.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Xlorofos: pH=2-3 da efir bilan ajratish; o-tolidin, ishqor+aseton, fenilgidrazin; YuQX Rf=0,05-0,25.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Fozalon: to‘rt xil mikrokristall (0,5-4 mkg), YuQX Rf=0,65-0,67; geksaxloran: ishqor/natriy-spirt, nitrobirikma, YuQX.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265-266, 266-267, 157-159, 267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Karbofosning boshqa nomlari: malation, fosfotion, fostion.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Adabiyotlarda 1,5% karbofos eritmasini ichgan ayolning halok bo‘lgani yozilgan; FOB teri orqali ham so‘rilib halokatli oqibatga olib kelishi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Xlororganik ximikatlarning yog‘dagi eritmalari ayniqsa zaharli: ular juda tez shimiladi va buyrak, yog‘ to‘qimalari, suyak iligida to‘planadi.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Geksaxloran tahlilida ishqorning spirtli eritmasi molekuladan faqat uch HCl ajratadi, natriy-spirt esa barcha xlorni ajratadi — cho‘kmalar nisbati taxminan 1:2.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va xlororganik pestitsidlar: xlorofos, karbofos, geksaxloran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149-151, 153-154, 156-159, 166, 264-268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271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