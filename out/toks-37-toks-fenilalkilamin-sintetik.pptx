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sintetik fenilalkilaminlar yoshlar orasida keng tarqalgan? Doskada: ma’ruza rejasi: xossa - ta’sir - tahlil. Tipik xato: amfetamin va metamfetaminni bir xil modda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har bir guruhga misol keltiring. Doskada: to‘rt guruh jadvali. Tipik xato: guruhlarni tabiiy fenilalkilaminlar bilan aralashtirish (36-dars).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eng qadimgi va eng yangi modda qaysi? Doskada: vaqt chizig‘i. Tipik xato: DOM/STP ning sintez yili (1963) va AQShda paydo bo‘lgan yilini (1967)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uchuvchanlik tahlil sharoitiga qanday ta’sir qiladi? Doskada: xossa ro‘yxati. Tipik xato: amfetaminni kristall kukun deb o‘ylash: tuzlari kukun, asosi moysimon suyuqlik.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izomer kuchliroq? Doskada: d- va l-izomerlar: 3-4 marta farq. Tipik xato: izomerlarni bir xil faol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ko‘nikish nimani anglatadi? Doskada: belgilar guruhi: ruhiy / jismoniy / yurak-qon tomir. Tipik xato: surunkali zaharlanishni faqat ruhiy qaramlik deb bilish. Izoh: amfetamin metabolizmi kitobda 17-rasm (p.83) sifatida chizma; matni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ta’sirlar tibbiy, qaysilari giyohvandlik ahamiyatiga ega? Doskada: to‘rt ta’sir ro‘yxati. Tipik xato: barcha hosilalarni bir xil ta’sirli deb hisoblash. Izoh: malaka №002 faylida bu ro‘yxat sarlavha sifatida; dozalar jadvali matnga o‘tmagan.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metil guruhi xossalarga qanday ta’sir qiladi? Doskada: ikki ustun. Tipik xato: metamfetaminni suyuqlik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metil guruhi ta’sirga qanday ta’sir qiladi? Doskada: amfetamin -&gt; metamfetamin: +CH3. Tipik xato: metamfetaminni amfetaminning tuzi deb hisoblash: u N-metil hosila.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efedrin va qizil fosfor nazoratda? Doskada: efedrin + qizil fosfor + HI -&gt; d-metamfetamin. Tipik xato: pervitin va metamfetaminni turli modda deb o‘ylash. Izoh: kitob p.147 jadvalida «pervitin» deb yozilgan; bu metamfetaminning savdo nomi, kitob alohida aytmaydi.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dozalar va ta’sir muddatini solishtiring. Doskada: jadval. Tipik xato: MDA va MDMA dozalarini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MDA dozasi ta’sirga qanday bog‘liq? Doskada: doza shkalasi: &lt;80 - 150 - &gt;500 mg. Tipik xato: tabletkadagi 200-230 mg ni bir martalik doza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MDMA va MDA farqi nima? Doskada: MDA 1910 - MDMA 1914 - MDEA 1980. Tipik xato: yillarni aralashtirish. Izoh: MDMA metabolizmi kitobda 19-rasm (p.85) sifatida chizma.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STP qisqartmasining ma’nosi nima? Doskada: S-T-P: Serenity, Tranquility, Peace. Tipik xato: 60-61 °C ni qaynash harorati deb yodlash (u suyuqlanish harorati). Kitobning boshqa betida «qaynash harorati 60-61 °C» yozilgan; kristall modda uchun suyuqlanish harorati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nisbiy kuch nimani anglatadi (kitobda doza taqqoslanmagan). Doskada: uch nisbat. Tipik xato: «kuchli» va «kuchsiz» yo‘nalishini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analoglarda qaysi atom/guruh almashgan? Doskada: tuzilma sxemasi. Tipik xato: DOB va DOI dagi galogenni aralashtirish (brom va yod).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DOM kuchini meskalin va LSD bilan solishtiring. Doskada: meskalin &lt; DOM &lt; LSD. Tipik xato: analoglarni kam faol deb hisoblash: kitobda faolligi yuqoriroq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tabletka tarkibi tahlilni nega murakkablashtiradi? Doskada: tarkib ro‘yxati: asosiy modda + qo‘shimchalar. Tipik xato: tabletkadagi barcha moddani giyohvandlik vositasi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qog‘oz namuna ishqor bilan ishlanadi? Doskada: 5 bosqichli sxema. Tipik xato: qog‘oz namunani bevosita Marki bilan tekshirish.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metilendioksi hosilalarni Marki orqali qanday taniymiz? Doskada: 5 modda bir xil qora rang. Tipik xato: Marki natijasini yagona dalil deb hisoblash: bir necha modda bir xil rang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DOB va DOX ranglarini qanday farqlaymiz? Doskada: zumrad-yashil / sarg‘ish-yashil. Tipik xato: yashil ranglarni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jadvalda nechta modda va nechta rang guruhi bor? Doskada: 14 modda: qora, sariq, kulrang, yashil, zarg‘aldoq, jigarrang. Tipik xato: Marki jadvalini xromatografiyasiz yakuniy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Rs nimani anglatadi? Doskada: Merck va Sorbfil, Rf va Rs ustunlari. Tipik xato: Rs ni Rf bilan aralashtirish. Izoh: jadvaldagi qiymatlardan Rs = modda Rf / metamfetamin Rf (masalan, 0,44 / 0,25 = 1,76) ekani ko‘rinadi; kitobda aniqlanmagan.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MDA va MDMA Rf farqi qancha? Doskada: jadval: 4 modda. Tipik xato: Merck va Sorbfil qiymatlarini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modda ningidrin bilan zarg‘aldoq beradi? Doskada: jadval: 4 modda. Tipik xato: TMA va DOM/STP Rf yaqinligiga e’tibor bermaslik (Merck 0,30).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BDB ning eng yuqori Rf ini ayting. Doskada: jadval: 4 modda. Tipik xato: MBDB va BDB ni aralashtirish: ningidrin ranglari farq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Rs nimani ifodalaydi? (kitobda ta’rif berilmagan, shuning uchun faqat qiymatlar keltirildi). Doskada: jadval. Tipik xato: Rs ni Rf deb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ningidrin binafsha beruvchi moddalarni sanang. Doskada: binafsha: MDMA, MBDB, meskalin, metamfetamin. Tipik xato: ningidrin rangini yagona dalil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amfetamin va efedrin UB bilan farqlanmaydi? Doskada: bir xil chromofor: benzol xalqasi, 251-257-263. Tipik xato: UB natijasini yagona aniqlovchi deb hisoblash. Izoh: jadvaldagi «0,1M NSl» yozuvi 0,1 M HCl deb o‘qildi.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UB spektr bilan qaysi guruhlarni ajratish mumkin? Doskada: uch guruh. Tipik xato: 251 nm efedronni efedrindan ajratadi deb, 257 va 263 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metilendioksi hosilalarni UB bilan qanday ajratamiz? Doskada: 235-286 nm juftligi. Tipik xato: yaqin to‘lqin uzunliklarini bir xil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GX-MS da hosilalash nega kerak bo‘lishi mumkin? Doskada: ajratish - tozalash - aniqlash. Tipik xato: malaka slayd sarlavhalaridan batafsil texnikani to‘qib chiqarish. Izoh: malaka №002 faylida bu bo‘lim faqat sarlavhalar sifatida (jadval va rasmlar matnga o‘tmagan) berilgan; shu sababli batafsil sharoitlar kiritilmadi. gmt p.79-80 dagi ekstraksiya sharoitlari 36-darsda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prekursorlar nazorati giyohvandlik vositalari nazorati bilan bog‘liq? Doskada: prekursor -&gt; mahsulot juftliklari. Tipik xato: prekursorni giyohvandlik vositasining o‘zi deb hisoblash. Izoh: prekursorlar 39-40-darslarda batafsil.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siydikdagi konsentratsiya qondagidan yuqori? Doskada: uch ob’ekt jadvali. Tipik xato: bu qiymatlarni terapevtik me’yor deb hisoblash. Izoh: malaka №039: Baselt va Cravey (1995) ma’lumotlari, rus manbasi; n=11 (amfetamin, qon). Birlik «mg/l yoki mg/kg».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skrining chegarasi tasdiqlashdan yuqori? Doskada: 1000 ng/ml va 500 ng/ml. Tipik xato: AQSh cutoff qiymatlarini O‘zbekiston me’yori deb yozish. Izoh: bu qiymatlar AQSh amaliyotidan (CDRH 1997, Cone 1996); O‘zbekiston me’yori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bir usulga tayanib bo‘lmaydi? Doskada: qadamlar. Tipik xato: Marki natijasini yakuniy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keys 2 da qaysi moddalarga tahlil qilinadi va nima uchun? Doskada: keys jadvali: muammo - sabab - yechim. Tipik xato: faqat bitta usulga tayanib xulosa yozish. Izoh: keyslar yechimi kitobda berilmagan; muhokama uchun savollar sifatida taklif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uchta asosiy xulosani ayting. Doskada: tasnif - xossa - Marki - YuQX - UB. Tipik xato: nazorat savollarini yodlab, usullarni bog‘lamaslik.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Sintetik fenilalkilaminlar: amfetamin, metamfetamin, MDMA va analoglar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sintetik fenilalkilaminlar — amfetamin, metamfetamin, metoksi va metilendioksi hosilalari, ularning narkologik ahamiyati va tahlili.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tasnif, xossalar, ta’sir, «ekstazi» tabletkalari, Marki reaksiyasi, YuQX, UB-spektrlar, prekursorlar, o‘limli konsentratsiyalar.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so‘zlar: amfetamin, metamfetamin, MDA, MDMA, DOM/STP, Marki reaktivi, Rf, UB maksimum.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82, 82-87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Sintetik fenilalkilaminlar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Sintetik fenilalkilaminlar guruhlari: amfetamin, metamfetamin, metoksi va metilendioksi hosilalari.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Metoksi hosilalarda benzol xalqasi vodorodi almashgan; metilendioksi hosilalar alohida guruh.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294"/>
                <a:gridCol w="295768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Tavsif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A) Amfetamin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asosiy vakil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B) Metamfetamin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N-metil hosilasi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C) Metoksi hosilalar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benzol xalqasi vodorodi almashgan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D) Metilendioksi hosilalar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MDA, MDMA va boshqalar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Guruhlar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Sintetik fenilalkilaminlar: sanalar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MDA 1910 yilda, MDMA 1914 yilda, metamfetamin 1919 yilda birinchi marta sintez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DOM/STP 1963 yili ximik Aleksandr Shulgin tomonidan sintezlangan va 1967 yilda AQShda paydo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MDEA (N-etil-MDA) 1980 yilda sintez qilingan.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1910: MDA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1914: MDMA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1919: metamfetamin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1963: DOM/STP (Shulgin)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1980: MDEA (N-etil-MDA)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Sintez yillari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83-84, 85, 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Amfetaminning fizik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Amfetamin rangsiz, uchuvchan, moysimon suyuqlik; «baliq» hidini eslatuvchi xarakterli hidga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Suvda yomon, organik erituvchilarda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Qaynash harorati 200-203 °C.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Holati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moysimon suyuqlik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Hidi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«baliq» hidi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Qaynash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200-203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Eruvchanlik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suvda yomon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Amfetamin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Amfetamin izomerlari va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Amfetamin qutblangan nurni o‘ngga buruvchi (dekstroamfetamin) va chapga buruvchi (levamfetamin) izomerlarga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O‘ngga buruvchi izomer markaziy asab tizimiga 3-4 marta kuchliroq ta’sir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Amfetamin markaziy nerv tizimini stimullovchi neyromediatorlar — dofamin va noradrenalin ishlab chiqarilishini kuchaytiradi.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Dekstroamfetamin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qutblangan nurni o‘ngga buruvchi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MNS ga 3-4 marta kuchliroq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Levamfetamin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qutblangan nurni chapga buruvchi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Amfetamin izomerlari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82-83, 83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Amfetaminning surunkali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Amfetamin kuchli psixik bog‘lanish va ko‘nikish chaqiradi; dozani oshirish yoki nojo‘ya holatlar doim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 organizmiga kuchli toksik ta’sir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Surunkali zaharlanishda: xronik charchash, uyqusizlik, kayfiyat tushishi, vazn kamayishi, oshqozon-ichak buzilishi, taxikardiya, gipertoniya, aritmiya.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Surunkali zaharlanish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Ruhiy holat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psixik bog‘lanish  ·  uyqusizlik, kayfiyat tushishi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Umumiy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xronik charchash  ·  tana vazni kamayishi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Ichki a’zolar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oshqozon-ichak buzilishi  ·  taxikardiya, gipertoniya, aritmiya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Surunkali zaharlanish belgilari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Farmakologik ta’sirlari (malaka №002)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Fenilalkilaminlar markaziy nerv tizimini stimullaydi.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Gallyusinogen ta’sirga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Bronxlarni kengaytiradi.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Ishtahani so‘ndiradi.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№002 (TFI Toksikologik kimyo kafedrasi)., Fenilalkilamin hosilalari: sintetik va tabiiy birikmalar, betlar: farmakologik ta’sirlar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Amfetamin va metamfetamin: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Amfetamin — moysimon suyuqlik (qaynash 200-203 °C); metamfetamin — oq, achchiq mazali kukun.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Metamfetaminning metil guruhi eruvchanlikni oshiradi; ta’siri miyaga tezroq va uzoqroq davom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Ikkalasi ham markaziy asab tizimiga stimullovchi ta’sir ko‘rsatadi.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Amfetamin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moysimon suyuqlik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qaynash 200-203 °C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yomon eriydi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Metamfetamin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oq, achchiq mazali kukun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eruvchanligi yuqori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ta’siri tezroq va uzoqroq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Amfetamin va metamfetamin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82-83, 83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Metamfetamin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Metamfetamin — d-N-metilamfetamin: oq, achchiq mazali, hidsiz kukun.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Amfetamin molekulasiga biriktirilgan metil guruhi ta’sirini kuchaytiradi; eruvchanligi yuqori, miyaga ta’siri tezroq va uzoqroq davom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Giyohvandlik vositasi qon tomiri, mushak ichi hamda peroral va chekish yo‘li bilan qabul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Metamfetamin: «Muz» va sintezi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Metamfetamin gidroxlorid kukuni turganda yirik kristallar hosil qiladi; «Muz» yoki «Oyna» nomi bilan tarqalgan.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marta 1919 yilda sintez qilingan: efedrin, qizil fosfor va vodorod yodid kislotadan; d-izomer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Prekursorlar ro‘yxatida efedrin, psevdoefedrin va qizil fosfor pervitin (metamfetamin) uchun ko‘rsatilgan.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Efedrin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Qizil fosfor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Vodorod yodid kislota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Metamfetamin (d-izomer)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birinchi sintez: 1919 yil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Metamfetamin sintezi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83, 147-148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Metilendioksi hosilalar: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MDA: 80 mg dan kam dozada stimullovchi, 150 mg da gallyusinatsiya, 500 mg dan yuqori — o‘limga olib keluvchi.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MDMA: bir martalik doza 100 mg; ta’sir 30-60 daqiqadan keyin boshlanib, 4-6 soat davom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MDEA (N-etil-MDA) ham kuchli gallyusinatsiya chaqiradi.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320"/>
                <a:gridCol w="1538320"/>
                <a:gridCol w="221133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Yili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Xususiyati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1910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150 mg: gallyusinatsiya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MDMA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 mg; ta’sir 4-6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MDEA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1980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kuchli gallyusinatsiya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MDA, MDMA, MDEA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MDA (metilendioksiamfetamin)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MDA 1910 yilda sintez qilingan; 80 mg dan kam dozada stimullovchi ta’sir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Yuqori dozada (150 mg) gallyusinatsiyalar chaqiradi; 500 mg dan yuqorisi o‘limga olib keluvchi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Giyohvandlik vositasi sifatida tabletkalar ishlatiladi; bir dona tabletka 200-230 mg MDA saqlaydi.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Sintez yili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Stimullovchi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&lt;80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Gallyusinatsiya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O‘limga olib keluvchi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&gt;500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 tabletkada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200-230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MDMA va MDEA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MDMA birinchi marta 1914 yilda sintez qilingan; qabul qilinganda sezishni kuchaytiradi.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martalik doza 100 mg; ta’siri 30-60 daqiqadan keyin boshlanib, 4-6 soat davom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O‘tgan asrning 70-yillarida 50-100 mg tabletka, kapsula va kukun holida ishlab chiqarilgan.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N-etil-MDA (MDEA) 1980 yilda sintez qilingan; u ham kuchli gallyusinatsiya chaqiradi.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MDMA sintezi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Bir martalik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 boshlanishi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30-60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 davomi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4-6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MDEA sintezi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MDMA va MDEA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DOM/STP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DOM/STP — 2,5-dimetoksi-4-metilamfetamin; 1967 yilda AQShda paydo bo‘lgan, 1963 yili Aleksandr Shulgin sintezlagan.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Qora bozorda STP belgisi bilan tarqatilgan: Serenity, Tranquility, Peace.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Kristall modda; suyuqlanish harorati 60-61 °C.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Sintez (Shulgin)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1963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AQShda paydo bo‘ldi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1967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harorati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60-61</a:t>
            </a:r>
            <a:r>
              <a:rPr sz="14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DOM/STP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Ta’sir kuchi: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O‘ngga buruvchi amfetamin izomeri markaziy asab tizimiga 3-4 marta kuchliroq ta’sir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DOM/STP meskalinga nisbatan 80-100 marta kuchliroq, LSD ga nisbatan 50-60 marta kuchsizroq.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Analoglari (DOB, DOS, DOI) faolligi birmuncha yuqoriroq.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d- va l-amfetamin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3-4</a:t>
            </a:r>
            <a:r>
              <a:rPr sz="1200" b="0">
                <a:solidFill>
                  <a:srgbClr val="6B7280"/>
                </a:solidFill>
                <a:latin typeface="Calibri"/>
              </a:rPr>
              <a:t>  marta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DOM/STP: meskalindan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80-100</a:t>
            </a:r>
            <a:r>
              <a:rPr sz="1100" b="0">
                <a:solidFill>
                  <a:srgbClr val="6B7280"/>
                </a:solidFill>
                <a:latin typeface="Calibri"/>
              </a:rPr>
              <a:t>  marta kuchli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DOM/STP, LSD dan kuchsiz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50-60</a:t>
            </a:r>
            <a:r>
              <a:rPr sz="1100" b="0">
                <a:solidFill>
                  <a:srgbClr val="6B7280"/>
                </a:solidFill>
                <a:latin typeface="Calibri"/>
              </a:rPr>
              <a:t>  marta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Nisbiy ta’sir kuchi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83, 85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DOM/STP analoglari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DOM/STP — 2,5-dimetoksi-4-metilamfetamin; STP: Serenity, Tranquility, Peace.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DOB — 4-brom-2,5-dimetoksiamfetamin; DOI — 4-yod-2,5-dimetoksiamfetamin; DOS — «Doktor».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vositalar tabletka, kukun, kapsula, eritma holida uchraydi.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DOM/STP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DOB (Brom-DMA)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4-brom-2,5-dimetoksiamfetamin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DOI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4-yod-2,5-dimetoksiamfetamin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DOS («Doktor»)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DOM/STP va analoglari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DOM/STP ta’siri va analoglari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DOM/STP gallyusinogen; meskalinga nisbatan 80-100 marta kuchliroq, LSD ga nisbatan 50-60 marta kuchsizroq.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Giyohvandlik vositalarining I-ro‘yxatida turadi; dozasi oshganda xotira yo‘qolishi, vahshiylashish va depressiya vujudga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Analoglari: DOB (4-brom-2,5-dimetoksiamfetamin), DOS (Doktor), DOI (4-yod-2,5-dimetoksiamfetamin) — faolligi birmuncha yuqoriroq.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Meskalindan kuchli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80-100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marta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LSD dan kuchsiz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50-60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marta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DOM/STP ta’sir kuchi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«Ekstazi» tabletkalari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Amfetamin bilan birga tarkibida geroin, fentermin va flunitrazepam saqlagan tabletkalar ham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Tabletkalarda ko‘pincha kofein, aspirin, parasetamol, alfa-metilbenzilamin, efedrin, xinin, izosafrol, lidokain, testosteron, xloramfenikol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Ayrim shakllarda giyohvandlik vositasi eritmasi shimdirilgan qog‘ozlar ham tarqatilmoqda.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«Ekstazi» tabletkalari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Giyohvand komponentlar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amfetamin, geroin  ·  fentermin, flunitrazepam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Qo‘shimchalar (1)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kofein, aspirin, parasetamol  ·  alfa-metilbenzilamin, efedrin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Qo‘shimchalar (2)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xinin, izosafrol  ·  lidokain, testosteron, xloramfenikol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«Ekstazi» tabletkalari tarkibi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86, 85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Ashyoviy dalilni dastlabki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5-10 mg tabletka maydalanib, 2-3 tomchi Marki reaktivi qo‘shilganda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DOB, DOX yoki DOM saqlagan qog‘oz 1x1 sm kesiladi; 1 ml xloroform va 1 tomchi 0,1 M KOH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hammomida qaynatilib, organik qatlam bug‘latiladi; qoldiqqa 2-3 tomchi Marki reaktivi qo‘shiladi.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Qog‘oz 1x1 sm, maydalash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ml xloroform + 0,1 M KOH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hammomida qaynatish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qatlam, bug‘latish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Marki reaktivi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Qog‘oz namunani tekshirish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Marki reaktivi: ranglar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MDA, MDMA, MDEA, MBDB va BDB Marki reaktivi bilan ko‘kimtir-qora (yashil-qora)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DOM/STP sariq, PMA och kulrang rang hosil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7618"/>
                <a:gridCol w="332035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MDA, MDMA, MDEA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ko‘kimtir-qora, yashil-qora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MBDB, BDB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ko‘kimtir-qora, yashil-qora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DOM/STP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 kulrang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11-jadval: Marki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Marki reaktivi: ranglar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DMA sarg‘ish-yashil va jigarrang; TMA va meskalin zarg‘aldoq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DOB zumrad-yashil, DOX sarg‘ish-yashil rang hosil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66"/>
                <a:gridCol w="327350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sarg‘ish-yashil, jigarrang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TMA, meskalin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zarg‘aldoq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zumrad-yashil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sarg‘ish-yashil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11-jadval: Marki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Marki reaktivi: ranglar (3)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DOET Marki reaktivi bilan och jigarrang, keyin yashil rang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Metamfetamin jigarrang rang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691"/>
                <a:gridCol w="3001283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DOET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 jigarrang, yashil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Metamfetamin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jigarrang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11-jadval: Marki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sharoit va qiymatlar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Sistema: xloroform-aseton-etanol-ammiakning 25% eritmasi (20:3:1:20); plastinkalar Merck va Sorbfil.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Jadvalda har bir modda uchun Rf va Rs qiymatlari hamda Marki va ningidrin bilan zona ranglari berilgan.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Ningidrin bilan MDMA, MBDB, meskalin va metamfetamin binafsha; DOB zarg‘aldoq, MDEA noaniq rang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Sistema nisbati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20:3:1:20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Plastinkalar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Merck, Sorbfil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Ochuvchi reaktiv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Marki, ningidrin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YuQX: xloroform-aseton-etanol-ammiak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natijalari (1): MDA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Merck plastinkasida MDA Rf=0,44, MDMA 0,12, MDEA 0,27, DOM/STP 0,30.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Sorbfil plastinkasida MDA 0,66, MDMA 0,23, MDEA 0,46, DOM/STP 0,46.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Ningidrin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0,44 / 0,66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MDMA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0,12 / 0,23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MDEA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0,27 / 0,46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noaniq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DOM/STP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0,30 / 0,46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(Merck / Sorbfil)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natijalari (2): PMA, DMA, TMA, DOB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Merck plastinkasida PMA Rf=0,43, DMA 0,38, TMA 0,30, DOB 0,34.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Sorbfil plastinkasida PMA 0,64, DMA 0,54, TMA 0,43, DOB 0,41.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Ningidrin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0,43 / 0,64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0,38 / 0,54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0,30 / 0,43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0,34 / 0,41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zarg‘aldoq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(Merck / Sorbfil)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natijalari (3): DOX, MBDB, BDB, DOET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Merck plastinkasida DOX Rf=0,44, MBDB 0,26, BDB 0,60, DOET 0,36.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Sorbfil plastinkasida DOX 0,60, MBDB 0,41, BDB 0,74, DOET 0,52.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Ningidrin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DOX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0,44 / 0,60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MBDB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0,26 / 0,41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BDB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0,60 / 0,74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0,36 / 0,52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(Merck / Sorbfil)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Rs qiymatlari (12-jadval)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12-jadvalda Rf bilan birga Rs qiymatlari ham berilgan; metamfetamin uchun Rs=1,00 (ikkala plastinkada).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MDA uchun Rs 1,76 (Merck) va 1,73 (Sorbfil); DOM/STP uchun 1,20 va 1,20.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yuqori Rs — BDB (2,40 va 1,95), eng past — MDMA (0,48 va 0,60).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1,76 / 1,73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MDMA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0,48 / 0,60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DOM/STP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1,20 / 1,20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BDB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2,40 / 1,95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Metamfetamin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1,00 / 1,00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Rs: Merck / Sorbfil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natijalari (4): meskalin va metamfetamin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Meskalin: Merck Rf=0,36, Sorbfil 0,50; ningidrin bilan binafsha.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Metamfetamin: Merck Rf=0,25, Sorbfil 0,38; ningidrin bilan binafsha.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Ningidrin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Meskalin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0,36 / 0,50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Metamfetamin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0,25 / 0,38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(Merck / Sorbfil)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UB-nur yutish spektrlari (0,1 M HCl)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Amfetamin, metamfetamin, metilefedrin, norpsevdoefedrin va efedrin 251, 257, 263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Norefedrin 251, 257, 262 nm; efedron faqat 251 nm da maksimum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8549"/>
                <a:gridCol w="21694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Amfetamin, metamfetamin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251, 257, 263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251, 257, 263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Norefedrin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251, 257, 262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 maksimum (lambda max)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 maksimumlari: guruhlar bo‘yicha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Amfetamin, metamfetamin, efedrin va norpsevdoefedrin 251, 257, 263 nm da maksimum beradi; efedron faqat 251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MDA va MDMA 235 va 286 nm; N-etil-MDA va MBDB 234 va 286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PMA 274, DOB 295, meskalin 268, STP (DOM) 289 nm.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251-257-263 guruhi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amfetamin, metamfetamin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efedrin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efedron: faqat 251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Metilendioksi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MDA, MDMA: 235, 286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N-etil-MDA, MBDB: 234, 286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Yakka maksimum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PMA 274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meskalin 268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STP (DOM) 289, DOB 295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UB maksimumlari, nm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87, 88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UB-spektrlar: metilendioksi va boshqalar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MDA va MDMA 235 va 286 nm; N-etil-MDA va MBDB 234 va 286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PMA 274 nm, DOB 295 nm, meskalin 268 nm, STP (DOM) 289 nm.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9516"/>
                <a:gridCol w="248845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MDA, MDMA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235, 286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N-etil-MDA, MBDB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234, 286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DOB; meskalin; STP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295; 268; 289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 maksimum (lambda max)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87, 88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Ajratib olish va tahlil usullari (malaka №002)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erituvchi bilan kuchli ishqoriy sharoitda ekstraksiya: efir, toluol yoki xloroform.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fazali ekstraksiya (C-18, XAD-2) va reekstraksiya orqali tozalash.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Tahlil: immunokimyo, yupqa qatlam xromatografiya va GX-MS (gaz xromato-mass-spektrometriya).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Ajratib olish va tahlil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kuchli ishqoriy sharoitda  ·  efir, toluol yoki xloroform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Tozalash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C-18, XAD-2 (qattiq faza)  ·  reekstraksiya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Tahlil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immunokimyo  ·  YuQX  ·  GX-MS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Ajratib olish va tahlil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№002 (TFI Toksikologik kimyo kafedrasi)., Fenilalkilamin hosilalari: sintetik va tabiiy birikmalar, betlar: umumiy tekshiruv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Prekursorlar: amfetaminlar uchun xomashyo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1-fenil-2-propanon amfetamin uchun, 3,4-metilendioksifenil-2-propanon MDA va MDMA uchun prekursor sifatida ko‘rsatilgan.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Izosafrol — metilendioksiamfetamin, safrol — MDEA, fenilsirka kislota — MDA va uning hosilalari uchun.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Piperonal amfetamin hosilalari uchun, qizil fosfor va psevdoefedrin — pervitin uchun ro‘yxatga kiritilgan.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791082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91634"/>
                <a:gridCol w="3219195"/>
              </a:tblGrid>
              <a:tr h="43891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Prekursor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Tayyorlanadigan vosita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1-Fenil-2-propanon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amfetamin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3,4-Metilendioksifenil-2-propanon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MDA, MDMA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Izosafrol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metilendioksiamfetamin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Safrol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MDEA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fosfor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pervitin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Psevdoefedrin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pervitin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(18-jadval)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147-148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O‘limli konsentratsiyalar (malaka №039)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Amfetamin o‘limida qonda o‘rtacha 8,6 mg/l (0,5-41), jigarda 30 (4,3-74), siydikda 237 (25-700).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Metamfetamin bilan o‘limli zaharlanishda qonda 2,0, jigarda 4,8, siydikda 28; amfetamin metaboliti qonda 0,3.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2152"/>
                <a:gridCol w="1692152"/>
                <a:gridCol w="1903671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Amfetamin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Metamfetamin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8,6 (0,5-41)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Jigar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30 (4,3-74)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4,8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Siydik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237 (25-700)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O‘limli holatlar (mg/l yoki mg/kg)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№039., Ba’zi giyohvandlik vositalarining o‘limga olib keluvchi konsentratsiyalari, betlar: amfetamin jadvallari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Siydikda aniqlash va cutoff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Metamfetamin siydikda qabuldan 4-6 soat o‘tgach paydo bo‘ladi, 48-72 soat davomida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Amfetamin: siydik skriningida cutoff 1000 ng/ml, tasdiqlashda 500 ng/ml.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Metamfetamin: skrining cutoff 1000 ng/ml.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Paydo bo‘lishi (metamf.)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4-6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Aniqlanadi (metamf.)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48-72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Amfetamin skrining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1000</a:t>
            </a:r>
            <a:r>
              <a:rPr sz="1500" b="0">
                <a:solidFill>
                  <a:srgbClr val="6B7280"/>
                </a:solidFill>
                <a:latin typeface="Calibri"/>
              </a:rPr>
              <a:t>  ng/ml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Amfetamin tasdiqlash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500</a:t>
            </a:r>
            <a:r>
              <a:rPr sz="1500" b="0">
                <a:solidFill>
                  <a:srgbClr val="6B7280"/>
                </a:solidFill>
                <a:latin typeface="Calibri"/>
              </a:rPr>
              <a:t>  ng/ml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Metamfetamin va amfetamin siydikda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№042., Narkotiklarni siydikda aniqlash intervallari, betlar: metamfetamin qatori; Malaka materiali №107., TGK metabolizmi va ajralishi; biosuyuqliklarda aniqlash muddatlari, betlar: cutoff jadvali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Tahlil tartibi: dastlabki va tasdiqlovchi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Dastlabki: 5-10 mg tabletka maydalanib, 2-3 tomchi Marki reaktivi bilan rang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Tasdiqlash: YuQX (20:3:1:20) Rf, Marki va ningidrin ranglari bo‘yicha.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UB-spektr 0,1 M HCl da maksimumlar bilan solishtiriladi.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tabletka 5-10 mg, maydalash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Marki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2-3 tomchi, rang hosil bo‘ladi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YuQX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xloroform-aseton-etanol-NH3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Ochish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Marki va ningidrin ranglari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UB-spektr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0,1 M HCl, maksimumlar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Fenilalkilamin tahlili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86, 87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Amaliy keyslar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Keys 1: sud-kimyo ekspertizasiga 25 yoshdagi «X» yonidan topilgan noma’lum kristall kukun keltirilgan; dastlabki tahlil o‘tkazing.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Keys 2: farzand doimiy charchash va uyqusizlikda, kechalari uyga kelmay tungi klublarda; peshob va qon namunalari tahlil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keysda muammo turi, kelib chiqish sabablari va hal etish yo‘llari jadvali to‘ldiriladi.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Amfetamin — moysimon suyuqlik (qaynash 200-203 °C); metamfetamin — kukun, «Muz»; MDA, MDMA — metilendioksi hosilalar.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tahlil Marki reaktivi bilan; tasdiqlash YuQX (20:3:1:20), UB-spektr va ningidrin bilan.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fenilalkilaminlar nima; narkologik ahamiyati; aniqlash uchun reaksiyalar va fizik-kimyoviy usullar; metilendioksi hosilalar.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82-84, 86-87, 88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amfetamin qaynash harorati 200-203 °C; o‘ngga buruvchi izomeri markaziy asab tizimiga 3-4 marta kuchliroq.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Muhim farq: MDA 80 mg dan kam dozada stimulyator, 150 mg da gallyusinogen, 500 mg dan yuqorisi o‘limga olib keluvchi.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 maslahat: Marki reaktivi bilan MDA, MDMA, MDEA, MBDB va BDB bir xil ko‘kimtir-qora rang beradi, shuning uchun YuQX (Rf) va ningidrin rangi bilan farqlanadi.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Tarixiy: metamfetamin 1919, MDA 1910, MDMA 1914, MDEA 1980 yilda sintez qilingan.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fenilalkilaminlar: amfetamin, metamfetamin, MDMA va analoglar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82-88, 147-148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№002 (TFI Toksikologik kimyo kafedrasi). Fenilalkilamin hosilalari: sintetik va tabiiy birikmalar, narkologik ahamiyati va aniqlash usullari.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№039. Ba’zi giyohvandlik vositalarining o‘limga olib keluvchi konsentratsiyalari (Baselt, 1995 ma’lumotlari).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№042. Narkotiklarni siydikda aniqlash intervallari (CDRH, 1997).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№107. TGK metabolizmi va ajralishi; biosuyuqliklarda aniqlash muddatlari, skrining va tasdiqlash cutoff qiymatlari (BMT 1993, CDRH 1997, Cone 1996 manbalaridan).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