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Umumiy va xususiy toksikologiya farqi nimada? 2) Sud toksikologiyasi qaysi masalalarni hal etadi? Doskada: toksikologiya bo‘limlari sxemasi. Tipik xato: sud toksikologiyasini davolash fani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mutlaq zahar mavjud emas? Doskada: ta’rifning uch elementi. Tipik xato: moddani xavfsiz yoki zaharli deb sharoitdan ajratib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Destruktiv zahar o‘yuvchidan nimasi bilan farq qiladi? Doskada: tasnif daraxti. Tipik xato: sulemani o‘yuvchi guruhga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Har bir guruhga bittadan misol keltiring. Doskada: to‘rt guruh jadvali. Tipik xato: barcha asab zaharlarini bir xil ta’sirli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Bitta zahar turli odamlarda nega turlicha ta’sir qiladi? Doskada: to‘rt guruh sxemasi. Tipik xato: faqat dozani hisobga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O‘ldiruvchi doza nega mutlaq qiymat emas? Doskada: dozalar jadvali. Tipik xato: bu qiymatlarni barcha odamlar uchun qat’iy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Kalomel va sulema farqi nimada? Doskada: erish → zaharlilik. Tipik xato: bir elementning barcha birikmalarini bir xil xavfli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eski zahar ta’sirsiz bo‘lib qolishi mumkin? Doskada: sianid → potash. Tipik xato: zahar muddati ta’sirga aloqasi yo‘q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Buyrak kasalligida nega davolovchi doza xavfli? Doskada: kumulyatsiya sxemasi. Tipik xato: bolaga kattalar dozasini kichraytirib berish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O‘rganib qolgan kishida doza nima uchun ortib boradi? Doskada: doza ↔ o‘rganish. Tipik xato: o‘rganish o‘limdan to‘liq himoya qiladi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Vrach dori tayinlaganda idiosinkraziyadan qanday saqlanadi? Doskada: o‘rganish / abstinensiya / idiosinkraziya. Tipik xato: idiosinkraziyani o‘rganishning davomi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Nembutal teri ostiga yuborilgan holat nimani ko‘rsatadi? Doskada: kirish yo‘li — tezlik. Tipik xato: yo‘l o‘zgarsa, ta’sir o‘zgarmaydi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Davr ekspertiza savollariga qanday ta’sir qiladi? Doskada: uch davr jadvali. Tipik xato: surunkali zaharlanishni o‘tkir belgilari bo‘yicha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Reflektor va rezorbtiv ta’sirning farqi nimada? Doskada: ikki yo‘l taqqoslash. Tipik xato: o‘yuvchi zaharlarni faqat rezorbtiv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Metatoksik ta’sirda zahar topilmasa ham zaharlanishni qanday isbotlaymiz? Doskada: birlamchi → ikkilamchi → metatoksik. Tipik xato: zahar bo‘lmasa, asorat ham yo‘q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zaharlarning ta’sir nuqtasi har xil? Doskada: zahar — fermentlar jadvali. Tipik xato: barcha zaharlarni bir xil mexanizmli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Chiqarilish yo‘llarini bilish ekspertga nima beradi? Doskada: a’zo — zahar juftliklari. Tipik xato: sinergizm va antagonizmni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morfologik belgisiz zaharlanishni isbotlash qiyin? Doskada: uch qiyinchilik. Tipik xato: morfologik belgi yo‘qligida zaharlanishni rad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manba birinchi navbatda qo‘llanadi va nega? Doskada: uch manba sxemasi. Tipik xato: faqat laboratoriya natijasiga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Qusish zaharlanishga xos belgimi? Doskada: qusish sabablari. Tipik xato: qusishni zaharlanishning yagona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Savol: tashxis nimadan adashgan? Javob: mastlik belgilari bosh jarohatini yashirgan. Doskada: ikki sabab. Tipik xato: mastlikni xushsizlikning yagona sababi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Savol: nega travmaga shubha qilingan? Javob: ota anamnezi yiqilishni ko‘rsatgan. Doskada: «bitta belgi yetarli emas». Tipik xato: faqat bitta klinik belgiga qarab tashxis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Zaharga shubha qilingan ashyoni kim va qanday oladi? Doskada: ashyo — qadoqlash. Tipik xato: bo‘sh idishni tashlab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Qusuqdagi zahar murdada topilmasa, qanday xulosa chiqariladi? Doskada: topilma ↔ xulosa. Tipik xato: murdada topilmagan zaharni yo‘q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Dog‘ rangi bo‘yicha qanday zaharni taxmin qilamiz? Doskada: belgi — zahar jadvali. Tipik xato: dog‘ rangini zaharning yagona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suv ishlatilmaydi? Doskada: tekshirish ketma-ketligi. Tipik xato: oshqozonni oddiy tartibda ochish.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materialni qotirish taqiqlanadi? Doskada: olinadigan a’zolar ro‘yxati. Tipik xato: materialni formalinga solib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Yo‘llanmada nima uchun shubha sababi ko‘rsatiladi? Doskada: yo‘llanma mazmuni. Tipik xato: yo‘llanmani shakliy to‘ldirish.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zaharlar uzoq muddatdan keyin ham topiladi? Doskada: barqaror / beqaror. Tipik xato: ekshumatsiyada faqat murdani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Natija manfiy bo‘lsa zaharlanishni rad etish mumkinmi? Doskada: topilma / topilmaslik. Tipik xato: musbat natijani yagona dalil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zaharda qaysi usul tanlanadi? Doskada: usul — zahar jadvali. Tipik xato: faqat sud-kimyoviy usulga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Kislota va ishqor nekrozi qanday farq qiladi? Doskada: koagulyatsion va kolliqvatsion nekroz. Tipik xato: kislota nekrozini yumshoq deb tavsiflash.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O‘lim muddati bo‘yicha sabablarni ajrating. Doskada: vaqt chizig‘i. Tipik xato: tirik qolganlarda asoratlar yo‘q deb o‘ylash (chandiq va torayish bo‘ladi).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Oshqozon devori teshilishining oqibati qanday? Doskada: o‘zgarishlar ketma-ketligi. Tipik xato: kuyish izlarini jarohat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Sirka kislotasi nega qonga kuchli ta’sir qiladi? Doskada: kislota — rang. Tipik xato: sirka kislotasini faqat mahalliy ta’sirli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Kislota va ishqor nekrozini murdada qanday ajratamiz? Doskada: koagulyatsion / kolliqvatsion. Tipik xato: fenol og‘rig‘i qolishini yengillashish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is gazida murda dog‘lari och qizil? Doskada: CO → HbCO. Tipik xato: is gazi hidli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Natija manfiy bo‘lsa, is gazini istisno qilamizmi? Doskada: HbCO darajalari. Tipik xato: manfiy natijani is gazini rad etish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mashg‘ulot: Zaharlanishlar. Zahar haqida tushuncha. Zaharli moddalarning tasnifi. Zaharlanish hollarida sud-tibbiy ekspertiza xususiyatlari. Isbotlash manbalari. Zaharlarning organizmga ta’sir qilish shartlari. Mahalliy va umumiy (rezorbtiv) ta’sir qiluvchi zaharlar.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sud-tibbiy toksikologiya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Toksikologiya (yunoncha toxikon — zahar, logos — ta’limot) — zaharli moddalar va zaharlanish haqidagi fan; umumiy va xususiy turga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toksikologiya zaharlar ta’siri qonuniyatlarini, xususiy toksikologiya alohida zaharlar xususiyatlari va davolash usullarini o‘rganadi.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Hozir u sud, sanoat, oziq-ovqat va harbiy toksikologiyaga bo‘lingan.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Mutlaq zahar yo‘q: modda organizmga tushgach, ma’lum sharoitdagina zaharli xususiyatga ega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kimyoviy yoki fizik-kimyoviy xususiyatlari bilan zaharlanish chaqiradi va oz miqdorda kirganda ham ta’sir qilishi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tibbiyotida zahar — oz miqdorda kirsa ham sog‘liqni buzadigan yoki o‘limga olib keladigan modda.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 moddalar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Tasnif organ va to‘qimalarga ta’sir xarakteriga qarab tuziladi: mahalliy va umumiy ta’sir qiluvchi zaharlar.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Mahalliy ta’sirli: o‘yuvchi (kislota, ishqor, formalin, fenol) va destruktiv (og‘ir metall tuzlari, xlororganik yadoximikat, fosfor, sulema, margimush).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ta’sirli: qonga ta’sir qiluvchi (is gazi, bertolet tuzi, anilin, nitrobenzol, nitritlar) va asab tizimiga ta’sir qiluvchi zaharlar.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Zaharlar tasnifi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Mahalliy: o‘yuvchi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Kislota, ishqor, formalin, fenol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Mahalliy: destruktiv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Og‘ir metall tuzlari, fosfor  ·  Sulema, margimush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Umumiy: qonga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 gazi, bertolet tuzi  ·  Anilin, nitrobenzol, nitritlar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Umumiy: asabga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MNS va periferik asabga ta’sir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Ta’sir xarakteriga ko‘ra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Asab tizimiga ta’sir qiluvchi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Markaziy va periferik asab tizimiga ta’sir qiluvchi zaharlar to‘rt kichik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1) MNS ni falajlovchi; 2) MNS faoliyatini susaytiruvchi; 3) MNS ni qo‘zg‘atuvchi va talvasalantiruvchi; 4) ko‘pincha periferik asab tizimiga ta’sir qiluvchi.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Asab zaharlari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1. MNS ni falajlovchi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2. MNS ni susaytiruvchi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3. Qo‘zg‘atuvchi, talvasa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4. Periferik asabga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To‘rt kichik guruh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 shartlari: to‘rt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Ekspertizada zaharning fizik-kimyoviy xossalari bilan birga uning organizmga ta’sir qilish shartlari ham hisobga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Shartlar to‘rt guruh: zaharga bog‘liq, organizmning individual holatiga bog‘liq, kirish yo‘liga bog‘liq va tashqi muhitga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Ta’sir shartlari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Zaharga bog‘liq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Doza, eruvchanlik, konsentratsiya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Organizmga bog‘liq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Yosh, sog‘liq, vazn, jins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Kirish yo‘li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Vena ichi, nafas, oshqozon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Harorat, namlik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To‘rt guruh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285–286, 286–289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Zaharga bog‘liq shartlar: o‘ldiruvchi doza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O‘ldiruvchi doza — odam o‘limiga sabab bo‘ladigan zaharning minimal miqdori.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Misollar: atropin 0,1 g; margimush va morfin 0,2 g; sianid kislotasi 0,06 g; kaliy sianidi 0,15–0,25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sulfat kislota 5 ml, nitrat kislota 5–10 ml, xlorid kislota 10–15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Atropin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Margimush, morfin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Sianid kislotasi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0,06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Kaliy sianidi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0,15–0,25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Sulfat kislota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Xlorid kislota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10–15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O‘ldiruvchi dozalar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Eruvchanlik, fizik holat, konsentratsiya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 shirasida erimaydigan modda zaharlamaydi: erimaydigan kalomel zararsiz, eruvchan sulema kuchli zahar.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Gazsimon moddalar qonga to‘g‘ridan-to‘g‘ri ko‘p so‘riladi; ayrim zaharlar og‘iz orqali tezroq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Konsentratsiya muhim: suyultirilgan xlorid kislota dori, konsentrlangani kuchli zahar; 48–96% sirka kislota o‘limga olib kelishi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Eruvchanlik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Kalomel erimaydi — zararsiz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Sulema eruvchan — kuchli zahar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Fizik holat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Gazlar qonga to‘g‘ridan-to‘g‘ri ko‘p so‘riladi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Konsentratsiya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Suyultirilgan HCl — dori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Konsentrlangani — zahar; 48–96% sirka xavfli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Zaharning xossalari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Qabul qilish sharoiti va saqlanish muddati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Muhit ta’sir qiladi: ishqoriy muhit margimush, kislotali muhit (nordon vino) sianid, sut va yog‘li ovqat fosfororganik birikmalar so‘rilishini tezlashtiradi.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Quyuq choy va qahva alkaloidlar (morfin, strixnin, atropin) ta’sirini susaytiradi.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Saqlanish muddati: 1916 yil dekabrida Rasputinga berilgan kaliy sianidi kislorodsiz uzoq saqlanib CO2 bilan birikib potashga aylangan va zaharsizlangan.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Muhit va so‘rilish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Ishqoriy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Margimush so‘rilishini tezlashtiradi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Kislotali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Sianid (nordon vino)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Sut, yog‘li ovqat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Fosfororganik birikmalar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Quyuq choy, qahva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Alkaloid ta’sirini susaytiradi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Qabul qilish sharoiti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286, 286–287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Organizmga bog‘liq shartlar: yosh va sog‘liq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Ko‘krak yoshidagi va kichik bolalar opiy va alkogolga juda sezgir, strixninga esa nisbatan kam sezgir.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 yoshli bola kichik qadah aroqdan o‘lgani adabiyotda ma’lum.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Surunkali kasal, ozg‘in kishilarda zahar tez va kuchli ta’sir qiladi; buyrak kasalligida davolovchi doza ham kumulyatsiya va og‘ir zaharlanish chaqiradi.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Vazn, jins va o‘rganib qolish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O‘ldiruvchi doza jabrlanuvchining vazniga to‘g‘ri bog‘liq, chunki zahar organ va to‘qimalarga tarqaladi.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Hayz va homiladorlik davrida ayol organizmi zaharlarga ancha sezgir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Narkotiklarga (alkogol, morfin, kokain) o‘rganib qolgan kishi katta doza oladi; shu doza yosh bolalar o‘limiga sabab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O‘rganish, abstinensiya, idiosinkraziya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Zaharni ko‘p marta qabul qilish patologik turg‘un bog‘lanish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Ta’sirga erishish uchun doza oshiriladi: morfinistlar 0,01–0,02 g dan 0,3–0,5 g gacha yetkazadi.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Qabul qilinmasa, abstinensiya sindromi: butun asab tizimi va ichki a’zolar faoliyati buziladi; narkoman narkotik olish uchun og‘ir jinoyatga ham qodir.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Idiosinkraziya — sezgirlikning oshib ketishi; antibiotiklar, xinin, yod, novokain terapevtik dozada ham chaqirishi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287–288, 288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 yo‘liga va tashqi muhitga bog‘liqlik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tomiriga yuborilganda zahar eng tez ta’sir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zaharlar faqat aniq yo‘l bilan ta’sir qiladi: xloroform nafasdan yaxshi, oshqozonda yomon so‘riladi.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Kurare teri ostiga yuborilganda tez falajlaydi, oshqozon orqali ta’sirsiz.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Hammom, vanna, qozonxonada harorat va namlik is gazi bilan zaharlanishga qulay; past harorat alkogol zaharlanishiga moyillik tug‘diradi.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288–289, 289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davrlari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zaharlanish: toksik yoki o‘ldiruvchi dozada; daqiqalardan sutkagacha, sianid kislota va is gazida tezlikda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O‘rtacha o‘tkir: bir marta qabul qilingandan sekin boshlanib 1–2 haftagacha cho‘ziladi (masalan, simob ikki xloridi); avval ichki a’zolar zararlanadi.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Surunkali: kam miqdor qayta-qayta tushadi (tetraetil, qo‘rg‘oshin); o‘lim haftalar, oylardan keyin ham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O‘tkir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Daqiqadan sutkagacha; sianid, is gazi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O‘rtacha o‘tkir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1–2 haftagacha; sulema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Surunkali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Hafta, oylar; tetraetil, qo‘rg‘oshin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 davrlari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289–290, 290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Toksikodinamika: reflektor va rezorbtiv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zaharlar tushgan joyda sezuvchi nerv tolalarini ta’sirlab reflektor shok chaqiradi; bu o‘yuvchi zaharlarga xos.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Ko‘pchilik zaharlar rezorbtiv: qonga so‘rilgandan keyin ta’sir qiladi va ko‘pincha tanlab ta’sir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Tanlab ta’sir: gemoglobinga (qonga ta’sir qiluvchi), bosh va orqa miyaga (serebrospinal), yurakka (intrakardial).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290, 290–291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Birlamchi, ikkilamchi va metatoksik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 ta’sirda zahar organga to‘g‘ridan-to‘g‘ri ta’sir qiladi; ikkilamchida birlamchi jarohat tufayli boshqa a’zolar vazifasi buziladi.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Misol: gemolitik zahar qon gemolizini birlamchi chaqiradi, buyrak funksiyasi buzilishi esa ikkilamchi.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Metatoksik ta’sir — uzoq asoratlar: sulema zahar chiqib ketgandan keyin ham buyrakda uzoq davom etuvchi zararlanish va buyrak yetishmovchiligi chaqiradi.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Birlamchi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Zahar organga to‘g‘ridan-to‘g‘ri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Ikkilamchi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Birlamchi jarohatdan boshqa a’zo buziladi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Metatoksik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Zahar chiqqach ham uzoq asorat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Ta’sir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Zaharning ta’sir nuqtalari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Margimush to‘qima fermentlarining sulfgidril guruhini blokirovka qiladi; sianid kislota sitoxromoksidaza bilan o‘zaro ta’sir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Fosfororganik moddalar xolinesterazaga ta’sir qilib, asab qo‘zg‘alishi uzatilishini buzadi.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Sinaptik zaharlar: tetrodotoksin aksonlarda, botulotoksin atsetilxolin ajralishini, kurare atsetilxolin kontaktini, zarin atsetilxolin emirilishini buzadi.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 va nishon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Margimush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Sulfgidril guruhi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Sianid kislota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Sitoxromoksidaza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Fosfororganik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Xolinesteraza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Sinaptik zaharlar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Kurare, botulotoksin, zarin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Ta’sir nuqtalari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 o‘zaro ta’siri va chiqarilishi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Organizmga tushgach zahar neytrallanadi, oksidlanadi, qaytariladi, boshqa moddalar bilan birikadi.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Sinergistlar ta’sirni kuchaytiradi (uyqu dorilari va alkogol), antagonistlar susaytiradi (kislota va ishqor).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Chiqarilish: buyrak (suvda eruvchi), jigar (margimush), o‘pka (gaz), oshqozon (morfin, strixnin), ichak (simob), so‘lak, ter (fenol), sut (morfin, alkogol).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Chiqarilish yo‘llari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Buyrak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Suvda eruvchi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Jigar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Margimush, narkotiklar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Gazsimon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Oshqozon, ichak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Morfin, strixnin; simob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So‘lak, ter, sut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Fenol; morfin, alkogol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Zaharlarning chiqishi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ekspertizasining qiyinchiliklari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yorish paytida zaharlanishning klinik belgilari ko‘pincha noma’lum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zaharlar odam organizmida spetsifik o‘zgarish qoldirmaydi; ko‘p zaharlanishda o‘xshash sektsion belgilar bo‘ladi va tashxis qiyinlashadi.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Zaharlanishga shubha bo‘lsa yoki aniqlansa, tergov organlariga xabar berish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292, 292–293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savollari va isbotlash manbalari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 etiladigan savollar: zaharlanish bo‘lganmi, qaysi zahar, qaysi yo‘l (oshqozon, nafas yo‘llari, teri osti) bilan kirgan, qanday dozada.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isbotlash manbai: 1) o‘limgacha va murdani yorgunga qadar davr; 2) murdani tekshirish; 3) laboratoriya tekshiruvlari.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Voqea va klinika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Davr oldin murdani yorishgacha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Murda tekshiruvi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Tashqi va ichki ko‘rik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Laboratoriya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Sud-kimyoviy va boshqa usullar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isbotlash manbai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Birinchi manba: voqea holati va klinika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 holati zaharlanish ehtimolini ko‘rsatadi: yuk tashuvchilar «spirt» deb yashirilgan idishdan ichib, qisqa vaqtda o‘lgan; murdada dixloretan topilgan.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Xarakterli klinik belgi (alkogol bilan zaharlanish kabi) murdani yorishdan oldin taxminiy tashxis qo‘yishga imkon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O‘limdan oldingi qusish zaharlanishda ko‘p, lekin bosh suyagi ichi bosimi oshganda, o‘smada, bosh miyaga qon quyilishda ham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mast shaxs va epidural gematoma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Ko‘chadan xushsiz holatda kasalxonaga keltirilgan yosh erkakdan alkogol hidi kelgan, kiyimida qusuq izlari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alkogol zaharlanishi deb oshqozonni yuvgan; bir necha soatdan keyin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Yorilganda bosh suyagi gumbazi sinishi va epidural gematoma topilgan: bosh jarohati o‘z vaqtida aniqlanmagan.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293, 294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3 yoshli qizcha va piramidon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 yoshli qizcha xushsiz, talvasa va yuzaki xirillagan nafas bilan keltirilgan; ota «sirg‘alib yiqilgan» degan.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Orqa miya punksiyasida quyuq qon aralash suyuqlik olingan; kalla ochilganda qon topilmagan, qizcha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Sud-kimyoviy tekshirishda ichki a’zolarda piramidon topilgan: yiqilishdan oldin 10 tabletka ichgan.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Hodisa joyini ko‘zdan kechirish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Hodisa joyida o‘z joniga qasd xati, har xil idishlardagi zahar qoldiqlari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Idishlar bo‘sh bo‘lsa ham tekshirish uchun olinadi, chunki yuvindi laboratoriyada zaharni aniqlashi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Qusuq, axlat va oshqozon yuvindisi maxsus idishga yig‘ilib o‘raladi va laboratoriyaga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294, 294–295, 295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Qusuq va ovqatdagi zahar: qiyinchiliklar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Ba’zan qusuq massasida zahar topilib, ichki a’zolardan topilmaydi: zahar emirilgan yoki chiqarilgan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Shubhali moddalarni tergovchi oladi, o‘raydi, muhrlaydi va sud-kimyoviy tekshiruvga yuboradi.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Ovqat yoki ichimlikda zahar bor degan shikoyatlar ko‘pincha ruhiy kasallar yoki oilaviy nizolar bilan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Ikkinchi manba: murdaning tashqi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dog‘lari: och qizil — is gazi; qo‘ng‘ir — metgemoglobin hosil qiluvchilar (bertolet tuzi, anilin, nitritlar).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poganka zaharlanishida murda qotishi umuman kuzatilmasligi mumkin; strixninda kuchli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O‘yuvchi zaharda og‘iz atrofida dog‘, atropinda qorachiq kengayishi, gemolitik zaharda teri va ko‘z pardasi sarg‘ish.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430"/>
                <a:gridCol w="327854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qizil dog‘lar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 gazi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 dog‘lar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Metgemoglobin hosil qiluvchilar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qotish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Strixnin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Qorachiq kengayishi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Atropin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Tashqi belgilar va zahar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295, 295–296, 296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 ichki tekshirish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Zaharlanishga shubhada murdani yorishda suv va antiseptiklar ishlatilmaydi — zahar yuvilib ketishi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 hidiga e’tibor beriladi: alkogol, sirka kislota, nashatir spirti, sianid birikmalari.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yurak kesilib qon olinadi; so‘ng kirish-chiqish joyi bog‘langan oshqozon va ichaklar ajratiladi va alohida kesiladi.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Avval yurak kesilib qon olinadi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A’zolar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Kirish-chiqishi bog‘langan oshqozon, ichak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Alohida kesish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Oshqozon va ichak alohida kesiladi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Zaharlanishga shubhada yorish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Sinamalar va material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Taxminiy kimyoviy sinamalar o‘tkaziladi: lakmus qog‘ozi, Goppe-Zeyler sinamasi, qonni spektroskopda ko‘rish.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Noma’lum zaharda shishali idishga olinadi: oshqozon, 1 m ichak, jigarning 1/3 qismi o‘t pufagi bilan, bir buyrak, siydik.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 miyaning 1/3 qismi, yurak qoni, taloq va o‘pkaning 1/4 qismi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Olingan materialni formalin yoki spirt bilan qotirish mumkin emas; spirt va nitritlarda tezda yetkazilishi shart.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Noma’lum zahar: material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Oshqozon, 1 m ichak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Jigar 1/3, o‘t pufagi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Buyrak, siydik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Miya 1/3, o‘pka 1/4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Yurak qoni, taloq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Shishali idishga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Uchinchi manba: sud-kimyoviy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Yo‘llanmada ekspert taxminiy ma’lumot, yorish natijasi, patologoanatomik tashxis va zaharlanishga shubha sababini yozadi.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Kimyogar biologik materialdan moddalarni ajratadi, sifat va miqdorini aniqlaydi va baholaydi.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massali materialdan oz miqdordagi zaharni ajratish qiyin: aralashmalar bor.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297, 297–298, 298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Ekshumatsiya va zaharning saqlanishi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Ekshumatsiyada kiyim, tobut qoplamasi, bezaklari, bo‘yoqlari va tuproqdan (6 ta namuna) olinadi — zahar yerdan o‘tgan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Alkogol va kaliy sianidi tez parchalanadi; margimush, og‘ir metall tuzlari, strixnin yaxshi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Polyarografiya yordamida bir necha yil oldin ko‘milgan murda suyaklarida qo‘rg‘oshin isbotlangan.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Tez parchalanadi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Alkogol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Kaliy sianidi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Yaxshi saqlanadi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Margimush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Og‘ir metall tuzlari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Strixnin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Zaharning saqlanishi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topilma har doim isbot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topilishi zaharlanishni har doim isbotlamaydi: u murdaga o‘limdan keyin tobut qoplamasi, kiyimdan yoki iflos idishdan o‘tishi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zaharlar dori yoki ovqat bilan kiradi (margimush, vismut, oshxona sirkasi).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Alkogol, bertolet tuzi, kokain o‘limgacha chiqarilib ketishi, xloroform, atropin, sirka kislota o‘limdan keyin emirilishi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298–299, 299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laboratoriya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Gistologik: gemolitik zaharlar, og‘ir metall tuzlari (buyrak), o‘yuvchi zaharlar (oshqozon-ichak) uchun muhim.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Farmakologik: hayvonlarda; qurbaqada strixninning grammning milliondan bir bo‘lagi, mushukda atropin o‘n mingdan bir bo‘lagi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Botanik (zaharli o‘simlik), biokimyoviy (xolinesteraza faolligi — fosfororganik), fizik (spektrografiya, xromatografiya, rentgenografiya) usullar.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Qaysi zaharda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Gistologik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Gemolitik, og‘ir metall, o‘yuvchi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Farmakologik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Strixnin, atropin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Botanik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Zaharli o‘simliklar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Biokimyoviy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Fosfororganik (xolinesteraza)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Laboratoriya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299, 299–300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Mahalliy ta’sir: o‘yuvchi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O‘yuvchi moddalar mahalliy kimyoviy kuyish va to‘qima nekrozi chaqiradi; qonga so‘rilgach umumiy ta’sir ham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Kislotalar erkin vodorod ionlari bilan to‘qimani suvsizlantirib, oqsilni uyushtiradi: quruq (koagulyatsion) nekroz.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Nekrozlangan to‘qima o‘zgargan qon bilan qo‘ng‘ir-qizg‘ish va qora rangga kiradi; chetida yallig‘lanish.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300, 301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 bilan zaharlanish: klinika va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O‘ldiruvchi doza: sulfat kislota 5 ml, nitrat 5–10 ml, xlorid 10–15 ml, sirka 15–20 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Qizilo‘ngach va oshqozonda kuchli og‘riq, qonli qusish, qusuqda nekrozlangan shilliq parda bo‘laklari.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soatda shok, asfiksiya yoki ichki qon ketishdan; ko‘pincha 1–2 sutkada og‘ir intoksikatsiyadan.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pnevmoniya, buyrak yetishmovchiligi, mediastinit, peritonit.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Sulfat kislota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Nitrat kislota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Xlorid kislota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10–15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Sirka kislota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15–20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O‘ldiruvchi dozalar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301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 va murdadagi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og‘zi atrofida sarg‘ish-kulrang yoki qo‘ng‘ir pergament dog‘lari — kimyoviy kuyish izlari.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Ichki tekshiruvda qizilo‘ngach shilliq pardasi qattiqlashgan, iflos kulrang.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Oshqozonda ko‘chgan shilliq parda bo‘laklari aralash nordon qo‘ng‘ir suyuqlik, ba’zan devor teshilishi.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2–4 sutkadan keyin o‘lganda buyrakda toksik nekronefroz, jigarda yog‘li distrofiya, pnevmoniya, peritonit.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302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Xlorid, nitrat va sirka kislotalari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Xlorid kislota: o‘zgarishlar boshqa o‘yuvchi kislotalarga xos, lekin sulfat kislotadagidan kamroq.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kislota: azot to‘qima oqsili bilan birikib (ksantoprotein reaksiya) to‘qimani sarg‘ish-yashil rangga bo‘yaydi.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kislota: nafas yo‘llari orqali bronxopnevmoniya; umumiy ta’sirda eritrotsitlar gemolizi va gemoglobinuriya, buyrak yetishmovchiligi va uremiya.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303, 303–304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Ishqorlar va fenol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Ishqorlar gidroksil ionlari bilan oqsilni eritib ishqoriy albuminat hosil qiladi: nam (kolliqvatsion) nekroz; to‘qima yumshoq, shishgan, sirg‘anuvchan.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O‘yuvchi natriy va kaliyning o‘ldiruvchi dozasi 10–15 ml; o‘lim ko‘pincha birinchi sutkada.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 (karbol kislota) butun molekulasi bilan ta’sir qiladi, teri orqali ham so‘riladi.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Og‘riqni tez qoldiradi, lekin umumiy belgilar kuchayadi; o‘ldiruvchi doza ~10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Natriy/kaliy gidroksid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10–15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Fenol (karbol)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 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O‘ldiruvchi dozalar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304, 305, 305–306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ta’sir: is gazi (uglerod oksidi)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rangsiz, hidsiz; organik moddalarning chala yonishidan hosil bo‘ladi (nosoz gaz apparatlari, garaj, yong‘in, konlar).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Mexanizm: gemoglobin bilan birikib karboksigemoglobin hosil qiladi, kislorod tashilishi buziladi; mioglobin bilan birikib mushaklarni to‘q qizil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70–80% gemoglobin karboksigemoglobinga aylanganda nafas falajidan; havoda 1% dan yuqori bo‘lsa yashinsimon shakl.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CO nafas orqali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Gemoglobin bilan birikadi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Karboksigemoglobin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Kislorod tashish buziladi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Gipoksiya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Mushaklar to‘q qizil bo‘ladi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Nafas falaji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70–80% da o‘lim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 gazi mexanizmi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311, 312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gazi: murda belgilari va tashxis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dog‘lari to‘q qizil, qon suyuq va och qizil; ichki a’zolar va mushaklar shu rangda.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Tashxis uchun qonda karboksigemoglobin aniqlanadi: 60–70% — hushsizlik, nafas susayishi; 80% va undan ko‘p — o‘lim birdaniga.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tekshiruv manfiy bo‘lishi mumkin: yuqori konsentratsiyada tez o‘lim yoki jabrlanuvchini toza havoga chiqarish.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qon katta chuqur tomirlardan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Hushsizlik, nafas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60–70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 birdaniga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≥ 80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 namunasi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Karboksigemoglobin darajasi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Iskandarov A.I., Qo‘ldoshev D.R., Sud tibbiyoti, betlar: 312, 312–313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Qurbaqada strixninni grammning milliondan bir bo‘lagi, mushukda atropinni o‘n mingdan bir bo‘lagi darajasida aniqlash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17 yoshli qizning «miya ko‘rligi» simulyatsiyasi: ko‘z qorachig‘i kengaygani va yashirin shisha-pipetka topilgani atropin ishlatilganini mushukda tajribada tasdiqlagan.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Yuk tashuvchilar «spirt» deb yashirgan reaktiv idishdan ichib o‘lgan; murdada dixloretan topilgan.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kislota — quruq (koagulyatsion) nekroz; ishqor — nam (kolliqvatsion) nekroz.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Zaharlanishlar. Zahar haqida tushuncha. Zaharli moddalarning tasnifi.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1-2-boblar: toksikologik kimyo asoslari, sud-tibbiy ekspertiza tashkil etilishi, s.8-52; 1-qism, 3-bob: zaharlanishlar tasnifi va toksikokinetika, s.53-119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XIII-bob. Sud-tibbiy toksikologiya; bet 284-350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5-modul. Zaharlovchi moddalar ta’siridan jarohat va o‘lim; bet 375-407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VI bo‘lim, 15-bob. Zaharlar va zaharlanishlar haqida umumiy ma’lumot; test nazorati; bet 129-138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Пиголкин Ю.И. (ред.), Богомолов Д.В., Богомолова И.Н. va boshq. (Pigolkin Yu.I.). Морфологическая диагностика наркотических интоксикаций в судебной медицине: руководство для врачей, М.: Медицина. 2004. 2-bob. Narkotik intoksikatsiyalarni sud-tibbiy diagnostika qilishning yangi metodologik yondashuvlari (kitob beti 89-124); bet 89-124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18. Principles of toxicology, pp. 181–187; Chapter 22. Miscellaneous poisons (carbon monoxide, cyanide, methanol, arsenic, lead), pp. 210–215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