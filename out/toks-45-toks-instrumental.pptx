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instrumental usullar bitta sharh ma’ruzasida jamlanadi? Doskada: 7 usul nomi. Tipik xato: bu sharhni yangi nazariya deb o‘ylash — barcha ma’lumot oldingi ma’ruzalardagi misollarga tayanadi.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instrumental usullar qaysi bosqichda ishlatiladi (aniqlash bosqichida)? Doskada: ajratish -&gt; tozalash -&gt; aniqlash. Tipik xato: instrumental usulni ajratish bosqichining o‘rniga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skrining natijasi nega tasdiqlovchi usul bilan to‘ldirilishi shart? Doskada: 49 va 83. Tipik xato: skrining natijasini yakuniy xulosa deb qabul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maksimumda o‘lchash nima uchun sezgirlikni oshiradi? Doskada: spektr = D(lambda). Tipik xato: o‘lchashni tasodifiy to‘lqin uzunligida bajarish.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optik zichlik 1,0 dan yuqori bo‘lsa nima qilinadi (suyultirish)? Doskada: D = 0,2-1,0. Tipik xato: solishtiruvchi eritmani toza suv bilan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kofein spektrida 273 nm maksimum bo‘lishi aniqlovchi belgidir. Doskada: 5 bosqichli zanjir. Tipik xato: solishtiruvchi eritma sifatida suv olish. Kitobda «ε» deb berilgan qiymatlar aslida A(1%,1sm) (malaka_errors E2), shuning uchun slaydda ε keltirilmadi.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muhit (spirt, kislota) maksimumni surishi mumkin. Doskada: jadvalni to‘ldiring. Tipik xato: bir modda uchun muhitni ko‘rsatmay maksimumni keltirish.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qonundan chetlanish yuqori konsentratsiyada kuzatiladi. Doskada: D ~ C. Tipik xato: kalibrlash grafigini chiziqli sohadan tashqarida qurish.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UB va ko‘rinuvchi soha uchun turli lampalar kerak? Doskada: 5 bo‘lim zanjiri. Tipik xato: bu ma’lumotni kitob matni deb ko‘rsatish — u faqat malaka materialida.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FEK va UB-SF farqi — polixromatik va monoxromatik nur. Doskada: FEK = ko‘rinadigan soha, polixromatik. Tipik xato: svetofiltrni eritma rangi bilan bir xil tanlash (komplementar bo‘lishi kerak). Eslatma: kitob svetofiltr qoidasini qisqa bayon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qo‘shib aniqlash usuli matritsa ta’sirini nega kamaytiradi? Doskada: uch formula. Tipik xato: Dst ni Dx bilan almashtirish. Izoh: formulalar faqat malaka materialida; kitobda FEK uchun umumiy bayon berilgan.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rang hosil qiluvchi reaksiya FEK uchun nima uchun zarur? Doskada: 3 misol. Tipik xato: rangsiz modda uchun FEK ni to‘g‘ridan-to‘g‘ri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YuQX ning ikki vazifasi (tozalash va aniqlash). Doskada: «tozalash + chinlik». Tipik xato: Rf ni tizimsiz solishtirish.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kislotali va ishqoriy ajralmalar uchun turli tizim? Doskada: 70:40:5; 50:30:2; 30:20:2; 40:20:1. Tipik xato: nisbatlarni bir-biriga almashtirish. Kitobda (toks 93): «difenilkarbazid» — to‘g‘risi difenilkarbazon (gmt 113).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bitta tizimda turli moddalarning Rf farqi. Doskada: jadvalni to‘ldiring. Tipik xato: Rf ni plastinka va tizimsiz solishtirish.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1903 -&gt; 1941 -&gt; 1952 vaqt chizig‘i. Doskada: shu uch sana. Tipik xato: Svet va Martin nomlarini aralashtirish. Eslatma: kitobda «Djeyn» yozilgan, malaka 093 da «A. Djeyms» ko‘rinishida; ismni manbadan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 ning kattaligi ushlanish vaqtiga qanday ta’sir qiladi. Doskada: K = C(qo‘zg‘almas) / C(qo‘zg‘aluvchi). Tipik xato: K ni teskari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bug‘latgich kolonkadan issiqroq (namuna tez bug‘lanishi uchun)? Doskada: sxema: gaz -&gt; dozator -&gt; kolonka -&gt; detektor. Tipik xato: termostatsiz kolonkani ishlatish. Izoh: oxirgi band malaka materialida.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detektor organik zaharlar uchun sezgirroq (alangali ionlanish)? Doskada: 4 detektor. Tipik xato: katarometrni ionlanish detektori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faqat ushlanish vaqtiga tayanib identifikatsiya qilib bo‘lmaydi? Doskada: tchin = tum - tm. Tipik xato: o‘lik vaqtni hisobga olmaslik.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ichki standart usulining afzalligi (matritsa ta’sirini kamaytirish). Doskada: 3 usul, ±1,0-1,5%. Tipik xato: kamchilikni aniqlik bilan bog‘lash — kitob uni faza uchuvchanligi bilan bog‘laydi.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alkilnitrit hosil qilinadi? Doskada: spirt -&gt; alkilnitrit -&gt; GSX. Tipik xato: ichki standart sifatida etil spirtini olish — kitobda propil spirti.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harorat dasturi ajratishni qanday yaxshilaydi. Doskada: 180-220-245 °C. Tipik xato: sharoit parametrlarini boshqa moddaga ko‘chirish. Bu misol 43-ma’ruzada ham keladi.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issiqlikka chidamsiz moddalar uchun YuSSX GSX dan afzal. Doskada: 5 qism. Tipik xato: YuSSX ni GSX ning suyuq varianti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zarracha o‘lchami (5-10 mkm) ajratish samaradorligiga qanday ta’sir qiladi. Doskada: 200-500 atm; 5-10 mkm; 190-900 nm. Tipik xato: bosim birliklarini (atm) boshqa birliklarga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cho‘qqi yuzasi va balandligi: qaysi biri aniqroq? Doskada: yuza ~ miqdor. Tipik xato: faqat cho‘qqi balandligi bo‘yicha hisob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turli metodikalar turli vaqt beradi — vaqt faqat sharoit bilan birga ma’noga ega. Doskada: jadvalni to‘ldiring. Tipik xato: bir metodikaning ushlanish vaqtini boshqasiga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yirik molekulalar avval chiqadi? Doskada: yirik -&gt; avval; kichik -&gt; keyin. Tipik xato: gel xromatografiyada ham «adsorbsiya» asosiy omil deb o‘ylash — kitob adsorbsiya va kimyoviy omillarni qo‘shimcha deydi.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yumshoq gel nega erituvchida oldindan bo‘ktiriladi? Doskada: 3 gel turi. Tipik xato: sefadeksni qattiq gel deb hisoblash — u yumshoq gel.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gel xromatografiya tozalash uchun qachon qulay? Doskada: 1959; 8-10 mm. Tipik xato: naycha diametrini kichraytirish.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kristall shakli moddaga xos «barmoq izi». Doskada: X/K shakllari. Tipik xato: kristall shaklini chizmasdan ish daftariga yozmaslik (amaliyotda chizish talab etiladi).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mikrokristalloskopiya rang reaksiyasini qanday to‘ldiradi? Doskada: «rang + kristall = ishonchli». Tipik xato: 0,1 g ni mikrogramm bilan aralashtirish — kitobda shunday yozilgan, birlik g (0,1 g); ehtimol yozuv xatosi bo‘lishi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xromatografik ajratishsiz tahlil ustun va zaif tomonlari. Doskada: 1·10-11 g. Tipik xato: TDSIS ni GX-MS bilan aralashtirish. Eslatma: 25-ma’ruzada to‘liq yoritiladi.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etalon spektrlar banki nima uchun zarur? Doskada: 405 V, 390-420 °C, 505 °C. Tipik xato: namuna hajmini (1,0 mkl) mililitr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noma’lum modda uchun usullar ketma-ketligini tuzing (skrining -&gt; xromatografik -&gt; spektral -&gt; tasdiqlash). Doskada: shu zanjir. Tipik xato: bitta usul natijasini yakuniy dalil sifatida qabul qilish. Kitoblarda IK-spektrometriya va mass-spektrometriya (GX-MS) alohida yoritilmagan, ular faqat uchrashib turadi.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Kimyo-toksikologik tahlilda instrumental usullar: UB-SF, FEK, GX/GSX, YuSSX, YuQX-skrining, gel xromatografiya, mikrokristalloskopiya (sharh)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Sharh rejasi va kitobdagi o‘rni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Instrumental usullar kitobda alohida bobda emas; ular alkaloidlar, pestitsidlar va dori vositalari mavzulari ichida tarqoq berilgan.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Sharh: UB-spektrofotometriya, FEK, YuQX, GSX, YuSSX, gel xromatografiya, mikrokristalloskopiya va TDSIS.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iboralar: spektrofotometriya, fotokolorimetriya, xromatografiya, ushlanish vaqti, aniqlanish chegarasi.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47, 108, 121, 124, 108, 121, 124, 140, 47-48, 108, 130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Kimyo-toksikologik tahlil bosqichlari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Kimyo-toksikologik tahlil ikki bosqichda bajariladi: zaharli moddalarni ajratish va tozalash, so‘ng ajratilgan moddaning sifat va miqdorini aniqlash.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Zaharlarni aniqlashda oldindan taxminiy tekshiruv va analitik «skrining» usullari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Noaniq zaharni biologik ob’ektdan aniqlash uzoq vaqt talab qiladi; tahlilni tezlashtirish uchun tashqi belgilar va taxminiy usullar ahamiyatli.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№075 (TFI Toksikologik kimyo kafedrasi)., Zaharlar. Zaharlanish. Organizmda tarqalishi, betlar: matn; Yuldashev Z.A., Umarova G.Q., Toksikologik kimyo modulidan o‘quv-uslubiy majmua, betlar: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Taxminiy tekshiruv va YuQX-skrining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Taxminiy usullar yuqori sezgir bo‘lsa ham spetsifik emas; ba’zan terapevtik dozadagi moddani ham ko‘rsatadi.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G.M. Radionova usuli asosida 49 ta dori modda turli tizim va sorbentlarda farqlanadi.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V.A. Kartoshov 83 ta azot saqlovchi organik zaharli birikmani 5 ta standart modda asosida farqlashni taklif qilgan.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Kafedra xodimlari yaratgan YuQX-skrining usuli fosfororganik birikmalarni aniqlash va farqlash imkonini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UB-spektrofotometriya: mohiyati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Spektrofotometriya monoxromatik nurlarni ko‘rinadigan va unga yondosh ultrabinafsha sohada aniqlashga asoslangan.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Nur yutilishining to‘lqin uzunligiga bog‘liqligi moddaning nur yutish spektri deyiladi.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Optik ko‘rsatkich tekshiriluvchi eritmaning maksimum nur yutishiga mos to‘lqin uzunligida o‘lchanadi.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Optik zichlik va solishtiruvchi eritma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Konsentratsiya shunday tanlanadiki, eritmaning optik ko‘rsatkichi 0,2 dan 1,0 gacha oraliqda bo‘lsin.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Aralashmada faqat bir moddaning optik ko‘rsatkichini o‘lchashda bir kyuvetaga tekshiriluvchi eritma, ikkinchisiga qolgan hamma komponentlar solinadi.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Ikkinchi kyuvetadagi eritma solishtiruvchi eritma deyiladi.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Misol: kofeinni UB-spektrofotometriyada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Standart: 0,1 g kofein, 100 ml o‘lchov kolbasi, etil spirtida eritiladi.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Spektr 200-400 nm da o‘lchanadi; etil spirtidagi eritma 273 nm da maksimumga ega.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 kofeinining optik zichligi 273 nm da o‘lchanadi; solishtiruvchi — etil spirti.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0,1 g kofein / 100 ml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Spektr 200-400 nm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Maksimum 273 nm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Ob’ekt ajralmasi D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Hisoblash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Kofein tahlili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 maksimumlar: misollar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Kofeinning etil spirtidagi eritmasi 273 nm; teofillinning 0,1 M HCl dagi eritmasi 270 nm da maksimum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Nikotinning 0,1 n H2SO4 dagi eritmasi 260 nm da maksimum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Indometatsin 278 nm da, diklofenak 272 va 275 nm da maksimum nur yutadi (96% etil spirti).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1762658"/>
                <a:gridCol w="1762658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Muhit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Kofein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Etil spirti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273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Teofillin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0,1 M HCl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270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Nikotin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0,1 n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260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Indometatsin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96% etil spirti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278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UB maksimumlar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108, 237, 110, 139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Buger-Lambert-Ber qonuni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Buger-Lambert-Ber qonuni: bir xil sharoitda eritmaning optik zichligi konsentratsiyaga to‘g‘ri proporsional.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Piretroidlar 10-100 mkg/ml konsentratsiyalar oralig‘ida Buger-Lambert-Ber umumiy qonuniga bo‘ysunadi.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Spektrofotometriya fotokolorimetriyadan farqli ravishda to‘lqin uzunliklarining keng diapazonida va monoxromatik nurda katta aniqlik bilan ishlash imkonini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№053 (TFI, Dori vositalarini standartlashtirish kafedrasi)., «Biotexnologik preparatlarni instrumental tahlili» fanidan 6-ma’ruza: spektrofotometrik va fotokolorimetrik usullar, betlar: matn; Yuldashev Z.A., Umarova G.Q., Toksikologik kimyo modulidan o‘quv-uslubiy majmua, betlar: 163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Spektrofotometr tuzilishi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Asbobning asosiy bo‘limlari: nur manbai, monoxromator yoki nur filtri, kyuvetalar, detektor va indikator.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Ultrabinafsha sohada deyteriyli va vodorodli lampalar; ko‘rinuvchi va yaqin infraqizil sohada oddiy volframli lampalar.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SF-4 da dispersiyalovchi prizma 200-1100 nm oraliqda ishlaydi; SFD-2 da difraksion panjara 220-1100 nm oraliqda.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№053 (TFI, Dori vositalarini standartlashtirish kafedrasi)., «Biotexnologik preparatlarni instrumental tahlili» fanidan 6-ma’ruza: spektrofotometrik va fotokolorimetrik usullar, betlar: matn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FEK usulining mohiyati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Fotokolorimetriya moddani polixromatik nurlanishda spektrning ko‘rinadigan qismida o‘lchab tahlil qilishga asoslangan.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Rangli eritmaning maksimal nur yutish spektri va svetofiltrning nur yutish minimumi mos kelishi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Novokainning chinligi FEK da azo bo‘yoq reaksiyasi orqali tekshiriladi; turli svetofiltrlarda maksimal nur yutish o‘lchanadi.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FEK/SF da miqdoriy hisoblash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Solishtirish usuli: Cx = Cst * Dx / Dst (bir xil qalinlikdagi kyuvetada optik zichliklar solishtiriladi).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Grafik kalibrlash: bir necha standart eritmaning optik zichligi bo‘yicha grafik qurilib, noma’lum konsentratsiya topiladi.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Qo‘shib aniqlash usuli: Cx = Ca * Dx / (D(x+a) - Dx); aralashmalarning salbiy ta’sirini kamaytiradi.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Differensial usul va ekstraksion-fotometrik tahlil ham qo‘llanadi.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№053 (TFI, Dori vositalarini standartlashtirish kafedrasi)., «Biotexnologik preparatlarni instrumental tahlili» fanidan 6-ma’ruza: spektrofotometrik va fotokolorimetrik usullar, betlar: matn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Ekstraksion-fotometriya va FEK misollari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Difenhidramin (dimedrol): FEK da xrom qora indikatori ishtirokida ekstraksion-fotometrik usulda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Anabazin: KCN va xloramin B bilan glyutakon aldegidi hosil qiladi; barbitur kislotasi bilan sariq-qo‘ng‘ir rangning FEK da o‘lchanishi.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Novokain FEK usulida azo bo‘yoq reaksiyasi asosida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130, 112, 127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tozalash va identifikatsiya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Xromatografik usullar ichida yupqa qatlam xromatografiyasi, kolonkali gel xromatografiyasi va qog‘oz xromatografiyasi eng ko‘p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usullarda yot moddalardan tozalashdan tashqari tekshirilayotgan modda chinligini aniqlash ham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Buning uchun turli qo‘zg‘aluvchi tizimlar, sorbentlar va aniqlovchi reaktivlar qo‘llanadi.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 tizimlari: barbituratlar va alkaloidlar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Barbituratlar: xloroform - n-butanol - 25% NH4OH (70:40:5); reaktiv — 0,02% difenilkarbazon xloroformda va simob sulfat; siyoh rangli dog‘lar.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Alkaloidlar: xloroform-aseton-dietilamin (50:30:2) yoki xloroform-aseton-ammiak (30:20:2); aniqlovchi — Dragendorf reaktivi.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Kofein uchun tizim: efir-aseton-25% ammiak (40:20:1); Rf = 0,47 (tizim kofein bo‘limiga ko‘ra).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93, 105-106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Rf misollari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Nikotin: geksan-aseton (4:1), kislotali yodplatinat — Rf = 0,4, ko‘k dog‘.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Dimedrol: xloroform-aseton-25% ammiak (12:24:1) — Rf = 0,58-0,60; benzgidrol 0,76-0,80.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NYaQV: xloroform-metanol (9:1), Marki: diklofenak 0,47; indometatsin 0,38; ibuprofen 0,54.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219"/>
                <a:gridCol w="2636520"/>
                <a:gridCol w="1230235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Tizim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Nikotin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geksan-aseton 4:1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Dimedrol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xloroform-aseton-NH3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0,58-0,60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Diklofenak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xloroform-metanol 9:1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0,47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Ibuprofen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xloroform-metanol 9:1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0,54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Rf misollari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110, 130, 139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GSX: tarixi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Xromatografiya birinchi bo‘lib 1903 yilda M.S. Svet tomonidan yashil o‘simliklardan olingan murakkab aralashmani ajratishda qo‘llangan.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1941 yili Martin va Sing qog‘oz xromatografiyasini taklif etib Nobel mukofotiga sazovor bo‘ldi; qo‘zg‘aluvchi faza sifatida gazdan ham foydalanish mumkinligini ko‘rsatdi.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1952 yili Djeyn va Martinlar gaz adsorbsion va gaz suyuqlik xromatografiyasi usullarini yaratdilar.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GSX: tamoyili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Qo‘zg‘aluvchi faza gaz, qo‘zg‘almas faza yuqori haroratda qaynovchi suyuqlik bo‘lsa, usul gaz suyuqlik xromatografiyasi (GSX) deyiladi.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Suyuq sorbent qattiq neytral moddaga shimdiriladi; GSX moddalarni gaz va suyuqlik orasida qayta taqsimlash va ajratishdir.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Moddalarning ajralishi taqsimlanish koeffitsienti K bilan tushuntiriladi; K kichik bo‘lsa modda kolonkadan tez chiqadi.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45, 46; Yuldashev Z.A., Umarova G.Q., Toksikologik kimyo modulidan o‘quv-uslubiy majmua, betlar: 47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Gaz xromatografi qismlari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Gaz manbai, reduktor, namuna miqdorini o‘lchagich, xromatografik kolonka, detektorlar, termostat, dozator va yozib oluvchi qurilma.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Tashuvchi gaz (azot, argon va b.) namuna aralashmasi bilan kolonkaga yuboriladi; kolonka, dozator va detektor termostatda joylashadi.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Dozator rezina membranali bo‘lib, namuna mikroshprits bilan kiritiladi; bug‘latgich harorati kolonka haroratidan taxminan 50 °C yuqori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48; Malaka materiali №093 (TFI, Dori vositalarini standartlashtirish kafedrasi)., «Biotexnologik preparatlarni instrumental tahlili» fanidan 3-ma’ruza: gaz xromatografiyasi, betlar: matn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GSX detektorlari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Detektor kolonkadan chiqayotgan gaz tarkibining o‘zgarishini elektr impulsga aylantiradi; yozuvda xromatogramma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Turlari: katarometr, alangali ionlanish, elektron tutuvchi va termoion detektorlar.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Katarometr toza tashuvchi gaz va modda aralashmasi orasidagi issiqlik o‘tkazuvchanlik farqini o‘lchaydi.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Alangali ionlanish detektori vodorod alangasida organik moddalar ionlanishidan hosil bo‘lgan tokni o‘lchaydi.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48; Malaka materiali №093 (TFI, Dori vositalarini standartlashtirish kafedrasi)., «Biotexnologik preparatlarni instrumental tahlili» fanidan 3-ma’ruza: gaz xromatografiyasi, betlar: matn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Ushlanish vaqti va sifat tahlili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Moddaning asosiy xarakteristikasi — kolonkada ushlanish vaqti yoki masofasi: kiritilgandan maksimum cho‘qqigacha ketgan vaqt.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Chin ushlanish vaqti umumiy vaqtdan o‘lik ushlanish vaqti (tm) ayirmasiga teng: tchin = tum - tm.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Sifat tahlili: ushlanish parametrlari, standart bilan solishtirish, xromatografiyadan oldin/keyin kimyoviy reaksiyalar, UF/IK/mass-spektr/YaMR bilan birgalikda.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GSX: miqdor va afzalliklari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 uch usulda aniqlanadi: ichki standart, absolyut kalibrlash va ichki normallash.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Afzalliklari: universal; murakkab aralashmalarni komponentlarga ajratadi; tahlil tez; sezgir; kam modda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Aniqlik yuqori — nisbiy xatolik ±1,0-1,5%; kamchilik — ayrim suyuq qo‘zg‘almas fazalarning uchuvchanligi va beqarorligi.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GSX: spirtlarni alkilnitritlar orqali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va siydikdan spirtlar alkilnitritlarga o‘tkazilib xromatografiyalanadi: alkilnitritlar mos spirtlardan bir necha marta uchuvchanroq.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Alkilnitrit hosil qilish uchun penitsillin flakoniga uchxlorsirka kislotasi, so‘ng qon yoki siydik solinib, natriy nitrit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 ichki standart usulida; ichki standart — propil spirti; hisob etil nitrit va propil nitrit cho‘qqi balandliklari nisbati bo‘yicha.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GSX: amaliy sharoit misoli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Kolonka: 5% SE-30 shimdirilgan xromaton N-AW-DMCS bilan to‘ldirilgan 130 x 0,2 sm shisha kolonka; tashuvchi gaz — azot, 30 ml/daq.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Termostat: 180 dan 220 °C gacha 10 °C/daq, so‘ngra 245 °C gacha 3 °C/daq; detektor 260 °C, injektor 250 °C.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Sintetik piretroidlar uchun ushlanish vaqtlari jadvalda beriladi; shu sharoitda ular GSX bilan tahlil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YuSSX: mohiyati va qismlari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Yuqori samarali suyuqlik xromatografiyasida qo‘zg‘aluvchan faza — elyuent kolonkadagi sorbentdan katta tezlikda yuqori bosim ostida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 yuqori va quyi molekulali, issiqlikka chidamsiz moddalarni ajratish, chinligi va miqdorini aniqlash imkonini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Qismlar: yuqori samarali kolonka, dozator, yuqori bosimli nasos, yozuv qurilmali detektor, mikroprotsessor.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YuSSX: nasos, kolonka, detektor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Yuqori bosimli nasos 200-500 atm gacha bosim beradi; mikrokolonkali xromatograflarda 1-20 atm.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Kolonkalar zanglamaydigan po‘latdan (yoki shisha), uzunligi 10-25 sm, ichki diametri 0,3-0,8 sm; adsorbent zarrachasi 5-10 mkm.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Detektorlar: refraktometrik, flyuorimetrik, o‘zgaruvchan (190-900 nm) yoki o‘zgarmas (254 nm) to‘lqinli spektrofotometrik, mass-spektrometrik va b.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Adsorbent: ko‘pincha gidroksil guruhli silikagel, alyuminiy oksidi, polimerlar.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YuSSX: sifat va miqdoriy tahlil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 xromatogrammadan mutlaq kalibrlash yoki ichki standartlar usulida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 xil muhitda modda kolonkadan bir xil va doimiy vaqtda chiqadi — bu xususiyat chinlikni aniqlashda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Miqdoriy tahlilda cho‘qqi yuzasi hisoblanadi, chunki yuza modda miqdoriga to‘g‘ri mutanosib.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YuSSX: amaliy misollar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SMH: Zorbax Eclipse XDB C18 (150 x 4,6 mm, 5 mkm), pH 3,0 bufer-asetonitril, 210 nm.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SMH (daq): glipizid 8,45; gliklazid 9,97; glibenklamid 11,73; glikvidon 14,58.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Piretroidlar: 278-280 nm, 24 daqiqa; danitol 17,4; sipermetrin 18,7 va 19,7; detsis 20,1 daqiqa.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Vaqt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Glipizid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8,45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Glibenklamid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11,73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Glikvidon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14,58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Danitol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17,4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Ushlanish vaqti, daq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140, 163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Gel xromatografiya: mohiyati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Gel xromatografiyada qo‘zg‘aluvchi va qo‘zg‘almas faza sifatida bir xil erituvchi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Gel zarrachalari g‘ovaklari kichik molekulalarni o‘tkazadi; yirik molekulalar zarrachalar orasidan o‘tib avval yuviladi, kichiklari keyin.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Aralashma molekula hajmi va massasiga bog‘liq holda ajraladi; usul sodda, tez va yengil sharoitda bajariladi.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Gellar va erituvchilar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Gellar yumshoq, yarim qattiq va qattiq gellarga bo‘linadi; har biri gidrofil yoki gidrofob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Yarim qattiq gellar stirol va divinilbenzol sopolimerlaridan iborat (stirogellar); bo‘kkanda hajmi 1,1-1,8 barobar oshadi.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Qattiq gellarga silikagel (porasil) va g‘ovakli shisha kiradi; ularning kamchiligi — gidroksil guruhlari va katta yuviluvchanlik.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121, 122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Gel xromatografiyani qo‘llash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Gellarni birinchi bo‘lib 1959 yilda Porat va Flodin suyuq aralashmalar uchun qo‘llaganlar.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 ikki turda — kolonkali va yupqa qavatli —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Shisha nayning ichki diametri 8-10 mm; diametrni 50 mm gacha kattalashtirish samaradorlikni oshiradi, kamaytirish tavsiya etilmaydi.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121, 122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Mikrokristalloskopiya: nikotin misoli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Dragendorf reaktivi bilan nikotin qizg‘ish «X» va «K» shaklidagi kristallar hosil qiladi; aniqlanish chegarasi 1 mkg.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Reyneke tuzi bilan nikotin prizmatik qizil-pushti kristallar beradi; aniqlanish chegarasi 1,2 mkg.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Anabazin va koniin ham Dragendorf bilan kristall hosil qiladi, lekin shakli farq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Mikrokristalloskopiya: boshqa misollar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Etilenglikol kaltsiy oksalat kristallariga o‘tkaziladi; kristallar mikroskopda konvert shaklida ko‘rinadi; reaksiya sezgirligi 0,1 g etilenglikolga teng.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Kristallar mineral kislotalar ta’sirida eriydi; ayrim hollarda kristall shakli 2-3 kundan so‘ng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Rang hosil qiluvchi reaktivlar yot moddalar bilan xato xulosaga olib kelishi mumkin; shuning uchun mikrokristalloskopik reaksiyalar va farmakologik tekshiruv tavsiya etiladi.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47, 104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TDSIS: mohiyati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Termodesorbsion sirt-ionlashuv spektroskopiyasi yangi usul: yuqori sezgir, juda kam miqdordagi modda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Azot saqlovchi molekulalar va metabolitlarining nanomiqdorini 1·10-11 g aniqlikda xromatografik ajratishsiz tahlil qilish imkonini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Mohiyati: molekulalarni dasturlashtirilgan haroratda bug‘latish va sirt ionlashuv detektorida termodesorbsion spektr sifatida qayd qilish.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TDSIS: tahlil sharoiti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Emitter — iridiy qorishmali oksidlangan molibden; emitter kuchlanishi 405 V; emitter harorati 390-420 °C.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Bug‘latish harorati xona haroratidan 505 °C gacha; havo oqimi 50 l/soat; namuna hajmi 1,0 mkl.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Sifat tahlili — effektiv desorbsiya haroratlari bo‘yicha; ob’ekt spektri kompyuter bankidagi etalon spektr bilan solishtiriladi.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Usullarni tanlash va 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Skrining va taxminiy usullar tezlik beradi, lekin spetsifik emas; tasdiqlash uchun qo‘shimcha usullar zarur.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Xromatografik usullar (YuQX, GSX, YuSSX) ajratish va aniqlashni birga bajaradi; gel xromatografiya molekula hajmi bo‘yicha ajratadi.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UB-SF va FEK miqdoriy aniqlashda qo‘llanadi; mikrokristalloskopiya rang reaksiyalarini to‘ldiradi; TDSIS juda kam miqdorni ajratishsiz aniqlaydi.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20, 89, 121, 124, 108, 110, 130, 140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 spektrida 273 nm maksimum — uning tahlili 108-betda ish daftariga spektr rasmiylashtirish bilan tugaydi.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Kitobga ko‘ra GSX ning nisbiy xatoligi ±1,0-1,5% atrofida.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Malaka materialida SF-4 va SF-16 yozib olmaydigan, SF-10, SF-14, SF-26 va SF-46 yozib oladigan spektrofotometrlar sifatida sanalgan.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Malaka materialida gaz xromatografiyasi tarixi: 1941 yil Martin va Singl; 1952 yil Dje’yms va Martin.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tahlilda instrumental usullar: UB-SF, FEK, GX/GSX, YuSSX,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19-20, 47-49, 89, 93, 104-106, 108, 110, 112, 121-122, 124-125, 127, 130, 139-141, 162-163, 237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45-46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Malaka materiali №053 (TFI, Dori vositalarini standartlashtirish kafedrasi). «Biotexnologik preparatlarni instrumental tahlili» fanidan 6-ma’ruza: spektrofotometrik va fotokolorimetrik usullar.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Malaka materiali №075 (TFI Toksikologik kimyo kafedrasi). Zaharlar. Zaharlanish. Organizmda tarqalishi, metabolizmi. Detoksikatsiya usullari (2010).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Malaka materiali №093 (TFI, Dori vositalarini standartlashtirish kafedrasi). «Biotexnologik preparatlarni instrumental tahlili» fanidan 3-ma’ruza: gaz xromatografiyasi.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