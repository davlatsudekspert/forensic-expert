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oldingi ma’ruzadagi rangli va mikrokristall reaksiyalar bilan bu ma’ruzadagi instrumental usullar qanday to‘ldiradi? Doskada: reja bandlari. Tipik xato: faqat YuQX natijasi bilan xulosa qilish. Izoh: kitobda ajratish bo‘limi qisqa; to‘liqroq nazariy asos toks (86-94-betlar) bilan to‘ldirildi, shu sababli bu ma’ruzada ikki kitob ishlatilgan.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suyuqliklar (qon, peshob) uchun ob’ektdan boshqacha usul? Doskada: 3 usul. Tipik xato: barbituratlarni ishqoriy muhitdan ajratish — ular kislotali xossali (keyingi slaydlarga qarang).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ajratish uchun ob’ekt tanlashda peshob muhim? Doskada: ikki modda ulushi. Tipik xato: geksenal va tiopental peshobda ko‘p topiladi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saqlanish muddatidagi farq ekspertiza uchun nimani bildiradi? Doskada: klinik rivojlanish zanjiri. Tipik xato: uxlab qolishni xavfsiz holat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barbituratlar alkaloidlar bilan bir usulda ajratiladi? (kitob: kislotali muhitda ham suvli, ham spirtli eritmaga o‘tadi.) Doskada: 28 = 7 + 14 + 7. Tipik xato: ro‘yxatni gmt (13 barbiturat) bilan aralashtirish: toks ro‘yxati ekspertizadagi majburiy 7 tadir.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barbituratni qaysi pH da ekstraksiya qilamiz? (kislotali.) Doskada: R-COOH &lt;-&gt; R-COO- + H+ muvozanati. Tipik xato: alkaloidlar uchun qoida (ishqoriy muhit) ni barbituratlarga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Doskada: uch guruh va ularning pH sharti.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barbiturat qaysi ajralmada topiladi? (kislotali.) Doskada: ikki ajralma sxemasi. Tipik xato: ishqoriy ajralmada barbiturat qidirish.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Barbituratlar reaktivi: gmt 113 bo‘yicha difenilkarbazon.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 va R ning farqi nimada? Doskada: formulalar. Tipik xato: K ni foiz bilan almashtirish. Kitobga ko‘ra K va R qancha katta bo‘lsa, modda shuncha ko‘p organik qatlamga o‘tadi.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sublimat kristallari ajratma tozaligini qanday ko‘rsatadi? Doskada: tozalash sxemasi. Tipik xato: pH ni nazorat qilmasdan reekstraksiya o‘tkazish. Eslatma: kitobda reekstraksiya pH=13 gacha ishqor bilan tasvirlangan sxema (93).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barbituratlar konsentrlangan H2SO4 ga chidamli? Doskada: sulfirlash maqsadi. Tipik xato: peshobdagi taxminiy sinovni yakuniy dalil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tuzlash nima uchun ekstraksiyani oshiradi? Doskada: omillar ro‘yxati. Tipik xato: elektrolit har doim ekstraksiyani oshiradi deb o‘ylash — kitobga ko‘ra ba’zi hollarda sezilarli kamayadi.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sentrifugalash filtrlashdan afzal? Doskada: tozalash usullari ro‘yxati. Tipik xato: oqsillarni cho‘ktirishda barbituratni ham yo‘qotish — cho‘ktirgichni va miqdorni nazorat qiling.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avval ishqor, keyin kislota? (barbiturat anion bo‘lib suvga o‘tadi, so‘ng neytral holatda organik qatlamga qaytadi.) Doskada: sxemani chizing. Tipik xato: organik qatlamni birinchi bosqichda tashlamaslik — u yot moddalar.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Kislotali ajralma sxemasi bilan solishtiring.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ammiakli faza? Doskada: faza nisbati. Kitobda: toks 90, 93 da «difenilkarbazid» (xato nom), gmt 113 da «difenilkarbazon» va ikki xil konsentratsiya. Qaror: barbituratlar uchun Hg(II)–difenilkarbazon (klassik purkagich), 0,02%.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«siyoh rang» va «ko‘k-binafsha» ta’riflari nega farq qiladi? (turli kitob ta’riflari.) Doskada: Rf dog‘lar. Tipik xato: Rf ni ruxsat etilgan yagona son deb olish — turli oraliqlarda bo‘ladi. Kitobda (toks 90): «difenilkarbazid» — to‘g‘risi difenilkarbazon (gmt 113).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azot tashuvchi gaz? Doskada: kolonka parametrlari. Tipik xato: kolonka diametrini 2 mm deb qat’iy yozish — kitobda 2-4 mm.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izotermik rejim nimani anglatadi? (harorat o‘zgarmaydi.) Doskada: jadvalni yozing. Tipik xato: kitobda «190-200 S», «220S» OCR buzilgan; °C deb o‘qildi.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kolonka oktadesil silikagel (teskari faza)? Doskada: parametrlar. Tipik xato: boshqa kitoblardagi mobil faza pH qiymati (malaka materiallarida 13,6 deb yozilgan, ehtimol xato) bilan aralashtirish — gmt 114 da pH 3,5.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ishqoriy muhitda to‘lqin uzunligi siljiydi? (ionlanish.) Doskada: ikki shakl. Kitobda: «optik faol emas» (atama xato: gap optik faollik emas, UB nur yutish haqida); matndagi pH 10 / 258-260 nm o‘rniga jadvaldagi pH 9,2 / 254-256 nm qabul qilingan.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 bu yerda solishtirma yutilish A(1%, 1 sm) (kitobda A11 deb belgilangan, to‘g‘ri belgilash). Doskada: qiymatlar. Tipik xato: bu A qiymatini molyar yutilish koeffitsienti ε deb talqin qilish (malaka materiallarida shunday xato bor). Kitobda: 7-qator (metilfenobarbital) UB/IQ/MS qiymatlari 4-qatordan (butalbital) aynan ko‘chirilgan (xato) — metilfenobarbital qiymatlari slaydlarga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Doskada: qiymatlar. Tipik xato: bu qiymatlar bo‘yicha moddalarni farqlashga urinish. Kitobda: metilfenobarbital qatori butalbitalnikini takrorlaydi (ko‘chirma xato) — olib tashlandi.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vinilbital nega boshqacha ko‘rsatilgan? (faqat suvli ishqorda keltirilgan.) Doskada: qiymatlar. Tipik xato: vinilbital uchun pH 9.2 qiymatini o‘zingiz to‘ldirish.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maksimumlari bir xil moddalar faqat A qiymati bilan ajratiladi? Doskada: jadvalni yozing. Tipik xato: A(1%,1sm) ni ε deb atash. Uchinchi band 115-bet jadvalidan kelib chiqadi: 12 barbituratning maksimumlari 239-241 / 254-256 nm oralig‘ida.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1680-1770 sm-1 sohasi qaysi guruhga mos? (C=O.) Doskada: asosiy chiziqlar. Kitobda IQ qiymatlari KBr diskida. Kitobda: metilfenobarbital IQ qatori butalbitalnikini takrorlaydi (xato) —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IQ qiymatlari yaqin moddalarni qanday ajratamiz? Doskada: jadvalni yozing. Kitobda: metilfenobarbital IQ qatori butalbitalnikini takrorlaydi (xato) — olib tashlandi.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fenobarbitalda aromatik halqa IQ da qanday ko‘rinadi? Doskada: qiymatlar. Tipik xato: chiziqlar tartibini kitobdagi tartibda emas, o‘sish tartibida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141 va 156 ionlari alkilbarbituratlar uchun nimani bildiradi? Doskada: asosiy ionlar. Tipik xato: sonlar tartibini o‘zgartirish — kitobda intensivlik tartibida. Kitobda: metilfenobarbital m/z qatori butalbitalnikini takrorlaydi (xato) —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izomerlar (amobarbital, pentobarbital) mass-spektrlari qanchalik o‘xshash? Doskada: ikki qator. Tipik xato: izomerlarni faqat mass-spektr bilan ajratish. Kitobda: metilfenobarbital m/z qatori butalbitalnikini takrorlaydi (xato) — olib tashlandi.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fenobarbital spektri boshqa alkilbarbituratlardan nimasi bilan farq qiladi? Doskada: qiymatlar. Tipik xato: vinilbitaldagi qavs ichidagi sonlarni nisbiy intensivlik (%) deb izohlamaslik.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usul skrining, qaysi tasdiqlovchi? Doskada: sxema. Tipik xato: tartibni buzish: skrining musbat bo‘lsa, tasdiqlovchi usulsiz xulosa berilmaydi. Bu umumlashtirma: har bir band kitobdagi aniq bo‘limlardan.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dars boshidagi savollarga qayting. Doskada: 3 xulosa. Tipik xato: UB ni yagona identifikatsiya usuli deb hisoblash. Nazorat savollari kitobda (gmt 115): UB spektrofotometriya mohiyati, optik xususiyatga muhit ta’siri, UB bilan chinlik va miqdor aniqlash. Kitobda (gmt 114 matni): pH 10, 238-240 / 258-260 nm — boshqa variant; jadval qiymatlari (pH 9,2; 239-241 / 254-256 nm) qabul qilindi.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Bo‘lim yuzasidan nazorat savollari 1-6. Talabalar juftlikda javob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Nazorat savollari 7-18 dan tanlab. Javoblar: slaydlar 18-22.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Barbituratlarni ajratish va fizik-kimyoviy tahlili: YuQX-skrining, UB-SF (pH 10 va 13), GX, YuSSX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Mavzu: barbitur kislota hosilalarini ashyoviy dalillardan ajratib olish va YuQX-skrining, UB-spektrofotometrik va boshqa fizik-kimyoviy usullarda tahlil qilish.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ajratish va tozalash; YuQX-skrining; gaz va yuqori samarali suyuqlik xromatografiyasi; UB-, IQ- va mass-spektrlar.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Rang, cho‘kma va mikrokristalloskopik reaksiyalar barbituratlarni aniqlashning umumiy reaksiyalari sifatida oldingi ma’ruzada ko‘rilgan.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108, 108-116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Ob’ektdan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 biologik ob’ektdan nordonlashtirilgan spirt yoki suv usulida ajratib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Ayrim barbituratlar biologik ob’ektdan xususiy usullarda ajratib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suyuqliklardan barbituratlar organik erituvchilar bilan ekstraksiyalab ajratiladi.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Ajratib olish usullari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Nordonlashtirilgan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Spirt yoki suv usuli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Xususiy usullar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Ayrim barbituratlar uchun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Biosuyuqliklar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Organik erituvchi ekstraksiyasi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Barbituratlarni ajratish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Barbituratlar peshob bilan ajralishi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Qabul qilingan barbitalning 70-80%, fenobarbitalning 15-20% peshob bilan chiqariladi; shuning uchun zaharlanishda bemor peshobi albatta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Uzoq ta’sir etuvchi barbituratlar jigarda ko‘p parchalanmay, peshob bilan chiqib ketadi.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Qisqa ta’sirli geksenal, tiopental jigarda tez parchalanadi; ular ichki organlarga deyarli bir xil tarqaladi.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Barbital, peshobda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70-80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Fenobarbital, peshobda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15-20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Faqat uzoq ta’sirlilar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jigarda kam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Peshob bilan ajralish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Saqlanish muddati va klinik manzara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Barbituratlarning biologik ob’ektlarda saqlanish muddatini olimlar turlicha (1,5 oydan 14 oygacha) ko‘rsatadi.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Zaharlangan bemor uzoq uxlaydi, ba’zan 1-2 kungacha uyg‘onmaydi; xurrak otib nafas oladi, qon bosimi pasayadi.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Oyoq-qo‘llar sovib, ba’zan ko‘ngil aynib qusadi; nafas va qon tomir markazlari falajidan o‘lim sodir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Uzoq uxlash (1-2 kun)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Xurrak, bosim pasayishi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Oyoq-qo‘llar soviydi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Markazlar falaji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O‘lim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Klinik manzara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Nordonlashtirilgan suv va spirt usuli: 28 modda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 28 ta moddaga tekshiruv o‘tkazishi zarur: 7 barbiturat, 14 alkaloid, 7 azot saqlovchi sintetik birikma.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Barbituratlar: barbital, fenobarbital, barbamil, etaminal natriy, siklobarbital (fenodorm), geksabarbital (evipan), benzonal.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Nordonlashtirilgan spirt usuli 1851 yilda J.S. Stas tomonidan alkaloidlarni ajratish uchun taklif etilgan; 1856 yilda F. Otto o‘zgartirish kiritgan.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Jami modda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Barbituratlar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Alkaloidlar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Azotli sintetik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Stas taklifi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1851</a:t>
            </a:r>
            <a:r>
              <a:rPr sz="1500" b="0">
                <a:solidFill>
                  <a:srgbClr val="6B7280"/>
                </a:solidFill>
                <a:latin typeface="Calibri"/>
              </a:rPr>
              <a:t>  yil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Otto o‘zgartirishi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1856</a:t>
            </a:r>
            <a:r>
              <a:rPr sz="1500" b="0">
                <a:solidFill>
                  <a:srgbClr val="6B7280"/>
                </a:solidFill>
                <a:latin typeface="Calibri"/>
              </a:rPr>
              <a:t>  yil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28 modda guruhi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93, 94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pH ning ekstraksiyaga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 kabi dissotsiyalanmaydigan organik kislotalar suvda elektroneytral bo‘lib, suv bilan yomon gidratlanadi.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Shuning uchun organik erituvchi bilan aralashganda tez solvatlanib, organik qatlamga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pH ishqoriy tomonga o‘zgarsa dissotsiyalanish ortadi, organik erituvchida ekstraksiya pasayadi.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Kislotali tomonga o‘zgarsa dissotsiyalanmagan molekulalar ko‘payib, ekstraksiya ortadi.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Ishqoriy tomonga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Dissotsiyalanish ortadi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Ekstraksiya pasayadi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Kislotali tomonga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Dissotsiyalanmagan molekula ko‘payadi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Ekstraksiya ortadi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Barbituratlar: pH ta’siri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86, 87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Alkaloid va amfoter birikmalar: pH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Alkaloid va sintetik azotli birikmalar kislotali muhitda ion hosil qiladi va suvda qoladi; ishqor qo‘shilsa asos holida ekstraksiyalanadi.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Amfoter birikmalarga amin va fenol guruhli morfin, apomorfin, salsolin hamda amin va karboksil guruhli ekgonin kiradi.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Molekulyar holatdagi amfoter birikmalar organik erituvchilar bilan yaxshi ekstraksiyalanadi, ionlari esa deyarli ekstraksiyalanmaydi.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Antifibrin, fenatsetin kabi neytral moddalarga pH ta’siri kam.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Kislotali xossali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Barbituratlar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Kislotali muhitda ekstraksiyalanadi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Asosli xossali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Alkaloidlar, azotli sintetiklar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Ishqoriy muhitda ekstraksiyalanadi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Neytral / amfoter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Antifibrin, fenatsetin: pH ta’siri kam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Morfin, ekgonin: molekulyar holatda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pH va ekstraksiya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Ikkita xloroformli ajralma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kimyogari qaysi usulni qo‘llashdan qat’iy nazar, tekshiruvni ikkita xloroformli ajralma bilan olib boradi.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Birinchisi: kislotali muhitda suvli eritmadan organik erituvchi bilan ajratilgan zaharli moddalar.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Ikkinchisi: ishqoriy muhitda organik erituvchi qavatiga o‘tadigan moddalar.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Kislotali ajralma barbituratlar, neytral moddalar, organik kislotalar va kuchsiz asosli alkaloidlar uchun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Kislotali ajralma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Barbituratlar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Neytral moddalar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Organik kislotalar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Kuchsiz asosli alkaloidlar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Ishqoriy ajralma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Ishqoriy muhitda organik qavatga o‘tadigan moddalar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Ikki ajralma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90, 96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Alkaloid ajralmasini YuQX bilan tozalash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Ishqoriy ajralmani tozalashda alkaloidlar uchun xloroform-aseton-dietilamin (50:30:2) yoki xloroform-aseton-ammiak (30:20:2)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Aniqlovchi reaktiv sifatida Dragendorf reaktivi qo‘llaniladi.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Boshqa tozalash usullari ajratib olish usullari bilan birga olib boriladi: filtrlash, oqsilni cho‘ktirish, sentrifugalash.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7200897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39"/>
                <a:gridCol w="3463289"/>
                <a:gridCol w="2045969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Ajralma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Sistema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Kislotali (barbiturat)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xloroform-n-butanol-NH3 70:40:5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Hg(II) sulfat va difenilkarbazon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Ishqoriy (alkaloid)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xloroform-aseton-dietilamin 50:30:2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Dragendorf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Ishqoriy (alkaloid)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xloroform-aseton-ammiak 30:20:2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Dragendorf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YuQX: ikki ajralma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Ekstraksiya omillari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Taqsimlanish koeffitsienti K = Corg / Csuv (organik erituvchi va suvdagi konsentratsiyalar nisbati).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Ekstraksiyalanish darajasi R = (A / N) · 100 %; A — organik erituvchidagi miqdor, N — suvdagi umumiy miqdor.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Ta’sir qiladi: pH, organik erituvchi tabiati, ekstraksiya soni, tuzlovchi agentlar (elektrolitlar), harorat.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Suvli eritma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Organik erituvchi qatlami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 = Corg / Csuv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 = A / N · 100 %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 va R ma’nosi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Ajralmani tozalash: reekstraksiya va sublimatsiya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Kislotali ajralmalardan yot moddalar reekstraksiya bilan tozalanadi; organik kislotalar va barbituratlar shu usulda tozalanadi.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Reekstraksiyada pH aniq bo‘lishi zarur, aks holda tekshiriluvchi modda yo‘qotilishi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Quruq haydash (vozgonka): issiqlik ta’sirida sublimatsiyalanuvchi barbituratlar, benzoy va salitsil kislotalari, kofein tozalanadi.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Tozalash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404872"/>
            <a:ext cx="0" cy="2048256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Reekstraksiya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Organik kislotalar, barbituratlar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3465576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65576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Quruq haydash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Barbituratlar, benzoy, salitsil k-ta  ·  Kofein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Reekstraksiya va sublimatsiya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89, 93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Elektrodializ va elektroforez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Elektrodializ strixnin, paxikarpin kabi ayrim moddalarni ajratish va tozalashda qo‘llaniladi.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 tuzlari doimiy tok ta’sirida yarim o‘tkazgich pardadan katodga tomon siljiydi; tahlil uchun katod suyuqligi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Elektroforez - elektr toki ta’sirida xromatografik tozalash: tuzlar katod tomon turli tezlikda siljib, bir-biridan va yot moddalardan ajraladi.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Elektrodializ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Strixnin, paxikarpin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Yarim o‘tkazgich parda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Katod suyuqligi tahlil qilinadi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Elektroforez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Alkaloid va asos xossali sintetiklar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Katod tomon turli tezlikda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Yot moddalardan ajraladi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Fizik-kimyoviy tozalash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Sulfirlash va peshobda dastlabki sinov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Sulfirlash: yog‘ va lipidlarga boy ekstraktlardan konsentrlangan sulfat kislotaga chidamli moddalarni (masalan, barbituratlarni) ajratib olish.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tekshiruv: barbituratlar bilan zaharlanishni taxminiy aniqlash uchun peshobga kobalt asetat ammiak yoki litiy ishqori sharoitida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Taxminiy tekshiruv natijasiga qo‘shimcha tahlillar o‘tkazib, modda chinligiga ishonch hosil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Sulfirlash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Yog‘ va lipidga boy ekstraktlar konts. H2SO4 bilan ishlanadi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Chidamli moddalar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Barbituratlar kislotaga chidaydi, ajratib olinadi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Dastlabki sinov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Peshobga kobalt asetat + ammiak yoki litiy ishqori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Tasdiqlash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Qo‘shimcha tahlillar o‘tkaziladi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Sulfirlash va peshob sinovi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19,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Ekstraksiyaga elektrolit, harorat va erituvchi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Elektrolitlar qo‘shilsa moddalar eruvchanligi o‘zgaradi; tuzlanish natijasida taqsimlanish koeffitsienti va ekstraksiya ortadi.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Kichik radiusli ionlarning tuzlash ta’siri katta radiusli ionlarnikidan katta; elektrolitlar emulsiyani parchalash va oqsilni cho‘ktirishda ham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Harorat o‘zgarishi taqsimlanish koeffitsientini o‘zgartiradi; ekstraksiya soni tajriba yo‘li bilan topiladi.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Ta’sir etuvchi omillar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Elektrolitlar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Tuzlanish: K va ekstraksiya ortadi  ·  Kichik radiusli ion kuchliroq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Harorat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Taqsimlanish koeffitsienti o‘zgaradi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Ekstraksiya soni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Tajriba yo‘li bilan topiladi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Elektrolit, harorat, erituvchi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Ajralmadagi yot moddalar va tozalash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Ajralmada oqsil, aminokislotalar, yog‘ va lipidlar kabi yot moddalar bo‘lib, tahlilga xalaqit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Tozalash usullari: suzish, filtrlash, sentrifugalash, cho‘ktirish va qayta ekstraksiya.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Suzish va filtrlash aniqlanuvchi moddani adsorbsiyalab yo‘qotishi mumkin, shuning uchun sentrifugalash qulayroq.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Oqsillar uch xlorsirka, volfram, metafosfat kislotalari bilan, 40°C gacha isitish yoki absolyut spirt va aseton bilan cho‘ktiriladi.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Yot moddalarni yo‘qotish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Yot moddalar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Oqsil, aminokislota  ·  Yog‘ va lipidlar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Mexanik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Suzish, filtrlash  ·  Sentrifugalash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Kimyoviy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Oqsil cho‘ktirish  ·  Qayta ekstraksiya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Ajralmani tozalash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88, 88-89, 89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Oqsillarni cho‘ktirish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Suzib, filtrlab yoki sentrifugalab olingan ajratmadagi oqsillar uch xlorsirka, volfram, metafosfat kislotalari, ayrim geteropoli birikmalar bilan cho‘ktiriladi.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Eritmani taxminan 40 °C gacha isitib ko‘p oqsillarni cho‘ktirish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Oqsillarga absolyut etil va metil spirti yoki aseton ta’sir ettirilganda ham cho‘kmaga tushadi.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To‘yingan tuz eritmasida oqsillarni cho‘ktirish (tuzlash) ham qo‘llaniladi.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Oqsil cho‘ktirish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Kislotalar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Uch xlorsirka  ·  Volfram, metafosfat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Isitish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Taxminan 40 °C gacha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Organik erituvchi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Absolyut spirt  ·  Aseton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Tuzlash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To‘yingan tuz eritmasi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Oqsillarni cho‘ktirish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Kislotali moddalarni reekstraksiya bilan tozalash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Kislotali moddalar ishqor (pH-13) bilan ekstraksiyalanadi: organik qatlam keraksiz, suvli qatlam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 (pH-1) bilan reekstraksiya: organik qatlamda tekshiriluvchi moddalar, suvli qatlam keraksiz.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usulda neytral va kuchsiz asos xossali moddalar yo‘qotib qo‘yiladi.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+ ishqor (pH-13)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Ishqoriy suvli qatlam: kerak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Kislota (pH-1): reekstraksiya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Organik qatlam: tekshiriluvchi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Reekstraksiya sxemasi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Ishqoriy ajralmani qayta ekstraksiya bilan tozalash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 kislota (pH-1) bilan ekstraksiyalanadi: organik qatlam keraksiz, kislotali suvli qatlam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qatlam ishqor (pH-13) bilan reekstraksiyalanadi: organik qatlamda tekshiriluvchi moddalar, suvli qatlam keraksiz.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usulda kuchsiz asos xossali moddalar (purin hosilalari, narkotin, promedol, antipirin, amidopirin) yo‘qotib qo‘yiladi.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Kislota (pH-1)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Qoldiq + kislota, ekstraksiya: organik qatlam keraksiz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Suvli qatlam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Kislotali suvli qatlam kerak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Ishqor (pH-13)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Reekstraksiya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Organik qatlam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Tekshiriluvchi moddalar shu qatlamda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Yo‘qotilishi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Kuchsiz asoslar tozalash davomida yo‘qoladi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Alkaloidlar uchun reekstraksiya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92, 93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YuQX-skrining: sistema va reaktivlar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Qo‘zg‘aluvchi faza: xloroform - n-butanol - 25% ammiak eritmasi, 70:40:5.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Aniqlovchi reaktivlar: 0,02% difenilkarbazonning xloroformdagi eritmasi va simob sulfatning suvli eritmasi purkaladi.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 o‘ziga xos Rf qiymatli ko‘k-binafsha dog‘ hosil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Faza (nisbat)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70:40:5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Tarkib</a:t>
            </a:r>
          </a:p>
          <a:p>
            <a:pPr algn="l">
              <a:spcAft>
                <a:spcPts val="10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xlf-n-butanol-NH3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Ammiak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Difenilkarbazon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0,02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Dog‘ rangi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ko‘k-binafsha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Barbituratlar YuQX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tozalash va chinlikni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 xossali moddalardan barbituratlarni tozalash va aniqlashda xloroform - n-butanol - 25% NH4OH (70:40:5) sistemasi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Aniqlovchi reaktiv: 0,02% difenilkarbazonning xloroformli eritmasi va simob sulfatning suvli eritmasi.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 siyoh rangda turli Rf oralig‘ida dog‘lar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Barbituratlarning xususiy reaksiyalari asosan turli reaktivlar bilan mikrokristallar hosil qilishiga asoslangan.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90; Yuldashev Z.A., Zulfikariyeva D.A., Usmanaliyeva Z.U., Nurmatova M.I., Giyohvand moddalar tahlili. O‘quv qo‘llanma. Toshkent, betlar: 113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GX: kolonka va tashuvchi gaz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Tahlilda ichi 3% SE-30 shimdirilgan xromosorb G-HP sorbenti bilan to‘ldirilgan shisha kolonka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Kolonka uzunligi 2 m, ichki diametri 2-4 mm.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Qo‘zg‘aluvchi faza — azot, tezligi 45-50 ml/daqiqa.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Sorbent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3% SE-30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Kolonka uzunligi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</a:t>
            </a:r>
            <a:r>
              <a:rPr sz="1500" b="0">
                <a:solidFill>
                  <a:srgbClr val="6B7280"/>
                </a:solidFill>
                <a:latin typeface="Calibri"/>
              </a:rPr>
              <a:t> 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Ichki diametr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2-4</a:t>
            </a:r>
            <a:r>
              <a:rPr sz="1500" b="0">
                <a:solidFill>
                  <a:srgbClr val="6B7280"/>
                </a:solidFill>
                <a:latin typeface="Calibri"/>
              </a:rPr>
              <a:t>  mm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Tashuvchi gaz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azot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Gaz tezligi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45-50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ml/daq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GX sharoiti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113, 113-114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GX: harorat va identifikatsiya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Tahlil izotermik: kolonka harorati 190-200 °C, injektor 220 °C, detektor 220 °C.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 ushlanish indekslari va Kovach indeksi bilan identifikatsiya qilinadi.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Qism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Harorat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Kolonka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190-200 °C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Injektor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220 °C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Detektor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220 °C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 sharoiti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YuSSX: kolonka va mobil faza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Kolonka uzunligi 150 mm, ichki diametri 2,6 mm, oktadesil silikagel bilan to‘ldirilgan.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Mobil faza: pH 3,5 bo‘lgan 0,1 M fosfat buferi va metanol (60:40).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Detektor — UB-spektrometr, to‘lqin uzunligi 216 nm; oqim tezligi 2 ml/daqiqa; namuna miqdori 20 mkl.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Kolonka uzunligi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150</a:t>
            </a:r>
            <a:r>
              <a:rPr sz="1500" b="0">
                <a:solidFill>
                  <a:srgbClr val="6B7280"/>
                </a:solidFill>
                <a:latin typeface="Calibri"/>
              </a:rPr>
              <a:t>  mm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Ichki diametr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2,6</a:t>
            </a:r>
            <a:r>
              <a:rPr sz="1500" b="0">
                <a:solidFill>
                  <a:srgbClr val="6B7280"/>
                </a:solidFill>
                <a:latin typeface="Calibri"/>
              </a:rPr>
              <a:t>  mm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Mobil faza (60:40)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bufer / metanol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Bufer pH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3,5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Detektor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216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Oqim tezligi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</a:t>
            </a:r>
            <a:r>
              <a:rPr sz="1500" b="0">
                <a:solidFill>
                  <a:srgbClr val="6B7280"/>
                </a:solidFill>
                <a:latin typeface="Calibri"/>
              </a:rPr>
              <a:t>  ml/daq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YuSSX sharoiti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UB-spektrofotometriya: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 keto (kislotali) ko‘rinishda UB sohada xarakterli maksimum bermaydi.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pH 9,2 muhitda (0,05 M borat buferi) monoimid ko‘rinishida 239-241 nm sohada spektral maksimum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pH 13 muhitda (1,0 M ishqor eritmasi) diimid shaklida 254-256 nm sohada maksimum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Keto shakl: UB maksimum yo‘q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pH 9,2: monoimid, 239-241 nm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pH 13: diimid, 254-256 nm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UB maksimumi muhitga bog‘liq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114, 114-115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UB-spektr: birinchi guruh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Allobarbital: pH 9.2 da 241 nm (A=460), pH 13 da 256 nm (A=356).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Amobarbital: pH 9.2 da 240 nm (A=445), pH 13 da 255 nm (A=364).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Barbital: pH 9.2 da 239 nm (A=549), pH 13 da 254 nm (A=427).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Butalbital: pH 9.2 da 240 nm (A=439), pH 13 da 255 nm (A=329).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39"/>
                <a:gridCol w="1842591"/>
                <a:gridCol w="1753744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pH 9.2, nm (A)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pH 13, nm (A)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Allobarbital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241 (460)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256 (356)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Amobarbital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240 (445)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255 (364)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239 (549)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254 (427)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Butalbital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240 (439)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255 (329)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UB: birinchi guruh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UB-spektr: ikkinchi guruh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Butobarbital: pH 9.2 da 239 nm (A=477), pH 13 da 254 nm (A=388).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Siklobarbital: pH 9.2 da 239 nm (A=410), pH 13 da 256 nm (A=320).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Pentobarbital: pH 9.2 da 239 nm (A=438), pH 13 da 255 nm (A=327).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781383"/>
                <a:gridCol w="1696841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pH 9.2, nm (A)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pH 13, nm (A)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Butobarbital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239 (477)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254 (388)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Siklobarbital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239 (410)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256 (320)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Pentobarbital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239 (438)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255 (327)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UB: ikkinchi guruh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UB-spektr: uchinchi guruh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Fenobarbital: pH 9.2 da 239 nm (A=452), pH 13 da 254 nm (A=342).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Sekbutabarbital: pH 9.2 da 239 nm (A=428), pH 13 da 254 nm (A=354).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Sekobarbital: pH 9.2 da 239 nm (A=393), pH 13 da 254 nm (A=330).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Vinilbital: suvli ishqorda 247 nm (A=298).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969"/>
                <a:gridCol w="1619106"/>
                <a:gridCol w="1622899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pH 9.2, nm (A)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pH 13, nm (A)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Fenobarbital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239 (452)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254 (342)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Sekbutabarbital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239 (428)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254 (354)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Sekobarbital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239 (393)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254 (330)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Vinilbital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247 (298), ishqorda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UB: uchinchi guruh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115, 115-116, 116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 bo‘yicha taqqoslash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Ko‘pchilik barbituratlar pH 9.2 da 239-241 nm, pH 13 da 254-256 nm da maksimum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A(1%, 1 sm) farqi katta: pH 9.2 da barbital 549, butobarbital 477, fenobarbital 452.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Faqat maksimum joyi bo‘yicha ajratish qiyin — A qiymatlari va boshqa usullar kerak.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549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Butobarbital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477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Allobarbital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460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452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A(1%, 1 sm), pH 9.2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IQ-spektr (KBr): birinchi guruh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Allobarbital: 1687, 1315, 925, 1219, 847, 1640 sm-1.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Amobarbital: 1725, 1696, 1758, 1317, 1240, 850 sm-1.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Barbital: 1680, 1720, 1767, 1320, 1245, 875 sm-1.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Butalbital: 1690, 1720, 1740, 1310, 1290, 1200 sm-1.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616"/>
                <a:gridCol w="340735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IQ chiziqlari, sm-1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Allobarbital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1687, 1315, 925, 1219, 847, 1640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1725, 1696, 1758, 1317, 1240, 850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1680, 1720, 1767, 1320, 1245, 875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Butalbital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1690, 1720, 1740, 1310, 1290, 1200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IQ: birinchi guruh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IQ-spektr (KBr): ikkinchi guruh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Butobarbital: 1696, 1727, 1760, 1242, 850, 1215 sm-1.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Siklobarbital: 1693, 1725, 1745, 1300, 1210, 830 sm-1.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Pentobarbital: 1685, 1719, 1744, 1315, 1218, 845 sm-1.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474"/>
                <a:gridCol w="3273501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IQ chiziqlari, sm-1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Butobarbital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1696, 1727, 1760, 1242, 850, 1215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Siklobarbital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1693, 1725, 1745, 1300, 1210, 830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Pentobarbital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1685, 1719, 1744, 1315, 1218, 845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IQ: ikkinchi guruh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IQ-spektr (KBr): uchinchi guruh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Fenobarbital: 1712, 1684, 1670, 1770, 1310, 1300 sm-1.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Sekbutabarbital: 1675, 1760, 1317, 1303, 1230, 853 sm-1.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Sekobarbital: 1559, 1648, 1690, 1298, 1270, 925 sm-1.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Vinilbital: 1692, 1730, 1750, 1318, 1220, 1630 sm-1.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115, 116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Mass-spektr: birinchi guruh (m/z)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Allobarbital: 41, 167, 124, 39, 80, 53, 68, 141.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Amobarbital: 156, 141, 157, 41, 55, 142, 98, 39.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Barbital: 156, 141, 55, 155, 98, 39, 82, 43.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Butalbital: 41, 167, 168, 39, 124, 97, 141, 181.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616"/>
                <a:gridCol w="340735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m/z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Allobarbital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41, 167, 124, 39, 80, 53, 68, 141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156, 141, 157, 41, 55, 142, 98, 39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156, 141, 55, 155, 98, 39, 82, 43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Butalbital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41, 167, 168, 39, 124, 97, 141, 181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MS: birinchi guruh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Mass-spektr: ikkinchi guruh (m/z)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Butobarbital: 141, 156, 41, 55, 98, 39, 142, 155.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Siklobarbital: 207, 141, 81, 79, 67, 80, 41, 77.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Pentobarbital: 141, 156, 43, 41, 157, 55, 39, 98.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474"/>
                <a:gridCol w="3273501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m/z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Butobarbital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141, 156, 41, 55, 98, 39, 142, 155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Siklobarbital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207, 141, 81, 79, 67, 80, 41, 77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Pentobarbital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141, 156, 43, 41, 157, 55, 39, 98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MS: ikkinchi guruh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Mass-spektr: uchinchi guruh (m/z)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Fenobarbital: 204, 117, 146, 161, 77, 103, 115, 118.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Sekbutabarbital: 141, 156, 41, 57, 39, 98, 157, 47.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Sekobarbital: 167, 168, 41, 43, 97, 124, 39, 55.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Vinilbital: 157 (100), 83 (29), 71 (15), 209 (1), 195 (1).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115, 116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tahlil sxemasi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Nordonlashtirilgan spirt yoki suv usulida ajratish, kislotali xloroformli ajralma.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Skrining va tasdiqlash: YuQX (xloroform - n-butanol - ammiak 70:40:5), so‘ng GX, YuSSX.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Identifikatsiya: UB (pH 9.2 va 13), IQ va mass-spektrlar.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Ajratish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YuQX-skrining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GX / YuSSX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UB / IQ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Mass-spektr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Ketma-ketlik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108, 113-114, 114-116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 nordonlashtirilgan spirt yoki suv usulida ajratiladi; kislotali muhitda organik erituvchiga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YuQX-skrining: xloroform - n-butanol - ammiak (70:40:5), ko‘k-binafsha dog‘; GX va YuSSX tasdiqlaydi.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UB: pH 9,2 da 239-241 nm, pH 13 da 254-256 nm; IQ va mass-spektrlar identifikatsiyani to‘ldiradi.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108, 113-114, 114-116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savollari: ajratish va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 kislotasi hosilalari qanday toksikologik va narkologik ahamiyatga ega?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Ularni biologik ob’ektdan ajratib olishda qanday xususiy usullar qo‘llanadi?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Aniqlashda qanday umumiy reaksiyalar bor? Kobalt tuzi va ammiak ishtirokidagi reaksiya tenglamasini yozing.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Mikrokristalloskopik reaksiyalarni izohlang; BMT 1971 yil Konvensiyasiga qaysi barbituratlar kiritilgan?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savollari: ta’sir va spektrofotometriya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Barbituratlarning uxlatuvchi ta’siriga ko‘ra guruhlanishi va zaharlanishda qanday belgilar yuzaga kelishi?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Barbituratlarni YuQX usulida tahlil qilishni va UB-spektrofotometriya usulining mohiyatini tushuntiring.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Muhitning barbituratlar optik xususiyatiga ta’sirini izohlang; UB usulda chinligi va miqdori qanday aniqlanadi?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Differensial spektrofotometriya nima va solishtirma molyar nur yutish ko‘rsatkichlari qanday hisoblanadi?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 UB spektrida pH 9,2 da monoimid (239-241 nm), pH 13 da diimid (254-256 nm) shaklida maksimum beradi.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Nordonlashtirilgan spirt usuli 1851 yilda Bel’giyalik olim J.S. Stas tomonidan alkaloidlarni ajratish uchun taklif etilgan.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Sulfirlash konsentrlangan sulfat kislotaga chidamli moddalarni (masalan, barbituratlarni) yog‘li ekstraktlardan ajratadi.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 GX da ushlanish indekslari va Kovach indeksi bilan identifikatsiya qilinadi.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Barbituratlarni ajratish va fizik-kimyoviy tahlili: YuQX-skrining, UB-SF (pH 10 va 13), GX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19-20, 86-90, 92-94, 96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107-116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