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oldingi ma’ruzadagi rangli va mikrokristall reaksiyalar bilan bu ma’ruzadagi instrumental usullar qanday to‘ldiradi? Doskada: reja bandlari. Tipik xato: faqat YuQX natijasi bilan xulosa qilish. Izoh: kitobda ajratish bo‘limi qisqa; to‘liqroq nazariy asos toks (86-94-betlar) bilan to‘ldirildi, shu sababli bu ma’ruzada ikki kitob ishlatilgan.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suyuqliklar (qon, peshob) uchun ob’ektdan boshqacha usul? Doskada: 3 usul. Tipik xato: barbituratlarni ishqoriy muhitdan ajratish — ular kislotali xossali (keyingi slaydlarga qarang).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ajratish uchun ob’ekt tanlashda peshob muhim? Doskada: ikki modda ulushi. Tipik xato: geksenal va tiopental peshobda ko‘p topiladi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saqlanish muddatidagi farq ekspertiza uchun nimani bildiradi? Doskada: klinik rivojlanish zanjiri. Tipik xato: uxlab qolishni xavfsiz holat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barbituratlar alkaloidlar bilan bir usulda ajratiladi? (kitob: kislotali muhitda ham suvli, ham spirtli eritmaga o‘tadi.) Doskada: 28 = 7 + 14 + 7. Tipik xato: ro‘yxatni gmt (13 barbiturat) bilan aralashtirish: toks ro‘yxati ekspertizadagi majburiy 7 tadir.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barbituratni qaysi pH da ekstraksiya qilamiz? (kislotali.) Doskada: R-COOH &lt;-&gt; R-COO- + H+ muvozanati. Tipik xato: alkaloidlar uchun qoida (ishqoriy muhit) ni barbituratlarga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barbiturat qaysi ajralmada topiladi? (kislotali.) Doskada: ikki ajralma sxemasi. Tipik xato: ishqoriy ajralmada barbiturat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 va R ning farqi nimada? Doskada: formulalar. Tipik xato: K ni foiz bilan almashtirish. Kitobga ko‘ra K va R qancha katta bo‘lsa, modda shuncha ko‘p organik qatlamga o‘tadi.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sublimat kristallari ajratma tozaligini qanday ko‘rsatadi? Doskada: tozalash sxemasi. Tipik xato: pH ni nazorat qilmasdan reekstraksiya o‘tkazish. Eslatma: kitobda reekstraksiya pH=13 gacha ishqor bilan tasvirlangan sxema (93).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barbituratlar konsentrlangan H2SO4 ga chidamli? Doskada: sulfirlash maqsadi. Tipik xato: peshobdagi taxminiy sinovni yakuniy dalil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tuzlash nima uchun ekstraksiyani oshiradi? Doskada: omillar ro‘yxati. Tipik xato: elektrolit har doim ekstraksiyani oshiradi deb o‘ylash — kitobga ko‘ra ba’zi hollarda sezilarli kamayadi.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sentrifugalash filtrlashdan afzal? Doskada: tozalash usullari ro‘yxati. Tipik xato: oqsillarni cho‘ktirishda barbituratni ham yo‘qotish — cho‘ktirgichni va miqdorni nazorat qiling.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avval ishqor, keyin kislota? (barbiturat anion bo‘lib suvga o‘tadi, so‘ng neytral holatda organik qatlamga qaytadi.) Doskada: sxemani chizing. Tipik xato: organik qatlamni birinchi bosqichda tashlamaslik — u yot moddalar.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ammiakli faza? Doskada: faza nisbati. Kitobda: toks 90, 93 da «difenilkarbazid» (xato nom), gmt 113 da «difenilkarbazon» va ikki xil konsentratsiya. Qaror: barbituratlar uchun Hg(II)–difenilkarbazon (klassik purkagich), 0,02%.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«siyoh rang» va «ko‘k-binafsha» ta’riflari nega farq qiladi? (turli kitob ta’riflari.) Doskada: Rf dog‘lar. Tipik xato: Rf ni ruxsat etilgan yagona son deb olish — turli oraliqlarda bo‘ladi. Kitobda (toks 90): «difenilkarbazid» — to‘g‘risi difenilkarbazon (gmt 113).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azot tashuvchi gaz? Doskada: kolonka parametrlari. Tipik xato: kolonka diametrini 2 mm deb qat’iy yozish — kitobda 2-4 mm.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izotermik rejim nimani anglatadi? (harorat o‘zgarmaydi.) Doskada: jadvalni yozing. Tipik xato: kitobda «190-200 S», «220S» OCR buzilgan; °C deb o‘qildi.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kolonka oktadesil silikagel (teskari faza)? Doskada: parametrlar. Tipik xato: boshqa kitoblardagi mobil faza pH qiymati (malaka materiallarida 13,6 deb yozilgan, ehtimol xato) bilan aralashtirish — gmt 114 da pH 3,5.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ishqoriy muhitda to‘lqin uzunligi siljiydi? (ionlanish.) Doskada: ikki shakl. Kitobda: «optik faol emas» (atama xato: gap optik faollik emas, UB nur yutish haqida); matndagi pH 10 / 258-260 nm o‘rniga jadvaldagi pH 9,2 / 254-256 nm qabul qilingan.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 bu yerda solishtirma yutilish A(1%, 1 sm) (kitobda A11 deb belgilangan, to‘g‘ri belgilash). Doskada: qiymatlar. Tipik xato: bu A qiymatini molyar yutilish koeffitsienti ε deb talqin qilish (malaka materiallarida shunday xato bor). Kitobda: 7-qator (metilfenobarbital) UB/IQ/MS qiymatlari 4-qatordan (butalbital) aynan ko‘chirilgan (xato) — metilfenobarbital qiymatlari slaydlarga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Doskada: qiymatlar. Tipik xato: bu qiymatlar bo‘yicha moddalarni farqlashga urinish. Kitobda: metilfenobarbital qatori butalbitalnikini takrorlaydi (ko‘chirma xato) — olib tashlandi.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vinilbital nega boshqacha ko‘rsatilgan? (faqat suvli ishqorda keltirilgan.) Doskada: qiymatlar. Tipik xato: vinilbital uchun pH 9.2 qiymatini o‘zingiz to‘ldirish.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maksimumlari bir xil moddalar faqat A qiymati bilan ajratiladi? Doskada: jadvalni yozing. Tipik xato: A(1%,1sm) ni ε deb atash. Uchinchi band 115-bet jadvalidan kelib chiqadi: 12 barbituratning maksimumlari 239-241 / 254-256 nm oralig‘ida.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1680-1770 sm-1 sohasi qaysi guruhga mos? (C=O.) Doskada: asosiy chiziqlar. Kitobda IQ qiymatlari KBr diskida. Kitobda: metilfenobarbital IQ qatori butalbitalnikini takrorlaydi (xato) —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IQ qiymatlari yaqin moddalarni qanday ajratamiz? Doskada: jadvalni yozing. Kitobda: metilfenobarbital IQ qatori butalbitalnikini takrorlaydi (xato) — olib tashlandi.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fenobarbitalda aromatik halqa IQ da qanday ko‘rinadi? Doskada: qiymatlar. Tipik xato: chiziqlar tartibini kitobdagi tartibda emas, o‘sish tartibida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141 va 156 ionlari alkilbarbituratlar uchun nimani bildiradi? Doskada: asosiy ionlar. Tipik xato: sonlar tartibini o‘zgartirish — kitobda intensivlik tartibida. Kitobda: metilfenobarbital m/z qatori butalbitalnikini takrorlaydi (xato) —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izomerlar (amobarbital, pentobarbital) mass-spektrlari qanchalik o‘xshash? Doskada: ikki qator. Tipik xato: izomerlarni faqat mass-spektr bilan ajratish. Kitobda: metilfenobarbital m/z qatori butalbitalnikini takrorlaydi (xato) — olib tashlandi.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fenobarbital spektri boshqa alkilbarbituratlardan nimasi bilan farq qiladi? Doskada: qiymatlar. Tipik xato: vinilbitaldagi qavs ichidagi sonlarni nisbiy intensivlik (%) deb izohlamaslik.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skrining, qaysi tasdiqlovchi? Doskada: sxema. Tipik xato: tartibni buzish: skrining musbat bo‘lsa, tasdiqlovchi usulsiz xulosa berilmaydi. Bu umumlashtirma: har bir band kitobdagi aniq bo‘limlardan.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dars boshidagi savollarga qayting. Doskada: 3 xulosa. Tipik xato: UB ni yagona identifikatsiya usuli deb hisoblash. Nazorat savollari kitobda (gmt 115): UB spektrofotometriya mohiyati, optik xususiyatga muhit ta’siri, UB bilan chinlik va miqdor aniqlash. Kitobda (gmt 114 matni): pH 10, 238-240 / 258-260 nm — boshqa variant; jadval qiymatlari (pH 9,2; 239-241 / 254-256 nm) qabul qilindi.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Barbituratlarni ajratish va fizik-kimyoviy tahlili: YuQX-skrining, UB-SF (pH 10 va 13), GX, YuSSX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barbitur kislota hosilalarini ashyoviy dalillardan ajratib olish va YuQX-skrining, UB-spektrofotometrik va boshqa fizik-kimyoviy usullarda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ajratish va tozalash; YuQX-skrining; gaz va yuqori samarali suyuqlik xromatografiyasi; UB-, IQ- va mass-spektrlar.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Rang, cho‘kma va mikrokristalloskopik reaksiyalar barbituratlarni aniqlashning umumiy reaksiyalari sifatida oldingi ma’ruzada ko‘rilgan.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108-116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Ob’ektdan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biologik ob’ektdan nordonlashtirilgan spirt yoki suv usulida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barbituratlar biologik ob’ektdan xususiy usullarda ajratib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Biologik suyuqliklardan barbituratlar organik erituvchilar bilan ekstraksiyalab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Barbituratlar peshob bilan ajralishi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qilingan barbitalning 70-80%, fenobarbitalning 15-20% peshob bilan chiqariladi; shuning uchun zaharlanishda bemor peshobi albatta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Uzoq ta’sir etuvchi barbituratlar jigarda ko‘p parchalanmay, peshob bilan chiqib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Qisqa ta’sirli geksenal, tiopental jigarda tez parchalanadi; ular ichki organlarga deyarli bir xil tarqaladi.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Saqlanish muddati va klinik manzara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Barbituratlarning biologik ob’ektlarda saqlanish muddatini olimlar turlicha (1,5 oydan 14 oygacha)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bemor uzoq uxlaydi, ba’zan 1-2 kungacha uyg‘onmaydi; xurrak otib nafas oladi, qon bosimi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Oyoq-qo‘llar sovib, ba’zan ko‘ngil aynib qusadi; nafas va qon tomir markazlari falajidan o‘lim sodir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Nordonlashtirilgan suv va spirt usuli: 28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Kimyogar-ekspert to‘liq kimyo-toksikologik tahlilda bu guruhdan 28 ta moddaga tekshiruv o‘tkazishi zarur: 7 barbiturat, 14 alkaloid, 7 azot saqlovchi sintetik birikma.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Barbituratlar: barbital, fenobarbital, barbamil, etaminal natriy, siklobarbital (fenodorm), geksabarbital (evipan), benzonal.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Nordonlashtirilgan spirt usuli 1851 yilda J.S. Stas tomonidan alkaloidlarni ajratish uchun taklif etilgan; 1856 yilda F. Otto o‘zgartirish kiritgan.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93, 94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pH ning ekstraksiyaga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kabi dissotsiyalanmaydigan organik kislotalar suvda elektroneytral bo‘lib, suv bilan yomon gidratlanadi.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organik erituvchi bilan aralashganda tez solvatlanib, organik qatlamga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pH ishqoriy tomonga o‘zgarsa dissotsiyalanish ortadi, organik erituvchida ekstraksiya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tomonga o‘zgarsa dissotsiyalanmagan molekulalar ko‘payib, ekstraksiya ortadi.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86, 87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Ikkita xloroformli ajralma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kimyogari qaysi usulni qo‘llashdan qat’iy nazar, tekshiruvni ikkita xloroformli ajralma bilan olib boradi.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Birinchisi: kislotali muhitda suvli eritmadan organik erituvchi bilan ajratilgan zaharli moddalar.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Ikkinchisi: ishqoriy muhitda organik erituvchi qavatiga o‘tadigan moddalar.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ajralma barbituratlar, neytral moddalar, organik kislotalar va kuchsiz asosli alkaloidlar uchun tekshiriladi.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90, 96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Taqsimlanish koeffitsienti K = Corg / Csuv (organik erituvchi va suvdagi konsentratsiyalar nisbati).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Ekstraksiyalanish darajasi R = (A / N) · 100 %; A — organik erituvchidagi miqdor, N — suvdagi umumiy miqdor.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qiladi: pH, organik erituvchi tabiati, ekstraksiya soni, tuzlovchi agentlar (elektrolitlar), harorat.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eritma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erituvchi qatlami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 = Corg / Csuv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 = A / N · 100 %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 va R ma’nosi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Ajralmani tozalash: reekstraksiya va sublimatsiya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ajralmalardan yot moddalar reekstraksiya bilan tozalanadi; organik kislotalar va barbituratlar shu usulda tozalanadi.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Reekstraksiyada pH aniq bo‘lishi zarur, aks holda tekshiriluvchi modda yo‘qotilishi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Quruq haydash (vozgonka): issiqlik ta’sirida sublimatsiyalanuvchi barbituratlar, benzoy va salitsil kislotalari, kofein tozalanadi.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89, 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Sulfirlash va peshobda dastlabki sinov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Sulfirlash: yog‘ va lipidlarga boy ekstraktlardan konsentrlangan sulfat kislotaga chidamli moddalarni (masalan, barbituratlarni) ajratib olish.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tekshiruv: barbituratlar bilan zaharlanishni taxminiy aniqlash uchun peshobga kobalt asetat eritmasi ammiak yoki litiy ishqori sharoitida qo‘shib ekstraksiya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tekshiruv natijasiga qo‘shimcha tahlillar o‘tkazib, modda chinligiga ishonch hosil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19,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Ekstraksiyaga elektrolit, harorat va erituvchi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Elektrolitlar qo‘shilsa moddalar eruvchanligi o‘zgaradi; tuzlanish natijasida taqsimlanish koeffitsienti va ekstraksiya ortadi.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Kichik radiusli ionlarning tuzlash ta’siri katta radiusli ionlarnikidan katta; elektrolitlar emulsiyani parchalash va oqsilni cho‘ktirishda ham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Harorat o‘zgarishi taqsimlanish koeffitsientini o‘zgartiradi; ekstraksiya soni tajriba yo‘li bilan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Ajralmadagi yot moddalar va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Ajralmada oqsil, aminokislotalar, yog‘ va lipidlar kabi yot moddalar bo‘lib, tahlilga xalaqit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Tozalash usullari: suzish, filtrlash, sentrifugalash, cho‘ktirish va qayta ekstraksiya.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Suzish va filtrlash aniqlanuvchi moddani adsorbsiyalab yo‘qotishi mumkin, shuning uchun sentrifugalash qulayroq.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Oqsillar uch xlorsirka, volfram, metafosfat kislotalari bilan, 40°C gacha isitish yoki absolyut spirt va aseton bilan cho‘ktiriladi.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88, 88-89, 89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Kislotali moddalarni reekstraksiya bilan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moddalar ishqor (pH-13) bilan ekstraksiyalanadi: organik qatlam keraksiz, suvli qatlam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 (pH-1) bilan reekstraksiya: organik qatlamda tekshiriluvchi moddalar, suvli qatlam keraksiz.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usulda neytral va kuchsiz asos xossali moddalar yo‘qotib qo‘yiladi.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ishqor (pH-13)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suvli qatlam: kerak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 (pH-1):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qatlam: tekshiriluvchi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Reekstraksiya sxemasi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YuQX-skrining: sistema va 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Qo‘zg‘aluvchi faza: xloroform - n-butanol - 25% ammiak eritmasi, 70:40:5.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Aniqlovchi reaktivlar: 0,02% difenilkarbazonning xloroformdagi eritmasi va simob sulfatning suvli eritmasi purkaladi.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o‘ziga xos Rf qiymatli ko‘k-binafsha dog‘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tozalash va chinlikni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 xossali moddalardan barbituratlarni tozalash va aniqlashda xloroform - n-butanol - 25% NH4OH (70:40:5) sistemasi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Aniqlovchi reaktiv: 0,02% difenilkarbazonning xloroformli eritmasi va simob sulfatning suvli eritmasi.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siyoh rangda turli Rf oralig‘ida dog‘lar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Barbituratlarning xususiy reaksiyalari asosan turli reaktivlar bilan mikrokristallar hosil qilishiga asoslangan.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90; Yuldashev Z.A., Zulfikariyeva D.A., Usmanaliyeva Z.U., Nurmatova M.I., Giyohvand moddalar tahlili. O‘quv qo‘llanma. Toshkent, betlar: 113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GX: kolonka va tashuvchi gaz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Tahlilda ichi 3% SE-30 shimdirilgan xromosorb G-HP sorbenti bilan to‘ldirilgan shisha kolonka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Kolonka uzunligi 2 m, ichki diametri 2-4 mm.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Qo‘zg‘aluvchi faza — azot, tezligi 45-50 ml/daqiqa.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113, 113-114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GX: harorat va identifikatsiya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izotermik: kolonka harorati 190-200 °C, injektor 220 °C, detektor 220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ushlanish indekslari va Kovach indeksi bilan identifikatsiya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Qism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Harorat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Kolonka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190-200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Injektor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220 °C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Detektor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220 °C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GX sharoiti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YuSSX: kolonka va mobil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Kolonka uzunligi 150 mm, ichki diametri 2,6 mm, oktadesil silikagel bilan to‘ldirilgan.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Mobil faza: pH 3,5 bo‘lgan 0,1 M fosfat buferi va metanol (60:40).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 — UB-spektrometr, to‘lqin uzunligi 216 nm; oqim tezligi 2 ml/daqiqa; namuna miqdori 20 mkl.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UB-spektrofotometriya: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keto (kislotali) ko‘rinishda UB sohada xarakterli maksimum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9,2 muhitda (0,05 M borat buferi) monoimid ko‘rinishida 239-241 nm sohada spektral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 13 muhitda (1,0 M ishqor eritmasi) diimid shaklida 254-256 nm sohada maksimum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Keto shakl: UB maksimum yo‘q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9,2: monoimid, 239-241 nm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13: diimid, 254-256 nm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maksimumi muhitga bog‘liq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114, 114-115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UB-spektr: birinchi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Allobarbital: pH 9.2 da 241 nm (A=460), pH 13 da 256 nm (A=356).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Amobarbital: pH 9.2 da 240 nm (A=445), pH 13 da 255 nm (A=364).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Barbital: pH 9.2 da 239 nm (A=549), pH 13 da 254 nm (A=427).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Butalbital: pH 9.2 da 240 nm (A=439), pH 13 da 255 nm (A=329).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UB-spektr: ikkinchi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Butobarbital: pH 9.2 da 239 nm (A=477), pH 13 da 254 nm (A=388).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Siklobarbital: pH 9.2 da 239 nm (A=410), pH 13 da 256 nm (A=320).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Pentobarbital: pH 9.2 da 239 nm (A=438), pH 13 da 255 nm (A=327).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UB-spektr: uchinchi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Fenobarbital: pH 9.2 da 239 nm (A=452), pH 13 da 254 nm (A=342).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Sekbutabarbital: pH 9.2 da 239 nm (A=428), pH 13 da 254 nm (A=354).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Sekobarbital: pH 9.2 da 239 nm (A=393), pH 13 da 254 nm (A=330).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Vinilbital: suvli ishqorda 247 nm (A=298).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115, 115-116, 116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 bo‘yicha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Ko‘pchilik barbituratlar pH 9.2 da 239-241 nm, pH 13 da 254-256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A(1%, 1 sm) farqi katta: pH 9.2 da barbital 549, butobarbital 477, fenobarbital 452.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maksimum joyi bo‘yicha ajratish qiyin — A qiymatlari va boshqa usullar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549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Butobarbital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477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Allobarbital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460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Fenobarbital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452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A(1%, 1 sm), pH 9.2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IQ-spektr (KBr): birinchi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Allobarbital: 1687, 1315, 925, 1219, 847, 1640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Amobarbital: 1725, 1696, 1758, 1317, 1240, 850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Barbital: 1680, 1720, 1767, 1320, 1245, 875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Butalbital: 1690, 1720, 1740, 1310, 1290, 1200 sm-1.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IQ-spektr (KBr): ikkinchi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Butobarbital: 1696, 1727, 1760, 1242, 850, 1215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Siklobarbital: 1693, 1725, 1745, 1300, 1210, 830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Pentobarbital: 1685, 1719, 1744, 1315, 1218, 845 sm-1.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IQ-spektr (KBr): uchinchi guruh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Fenobarbital: 1712, 1684, 1670, 1770, 1310, 1300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Sekbutabarbital: 1675, 1760, 1317, 1303, 1230, 853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Sekobarbital: 1559, 1648, 1690, 1298, 1270, 925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Vinilbital: 1692, 1730, 1750, 1318, 1220, 1630 sm-1.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115, 116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Mass-spektr: birinchi guruh (m/z)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Allobarbital: 41, 167, 124, 39, 80, 53, 68, 141.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Amobarbital: 156, 141, 157, 41, 55, 142, 98, 39.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Barbital: 156, 141, 55, 155, 98, 39, 82, 43.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Butalbital: 41, 167, 168, 39, 124, 97, 141, 181.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Mass-spektr: ikkinchi guruh (m/z)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Butobarbital: 141, 156, 41, 55, 98, 39, 142, 155.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Siklobarbital: 207, 141, 81, 79, 67, 80, 41, 77.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Pentobarbital: 141, 156, 43, 41, 157, 55, 39, 98.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Mass-spektr: uchinchi guruh (m/z)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Fenobarbital: 204, 117, 146, 161, 77, 103, 115, 118.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Sekbutabarbital: 141, 156, 41, 57, 39, 98, 157, 47.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Sekobarbital: 167, 168, 41, 43, 97, 124, 39, 55.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Vinilbital: 157 (100), 83 (29), 71 (15), 209 (1), 195 (1).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115, 116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tahlil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yoki suv usulida ajratish, kislotali xloroformli ajralma.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Skrining va tasdiqlash: YuQX (xloroform - n-butanol - ammiak 70:40:5), so‘ng GX, YuSSX.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Identifikatsiya: UB (pH 9.2 va 13), IQ va mass-spektrlar.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YuQX-skrining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GX / YuSSX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 / IQ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Mass-spektr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Ketma-ketlik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113-114, 114-116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Barbituratlar nordonlashtirilgan spirt yoki suv usulida ajratiladi; kislotali muhitda organik erituvchiga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YuQX-skrining: xloroform - n-butanol - ammiak (70:40:5), ko‘k-binafsha dog‘; GX va YuSSX tasdiqlaydi.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UB: pH 9,2 da 239-241 nm, pH 13 da 254-256 nm; IQ va mass-spektrlar identifikatsiyani to‘ldiradi.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108, 113-114, 114-116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UB spektrida pH 9,2 da monoimid (239-241 nm), pH 13 da diimid (254-256 nm) shaklida maksimum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Nordonlashtirilgan spirt usuli 1851 yilda Bel’giyalik olim J.S. Stas tomonidan alkaloidlarni ajratish uchun taklif etilgan.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Sulfirlash konsentrlangan sulfat kislotaga chidamli moddalarni (masalan, barbituratlarni) yog‘li ekstraktlardan ajratadi.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 GX da ushlanish indekslari va Kovach indeksi bilan identifikatsiya qilinadi.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Barbituratlarni ajratish va fizik-kimyoviy tahlili: YuQX-skrining, UB-SF (pH 10 va 13), GX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19-20, 86-90, 92-94, 96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107-116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