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1) Nega shifokor uchun o‘lim haqidagi bilim kerak? 2) Rejadagi qaysi bo‘lim amaliyotda ko‘proq uchraydi deb o‘ylaysiz? Doskada: ma’ruza rejasini 3 ustunli sxema qilib chizing. Tipik xato: talabalar tanatologiyani faqat murda o‘zgarishlari deb tushunadi, aslida u o‘lish jarayonini ham o‘rganadi.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Tezkor savol: “Tanatologiya” atamasini kim kiritgan va u qaysi so‘zlardan tuzilgan? Muhokama: nega hayot va o‘lim “uzviy bog‘liq” deyiladi? Doskada: thanatos + logos = tanatologiya formulasini yozing. Tipik xato: atamani kiritgan olim ismini adashtirish; to‘g‘risi I.I.Mechnikov.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Umumiy va xususiy tanatologiya farqi nimada? 2) Sud-tibbiy tanatologiya nega huquqni muhofaza etuvchi idoralar uchun kerak? Doskada: jadvalni chizib, har turga bittadan misol so‘rang. Tipik xato: sud-tibbiy tanatologiyani umumiy tanatologiya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o‘lishni “jarayon” deb atashadi? 2) Klinik va biologik o‘lim farqi amaliyotda nimani o‘zgartiradi? Doskada besh bosqichli zanjirni chizdirib, har biriga davomiylikni yozdiring. Tipik xato: klinik o‘limni biologik o‘lim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Preagoniyada nega puls faqat yirik arteriyalarda aniqlanadi? 2) Terminal pauzani preagoniyadan nima ajratadi? Doskada ikki ustunli solishtirish (preagoniya / terminal pauza) tuzdiring. Tipik xato: terminal pauzani bir necha kun davom etadi deb o‘ylash, bu preagoniya xususiyati.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Agoniyada nafas va puls nega vaqtincha tiklanadi? 2) Facies hippocratica qaysi belgilardan iborat? Doskada nafas holatini 3 bosqichda (buzilgan – to‘xtagan – tiklangan) chizdirib, qaysi bosqichga mosligini aytdiring. Tipik xato: agoniyadagi tiklanishni sog‘ayish alomati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daqiqa. Muhokama: 1) Nima uchun 5-6 daqiqadan keyin hayotga qaytarish qiyin? 2) Past harorat klinik o‘lim muddatiga qanday ta’sir qiladi? Doskada: jadvalni chizdirib, ikki bosqichni solishtirishni so‘rang. Tipik xato: klinik o‘limni biologik o‘lim bilan aralashtirish va 5-6 daqiqani barcha holatlar uchun mutlaq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elektrotravmada agoniya qisqa bo‘ladi? 2) Sun’iy uzaytirilgan agoniya amaliyotda qanday muammolar tug‘diradi? Doskada: to‘rt tipni davomiyligi o‘sib borish tartibida chizdiring. Tipik xato: tez o‘limni (jadallik) agoniya tipi bilan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Preagoniya, terminal pauza va agoniyani qaysi belgilar bo‘yicha farqlaysiz? 2) Agoniyani nega «so‘nggi urinish» deyishadi? Doskada: bosqichlar ketma-ketligini chizdirib, har biriga asosiy belgini yozdiring. Tipik xato: agoniyadagi nafas tiklanishini bemorning sog‘ayishi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Bilvosita aktiv evtanaziyada vrachning niyati nima bilan farqlanadi? 2) Nega bemorning o‘zi dori qabul qilgan holat ham bu tushunchaga kiradi? Doskada: bevosita aktiv, bilvosita aktiv va passiv turlarining uch ustunli jadvalini chizdiring. Tipik xato: bilvosita aktiv evtanaziyani bevosita (qasddan) deb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Medikotanaziya va distanaziyaning asosiy farqi nimada? 2) Nega tor ma’noda faqat aktiv va passiv turlar olinadi? Doskada: to‘rt tur va tor ma’no doirasini ajratib ko‘rsatuvchi doira sxemasi. Tipik xato: distanaziyani o‘limni tezlashtirish deb o‘ylash, aslida u hayotni maksimal uzaytirishdir.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 javobni yopiq daftarda yozadi, so‘ng juftlikda tekshiradi. Muhokama: agoniya nega «hayotga qaytish uchun so‘nggi urinish» deyiladi? Doskada: besh bosqichli vaqt zanjirini chizdiring. Tipik xato: terminal pauza va agoniyani, shuningdek klinik va biologik o‘limni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po‘stloq boshqa to‘qimalardan oldin zararlanadi? 2) “Individual o‘lim” iborasi nimani bildiradi? Doskada: to‘qimalar “filogenetik yosh” bo‘yicha sezgirlik zinapoyasini chizing (eng sezgir – po‘stloq). Tipik xato: miya o‘limini barcha a’zolar o‘limi bilan bir xil deb o‘ylash. Aslida oraliq davr taxminan 20 soat.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a’zoni erta olish natijani yaxshilaydi? 2) Apparatura bo‘lmagan sharoitda o‘limni qanday aniqlaymiz? Doskada: zanjir chizing: po‘stloq o‘limi → reanimatsiyani to‘xtatish / a’zo olish ruxsati. Tipik xato: vegetativ holatni “tirik shaxs” deb, miya o‘limi bilan adashtirish. Tezkor savol: miya o‘limini kimlar aniqlaydi?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harakatsizlik va oqarish yetarli emas? 2) Beloglazov simptomi nega 1,5-2 soatdan keyin yo‘qolishi mumkin? Doskada: jadvalni ko‘chiring, ustunlarni “ehtimoliy” va “ishonchli” deb ajrating. Tipik xato: oqarish, nafas va yurak urishining yo‘qligini ishonchli belgi deb hisoblash. Mnemonika: “Darhol – ehtimoliy, biroz keyin – ishonchli”. Tezkor savol: eng erta ishonchli belgi qaysi?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o‘limning xilini ekspert emas, huquqni muhofaza organlari aniqlaydi? Nozo‘raki o‘limda nega xil ajratilmaydi? Doskada chizish: toifa → xil → tur daraxt sxemasini chizdiring. Tipik xato: talabalar «xil» va «tur» tushunchalarini aralashtiradi (qotillik — xil, mexanik jarohat — tur).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ekspert «bu qotillik» deb xulosa yoza oladimi? Nima uchun qasd masalasi ekspert vakolatiga kirmaydi? Doskada chizish: vaziyatni toifa–tur–xil qatoriga joylashtirish. Tipik xato: «zo‘raki o‘lim» va «qotillik»ni bir xil deb o‘ylash; qotillik zo‘raki o‘limning faqat bitta xili.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mexanik ta’sirga javob o‘lim muddatini baholashda yordam beradi? Nima uchun o‘sma vaqt o‘tgan sari pasayadi? Doskada chizish: soat o‘qi bo‘yicha 1-2 soat, 10 soat, 10-11 soat bosqichlarini belgilang. Tipik xato: idiomuskulyar o‘smani mushak qisqarishi bilan aralashtirish; 1-2 soatdan keyin mushak qisqarmaydi, faqat o‘sma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Nega mushak reaksiyasi vaqt o‘tgan sari faqat ko‘z mushaklarida qoladi? 2) Qaysi usul o‘lim muddatini eng uzoq vaqtgacha baholashga imkon beradi? Doskada chizish: reaksiya turlari (elektr, kimyoviy, ter bezi) va ularning muddat chegaralarini bitta vaqt o‘qida ko‘rsating. Tipik xato: atropin kengaytiradi, pilokarpin toraytiradi, talabalar buni almashtirib yuboradi. Atropin va pilokarpinning ter bezi sinamasidagi rolini ham farqlang.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5-6 daq. Muhokama: 1) Nega sun’iy o‘zgarishlar o‘lim muddatini aniqlashda ishonchli emas? 2) Mumifikatsiya va chirish qaysi jihatdan qarama-qarshi? Doskada chizish: tasnif daraxti (ilk/kech, yemiruvchi/saqlovchi, sun’iy). Tipik xato: autolizni kech o‘zgarish deb hisoblash; u ilk o‘zgarishlar qatoriga kiradi, garchi kech davrda ham davom etsa. Muzlash tabiiy va ilk yoki kech muddatda bo‘lishi mumkinligini ham eslatib o‘ting.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to‘g‘ri ichak va jigar harorati o‘lim muddatini baholashda qulay? 2) Qanday holatlarda dastlabki soatlarda harorat ko‘tarilishi mumkin? Doskada chizish: qo‘ltiq, to‘g‘ri ichak va jigar uchun tenglashish muddatlari (16, 19, 25 soat) ketma-ketligini chizing. Tipik xato: soatiga 1°S qoidasini mutlaq deb olish; u faqat xona sharoitida taxminiy qiymat, omillar uni o‘zgartiradi.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qurish avval lab va ko‘zda boshlanadi? 2) Pergament dog‘ini shilinmadan oddiy usulda qanday farqlaysiz? Doskaga chizing: pergament dog‘i va hayotiy shilinmani suvli doka sinamasidagi natijalari bilan ikki ustunli taqqoslash. Diqqat: pergament dog‘ ≠ hayotiy shilinma. Tipik xato: terining tortilishidan soch, soqol va timoq o‘sgan deb o‘ylash. Bu soxta tasavvur, manbada shunday izohlangan (225-bet).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AUF qisqarishda va bo‘shashishda qanday rol o‘ynaydi? 2) Nega o‘limdan keyin mushaklar darhol qotmaydi? Doskaga chizing: AUF → aktomiozin → qisqarish; resintez → bo‘shashish; o‘limda sintezning to‘xtashi. Eslatma: mexanizm hozirgacha aniq ochilmagan, eski nazariyalar (oqsil koagulyasiyasi, gidratatsiya yoki degidratatsiya, nerv tizimi o‘limi, parabioz) ham aytilgan (225-bet). Tipik xato: AUF yo‘qolishi bilan mushak bo‘shashadi deb o‘ylash, aslida AUF kamayishi qotishga olib keladi.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Dastlabki soatlarda buzilgan qotishning tiklanishi nimani ko‘rsatadi? 2) Qaysi omillar qotishni tezlashtiradi, qaysilari sustlashtiradi? Doskaga chizing: pastga yo‘nalgan (Nisten) tipda mushaklar ketma-ketligi: chaynash → bo‘yin → tana → qo‘l → oyoq. Eslab qoling: qotish kichik, kalta mushaklarda avval boshlanadi. Tipik xato: kataleptik qotishni oddiy qotish bilan adashtirish; kataleptikda qotish darhol va barcha mushaklarda bo‘ladi. Yuz va oyoqda qotish bor, qo‘lda sust yoki yo‘q bo‘lsa, murda holati o‘zgartirilganidan shubha qilinadi (226-bet). Murda tekshiruvida qotish mushaklarni ushlab ko‘rish va bo‘g‘imlarni harakatlantirish orqali baholanadi (227-bet).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Talabalarga savollarni yopiq kitob bilan so‘rang. Muhokama: murda holati o‘zgartirilganini qotish orqali qanday aniqlash mumkin? Doskada chizish: soat o‘qi (1–3 soat, 12–16 soat, 24 soat, 3–7 kun). Tipik xato: qotish o‘lim zahoti boshlanadi deb o‘ylash, aslida aniqlanishi 1–3 soatdan keyin.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bosqichlar orasida aniq vaqt chegarasi qo‘yib bo‘lmaydi? Barmoq bilan bosish sinovi nimani ko‘rsatadi? Doskada chizish: jadvalni 3 ustunli qilib ko‘chiring va har bosqichga bosish natijasini yozing. Tipik xato: staz bosqichida dog‘ butunlay yo‘qoladi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is gazi va sianid zaharlanishida dog‘ rangi o‘zgaradi? Murda dog‘i va qontalashni farqlash tekshiruvchi uchun nima uchun muhim? Doskada chizish: murda yuzi bilan tepaga, pastga va osilgan holatda dog‘lar joylashuvi sxemasi. Tipik xato: barcha zaharlanishda dog‘ rangi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Oddiy fuqaro nega dog‘ni qontalash deb o‘ylashi mumkin? 2) Shifokor ko‘rikda qanday amaliy tekshiruv qiladi? Doskada: ikki ustunli solishtirish jadvalini chizdirish va xochsimon kesma natijasini yozdirish. Tipik xato: bosilganda rang o‘zgarishini imbibitsiya bosqichida ham saqlanadi deb o‘ylash; bu bosqichda dog‘ bosilganda rangini o‘zgartirmaydi.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aynan oshqozon va oshqozon osti bezi autolizi tez boshlanadi? 2) Autoliz natijasi qaysi hayotiy jarayon yoki zaharlanish bilan adashtirilishi mumkin? Doskada: ‘ferment → hujayra yemirilishi → gemoliz → imbibitsiya’ zanjirini chizdirish. Tipik xato: autolizni chirish (mikroorganizmlar faoliyati) bilan aralashtirish; autolizda sabab o‘z fermentlari.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Dog‘lar ikki sohada bo‘lsa, bu qaysi bosqichni bildiradi va nima uchun? 2) Qotishning qo‘lda sustligi murdaga o‘limdan keyin tegilganini qanday ko‘rsatadi? Doskada: murda holatini o‘zgartirish sxemasini (avval yuzi tepaga, keyin pastga) va dog‘lar joyini chizdirish. Tipik xato: murda holati o‘zgarsa dog‘lar har doim yangi joyda paydo bo‘ladi deb o‘ylash; bu faqat gipostaz va qisman staz uchun to‘g‘ri.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suvda va yerda chirish sekin? 2) Nima uchun hid birinchi kunoq tabiiy teshiklardan seziladi? Doskada: Kasper indeksi 1:2:8 ni havo–suv–yer tartibida chizdiring. Tipik xato: aerob va anaerob chirishni aralashtirish (aerob — jadal, anaerob — sust, hidi o‘ta yoqimsiz). Qo‘shimcha (229-230-betlar): ko‘p qon yo‘qotish, suvsizlanish, is gazi, antibiotiklar chirishni sekinlashtiradi; sepsis va semizlik tezlashtiradi; chaqaloqlarda sekin.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Qaysi kasallikda qaysi chirish tipi kutiladi? 2) Nima uchun ichki a’zolar turlicha chiriydi? Doskada: 3 tipni «kasallik → belgi» ustunli ro‘yxat qilib yozdiring. Tipik xato: quruq tipda ham emfizema bo‘ladi deb o‘ylash (bo‘lmaydi). Eslab qolish: gaz — infeksiya, nam — suyuqlik, quruq — oriqlik.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entomologik tekshiruvga hasharotlar konservatsiya qilib yuboriladi? (238-bet: etil efiri yoki formalin) 2) Hayvon izini hayotiy jarohatdan qanday ajratamiz? Doskada: pashsha sikli — tuxum → lichinka → qo‘g‘irchoq → etuk pashsha zanjirini chizdiring. Tipik xato: hayvon, qush, baliq yemirishi bo‘yicha ham o‘lim muddatini aniqlash mumkin deb o‘ylash (mumkin emas). Diqqat: hasharotlar bilan hayvonlarni aralashtirmang.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suvda murda havoga nisbatan sekin chiriydi (kislorod kam, harorat past)? 2) Mumifikatsiyada shaxsni aniqlash imkoniyati qanday? Doskada 3 ustunli jadval (turi-sharoit-muddat) chizdiring. Tipik xato: yog‘-mo‘mni quruq muhitda hosil bo‘ladi deb o‘ylash; aslida u nam muhitda rivojlanadi, quruq joyga ko‘chirilsa qotadi va uvalanishi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Defenziv va offenziv qismlashni qanday ajratish mumkin? 2) Nega sun’iy o‘zgarishlar o‘lim muddatini aniqlashga asos bo‘lmaydi? Doskada ikki ustunli ro‘yxat chizdiring: saqlovchi va yemiruvchi sun’iy o‘zgarishlar. Tipik xato: sun’iy o‘zgarishlarni tabiiy kech o‘zgarishlar bilan aralashtirish va ularni vaqt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Talabalar 2 daqiqa juftlikda o‘ylaydi, keyin javob beradi. Muhokama: 1) Muhitning qaysi xususiyati (nam yoki quruq) farqni belgilaydi? 2) Murda yog‘-mo‘m holatida quruq muhitga ko‘chirilsa nima bo‘ladi? Doskada A va B ustunli taqqoslash jadvalini chizdiring. Tipik xato: qisman va to‘liq shakllarni, ya’ni muddatlarni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bitta usulga tayanib bo‘lmaydi? 2) Nega aniqlik vaqt o‘tgan sari pasayadi? Doskada chizing: rektal haroratning vaqt bo‘yicha pasayish chizig‘i va 30-31 soatda tenglashuv nuqtasi. Tipik xato: bir marta o‘lchangan haroratdan muddat chiqarish; kamida ikki o‘lchov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Qaysi holatlarda ekspertiza majburiy tayinlanadi? 2) Nega laboratoriya natijalari qat’iy kuchga ega emas? Doskada chizing: xulosaning uch qismi (kirish – tekshiruv – to‘xtam). Tipik xato: chirish boshlangan murdani ekspertizaga to‘sqinlik deb hisoblash; manbaga ko‘ra bu to‘siq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Ko‘krak sanchma-kesma jarohatida zanjirni tuzing (gemoperikard – yurak siqilishi). 2) Yo‘l-transport hodisasidagi kalla-miya jarohati va suvga tashlash holatida raqobat nimada? Doskada chizing: uzoq → oraliq → yaqin zanjir va raqobatli ikki zanjir. Tipik xato: uzoq sabab bilan yaqin sababni almashtirib yuborish (uzoq ≠ yaqin); diagnozda uzoq sabab birinchi yoziladi.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qismlangan murda qismlari tergovchi ruxsatigacha murdaxonada saqlanadi? 2) Skeletdan nimalarni bilish mumkin, nimani bilib bo‘lmaydi? Doskada: noma’lum murdada shaxsni aniqlash bo‘yicha tekshiruv ro‘yxatini (kiyim, so‘z portreti, qon, barmoq izi) chizdiring. Tipik xato: eksgumatsiyani faqat dafn qilishning teskarisi deb o‘ylash, uning protsessual qaror talab qilishini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daq. Muhokama: 1) Uyda sodir bo‘lgan o‘limda verbal autopsiya qanday o‘tadi? 2) Nega sud-tibbiy ekspertiza o‘lim joyidan qat’i nazar o‘tkaziladi? Doskada: jadvalning 2 ustunini talabalar bilan to‘ldirtiring. Tipik xato: patologo-anatomik tekshiruvni ham tergovchi qaroriga asoslanadi deb o‘ylash; virtual autopsiyani keng amaliyotda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Klinik shifokor uchun tanatogenezni bilish nimaga kerak? 2) O‘lim muddatini aniqlashda nega bir nechta usul qo‘llanadi? Doskada: tanatogenez zanjirini (uzoq – oraliq – yaqin sabab) bitta misolda chizdiring. Tipik xato: uzoq va yaqin sababni almashtirib yuborish; klinik o‘lim bilan biologik o‘limni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№1. Ma’ruza: Sud-tibbiy tanatologiya.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Mavzu va ma’ruza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sud-tibbiy tanatologiya. Bu o‘lim haqidagi ta’limotning surishtiruv, tergov va sud ehtiyojlariga xizmat qiladigan qismi.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Reja, 1-qism: o‘lish va terminal holatlar, evtanaziya, o‘lim yuz berganligini aniqlash, o‘limning sud-tibbiy tasnifi, supravital reaksiyalar.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Reja, 2-qism: murda o‘zgarishlari, o‘lim muddatini aniqlash, murda sud-tibbiy ekspertizasi va uni hujjatlashtirish.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Reja, 3-qism: tanatogenez va o‘lim sabablarining raqobati, noma’lum shaxslar va eksgumatsiya qilingan murdalar, autopsiya turlari.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217, 217-222, 222-241, 241-246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Tanatologiya tushunchasi va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va o‘lim uzviy bog‘liq. O‘lim hayotning mantiqiy yakuni: o‘limsiz hayot ham, hayotsiz o‘lim ham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“Tanatologiya” atamasini tibbiyotga I.I.Mechnikov kiritgan. U o‘lim haqidagi ta’limotni anglatadi.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thanatos (o‘lim xudosining nomi) + logos (ta’limot) = o‘lim haqidagi ta’limot.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Tanatologiya biologiya fanining tarkibiy qismi. U o‘lish jarayonini, o‘lim faktini, o‘lim sabablarini va murda o‘zgarishlarini o‘rganadi.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Tanatologiya vazifalari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Tanatologiya o‘lish jarayonidagi klinik, morfologik, biokimyoviy o‘zgarishlarni va o‘lim sodir bo‘lganligi faktini aniqlashni o‘rganadi.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Yana o‘lim sabablari, o‘limdan keyingi murda o‘zgarishlari, ularga tashqi va ichki omillar ta’siri, murdani dafn etish va konservatsiya qilish o‘rganiladi.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Umumiy tanatologiya masalalarning umumiy jihatlarini, xususiy tanatologiya esa ularni o‘limning muayyan turlari nuqtai nazaridan ko‘radi.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umumiy ≠ xususiy ≠ sud-tibbiy tanatologiya. Sud-tibbiy turi masalalarni surishtiruv, tergov va sud faoliyatida hal etish uchun o‘rganadi.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530"/>
                <a:gridCol w="335744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Qanday o‘rganadi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Umumiy tanatologiya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Masalalarning umumiy jihatlarini o‘rganadi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Xususiy tanatologiya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Masalalarni o‘limning muayyan turlari nuqtai nazaridan ko‘radi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Sud-tibbiy tanatologiya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Surishtiruv, tergov va sud faoliyatidagi masalalarni hal etish uchun o‘rganadi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Tanatologiya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O‘lish va terminal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Hayot va o‘lim bir-biriga bog‘liq: o‘lim hayotning mantiqiy yakuni. “Tanatologiya” atamasini tibbiyotga I.I.Mechnikov kiritgan, u o‘lim haqidagi ta’limotni bildiradi.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O‘lish bir lahzalik hodisa emas, ma’lum vaqt davom etadigan jarayon. Uni terminal, ya’ni chegara holatlar deb ataydi.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Jarayon bosqichlari: preagoniya, terminal pauza, agoniya, klinik o‘lim va oxirgi bosqich — biologik o‘lim.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klinik o‘lim ≠ biologik o‘lim. Klinik o‘limda faoliyatni tiklash mumkin, biologik o‘limda (avvalo miyada) o‘zgarishlar tiklanmaydi.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Preagoniya (daqiqa–kunlar)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Terminal pauza (soniya–3-4 daq.)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Agoniya (daqiqa–kunlar)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Klinik o‘lim (odatda 5-6 daq.)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Biologik o‘lim (qaytmas)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O‘lish bosqichlari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217, 217-218, 218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Preagoniya va terminal pauza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Preagoniyada markaziy nerv tizimi (MNT) oliy bo‘limlari tormozlanadi, qon aylanishi va nafas keskin buziladi. To‘qimalarda atsidoz va gipoksiya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Hush xiralashadi yoki yo‘qoladi, arterial bosim tushadi, puls faqat uyqu va son arteriyalarida sezilad. Teri oqaradi, yuz ko‘kimtir tus oladi, hansirash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Preagoniya bir necha daqiqadan bir necha kungacha cho‘zilishi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Terminal pauzada nafas birdan to‘xtaydi, yurak faoliyati keskin buziladi. Qorachiqlar kengayib nurga javob bermaydi, reflekslar so‘nadi. Bu bir necha soniyadan 3-4 daqiqagacha davom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Agoniya va facies hippocratica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Agoniya bir necha daqiqadan bir necha kungacha davom etadi. Bosh miya oliy markazlari tormozlanib nazorat yo‘qoladi, ularning vazifasini miyaning pastda joylashgan nomukammal markazlari oladi.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Nafas tiklanadi, arterial bosim biroz, ba’zan subnormal ko‘rsatkichgacha ko‘tariladi, puls yana aniqlanadi. Agoniya hayotga qaytish uchun so‘nggi urinish deb qaraladi.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Bosqich oxirida avval nafas, so‘ng yurak urishi to‘xtaydi. Shundan keyin klinik o‘lim boshlanadi.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O‘layotgan odam yuzi o‘ziga xos o‘zgaradi (facies hippocratica): tuproqsimon tusda oqaradi, ko‘z olmalari chuqurlashadi, pastki jag‘ osilib og‘iz ochilib qoladi.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217, 217-218, 218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va biologik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Klinik o‘lim yurak urishi to‘xtagach boshlanadi. Bosh miya chuqur buzilgan bo‘lsa ham, uning faoliyatini tiklash imkoniyati saqlanadi.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Odatdagi sharoitda klinik o‘lim 5-6 daqiqa davom etadi: shundan so‘ng bosh miya po‘stlog‘ida qaytmas o‘zgarishlar rivojlanadi. Past haroratda 30 daqiqagacha cho‘ziladi.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Muddat kasallik yoki jarohat xususiyatiga, yoshga va salomatlikka bog‘liq. Hayotga qaytarish imkoniyati reanimatologiya fanining paydo bo‘lishiga asos bo‘ldi.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klinik o‘lim ≠ biologik o‘lim. Biologik o‘lim so‘nggi bosqich bo‘lib, a’zo va to‘qimalarda, avvalo bosh miyada tiklab bo‘lmaydigan o‘zgarishlar yuz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282190"/>
                <a:gridCol w="143225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Klinik o‘lim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Biologik o‘lim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Boshlanishi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Yurak urishi to‘xtagach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 miyada qaytmas o‘zgarishlar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Davomiyligi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5-6 daq.; sovuqda 30 daq.gacha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So‘nggi bosqich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Faoliyatni tiklash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Mumkin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Fanga ta’siri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Reanimatologiyaga asos bo‘lgan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Klinik va biologik o‘lim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 va sekin o‘lim; agoniya tiplari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O‘lim jadalligi bo‘yicha tez va sekin turlarga bo‘linadi. Tez o‘lim elektrotravma, mexanik asfiksiya, anafilaktik shokda; sekin o‘lim kasalliklar bilan bog‘liq.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Lawes va Berg (1965) agoniyani davomiyligi bo‘yicha to‘rt tipga ajratadi. Agoniyasiz o‘lim bir zumda yuz beradi, masalan tana parchalanganda.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Qisqa agoniya 4-5 daqiqa davom etadi (mexanik asfiksiya, elektrotravma). Uzoq agoniya soatlar, kunlar davom etib, kasallik yoki shikastlanishda uchraydi.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Sun’iy uzaytirilgan agoniyada tegishli tibbiy muolajalar yordamida holatni bir necha hafta, oy, hatto yillarga cho‘zish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573530"/>
                <a:gridCol w="202280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Tip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Davomiyligi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1. Agoniyasiz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zumda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Tananing parchalanishi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2. Qisqa agoniyali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4-5 daqiqa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Mexanik asfiksiya, elektrotravma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3. Uzoq agoniyali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necha soat,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Kasallik yoki shikastlanish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4. Sun’iy uzaytirilgan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Hafta, oy, yillar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Tibbiy muolajalar yordamida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Agoniyaning to‘rt tipi (Lawes va Berg)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o‘lim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bemorda nafas to‘satdan to‘xtadi, qorachiqlar kengayib nurga javob bermadi, reflekslar so‘ndi. Bir necha soniyadan keyin nafas tiklandi, puls aniqlana boshladi.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Nafasning to‘satdan to‘xtashi terminal pauzaga mos keladi, u bir necha soniyadan 3-4 daqiqagacha davom etadi. Nafas va pulsning tiklanishi esa agoniya belgisidir.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Agoniyada oliy markazlar tormozlangani uchun ularning vazifasini miyaning past markazlari oladi. Bosqich oxirida avval nafas, so‘ng yurak urishi to‘xtaydi.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bu bemorda klinik o‘lim boshlanganmi? Yo‘q: klinik o‘lim faqat yurak urishi to‘xtagandan keyin boshlanadi, bu bemorda esa puls aniqlanmoqda.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217, 218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Evtanaziya: tushuncha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Evtanaziya atamasini XVI asrda ingliz faylasufi F.Bekon kiritgan. Grekcha eu — yaxshi, thanatos — o‘lim, ya’ni «yaxshi o‘lim».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Evtanaziyaning tub ma’nosi — o‘limga mahkum bemorlarning azob-uqubatlarini yengillashtirish. Darslikda uning to‘rt turi farqlanadi.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Aktiv evtanaziya — ma’lum harakat orqali o‘limni tezlashtirish. Bevosita aktiv evtanaziyada maqsad aynan o‘limni tezlashtirish: qotillik yoki o‘z-o‘zini o‘ldirish ko‘rinishida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Bilvosita aktiv evtanaziyada bunday maqsad yo‘q. Masalan, og‘riqni kamaytirish uchun og‘riqqoldiruvchi katta dozada yuboriladi; o‘lim ehtiyotsizlik yoki baxtsiz hodisa deb baholanadi.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2282190"/>
                <a:gridCol w="107792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Huquqiy 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Bevosita aktiv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O‘limni tezlashtirish maqsadida harakat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Qotillik yoki o‘z-o‘zini o‘ldirish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Bilvosita aktiv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Maqsad yo‘q; masalan, og‘riqqoldiruvchi katta dozada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Ehtiyotsizlik orqasida odam o‘ldirish yoki baxtsiz hodisa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Passiv (ortotanaziya)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Tibbiy yordamni cheklash yoki to‘xtatish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Xizmat vazifasini lozim bajarmaslik yoki hayotni xavf ostida qoldirish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Aktiv va passiv evtanaziya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218, 218-219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Medikotanaziya, distanaziya va huquqiy baho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Medikotanaziya — turli dori-darmonlar yordamida o‘limga mahkum bemorlarning azobini yengillashtirib, hayot sifatini imkon qadar yaxshilash.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Distanaziya — azobni yengillashtirgan holda bunday bemorlarning hayotini nafaqat palliativ, balki radikal muolajalar bilan ham maksimal uzaytirish.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Aksariyat mualliflar evtanaziyani tor ma’noda tushunadi: unga faqat aktiv va passiv evtanaziya kiradi, ya’ni o‘limni aktiv yoki passiv yo‘l bilan tezlashtirish.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passiv evtanaziya ≠ medikotanaziya. Birinchisida yordam cheklanadi va jinoyat qonunchiligida vazifani bajarmaslik deb baholanadi; ikkinchisida azob dori bilan yengillashtiriladi.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bosqichlar va evtanaziya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terminal holat bosqichlari qaysilar? Javob: preagoniya, terminal pauza, agoniya, klinik o‘lim va biologik o‘lim.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klinik o‘lim odatdagi sharoitda qancha davom etadi? Javob: 5-6 daqiqagacha; past haroratda 30 daqiqagacha cho‘zilishi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terminal pauzada nimalar kuzatiladi? Javob: nafas to‘satdan to‘xtaydi, yurak faoliyati buziladi, qorachiq kengayadi; bir necha soniyadan 3-4 daqiqagacha.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4-savol: evtanaziya atamasini kim kiritgan va nimani anglatadi? Javob: F.Bekon (XVI asr); «yaxshi o‘lim», maqsad azobni yengillashtirish.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217-218, 218, 217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yuz berganini aniqlash: miya o‘limi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A’zo va to‘qimalarning filogenetik (evolyutsion) yoshi turlicha. Shu sababli ularda tiklab bo‘lmaydigan o‘zgarishlar bir vaqtda yuz bermaydi.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Filogenetik yoshroq to‘qimalar ta’sirga sezgir bo‘ladi. Shuning uchun tiklanmas o‘zgarish avval bosh miya po‘stlog‘ida sodir bo‘lib, markaziy nerv tizimining (MNT) integratsion faoliyati buziladi.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Bosh miya po‘stlog‘ining o‘limi biologik o‘limning boshlanishi hisoblanadi va “miya o‘limi” deyiladi. W. Durwald (1981) uni “individual o‘lim” deb atagan.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Po‘stloq o‘limi bilan boshqa a’zo va to‘qimalar o‘limi orasidagi oraliq davr taxminan 20 soat. Bu davrda boshqa a’zolar faoliyati davom etishi yoki tiklanishi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219, 219-220, 220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Miya o‘limi va transplantatsiya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shaxs o‘limi (po‘stloq o‘limi) ≠ barcha a’zolarning o‘limi. Organizm bir butunligini yo‘qotadi, hayot faoliyati vegetativ holatda davom etadi. Reanimatsiya bilan uni yillab saqlash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Aksariyat mamlakatlarda bosh miyaning tiklanmas o‘limi insonning biologik o‘limi hisoblanadi. Qonunga ko‘ra reanimatsiyani to‘xtatish va murdadan a’zo olishga ruxsat beriladi.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Biologik o‘limdan so‘ng a’zo va to‘qimalar qanchalik erta olinsa, ko‘chirib o‘tkazish (transplantatsiya) natijasi shunchalik samarali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Miya o‘limini aniqlash tartibini Sog‘liqni saqlash vazirligi ishlab chiqadi. Davolash muassasalarida uni reanimatolog va nevrologlar aniqlaydi. Apparatura bo‘lmasa, murda o‘zgarishlariga tayaniladi.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O‘limning dastlabki, ehtimoliy va ishonchli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Dastlabki belgilar o‘limdan so‘ng darhol seziladi, lekin ehtimoliy hisoblanadi: harakatsizlik, teri oqarishi, hush, nafas va yurak urishining yo‘qligi, biroz sovush.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Ishonchli belgilar biroz muddatdan so‘ng paydo bo‘ladi. Eng erta belgi – Beloglazov simptomi (“mushuk ko‘zi”), u 15-20 daqiqadan so‘ng aniqlanadi.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Ko‘z olmasi yon tomonlardan siqilganda qorachiq ovalsimon bo‘lib qoladi. 1,5-2,0 soatdan so‘ng qorachiq mushaklari qotgani uchun bu simptom aniqlanmasligi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Tana haroratining 23°S va undan pastga tushishi ham ishonchli belgi. Murda dog‘lari, murdaning qotishi va qurishi ham ilk murda o‘zgarishlari qatoriga kiradi.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2164080"/>
                <a:gridCol w="131414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Qachon / 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Dastlabki (ehtimoliy)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Harakatsizlik, oqarish, hush-nafas-yurak urishi yo‘q, biroz sovush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O‘limdan so‘ng darhol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Beloglazov simptomi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Ko‘z siqilganda qorachiq ovalsimon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15-20 daqiqadan so‘ng; 1,5-2,0 soatda yo‘qolishi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 sovushi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Harorat 23°S va undan past – ishonchli belgi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 harorati bo‘yicha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Ilk murda o‘zgarishlari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 dog‘lari, qotishi va qurishi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Biroz muddatdan so‘ng paydo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O‘lim belgilari: ehtimoliy va ishonchli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220, 221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O‘limning sud-tibbiy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Toifa bo‘yicha o‘lim ikki xil: zo‘raki (tashqi ta’sir natijasida) va nozo‘raki (turli kasalliklardan).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Zo‘raki o‘lim xil bo‘yicha qotillik, o‘z-o‘zini o‘ldirish va baxtsiz hodisaga bo‘linadi. Nozo‘raki o‘lim xillarga bo‘linmaydi.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Zo‘raki o‘lim turlari: mexanik jarohat, mexanik asfiksiya, zaharlanish, yuqori va past harorat, elektr toki, boshqa omillar. Nozo‘raki o‘lim turi kasallikka qarab belgilanadi.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toifa va turni sud-tibbiy ekspert aniqlaydi. Xilni huquqni muhofaza etuvchi organlar xodimlari belgilaydi, chunki bunda qasdning mavjudligi hal qiluvchi.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492"/>
                <a:gridCol w="1425153"/>
                <a:gridCol w="1707388"/>
                <a:gridCol w="1266941"/>
              </a:tblGrid>
              <a:tr h="76809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Zo‘raki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Nozo‘raki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Kim aniqlaydi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Toifa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Tashqi ta’sirdan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Kasalliklardan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Sud-tibbiy ekspert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Xil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Qotillik, o‘z-o‘zini o‘ldirish, baxtsiz hodisa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Xilga bo‘linmaydi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Huquqni muhofaza etuvchi organlar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Mexanik jarohat, asfiksiya, zaharlanish, harorat, elektr toki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Kasallik turi bo‘yicha (yurak-qon tomir, nafas a’zolari va b.)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Sud-tibbiy ekspert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O‘limning sud-tibbiy tasnifi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o‘lim toifasi va xili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shaxsning o‘limi tashqi ta’sir, ya’ni mexanik jarohat natijasida yuz bergan.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Tashqi ta’sirdan sodir bo‘lgani uchun toifasi — zo‘raki, turi — mexanik jarohatdan o‘lim.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Xilni (qotillik, o‘z-o‘zini o‘ldirish yoki baxtsiz hodisa) belgilashning asosi — qasdning mavjudligini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toifa, tur va xilni kim belgilaydi? Javob: toifa va turni sud-tibbiy ekspert, xilni huquqni muhofaza etuvchi organlar xodimlari.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Supravital reaksiyalar: mexanik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Miya o‘limidan keyin dastlabki vaqtda ayrim a’zo va to‘qimalar tashqi ta’sirga javob beradi. Bu reaksiya o‘lim muddatini aniqlashda qo‘llanadi.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O‘limdan keyingi 1-2 soatda mexanik ta’sirga qo‘l va oyoq mushaklari qisqarishi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Keyin 10 soatgacha mushak qisqarmaydi, ammo ta’sir joyida burma shaklidagi shish — idiomuskulyar o‘sma paydo bo‘ladi. U dastlab zich, 2 sm gacha baland, vaqt o‘tgach pasayadi.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10-11 soatda ta’sir joyida chuqurcha hosil bo‘ladi. Ko‘pincha yelka mushaklari tekshiriladi, ta’sir nevrologik bolg‘acha bandi yoki metall chizg‘ich bilan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1-2 soat: qo‘l-oyoq mushagi qisqaradi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Keyin 10 soatgacha: idiomuskulyar o‘sma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Vaqt o‘tgach: o‘sma past va yumshoq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10-11 soat: ta’sir joyida chuqurcha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ta’sirga javob dinamikasi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221, 222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Supravital reaksiyalar: elektr va kimyoviy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Elektr toki ta’sirida mushaklar o‘limdan 2-3 soat ichida yuz, bo‘yin, qo‘l, oyoqda qisqaradi. 3-5 soatgacha og‘iz aylana mushaklari, 11-12 soatgacha faqat ko‘z mushaklari qisqaradi.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Ignasimon elektrodlar bilan qorachiq tekshiriladi. Dastlabki 6 soatda u torayadi, 7-12 soatda torayadi va shakli o‘zgaradi, 30 soatgacha faqat shakli o‘zgaradi.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Dastlabki 5-6 soatda ko‘zga 1% atropin tomizilsa qorachiq kengayadi, 1% pilokarpin esa toraytiradi. Eritma (0,1 ml) old kameraga yuborilsa, reaksiya 24 soatgacha aniqlanadi.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Ter bezlari sinamasi: teriga yodning 2% spirtli eritmasi, so‘ng kraxmal va kastor moyi surtiladi. Teri ostiga adrenalin yoki pilokarpin yuboriladi, 0,5-1 soatda ko‘k dog‘ paydo bo‘ladi. Usul 30 soatgacha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o‘zgarishlari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Biologik o‘limdan so‘ng hayotiy funksiyalar to‘xtagani uchun qaytmas o‘zgarishlar boshlanadi. Ular paydo bo‘lish muddatiga ko‘ra ilk va kech o‘zgarishlarga bo‘linadi.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Ilk o‘zgarishlar o‘limdan keyingi dastlabki kunda ko‘rinadi. Kech o‘zgarishlar ikkinchi kundan boshlanadi va yemiruvchi hamda saqlovchi turlarga bo‘linadi.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Tabiiy o‘zgarishlardan tashqari sun’iy o‘zgarishlar ham bo‘ladi. Ular o‘lim muddati bilan bog‘liq emas va o‘limdan keyin istalgan vaqtda ro‘y berishi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Murda tegishli tabiiy sharoitda ham ilk, ham kech muddatda muzlashi mumkin. Shuning uchun muzlash alohida eslatib o‘tiladi.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370177"/>
                <a:gridCol w="2226158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Qachon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Ilk o‘zgarishlar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Dastlabki kunda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Sovush, qurish, murda dog‘lari, qotish, autoliz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Kech yemiruvchi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2-kundan boshlab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Chirish; hasharot, hayvon, qush, baliq yemirishi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Kech saqlovchi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2-kundan boshlab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Mumifikatsiya, yog‘-mo‘m, torfli oshlash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Sun’iy yemiruvchi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Muddatga bog‘liq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Murdani qismlash, yoqish, eritish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Sun’iy saqlovchi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Muddatga bog‘liq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Balzamlash, muzlatish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Murda o‘zgarishlari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222, 222-223, 224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sovushi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O‘limdan so‘ng termoregulyatsiya buziladi: issiqlik ishlab chiqarish to‘xtaydi, tashqariga ajralishi davom etadi. Tana muhit harorati bilan tenglashguncha soviydi.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Sovushga havo harorati, namlik, shamol, kiyim, shuningdek yosh, oziqlanish, o‘lim sababi va jadalligi ta’sir qiladi. Ba’zan dastlabki soatlarda harorat bir necha gradusga ko‘tariladi.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Sovush ushlab ko‘rib va termometr bilan aniqlanadi. Termometriya aniqroq: og‘iz, qo‘ltiq osti, ko‘krak bo‘shlig‘i, to‘g‘ri ichak, jigarda o‘tkaziladi. Oxirgi uchtasida pasayish bir maromroq.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Xonada tana harorati taxminan soatiga 1°S tushadi. Qo‘ltiq ostida 16, to‘g‘ri ichakda 19, jigarda 25 soatdan keyin muhit harorati bilan tenglashadi.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qurishi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Qurish ter va boshqa bezlar ajratishi to‘xtashi hamda namlikning bug‘lanishi tufayli yuzaga keladi. Epidermis odatda namlikni yo‘qotishdan himoya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Alomatlar avval hayotda nam turadigan joylarda ko‘rinadi: lablarning qizil hoshiyasi, shilliq qavatlar, shox parda, konyunktiva, moyak terisi. Shuningdek shilinma va yara chekkalarida.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Shox parda 1-3 soatda xiralashadi. 4-5 soatda konyunktivada uchburchak yoki yo‘lkasimon qo‘ng‘ir-jigar rang Lyarshe dog‘i paydo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Pergament dog‘lari: qurigan shikastlangan teri qattiq, sarg‘ish-qo‘ng‘ir. Iliq suvli doka 5-10 daqiqa qo‘yilsa ular yumshab oqaradi, hayotiy shilinma esa o‘zgarmaydi.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224, 225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qotishi: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O‘limdan so‘ng mushaklar bo‘shashgan, bo‘g‘imlarda passiv harakat to‘liq. Keyin mushaklar qattiqlashib qisqaradi va murda ma’lum holatda qotadi.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Hozir ko‘pchilik qotishni adenozinuchfosfat kislotasi (AUF) parchalanishi bilan bog‘laydi. AUF aktomiozin bilan ta’sirlashib parchalansa mushak qisqaradi, resintezda bo‘shashadi.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O‘limdan so‘ng glikolitik va oksidlanish jarayonlari to‘xtab, AUF kamayadi. Mushaklarda kalsiy ortishidan kontrakturalar ham qotishda muhim rol o‘ynaydi.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Erkin AUF qolgan paytda mushaklar bir necha soat yumshoq turadi. AUF kamayishi qotishga olib keladi va 10-12 soatdan keyin mushaklarda to‘liq yo‘qoladi.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225, 225-226, 226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qotishi: dinamikasi va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Qotish barcha mushaklarda darhol boshlansa-da, 1-3 soatdan keyin aniqlanadi. Avval kalta kuchli (chaynash) mushaklarda, so‘ng bo‘yin, tana, qo‘l-oyoqda (Nisten bo‘yicha pastga yo‘nalgan tip).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Dastlabki soatlarda buzilgan qotish tiklanadi, lekin kuchsizroq. Keyinroq buzilsa tiklanmaydi. Bu murdaga tegilgani yoki holati o‘zgartirilganini aniqlashda ahamiyatli.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Kataleptik qotish o‘limdan so‘ng darhol va barcha mushaklarda: uzunchoq miya, bo‘yin orqa miyasi, quyosh chigali shikasti, talvasali zaharlanish yoki kasalliklarda.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Sust: past harorat, bolalar, keksalar, holsizlanish, kaxeksiya. Tez va kuchli: yuqori harorat, kuchli mushaklar, talvasa, strixnin, sikuta bilan zaharlanish.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Aniqlana boshlaydi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1-3 soatdan keyin, avval chaynash mushaklarida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Barcha mushaklarda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12-16 soatdan so‘ng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Maksimal daraja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 soatdan so‘ng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Yo‘qola boshlaydi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Ikkinchi kun o‘rtasidan; 3-7 kunda to‘liq yo‘qoladi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Murda qotishi dinamikasi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226, 226-227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murda qotishi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murda qotishi qachon va qaysi mushaklardan boshlab aniqlanadi? Javob: 1–3 soatdan keyin, avval kalta kuchli (chaynash) mushaklarda.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qotish qachon eng kuchli bo‘ladi, qachon yo‘qoladi? Javob: 24 soatdan keyin maksimal; 3–7 kunda to‘liq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3: buzilgan qotish tiklanadimi? Javob: dastlabki soatlarda tiklanadi, lekin avvalgisidan kuchsizroq. Keyinroq tiklanmaydi.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tiklanmagan qotish murdaga tegilganini yoki holati o‘zgartirilganini ko‘rsatishi mumkin. Mushaklarda adenozinuchfosfat (AUF) 10–12 soatda to‘liq yo‘qoladi.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dog‘lari: bosqichlar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Murda dog‘lari teri va teri osti yog‘ qatlamida to‘plangan qonning ko‘rinishi. Ichki a’zolarda gipostaz hosil bo‘ladi. Bosqichlar orasida aniq chegara yo‘q.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Gipostaz 1,5–2 soatdan 8–12 soatgacha davom etadi. Dog‘ bosilganda yo‘qolib, tez tiklanadi; murda holati o‘zgarsa, yangi past sohada paydo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Staz 12–24 soat. Bosilganda dog‘ to‘liq yo‘qolmaydi, faqat oqaradi va sekin tiklanadi. Holat o‘zgarsa, yangi sohalarda dog‘ qisman paydo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Imbibitsiyada eritrotsitlar gemolizi bo‘lib, gemoglobin tomir devori va to‘qimaga singadi. Dog‘ bosilganda rangi o‘zgarmaydi, yangi joyda paydo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302"/>
                <a:gridCol w="1358660"/>
                <a:gridCol w="1170351"/>
                <a:gridCol w="1358660"/>
              </a:tblGrid>
              <a:tr h="76809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Eritrotsit (1 mm³ qonda)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Barmoq bilan bosilganda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Gipostaz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1,5–2 soatdan; 8–12 soatgacha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6–7 million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Yo‘qoladi, tez tiklanadi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Staz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12–24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8–10 million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Oqaradi, sekin tiklanadi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Imbibitsiya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Chirish hisobiga rivojlanadi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Gemoliz sodir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Rangi 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Murda dog‘lari bosqichlari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227, 227-228, 228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dog‘lari: joylashuvi va rangi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Joylashuv murda holatiga bog‘liq. Yuzi bilan tepaga yotsa, dog‘lar orqa va yon qismlarda; pastga yotsa, old va yon qismlarda; osilganda pastki qismlarning barcha yuzalarida.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Tez o‘limda qon suyuq, dog‘lar tez paydo bo‘lib, yoyilgan bo‘ladi. Sekin agonal o‘limda kechroq va yaqqol emas. O‘tkir ko‘p qon yo‘qotishda 3–4 soatdan keyin, orolchalar shaklida.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Rang o‘lim sababiga bog‘liq: is gazida pushti-qizil, sianidlarda olcha rang, metgemoglobin hosil qiluvchi moddalarda qo‘ng‘ir-jigarrang.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murda dog‘i ≠ qontalash. Dog‘ shakli noaniq, qo‘shilib ketadi, bosilganda oqaradi; qontalash aniq chegarali, bosilganda rangi o‘zgarmaydi.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dog‘lari va qontalashlarni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Murda dog‘lari o‘limning ishonchli belgisi, ammo ularni qontalashdan farqlash kerak bo‘ladi. Fuqarolar xato baholab, asossiz ekspertiza va eksgumatsiyani talab qilishi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Murda dog‘lari tananing past joylashgan sohalarida paydo bo‘ladi. Chegarasi noaniq, dog‘lar bir-biriga qo‘shiladi. Gipostaz va staz bosqichida bosilsa yo‘qoladi yoki oqaradi.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Qontalash tananing istalgan sohasida bo‘ladi, shakli va chegarasi aniq, bir-biriga qo‘shilmaydi. Bosilganda rangi o‘zgarmaydi. O‘limdan ancha oldin etkazilgani yashil yoki sarg‘imtir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dog‘ ≠ qontalash. Shubhali sohada xochsimon kesma qilinadi: dog‘da qon tomchilari yoki qon singgan yog‘ to‘qimasi, qontalashda to‘qimaga quyilgan va ivigan qon topiladi.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963614"/>
                <a:gridCol w="186894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Murda dog‘lari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Qontalash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Joylashuvi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Tananing past joylashgan sohalarida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Tananing turli sohalarida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Shakli, chegarasi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Chegarasi noaniq, bir-biriga qo‘shiladi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Aniq shakl va chegara, qo‘shilmaydi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Barmoq bilan bosish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Gipostaz va stazda yo‘qoladi yoki oqaradi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Rangi o‘zgarmaydi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Xochsimon kesmada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tomchilari yoki qon singgan yog‘ to‘qima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To‘qimaga quyilgan va ivigan qon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Murda dog‘i va qontalash: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228, 228-229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Autoliz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O‘limdan keyin hujayra ichidagi (lizosomal) va boshqa proteolitik fermentlar faolligi darhol yo‘qolmaydi. Ular ta’sirida hujayra va to‘qimalar o‘z-o‘zini hazm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Jarayon fermentlarga boy to‘qimalarda tezroq va kuchli kechadi: oshqozon va ichak shilliq qavati, oshqozon osti bezi, buyrak usti bezi mag‘iz qavati, ayrisimon bez, buyraklar.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Autoliz o‘limdan keyingi birinchi kunda boshlanadi va kech o‘zgarishlar davrida ham davom etadi. Eritrotsitlar autolizi gemoliz va qon tomir devori imbibitsiyasiga olib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oshqozon shilliq qavati autolizi o‘yuvchi zahar ta’siri, oshqozon osti bezi autolizi esa gemorragik pankreonekrozga o‘xshab ketadi. Autolitik va hayotiy o‘zgarishni mikroskopiya ajratadi.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ilk murda o‘zgarishlari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murda yuzi bilan pastga yotibdi, ammo murda dog‘lari orqa va yon yuzalarda. Yuz va oyoqlarda qotish aniq, qo‘l mushaklarida qotish sust yoki yo‘q.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Dog‘lar odatda tananing past joylashgan sohasida hosil bo‘ladi. Yuzi pastga yotgan murdada ular old va yon qismlarda bo‘lishi kerak. Demak, murda holati o‘zgartirilgan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Gipostazda holat o‘zgarsa, dog‘lar yo‘qolib yangi past sohada paydo bo‘ladi. Stazda eski dog‘ butkul yo‘qolmaydi. Imbibitsiyada yangi joyda dog‘ paydo bo‘lmaydi.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dog‘lar ikki joyda bo‘lsa, ular qaysi bosqichga mos keladi? Qo‘llarda qotishning sustligi nimani eslatadi? Buzilgan qotish dastlabki soatlarda tiklanib, keyin tiklanmaydi.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226-228, 228, 227-228, 226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Chirish: omillari va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Chirish — mikroorganizmlar ta’sirida murda oqsillarining yemirilishi. Asosan aerob bakteriyalar qatnashadi va jadal kechadi. Anaerob chirish sust, lekin o‘ta yoqimsiz hidli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Chirish ochiq havoda, +20…+40°S haroratda va o‘rtacha namlikda yaxshi kechadi. Minus haroratda va +55°S dan yuqorida to‘xtaydi; 0…+10°S da juda sekin.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Kasper indeksi 1:2:8: murda havoga nisbatan suvda 2 barobar, yerda 8 barobar sekin chiriydi. Sababi — kislorodning kamligi va past harorat.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Gazlar teri osti yog‘da to‘planib murda emfizemasini beradi: ushlaganda krepitatsiya seziladi, yuz, qorin va moyaklar kattalashadi.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809750"/>
                <a:gridCol w="214091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Muddat / joy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Sababi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Chirish hidi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1-kun, tabiiy teshiklardan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Vodorod sulfid, merkaptanlar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 yashili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2-kun, o‘ng yonbosh soha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Sulfgemoglobin hosil bo‘lishi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Chirish venoz to‘ri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3-4-kun, venalar proeksiyasida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gemolizi, qo‘ng‘ir-yashil tus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Chirish pufaklari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4-6-kundan boshlab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Epidermis ostiga suyuqlik va gaz o‘tishi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Chirish belgilarining paydo bo‘lishi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229, 230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Chirish tiplari va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Gazli tip infeksion kasalliklar va septik asoratlardan o‘limda kuzatiladi, emfizema kuchli bo‘ladi. Nam tipda chirish pufaklari yaqqol, u suyuqlik to‘planadigan kasalliklarda uchraydi.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Quruq tip kaxeksiyaga olib keladigan kasalliklarda (rak, tuberkulez) rivojlanadi. Bunda murda emfizemasi ham, chirish pufakchalari ham bo‘lmaydi.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Xona haroratida havoda chirish 2-haftada avjiga chiqadi. 3-oyda yumshoq to‘qimalar yarim suyuq massaga aylanadi, 6-oyda murda skeletlanadi. Dafn etilganda bu kechroq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Oshqozon, ichak, jigar, taloq, qon, miya tez chiriydi. Soch, suyak, tish, tog‘ay, boylam, yirik qon tomirlar va homilador bo‘lmaganlarda bachadon chidamliroq.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231, 231-232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Hasharotlar va hayvonlar bilan yemirilish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Pashshalar o‘limdan so‘ng tez orada ko‘z, burun, og‘iz atrofiga va yaralarga tuxum qo‘yadi. Xona haroratida 24-30 soatda lichinkalar chiqib, fermenti bilan yumshoq to‘qimani eritadi.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Katta odamda yumshoq to‘qimalar 4-6 haftada, bolada 1-2 haftada skeletgacha yemirilishi mumkin. Lichinka 7-10 kunda qo‘g‘irchoqqa, 2 haftadan so‘ng etuk pashshaga aylanadi.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Keyin nekrofag qo‘ng‘izlar (30-45 kun) va yirtqich qo‘ng‘izlar (45-60 kun) lichinkalari to‘qimani yemiradi. Hasharotlar o‘lim muddatini aniqlashga yordam beradi, hayvon, qush, baliqlar esa bermaydi.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Hayvon jarohatini hayotiy shikastdan farqlash uchun joy, tish yoki tirnoq izi, kiyim va tanadagi tuk, pat, ajratmalar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232, 232-233, 233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Saqlovchi kech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Mumifikatsiya – murdaning kech qurishi. U issiq, quruq, yaxshi shamollatiladigan joyda rivojlanadi va chirish to‘xtaydi. To‘liq holatda tana 80-90% namlikni yo‘qotadi.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Yog‘-mo‘m (sovunlanish) nam yoki suvli, havosi kam, nisbatan sovuq muhitda hosil bo‘ladi. Yog‘ gidrolizlanib, yog‘ kislotalari sovunga aylanadi.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Torfli oshlash murda torfli botqoqqa tushganda sodir bo‘ladi. Gumus kislotalari to‘qimalarni suvsizlantiradi, murda ko‘p yillar saqlanadi.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xato qilish xavfi! Quruq-issiq muhit mumifikatsiyaga, nam-havosiz-sovuq muhit yog‘-momga olib keladi. Ikkalasida ham chirish to‘xtaydi.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642681"/>
                <a:gridCol w="183554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Sharoit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 va 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Mumifikatsiya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Issiq, quruq havo, yaxshi ventilyatsiya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 qo‘ng‘ir-qora, qattiq; kattalarda 6-12 oy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Yog‘-mo‘m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Nam yoki suvli, havo kam, nisbatan sovuq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Kul rangli sovunsimon massa; kattalarda 10-12 oy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Torfli oshlash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Torfli botqoq, gumus kislotalari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 zich, to‘q jigarrang; suyaklar yumshaydi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saqlovchi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Tuzli eritma, spirt, neft, texnik moy, muz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 yillar davomida saqlanishi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Saqlovchi kech o‘zgarishlar solishtiruvi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233, 234, 233-234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Sun’iy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Sun’iy o‘zgarishlar saqlovchi (balzamlash, muzlatish) va yemiruvchi (qismlash, yoqish, eritish) guruhlarga bo‘linadi. Ular o‘lim muddatiga bog‘liq emas.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Balzamlash qadimdan ma’lum (Misr fir’avnlari). Oddiy konservatsiyada son arteriyasi va bo‘shliqlarga etil spirti va formalin teng ulushda yuboriladi. Sovutkichda ham saqlanadi.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Defenziv qismlash – jinoyatni yashirish uchun. Offenziv qismlash – ehtiros, qasos, haqorat tufayli; unda jinoyat yashirilmaydi, aksincha oshkor etiladi.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Jinoyatni yashirishda murda kerosin, benzin bilan yoqilishi mumkin. Katta yoshli odamni to‘liq yoqish 20 soat, kichik bolani 2-3 soat oladi. Eritish kam uchraydi, kislotalar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224, 235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kech murda o‘zgarishlari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 A: katta yoshli odam murdasi suvli, havosi kam, sovuq muhitda topildi. Murda yumshoq, iflos-kul rangli, o‘ziga xos yoqimsiz hidli massa holatida.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 B: murda issiq, quruq, shamollatiladigan xonada topildi. Teri qo‘ng‘ir-qora va qattiq, murda vazni kichik, ichki a’zolar qurigan.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har ikkala holatda qaysi kech o‘zgarish rivojlangan? Nega chirish to‘xtagan? Bu holatlarda jarohat izlari va shaxsni aniqlash imkoniyati qanday?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Javob kaliti: A – yog‘-mo‘m (kattalarda to‘liq 10-12 oy), B – mumifikatsiya (6-12 oy). Ikkalasida ham jarohat izlari va ma’lum darajada tashqi qiyofa saqlanishi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234, 233, 233-234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 muddatini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Muddat murda o‘zgarishlari, to‘qimalarning supravital reaksiyalari va laboratoriya natijalariga tayanib aniqlanadi. Amaliyotda ko‘proq murdaning sovushi va murda dog‘lari baholanadi.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Rektal termometriya kamida ikki marta o‘tkaziladi, muddat sovush tezligiga qarab topiladi. Xona sharoitida tana harorati taxminan soatiga bir gradusga tushadi.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Fiddes–Patten va Burmann formulalarida t – o‘tgan vaqt (soat), T – murda harorati. Rektal harorat atrof-muhit bilan 30-31 soatdan keyin tenglashadi.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Yagona ishonchli usul yo‘q, shuning uchun imkon qadar ko‘p usul qo‘llanadi. Vaqt o‘tgan sari aniqlik pasayadi: dastlab soatlar, kech o‘zgarishlarda kunlar, skeletda oylar va yillar.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077926"/>
                <a:gridCol w="2518410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Nimaga qaraladi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Eslatma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Rektal termometriya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Harorat pasayishi, kamida 2 marta o‘lchanadi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Xonada taxminan 1°S/soat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 dog‘lari sinovi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196 kPa bilan 3 soniya bosilgach rang tiklanishi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Tez o‘limda 2 soatda 9-10 sek.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Laboratoriya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Kaliy ortadi, natriy kamayadi (orqa miya suyuqligi, shishasimon tana)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AUF (adenozinuchfosfat) 12 soatdan so‘ng yo‘qoladi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Entomologik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Hasharot turi va rivojlanish bosqichi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 efiri yoki formalinda saqlanadi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Aniqlik darajasi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Vaqt o‘tishi bilan pasayadi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1-2 kunda soatlar; skeletda oy, yillar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O‘lim muddatini aniqlash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235-236, 224, 236, 237, 238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sud-tibbiy ekspertizasi va hujjatlashtirish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Ekspertiza surishtiruv, tergov yoki sud qarori bilan tayinlanadi. Zo‘raki o‘lim yoki unga shubha, noma’lum shaxs o‘limi va tibbiy yordamga shikoyat holatlarida o‘tkaziladi.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Ekspertiza olti bosqichdan iborat. Tekshiruv ilk murda belgilari paydo bo‘lgach boshlanadi; qo‘shimcha laboratoriya natijalari ekspert tomonidan tanqidiy baholanadi.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Ekspert xulosasi uch qismdan iborat: kirish, tekshiruv va to‘xtam. Kirish bilan tekshiruv qismi birgalikda bayon qismi deyiladi.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Sud-tibbiy diagnoz va to‘xtamni faqat ekspert imzolaydi. Xulosa kamida ikki nusxada tuziladi: biri tayinlagan shaxsga, ikkinchisi muassasa arxiviga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Materiallar bilan tanishish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Murdaning tashqi tekshiruvi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Ichki tekshiruv: uch bo‘shliq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Diagnoz va o‘lim guvohnomasi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Qo‘shimcha laboratoriya tekshiruvi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6. Ekspert xulosasi to‘xtami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bosqichlari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238, 238-239, 240, 240-241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Tanatogenez va o‘lim sabablari raqobati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Tanatogenez – o‘limning vujudga kelish mexanizmi, sabab-oqibat zanjiri. Birinchi bo‘g‘in – uzoq sabab, o‘rtadagilar – oraliq, oxirgisi – yaqin sabab.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Misol: oshqozon yarasi perforatsiyalanib, peritonit va sepsis rivojlandi. Yara – uzoq sabab, perforatsiya va peritonit – oraliq, sepsis – yaqin sabab.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Bir jarohatdan turli oraliq va yaqin sabablar kelib chiqishi mumkin. Masalan, sirka kislotasidan og‘riq shoki, asfiksiya, postgemorragik shok yoki sepsis rivojlanadi.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Raqobatda ikki va undan ortiq jarohat yoki kasallik har biri o‘limga olib kelishi mumkin. Ekspert asosiy shaklni aniqlashga harakat qiladi, istisno holda ikkisi ko‘rsatiladi.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Oshqozon yarasi (uzoq sabab)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Perforatsiya (oraliq sabab)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Peritonit (oraliq sabab)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Sepsis (yaqin sabab)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Tanatogenez zanjiri: oshqozon yarasi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241, 241-242, 242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Noma’lum, qismlangan va skeletlangan murdalar; eksgumatsiya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Noma’lum shaxsda avval kiyim, poyafzal, “so‘z portreti”, hol, tatuirovka va chandiqlar tavsiflanadi. Guruhiy mansublik uchun qon olinadi, kriminalistlar barmoq izini oladi.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Qismlangan murda tasodifiy (portlash, rels, aviatsiya travmasi) yoki qasddan bo‘ladi. Qismlar odamnikimi, bir kishigami, qaysi qurol bilan qismlangan — shular aniqlanadi.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Skeletdan jins, yosh va bo‘y aniqlanadi, ammo o‘lim sababi ko‘pincha noma’lum qoladi. Suyakda diatom planktoni va ayrim zaharlar topilishi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Eksgumatsiya — murdani qabrdan chiqarish. U protsessual harakat: qaror yoki ajrim bilan, xolislar va sud-tibbiyot mutaxassisi ishtirokida o‘tadi, bayonnoma tuziladi.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242-243, 243, 244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va patologo-anatomik tekshiruv; autopsiya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Autopsiya uch xil: real (murdani ochib tekshirish), verbal (ochmasdan, hujjat va qarindoshlar so‘rovi) va virtual (tomografiya, hozircha faqat ilmiy muassasalarda).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Sud-tibbiy ekspertiza zo‘rakilikni tasdiqlash yoki inkor etish uchun, o‘lim joyidan qat’i nazar o‘tadi. Patologo-anatomik tekshiruv asosan davolash muassasasidagi o‘limda.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sud-tibbiy ≠ patologo-anatomik tekshiruv. Birida kiyim va jarohatlar sinchiklab o‘rganiladi, o‘lim muddati aniqlanadi; ikkinchisida bunday zarurat yo‘q.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Dafn hujjatlari sabab aniqlangach darhol beriladi; tekshiruv kerak bo‘lsa bir sutkadan kechiktirmay. Murdaxonada uch sutkagacha saqlash kafolatlangan; guvohnomasiz berish taqiqlanadi.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432255"/>
                <a:gridCol w="2282190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Sud-tibbiy ekspertiza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Patologo-anatomik tekshiruv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Surishtiruvchi, tergovchi qarori yoki sud ajrimi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Davolash muassasasi rahbari yoki muovinining ko‘rsatmasi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Zo‘rakilikni tasdiqlash yoki inkor etish, o‘lim sababi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Sababni aniqlab, davolash to‘g‘riligini nazorat 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Ekspert xulosasi, tayinlagan shaxsga beriladi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Bayonnoma, kasallik tarixiga biriktiriladi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O‘lim muddati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Aniqlash muhim vazifalardan biri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Zarurat yo‘q, kasallik tarixida ko‘rsatilgan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Javobgarlik tilxati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Ekspert tilxat beradi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Bunday talab qo‘yilmaydi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tekshiruvning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245-246, 245, 246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Tanatologiya — o‘lim haqidagi ta’limot. O‘lish bosqichlari: preagoniya, terminal pauza, agoniya, klinik o‘lim, biologik o‘lim.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 o‘zgarishlari ilk va kech, yemiruvchi va saqlovchi turlarga bo‘linadi. O‘lim muddatini bitta usul bilan aniqlab bo‘lmaydi; vaqt o‘tgan sari aniqlik pasayadi.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Tanatogenez — o‘lim mexanizmi: uzoq sabab (asosiy jarohat yoki kasallik), oraliq sabablar va yaqin sabab zanjiri. Sud-tibbiy diagnoz uzoq sabab bilan boshlanadi.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Takrorlash: klinik o‘lim odatda necha daqiqa davom etadi? Murda dog‘lari qanday bosqichlardan o‘tadi? Sud-tibbiy va patologo-anatomik tekshiruv nimasi bilan farq qiladi?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tibbiyoti, betlar: 217-218, 222-223, 238, 241, 218, 227, 245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(Kasper indeksi 1:2:8): murda havoda 1, suvda 2, yerda 8 barobar sekin chiriydi. Sababi, suv va yerda kislorod kam, harorat pastroq. Tartib: havo – suv – yer.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murda terisi qurib tortilgach, soch, soqol va timoqlar o‘sgandek ko‘rinadi. Bu soxta tasavvur, o‘limdan keyin ular o‘smaydi.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tanada ko‘kimtir dog‘lar topildi. Murda dog‘lari barmoq bilan bosilganda (gipostaz va staz bosqichida) yo‘qoladi yoki oqaradi. Qontalashlar o‘zgarmaydi. Shubhali sohada xochsimon kesma qilinadi: dog‘da qon tomchilari, qontalashda ivigan qon ko‘rinadi.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(tanatogenez zanjiri): uzoq sabab – oraliq sabab – yaqin sabab. Misol: oshqozon yarasi (uzoq), perforatsiya va peritonit (oraliq), sepsis (yaqin). Diagnozda uzoq sabab birinchi yoziladi.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murdani balzamlash qadimgi Misr fir’avnlaridan ma’lum. Buyuk xirurg N.I.Pirogovning murdasi ham balzamlangan va Vinnitsa shahri yaqinidagi cherkov-nekropolda saqlanadi.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№1. Ma’ruza: Sud-tibbiy tanatologiya.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 (Tibbiyot oliy o‘quv yurtlari talabalari uchun darslik), Toshkent: Global Books nashriyoti. 2018. Bob 8 «Sud-tibbiy tanatologiya», 8.1-8.13-bo‘limlar, kitob beti 217-246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