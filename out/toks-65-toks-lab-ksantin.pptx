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kofein, teobromin va teofillin kundalik hayotda qayerda uchraydi? (Choy, kofe, kakao — toks 104-105.) Doskada: mashg‘ulot rejasi. Tipik xato: ksantin hosilalarini «xavfsiz» deb hisoblab, ularning kimyo-toksikologik ahamiyatini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Kutilayotgan natija: har bir talaba uchala modda uchun reaksiyalar jadvalini to‘ldiradi. Muhokama: «noma’lum eritma» qanday tahlil qilinadi? Doskada: 3 natija. Tipik xato: faqat toza eritma bilan ishlab, noma’lum eritmada natijani talqin qilmaslik.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mikroskop va spektrofotometr bir mashg‘ulotda kerak? (Birinchisi sifat, ikkinchisi miqdor tahlili.) Doskada: jihozlar ro‘yxati. Kitobda spektrofotometr markasi ko‘rsatilmagan. Tipik xato: kolbani o‘lchov belgisigacha to‘ldirmay ishlatish.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har bir reaktiv qaysi reaksiyada kerak? Doskada: reaktiv — reaksiya juftliklari. Eslatma: reaktivlarni tayyorlash retseptlari bu mashg‘ulot sahifalarida berilmagan. Tipik xato: Dragendorf reaktividagi HCl konsentratsiyasini aralashtirib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biologik ob’ekt va reaktivlar bilan ishlashda qanday himoya vositalari kerak? Doskada: himoya vositalari ro‘yxati. Tipik xato: reaktivni (kislota, simob tuzi, brom) qo‘lqopsiz va so‘rish shkafisiz ishlatish — mashg‘ulot oldidan o‘qituvchi alohida eslatadi.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metil guruhlarining soni va o‘rni moddalarni qanday farqlaydi? Doskada: uchala moddaning formulasini chizing (toks 104). Tipik xato: teofillin va teobromin izomer ekanini unutish (toks 106).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ksantin hosilalari ko‘proq kislotali muhitdan organik erituvchi qatlamiga o‘tadi? (Mashg‘ulot nazorat savoli — toks 238.) Doskada: eruvchanlik jadvali. Tipik xato: kofeinni faqat ishqoriy muhitdan ajratishga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kofeinning narkotik ta’sirni kamaytirishi sud-kimyo nuqtai nazaridan nimani anglatadi? Doskada: kofein — teofillin — teobromin zaharlilik tartibi. Tipik xato: «peshob orqali oz ajraladi» degan fikrni peshobda kofein topilmaydi deb tushunish. Kitobda: «organizmda yig‘iladi» (xato) — kofein kumulyativ ta’sir ko‘rsatmaydi.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teobromin ishqoriy muhitdan nega ajratilmaydi? Doskada: pH — ekstraksiya sxemasi. Tipik xato: teobrominni ishqoriy ekstraktdan qidirish. Eslatma: 3-metil-7-metilksantin atamasi kitobdagi yozuv bo‘yicha keltirildi.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teofillin preparatlarining nomlarini ayting (eufillin, teofedrin, antastman). Doskada: preparat — ta’sir juftliklari. Tipik xato: teofillin bilan teobrominni bir xil modda deb hisoblash — ular izomer.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ajratma qaysi pH da olinsa uchala modda ham yo‘qolmaydi? (Kislotali muhit — toks 236.) Doskada: jadvalni nusxalang. Tipik xato: ekstraksiya pH sini tekshirmasdan ajratma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umumiy cho‘ktiruvchi reaktivlar manfiy ahamiyatga ega? (Chirigan ob’ektda gistidin, gistamin kabi moddalar ham cho‘kma beradi — toks 103.) Doskada: reaktiv — natija jadvali. Tipik xato: cho‘kma hosil bo‘lishini kofeinning isboti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to‘q qizil binafsha rang; reaksiya tenglamasini daftarga yozish talab qilinadi (toks 236). Muhokama: nega qoldiq to‘liq quritiladi? Doskada: 4 bosqichli sxema. Tipik xato: ammiakni quritilmagan qoldiqqa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19-KEYS (toks 237): mureksid reaksiyasi musbat chiqdi — qaysi moddalarga tahlil qilish zarur? (Kofein, teobromin, teofillin — farqlash kerak.) Doskada: keys jadvali «Muammo — sabab — yechim». Tipik xato: mureksid musbat — demak kofein,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Kutilayotgan natija: rangsiz ignasimon kristallar; shaklini ish daftariga chizish (toks 236). Muhokama: kitobda kutish vaqti ko‘rsatilmagan («ma’lum vaqtdan so‘ng») — o‘qituvchi aniqlashtiradi. Lecture toks 105: HgCl2 ta’sirida ham ninasimon kristallar. Tipik xato: kristallarni vaqtidan oldin ko‘rib, manfiy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rang tafovuti (qizil-qo‘ng‘ir va och-qo‘ng‘ir). Muhokama: kitobdagi savol — bu reaksiyani yana qaysi modda beradi va qanday farqlanadi? (Teobromin; rang kuchi bilan.) Tipik xato: Nessler reaksiyasini kofein uchun xos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to‘q-qizg‘ish ninasimon kristallar (toks 237). Muhokama: lecture toks 106 da kaliy yod vismutat ta’sirida to‘q zarg‘aldoq ninasimon kristallar tilga olingan — reaktivlar bir-biriga mosligini o‘qituvchi tushuntiradi. Tipik xato: nam kamerasiz kristallarni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uch modda orasidan teofillinni ajratish uchun yagona reaksiyani aytib bering. Doskada: farqlash belgilari ro‘yxati. Kitob reaksiya rangini ko‘rsatmagan. Tipik xato: Nessler yoki mureksid bo‘yicha uchala moddani bir-biridan ajratish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guvoh eritma yonida dog‘larning Rf si taqqoslanadi. Eslatma: kitobda kofein uchun Rf berilmagan (toks 237). Boshqa variant: toks 105 da «binafsha dog‘»; slaydda 236-bet olindi. Tipik xato: Rf ni guvoh eritmasiz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nega kofeinning ikki muhitdagi maksimumi deyarli bir xil? Doskada: jadvalni to‘ldiring. Tipik xato: UB maksimumni boshqa erituvchi/muhitda o‘lchab, jadval bilan solishtirish. Kitobda: «q273 nm» (OCR) — 273 nm.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20 daqiqa. Kutilayotgan natija: 273 nm da maksimumli spektr ish daftariga rasmiylashtiriladi. Muhokama: nega spirt boshida oz miqdorda ishlatiladi? Tipik xato: kolbani belgigacha yetkazmay spektr o‘lchash.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ob’ekt ekstraktining 273 nm dagi optik zichligi 0,2-1,0 oralig‘ida bo‘ladi. Muhokama: optik zichlik 1,0 dan yuqori chiqsa nima qilinadi? (Kitobda aytilmagan — o‘qituvchi eritmani suyultirishni tushuntiradi.) Tipik xato: o‘lchovni maksimumga mos kelmaydigan to‘lqin uzunligida bajarish. Kitobda hisoblash formulasi bu sahifalarda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kofeinni UB-SF da aniqlash bu uch usulning qaysi biri? Doskada: uch usul — uch ta’rif. Tipik xato: fotokolorimetriya bilan spektrofotometriyani bir xil deb hisoblash: birinchisi polixromatik nurda ishlaydi.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kofein uchun nega aynan 273 nm tanlanadi? (Kofeinning etil spirtidagi maksimumi — toks 237.) Doskada: 3 talab. Eslatma: dvssm 245 da tenglama («D = E·l·C») matnda buzilgan, slaydga kiritilmadi. Tipik xato: maksimum emas, ixtiyoriy to‘lqin uzunligini tanlash.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kofein aniqlandi deyish uchun kamida qaysi reaksiyalar kerak? (Mureksid + mikrokristall + YuQX + UB — kitobdagi ro‘yxatdan.) Doskada: «kamida 2 usul». Tipik xato: mureksid va Nessler natijasi bilan chegaralanish.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Usul: ikki guruh eng ko‘p to‘g‘ri javob uchun «yumalaqlangan qor» ball tizimida raqobatlashadi, eng ko‘p ball to‘plagan guruh a’lo baholanadi (toks 238). Doskada: guruhlar balli. Tipik xato: savollarga kitobdan tashqari faktlar qo‘shib javob berish.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har bir savolga bittadan misol keltiring. Doskada: 7 savolni raqamlab yozing. Tipik xato: savolga umumiy javob berib, aniq reaksiya, reaktiv va rangni aytmaslik.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reaksiya tenglamalari, kristall shakllari, Rf va UB spektr yoziladi. Muhokama: darsning 3 asosiy xulosasini ayting. Doskada: raqamli ma’lumotlar (273, 270, 0,47, 0,22). Tipik xato: raqamlarni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Ksantin hosilalari (kofein, teobromin, teofillin) — UB-SF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Mavzu: ekstraktda ksantin hosilalarini tahlil qilish (UB-spektrofotometriya usulida miqdor tahlili).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kislotali muhitda organik erituvchi qatlamiga o‘tuvchi kuchsiz asos xossali alkaloidlarning toksikologik ahamiyati va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purin alkaloidlari (kofein, teobromin, teofillin) ning toksikologik ahamiyati; ularning tahlil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ksantin va indol hosilasiga oid alkaloidlarni toza eritmalarda hamda noma’lum tarkibdagi eritmada sifat reaksiyalarini aniqlash sharoitini o‘zlashtiradilar.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Kofein, teobromin, teofillinlarga sifat reaksiyalarni bajaradilar.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Alkaloidlarni cho‘ktiruvchi reaktivlar bilan kofein cho‘kma hosil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Asbob-uskunalar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Mureksid reaksiyasi uchun chinni tovoqcha va suv hammomi, mikrokristalloskopiya uchun buyum oynachasi va mikroskop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UB-spektrofotometriya uchun analitik tarozi, 100 ml o‘lchov kolbasi va etil spirti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236, 237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Reaktivlar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uchun reaktivlar: pergidrol (yoki boshqa oksidlovchi), ammiak, 0,1 M xlorid kislota, 5% simob bromid, Nessler reaktivi.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uchun: efir-aseton-25% NH4OH (40:20:1); ochuvchi — 0,1 M yod eritmasi, so‘ng 96° etil spirti va 25% HCl (1:1).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Teobromin uchun: 10% HCl va Dragendorf reaktivi; teofillin uchun — diazotirlangan sulfanil kislotasi.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236, 236-237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Purin alkaloidlari: kofein, teofillin, teobromin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Pirimidin qator alkaloidlariga purin alkaloidlari kiradi; tibbiyotda keng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Choy, kofe va boshqa o‘simliklarda saqlanadi; kofein sintez qilib olingan.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3600"/>
                <a:gridCol w="322437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Kimyoviy nomi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Kofein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1,3,7-trimetilksantin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Teofillin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1,3-dimetilksantin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Teobromin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3,7-dimetilksantin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xossalari va ajratish sharoiti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asos holida xloroform, spirt, suvda yaxshi, efirda kam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Asosan kislotali sharoitda, qisman ishqoriy sharoitda xloroform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asos hamda benzoat va salitsilat tuzlari holida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Kofeinning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markaziy nerv sistemasiga qo‘zg‘atuvchi ta’sir qiladi; nafas olish va boshqa markazlarni ham qo‘zg‘otadi.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Narkotik va uyqu chaqiruvchi preparatlar ta’sirini kamaytiradi.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tez so‘riladi va parchalanadi, peshob orqali juda oz qismi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teofillindan kuchsiz, teobrominga nisbatan kuchli zaharli ta’sir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Teobromin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Teobromin kakao va choy bargida saqlanadi, sintez qilib ham olingan; oksidlanganda metilmochevina va metilaloksanga parchalanadi.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O‘yuvchi ishqorli eritmadan organik qatlamga deyarli o‘tmaydi, kislotali eritmadan esa yaxshi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faoliyatini stimullaydi, diurezni kuchaytiradi; markaziy nerv tizimini kofeinga nisbatan kuchsizroq qo‘zg‘otadi.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3-metil-7-metilksantin va 7-metil mochevina kislotasiga aylanib, peshob orqali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105, 106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Teofillin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Teofillin choy bargidan va sintez yo‘li bilan olinadi; kislotali eritmadan organik erituvchi qatlamiga o‘tadi; teobrominning izomeri.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kukun, tabletka (eufillin, teofedrin, antastman) holida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 ajratuvchi, astmaga qarshi va yurakning ishemik kasalligida qo‘llaniladi.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Organizmdan 1,3-dimetil, 3-metil, 1-metil mochevina holida peshob orqali ajraladi.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Ajratish sharoitlari: taqqoslash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Purin alkaloidlari kislotali muhitdan organik erituvchi qatlamiga o‘tadi — bu mashg‘ulotning asosiy sharti.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Teobromin kislotali eritmadan yaxshi, o‘yuvchi ishqorli eritmadan deyarli o‘tmaydi.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Ekstraksiya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Kofein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Asosan kislotali, qisman ishqoriy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Teobromin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Kislotalidan yaxshi, ishqoriydan deyarli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Teofillin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Kislotali eritmadan o‘tadi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Ekstraksiya sharoiti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236, 105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cho‘ktiruvchi reaktivlar bilan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Purin alkaloidlari umumiy cho‘ktiruvchi reaktivlar bilan cho‘kma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Sheybler, Zonnenshteyn, Dragendorf reaktivlari, pikrin va pikrolon kislotalari sezgir reaktivlar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Reaksiyalarni toza alkaloidlar bilan ham qaytarib ko‘rib, natijalarni solishtirib xulosa qilish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105, 103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Mureksid reaksiyasi: bajarish tartibi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xloroformli eritma suv hammomida chinni tovoqchada quriguncha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1 ml pergidrol (yoki boshqa oksidlovchi) qo‘shib, yana quriguncha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ustiga 1 tomchi ammiak eritmasi tomizilganda kofein bo‘lsa, to‘q qizil binafsha rang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Xloroformli eritma quritiladi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Pergidrol qo‘shib quritiladi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 tomchi ammiak tomiziladi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To‘q qizil binafsha 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Mureksid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Mureksid: mohiyati va talqini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Qoldiq oksidlovchi (bromli, xlorli suv, nitrat kislota) bilan ishlanib, quriguncha bug‘latiladi, so‘ng ammiak ta’sir ettiriladi — qizil rang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Dimetildialur kislota va dimetil alloksan birikib tetrametilalloksantinni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Mureksid reaksiyasini teobromin va teofillin ham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Purin alkaloidlari uchun faqat mureksid reaksiyasidan foydalanish to‘g‘ri natijaga olib kelmaydi — boshqa alkaloidlar ham berishi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105, 102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Simob bromid bilan mikrokristall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1 tomchi 0,1 M HCl va 1 tomchi 5% simob bromid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Ma’lum vaqtdan so‘ng mikroskop ostida kofein bo‘lsa, ignasimon rangsiz mikrokristallar ko‘rinadi.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Oynachada quritiladi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0,1 M HCl + 5% simob bromid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Ma’lum vaqt kutiladi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Mikroskop: ignasimon kristallar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Kristallar hosil qilish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Nessler reaktivi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Kofeinli ajralmaga Nessler reaktivi qo‘shib isitilsa, qizil-qo‘ng‘ir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Teobromin Nessler reaktivi bilan och-qo‘ng‘ir rang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Teofillinning qolgan reaksiyalari kofeinni aniqlash usullari bilan bir xil.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3525316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Rang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Kofein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Qizil-qo‘ng‘ir (suv hammomida)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Teobromin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Och-qo‘ng‘ir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Teofillin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Kofeinniki kabi (kitob bo‘yicha)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Nessler reaktivi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236, 237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Teobrominni Dragendorf reaktivi bilan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Buyum oynachasidagi quruq qoldiqqa 1 tomchi 10% HCl va 1 tomchi Dragendorf reaktivi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10-15 daqiqa nam kamerada saqlanib, mikroskopda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To‘q-qizg‘ish rangli ninasimon kristallar hamda ularning to‘plami aniqlanadi.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Quruq qoldiq + 10% HCl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+ Dragendorf reaktivi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10-15 daqiqa nam kamera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To‘q-qizg‘ish ninalar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Teobromin kristallari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Teofillinni teobromindan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Teofillinni teobromindan farqlash uchun diazotirlangan sulfanil kislotasi bilan reaksiya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Teobromin va kofein bu reaksiyani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Teobromin CCl4 da yaxshi eriydi (kofeindan farqi).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237, 106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Yupqa qatlam xromatografiyasi (YuQX)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Sistema: efir-aseton-25% NH4OH (40:20:1).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0,1 M yod, so‘ng 96° spirt va 25% HCl (1:1) bilan purkalganda ko‘kimtir-pushti dog‘lar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Teobromin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0,47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Teofillin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0,22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qiymatlari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Ultrabinafsha spektrlar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 etil spirtida 273 nm da, 0,1 M HCl da 272 nm da maksimum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Teofillinning 0,1 M HCl dagi eritmasi 270 nm da maksimum nur yutadi.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Teobrominning 0,1 M ishqordagi eritmasi 273 nm da maksimum nur yutadi.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2658"/>
                <a:gridCol w="1762658"/>
                <a:gridCol w="17626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Muhit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λmax, nm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Kofein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Kofein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HCl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Teofillin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HCl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Teobromin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0,1 M ishqor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273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UB maksimumlar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236, 237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UB-spektrofotometriya: standart eritma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Kofeinning standart eritmasi uchun analitik tarozda 0,1 g tortib olinib, 100 ml o‘lchov kolbasiga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oz miqdorda etil spirtida eritiladi, so‘ngra o‘lchov belgisigacha etil spirti bilan yetkaziladi.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Eritmaning yutilish spektri 200-400 nm to‘lqin uzunligida o‘lchanadi; maksimum 273 nm 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0,1 g kofein tortiladi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100 ml kolbaga solinadi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Oz miqdor spirtda eritiladi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Belgigacha spirt qo‘shiladi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Spektr 200-400 nm da olinadi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Standart eritma tayyorlash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Ob’ektdagi kofeinni UB-SF bilan o‘lchash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Ob’yektdan ajratib olingan kofeinning optik zichligi 273 nm to‘lqin uzunligida o‘lchanadi.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Solishtiruvchi eritma — etil spirti; talabalar olingan spektrlarni ish daftariga rasmiylashtiradilar.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Eritma konsentratsiyasi shunday tanlanadiki, optik ko‘rsatkich 0,2 dan 1,0 gacha oraliqda bo‘lishi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moddaning optik ko‘rsatkichini o‘lchashda ikkinchi kyuvetaga tekshiriluvchi eritmadagi barcha komponentlardan iborat solishtiruvchi eritma solinadi.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Fotometriya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Moddalarni nur yutishi bo‘yicha aniqlash fotometriya deyiladi; u kolorimetriya, fotokolorimetriya va spektrofotometriyaga bo‘linadi.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Kolorimetriya — rangli eritmani oddiy ko‘rish bilan yoki moslama yordamida solishtirib aniqlash.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Fotokolorimetriya — moddani polixromatik nurlanishda spektrning ko‘rinadigan qismida o‘lchash.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Spektrofotometriya — monoxromatik nurlarni ko‘rinadigan hamda unga yondoshgan UB va IQ qismida aniqlashga asoslangan.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To‘lqin uzunligini tanlash talablari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Tanlangan to‘lqin uzunligiga fotoelement retseptorlarining sezgirligi yuqori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To‘lqin uzunligi biroz siljiganda natijalar bir-biriga yaqin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Fotometriyaning asosiy qonuniga bo‘ysunish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Maksimal nur yutish to‘lqin uzunligida molyar nur yutish koeffitsienti har doim katta bo‘ladi; shu sababli o‘lchash maksimumda aniqroq.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 va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Alkaloidlar tahlilida faqat bitta reaksiya natijasiga asoslanmay, 2 yoki undan ortiq reaksiya va usul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Purin alkaloidlari uchun faqat mureksid reaksiyasidan foydalanish to‘g‘ri natijaga olib kelmaydi.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Chirigan ob’ektda hosil bo‘ladigan «murda alkaloidlari» ham ayrim cho‘ktiruvchi va rang reaksiyalarini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Aniqlangan purin alkaloidining miqdori SF usulida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102, 103, 105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Guruh topshiriqlari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 guruh: ksantin hosilalari formulasi; kofeinning toksikologik va narkologik ahamiyati; nega ular kislotali muhitdan organik qatlamga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 guruh: umumiy cho‘ktiruvchi reaktivlar va mureksid reaksiyasining sud-kimyoviy ahamiyati; uch moddani farqlash.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III guruh: ksantin alkaloidlarining miqdori; teobromin va teofillinning toksikologik va narkologik ahamiyati.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Ksantin (purin) hosilasini saqlovchi alkaloidlarning formulasini yozing; kofeinning toksikologik va narkologik ahamiyatini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Nima sababdan ksantin hosilalari ko‘proq kislotali muhitdan organik erituvchi qatlamiga o‘tadi?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cho‘ktiruvchi reaktivlar bilan aniqlash reaksiyalari va mureksid hosil qilish reaksiyasining sud-kimyoviy ahamiyati nimada?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Kofein, teobromin va teofillinni bir-biridan qanday farqlash va ajratish mumkin; ularning miqdori qanday aniqlanadi?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238-239, 239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mureksid (to‘q qizil binafsha), simob bromid (ignasimon kristallar) va Nessler (qizil-qo‘ng‘ir) reaksiyalari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Teobromin Dragendorf bilan ninasimon kristallar, teofillin diazotirlangan sulfanil kislotasi bilan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UB maksimumlar: kofein 273 nm (spirt), teofillin 270 nm (0,1 M HCl); optik zichlik 0,2-1,0 oralig‘ida o‘lchanadi.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236, 237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 tez parchalanadi, peshob orqali juda oz qismi ajraladi; zaharlilik tartibi: teofillin &gt; kofein &gt; teobromin.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Teobromin kakao va choy bargida bo‘ladi; uning organizmdagi metabolitlari 3-metil-7-metilksantin va 7-metil mochevina kislotasi.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Teofillin preparatlari (eufillin, teofedrin, antastman) peshob ajratuvchi va astmaga qarshi ishlatiladi.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Sheybler, Zonnenshteyn, Dragendorf reaktivlari va pikrin, pikrolon kislotalari alkaloidlarning eng sezgir cho‘ktiruvchi reaktivlari qatoriga kiradi.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 (kofein, teobromin, teofillin) — UB-SF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102-106, 166, 236-239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244-245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