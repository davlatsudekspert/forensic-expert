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1) Nega bosh miya kislorod tanqisligiga eng sezgir? 2) Zo‘riqishda ehtiyoj nega ortadi? Doskada: «98,5–99,0%» va «5–10 minut». Tipik xato: gipoksiya va asfiksiyani bir tushuncha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Qaysi gipoksiya turi mexanik asfiksiyaga eng yaqin? Doskada: jadval. Tipik xato: sitotoksik gipoksiyani qon kasalligi deb bilish (zaharlanishlarda).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Asfiksiyada nima uchun gipoksiya giperkapniya bilan birga rivojlanadi? Doskada: «gipoksiya + giperkapniya». Tipik xato: asfiksiyani faqat kislorod yetishmasligi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Har tur uchun bitta hayotiy misol keltiring. Doskada: tasnif daraxti. Tipik xato: cho‘kishni alohida guruh deb bilish (manbada yopilish asfiksiyasi turchasi).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hodisa joyini sinchiklab ko‘zdan kechirish muhim? Doskada: «baxtsiz hodisa». Tipik xato: bunday holatni qotillik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Bosqichlar nima uchun «shartli» deyiladi? Doskada: vaqt chizig‘i. Tipik xato: davomiylikni aniq qiymat deb yodlash.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Preasfiktik davrdagi moslashuv nimaga xizmat qiladi? Doskada: 3 mexanizm. Tipik xato: bu davrda belgilar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Bosqichda bosimlar qanday o‘zgaradi? Doskada: arterial ↓, venoz ↑. Tipik xato: inspirator va ekspirator bosqichlarning bosimlarini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Talvasalardagi jarohatni qotillikdan qanday farqlaysiz? Doskada: «jarohat manbai». Tipik xato: barcha jarohatni tashqi zo‘ravonlik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Terminal nafas qaysi markazlar faolligi bilan bog‘liq? Doskada: ikki bosqich taqqoslash. Tipik xato: to‘xtash bosqichini o‘lim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Murdada asfiksiya belgilari bo‘lmasa, uni istisno qilish mumkinmi? Javob: reflektor to‘xtashda belgilar aniqlanmasligi mumkin. Doskada: «30 sek.». Tipik xato: belgisiz murdani asfiksiyadan emas deb xulosalash.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klinitsist uchun postasfiktik holat muhim? Doskada: 4 davr zanjiri. Tipik xato: postasfiktik holatni faqat o‘lim davri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Koma bosqichlarini ketma-ket sanang. Doskada: 3 bosqich. Tipik xato: detserebratsion rigidlikni karaxtlikka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Konfabulyatsiya nima? Doskada: «xotira bo‘shlig‘i → soxta xotira». Tipik xato: qoldiq oqibatlarni doim doimiy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to‘liq tibbiy hujjat keyingi ekspertiza uchun muhim? (110-bet). Doskada: o‘lim muddatlari. Tipik xato: o‘limni doim bevosita asfiksiya bilan bog‘lash.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Nima uchun yuz ko‘kimtirligi yagona asos bo‘lolmaydi? Doskada: «sianoz — turg‘un belgi emas». Tipik xato: sianozni asfiksiyaning aniq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Qaysi belgi noturg‘un? Doskada: 3 tashqi belgi. Tipik xato: midriazni asfiksiyaning doimiy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Asfiktik yurak nimani bildiradi? Doskada: o‘ng &gt; chap. Tipik xato: asfiktik yurakni yurak kasalligi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diagnoz majmuaga asoslanadi? Doskada: Tarde + asfiktik yurak + Sabinskiy. Tipik xato: bitta belgi asosida mexanik asfiksiya tashxisi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Osilishda bo‘yin qanday qisiladi? Doskada: 5 tur ro‘yxati. Tipik xato: osilishni ko‘pincha qotillik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Yotgan holatda osilish mumkinmi? Javob: ha, manbaga ko‘ra. Doskada: tipik / notipik. Tipik xato: osilish uchun tana to‘liq havoda bo‘lishi shart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Nima uchun tugunni buzmaslik kerak? Doskada: «kesish — tugunga qarama-qarshi tomondan». Tipik xato: tugunni yechib sirtmoqni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Osilishda o‘limning uch asosiy mexanizmi? Doskada: havo yo‘li / qon aylanishi / reflektor. Tipik xato: o‘limni faqat havo yo‘lining to‘liq yopilishi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Egatni sirtmoq bilan qanday taqqoslaysiz? Doskada: 8 xususiyat. Tipik xato: egatni qontalash deb atash (manbada shilinma).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Sochiq bilan osilishda egat bo‘lmasa, nimaga tayanasiz? Doskada: material → egat. Tipik xato: terida egat yo‘q — osilish bo‘lmagan deb xulosalash.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Egatning hayotiyligi nima uchun muhim? Doskada: belgilar va mualliflar. Tipik xato: Bokarius sinamasini murda dog‘lariga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Osilish va sirtmoq bilan bo‘g‘ish egatini taqqoslang. Doskada: jadval. Tipik xato: gorizontal egatni osilishga xos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Old tomondan ikki qo‘l bilan bo‘g‘ilganda izlar qanday joylashadi? (old yuzada bittadan, orqada 2–4 tadan). Doskada: izlar sxemasi. Tipik xato: tashqi izlar yo‘q — bo‘g‘ish bo‘lmagan deb xulosa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Pozitsion asfiksiyada nega egat bo‘lmaydi? Doskada: «bukilish — sirtmoq emas». Tipik xato: burmani strangulyatsion egat deb baholash.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Qarshiliksiz holatda tashxis nimaga asoslanadi? Doskada: «voqea tafsiloti + boshqa sabablarni istisno». Tipik xato: belgisiz holatni mexanik asfiksiyadan emas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Murdada nafas yo‘lida qusuq topilsa nima qilasiz? (121-bet: reanimatsiya, transport, chirishda ham tushishi mumkin; oz miqdorda, kichik bronxlarda aniqlanmaydi). Doskada: «qusuq ≠ obturatsiya». Tipik xato: qusuqni har doim obturatsiya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Asfiktik cho‘kishda suv nega traxeyaga o‘tmaydi? (hiqildoq spazmi). Doskada: ikki tur taqqoslash. Tipik xato: cho‘kishni faqat chin turga kiritish.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Tarde va Rasskazov-Lukomskiy-Paltauf dog‘lari qanday farq qiladi? Doskada: jadval. Tipik xato: bu dog‘larni epikard ostida qidirish.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Chuchuk va sho‘r suvda cho‘kishda qon qanday o‘zgaradi? Doskada: gemodilyusiya ↔ gemokonsentratsiya. Tipik xato: sho‘r suvda ham qon suyuladi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Havo emboliyasini qanday aniqlaysiz? Doskada: «chap qorincha». Tipik xato: o‘ng qorinchani teshish (mexanik jarohatlardagi usul).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6 daq. Muhokama: Nima uchun parenximatoz a’zolar tekshiriladi, o‘pka emas? Doskada: diatom yo‘li: nafas yo‘li → qon → a’zolar. Tipik xato: o‘pkadagi diatomni hayotiylik belgisi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Suvda bo‘lish muddatini qaysi belgilar bo‘yicha baholaysiz? Doskada: muddat jadvali. Tipik xato: bujmayishni cho‘kish belgisi deb bilish.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Ekximotik niqob qanday hosil bo‘ladi? (yuqori kovak vena tizimida qon o‘tishining buzilishi). Doskada: 2 xos belgi. Tipik xato: faqat qorin qisilishini eng xavfli deb bilish (organizm unga chidamliroq).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daq. Muhokama: Nega bolalar uchun xavfli konsentratsiya past? (manba bevosita sababini keltirmaydi.) Doskada: 0,5 / 8–10 / 2,0–2,5%. Tipik xato: bu turga xos maxsus belgi bor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daq. Muhokama: Bugungi ma’ruza bo‘yicha 3 xulosa. Doskada: umumiy sxema. Tipik xato: bitta belgi bilan tashxis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Mexanik asfiksiyaning sud-tibbiy ekspertizasi. Mexanik asfiksiya turlari, tasniflash.Ko‘rikdagi umumiy belgilarMexanik asfiksiya davrlari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Kirish: kislorod va gipoksiya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Odam uchun zarur kislorodning 98,5–99,0% nafas a’zolari orqali, qolgani teri, oshqozon va ichaklar orqali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Tinch holatda bir minutda 6–8 l havo zarur; jismoniy zo‘riqishda bu ehtiyoj ba’zan 10–20 barobargacha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Gipoksiya to‘qimalarda modda almashinuvini buzadi; markaziy nerv tizimida to‘qima nafasi 5–10 minut to‘xtashi tiklanmaydigan o‘zgarishlarga olib keladi.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Kislorod: nafas a’zolari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98,5–99,0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Tinch holatda havo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6–8</a:t>
            </a:r>
            <a:r>
              <a:rPr sz="1500" b="0">
                <a:solidFill>
                  <a:srgbClr val="6B7280"/>
                </a:solidFill>
                <a:latin typeface="Calibri"/>
              </a:rPr>
              <a:t>  l/min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Zo‘riqishda ehtiyoj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10–20</a:t>
            </a:r>
            <a:r>
              <a:rPr sz="1400" b="0">
                <a:solidFill>
                  <a:srgbClr val="6B7280"/>
                </a:solidFill>
                <a:latin typeface="Calibri"/>
              </a:rPr>
              <a:t>  barobar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MNT: tiklanmas o‘zgarish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Kislorod ehtiyoji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Gipoksiya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Ekzogen gipoksiya: gipoksik, giperoksik va giperkapnik turlari.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Endogen gipoksiya: respirator, sirkulyator, gemik, sitotoksik va fiziologik turlari.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Respirator gipoksiyaning bevosita shakli bo‘yin a’zolari qisilishi, nafas yo‘llari va teshiklari yopilishi, ko‘krak va qorin qisilishida kuzatiladi.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Gipoksiya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Ekzogen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Gipoksik (O2 kam, norma 20,93%)  ·  Giperoksik  ·  Giperkapnik (yopiq muhit)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Endogen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Respirator  ·  Sirkulyator  ·  Gemik, sitotoksik, fiziologik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Gipoksiya turlari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103–104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Jadallik va asfiksiya tushunchasi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Rivojlanish jadalligi bo‘yicha yashinsimon (soniyalar), o‘tkir (daqiqalar), biroz o‘tkir (soatlar) va surunkali (kunlar, haftalar, oylar) gipoksiya farqlanadi.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Sud tibbiyoti uchun yashinsimon va o‘tkir turlar ahamiyatli: tashqi ta’sirdan sog‘liq buzilishi va o‘lim ekspertiza obyekti sifatida ko‘p uchraydi.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Asfiksiya (grek. a — inkor, sphygmos — puls): tashqi nafas buzilishidan O2 tanqisligi va CO2 ko‘payishi bilan hayotiy tizimlar faoliyatining o‘tkir buzilishi.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Yashinsimon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soniyalar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O‘tkir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daqiqalar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Biroz o‘tkir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soatlar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Surunkali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kun, hafta, 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Sud tibbiyoti uchun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yashin va o‘tkir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Gipoksiya jadalligi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104, 104–105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Mexanik asfiksiya va tasnifi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omil ta’sirida tashqi nafasning buzilishidan kelib chiqqan holat mexanik asfiksiya deb ataladi.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Sud-tibbiy tasnifga ko‘ra uch tur: qisilishdan, yopilishdan va cheklangan muhitdagi asfiksiya.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Qisilishdan: strangulyatsion (bo‘yin) va kompression (ko‘krak, qorin). Yopilishdan: nafas teshiklari, nafas yo‘llari va cho‘kish.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Mexanik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Qisilishdan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Strangulyatsion (bo‘yin)  ·  Kompression (ko‘krak, qorin)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Yopilishdan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teshiklari  ·  Nafas yo‘llari  ·  Cho‘kish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Cheklangan muhit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Yopiq yoki qisman yopiq muhit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Sud-tibbiy tasnif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Autoasfiksiofiliya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Autoasfiksiofiliya (seksual, autoerotik asfiksiya): jinsiy qo‘zg‘alish gipoksiya va giperkapniya sharoitida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Ko‘pincha jinsiy chetlanishga moyil o‘rta yoshdagi yolg‘iz erkaklarda; jarayon qo‘l, oyoq yoki moslamalar bilan boshqariladi: sirtmoq, polietilen qopcha.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bilan tugasa, baxtsiz hodisa sifatida baholanadi; hodisa joyida jinsiy chetlanishni tasdiqlovchi ashyolar (rasmlar, imitatorlar, kiyim)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Gipoksiya, giperkapniya sharoitida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Jinsiy qo‘zg‘alish (yolg‘iz erkaklar)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Sirtmoq yoki polietilen qopcha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O‘lim: baxtsiz hodisa deb baholanadi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Joyda rasm, imitator, kiyim topiladi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Autoasfiksiofiliya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105, 105–106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Asfiksiya davrlari: umumiy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Kechishda preasfiktik (o‘rtacha 20–30 sek.) va asfiktik davrlar farqlanadi.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davrda: inspirator hansirash, ekspirator hansirash, nafasning qisqa to‘xtashi (nisbiy tinchlik), terminal nafas, nafasning to‘liq to‘xtashi.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Davrlar va bosqichlar davomiyligi shartli, taxminiy; kechish asfiktik ta’sir turi, jadalligi va salomatlik holatiga bog‘liq.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Preasfiktik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20–30</a:t>
            </a:r>
            <a:r>
              <a:rPr sz="1500" b="0">
                <a:solidFill>
                  <a:srgbClr val="6B7280"/>
                </a:solidFill>
                <a:latin typeface="Calibri"/>
              </a:rPr>
              <a:t>  soniya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Inspirator hansirash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~1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Ekspirator hansirash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~1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Qisqa to‘xtash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30–40</a:t>
            </a:r>
            <a:r>
              <a:rPr sz="1500" b="0">
                <a:solidFill>
                  <a:srgbClr val="6B7280"/>
                </a:solidFill>
                <a:latin typeface="Calibri"/>
              </a:rPr>
              <a:t>  soniya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Terminal nafas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≤5</a:t>
            </a:r>
            <a:r>
              <a:rPr sz="1500" b="0">
                <a:solidFill>
                  <a:srgbClr val="6B7280"/>
                </a:solidFill>
                <a:latin typeface="Calibri"/>
              </a:rPr>
              <a:t>  daqiqa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Davrlar va davomiyligi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106–107, 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Preasfiktik davr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Davomiyligi o‘rtacha 20–30 sek.; nafas qisqa vaqtga to‘xtaydi, keyin maromi sekinlashadi; ba’zan tartibsiz harakat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 kompensator-moslashuv imkoniyatlari bilan o‘zgarishlarni bartaraf etishga harakat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Aylanayotgan qon miqdori ko‘payadi, qon suyuqlashadi, hayotiy a’zolar foydasiga qayta taqsimlanadi; asfiksiya belgilari bu davrda rivojlanmaydi.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Preasfiktik davr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Davomiyligi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O‘rtacha 20–30 sek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Qisqa to‘xtaydi, sekinlashadi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Moslashuv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Aylanayotgan qon ko‘payadi  ·  Qon suyuqlashadi  ·  Hayotiy a’zolar foydasiga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Asfiksiya belgisi rivojlanmaydi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Preasfiktik davr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Inspirator hansirash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Karbonat angidridi nafas markaziga ta’sir etib, nafas olish maromi tezlashadi, nafas olish davomiyligi ortadi.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Plevral bo‘shliqda bosim keskin pasayadi; arterial bosim pasayadi, venoz bosim ortadi, puls sekinlashadi.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asfiksiya boshlanganidan 40–60 sek. o‘tganda hush yo‘qoladi; bosqich bir minutga yaqin davom etadi.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CO2 ta’siri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Nafas markaziga: nafas olish tezlashadi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Plevra bosimi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Keskin pasayadi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Qon bosimi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Arterial pasayadi, venoz ortadi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Puls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Sekinlashadi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Hush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40–60 soniyada yo‘qoladi; ~1 daqiqa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Inspirator hansirash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Ekspirator hansirash bosqichi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chiqarish kuchliroq va davomiyroq bo‘ladi; plevral bosim ortadi; venoz bosim kamayib, arterial bosim ko‘tariladi; puls tezlashadi.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Siydik, maniy, axlat ajralishi bilan kechadigan kuchli klonik talvasalar kuzatilishi mumkin; bosqich bir minut atrofida.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Talvasalarda tananing atrofdagi jismlarga urilishidan jarohatlar paydo bo‘lishi mumkin; ularni o‘zga shaxs yetkazgan jarohatlardan farqlash zarur.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Nafas chiqarish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Kuchliroq va davomiyroq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Bosim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Plevral ortadi; arterial ko‘tariladi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Puls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Tezlashadi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Talvasa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Klonik; siydik, maniy, axlat ajraladi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Jarohat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Urilishdan; o‘zga shaxs jarohatidan farqlash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Ekspirator hansirash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Nafasning to‘xtashi va terminal nafas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Qisqa to‘xtash (30–40 sek.): CO2 ko‘pligidan adashgan nerv o‘ta ta’sirlanadi, nafas markazi qo‘zg‘aluvchanligi pasayadi; bosim pasayadi, mushaklar bo‘shashadi.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Terminal nafas: orqa miya markazlari faollashib, onda-sonda noritmik nafas harakatlari (ko‘pincha og‘iz ochilishi bilan) paydo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Bosqichning oxirida arterial bosim o‘ta pasayadi, reflekslar yo‘qoladi; 5 minutgacha davom etishi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Qisqa to‘xtash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30–40 sek: adashgan nerv o‘ta ta’sirlanadi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Holat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Bosim pasayadi, mushak bo‘shashadi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Terminal nafas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Orqa miya markazlari: noritmik nafas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Davomiyligi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5 daqiqagacha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Oxirida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Bosim o‘ta pasayadi, reflekslar yo‘q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Qisqa to‘xtash va terminal nafas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106, 106–107, 107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To‘liq to‘xtash va yurakning reflektor to‘xtashi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Nafas markazi falajlanib nafas butunlay to‘xtaydi; yurak 3–10 minut urib turishi mumkin; so‘ng bradikardiya, yurak to‘xtashi va klinik o‘lim.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Davrlar ma’lumotlari tugallanmagan asfiksiya kuzatuvlariga asoslangan; kechishga doir faqat bitta tajriba qayd etilgan: N. Minovici, 1905 yil, osilish bo‘yicha.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Reflektor yurak to‘xtashi (karotid sinus, hiqildoq, traxeya, bronx retseptorlari, adashgan nerv) 30 sek.gacha bo‘lsa, umumasfiktik belgilar rivojlanmaydi.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To‘liq to‘xtash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markazi falaji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3–10 daqiqa uradi  ·  So‘ng bradikardiya, klinik o‘lim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Davr ma’lumotlari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Tugallanmagan asfiksiya kuzatuvi  ·  Minovici (1905): osilishda tajriba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Reflektor to‘xtash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≤30 sek: umumasfiktik belgi yo‘q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To‘liq to‘xtash va reflektor to‘xtash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ta’sir o‘lim bilan tugamasa (qutqarilgan cho‘kkan, sirtmoqdan olingan shaxs), organizmda o‘zgarishlar majmui — postasfiktik holat — vujudga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To‘rt davr farqlanadi: asfiktik koma, karaxtlik, dezorientatsiya va xotira buzilishi, qoldiq oqibatlar.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belgilar asfiktik ta’sir turi, davomiyligi va organizm salomatligiga bog‘liq.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93467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9093467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 flipV="1">
            <a:off x="7043840" y="38953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043840" y="2295144"/>
            <a:ext cx="854987" cy="667512"/>
          </a:xfrm>
          <a:prstGeom prst="line">
            <a:avLst/>
          </a:prstGeom>
          <a:ln w="381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0307" y="14173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Asfiktik koma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39935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Karaxtlik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0307" y="4617720"/>
            <a:ext cx="2011680" cy="822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Dezorientatsiya, amneziya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40680" y="3017520"/>
            <a:ext cx="2011680" cy="82296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Qoldiq oqibatlar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Postasfiktik holatning 4 davri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107, 107–108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Koma va karaxtlik davrlari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Koma: avval atoniya, qorachiqlar kengaygan, reflekslar yo‘q, bosim aniqlanmaydi yoki juda past; keyin detserebratsion rigidlik va tonik talvasalar.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Oxirgi bosqichda tonik-klonik talvasalar, giperkinezlar; yurak urishi kuchaygan, tana harorati baland.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Karaxtlik: koma tugaydi, talvasalar yo‘q; hush tiklanadi — sopor, chuqur karaxtlik, yengil karaxtlik, uyquchanlik.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Koma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Atoniya, qorachiq kengaygan, reflekslar yo‘q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Rigidlik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Detserebratsion rigidlik, tonik talvasa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Talvasa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Tonik-klonik, giperkinez; harorat baland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Karaxtlik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Sopor → chuqur → yengil → uyquchanlik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Koma va karaxtlik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Dezorientatsiya va qoldiq oqibatlar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Dezorientatsiya davrida hush tiklangan, ammo zamon va makonda chalkashadi; konfabulyatsiya bilan retrograd amneziya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Mutanosib tibbiy yordamda yengil postasfiktik holatlar 1–2 hafta ichida qoldiqsiz yo‘qoladi.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Boshqa holatlarda xotira va diqqat buzilishi, bosh og‘rig‘i, parez va paralich, ba’zan aql pasayishi, ko‘rish va eshitish buzilishi 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Dezorientatsiya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Zamon va makonda chalkashadi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Konfabulyatsiya, retrograd amneziya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Yengil holat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1–2 haftada qoldiqsiz o‘tadi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Qoldiq oqibat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Xotira, diqqat buzilishi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og‘rig‘i, parez, paralich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Aql, ko‘rish, eshitish pasayishi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Tiklanish va oqibatlar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108, 108–109, 109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Postasfiktik holat: a’zolar va o‘lim sabablari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≥3 daqiqalik asfiksiyada turg‘un gipotoniya, ichki a’zolar ishemiyasi, ba’zan miokard infarkti; dastlabki soatlarda o‘pka shishishi noxush prognostik belgi.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Jigarda gepatotsitlar distrofiyasi va nekrobiozi, buyraklarda shok o‘zgarishlari, oshqozon-ichakda eroziya va yaralar (postasfiktik gastroenteropatiya).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O‘lim: dastlabki minut va soatlarda asfiktik komadan, birinchi sutkada o‘pka va bosh miya shishishidan, kechroq gipostatik pnevmoniyadan.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Postasfiktik asoratlar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≥3 daqiqa asfiksiya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Turg‘un gipotoniya  ·  Ichki a’zolar ishemiyasi  ·  Ba’zan miokard infarkti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 distrofiyasi, nekrobioz  ·  Buyrak shok o‘zgarishi  ·  Gastroenteropatiya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O‘lim sabablari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Minut-soat: asfiktik koma  ·  1-sutka: o‘pka va miya shishi  ·  Kech: gipostatik pnevmoniya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Postasfiktik asoratlar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belgilar: tashqi ko‘rik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Turidan qat’i nazar murdada tashqi va ichki morfologik o‘zgarishlar aniqlanadi; ko‘pi tez o‘limning boshqa turlarida ham uchraydi.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Yuz va bo‘yin sianozi talvasalarda paydo bo‘ladi, turg‘un emas; chalqancha yotganda qon pastga oqib, yo‘qolishi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Ko‘lamli ko‘kimtir-binafsha murda dog‘lari tez (bir soatgacha) paydo bo‘ladi; fonida mayda qon quyilishlar kuzatilishi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Tashqi belgilar (1)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Sianoz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Yuz va bo‘yin, turg‘un emas  ·  Chalqancha yotsa yo‘qoladi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Murda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Ko‘kimtir-binafsha, ko‘lamli  ·  Bir soatgacha paydo bo‘ladi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Umumiy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Ko‘pi boshqa tez o‘limda ham uchraydi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Tashqi ko‘rik 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belgilar: tashqi ko‘rik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Subkonyunktival ekximozlar hansirash bosqichida arterial va venoz bosimning keskin o‘zgarishidan paydo bo‘ladi; konyunktivaning o‘tish burmasida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Qorachiqlar kengayishi (midriaz) nisbatan noturg‘un belgi; stressda katexolaminlar ta’siri bilan tushuntiriladi.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Ixtiyorsiz siydik, axlat, sperma, shilliq tiqin ajralishi talvasalarda silliq mushaklar qisqarishi natijasi.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Tashqi belgilar (2)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Subkonyunktival ekximoz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Hansirashdagi bosim o‘zgarishidan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Midriaz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Noturg‘un belgi  ·  Katexolaminlar bilan tushuntiriladi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Ixtiyorsiz ajralish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Siydik, axlat, sperma  ·  Silliq mushak qisqarishidan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Tashqi ko‘rik (2)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belgilar: ichki ko‘rik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 va yirik venalarda to‘q qizil suyuq qon: giperkapniya va o‘pkada fibrinogenaza fermenti ko‘p ishlab chiqarilishi bilan tushuntiriladi.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Yurakning o‘ng kameralari chapga nisbatan qonga to‘lgan (asfiktik yurak): kichik doirada bosim oshishi va nafas yurakdan oldinroq to‘xtashi tufayli.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a’zolar venoz to‘laqonligi; o‘pkaning qisman emfizemasi hansirash bosqichlarida paydo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Ichki belgilar (1)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To‘q qizil, suyuq  ·  Giperkapniya, fibrinogenaza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O‘ng kameralar to‘lgan  ·  «Asfiktik yurak»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A’zolar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Venoz to‘laqonlik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Qisman emfizema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ko‘rik (1)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110–111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belgilar: ichki ko‘rik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Tarde dog‘lari: visseral plevra va epikard ostida 2–3 mm to‘q qizil qon quyilishlar; ko‘proq o‘pka bo‘laklari oralig‘ida, diafragmal plevrada, yurak orqasida.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 o‘zgarishlar spetsifik emas, tez o‘limning boshqa holatlarida ham bo‘ladi; shu sababli ularning majmuasi inobatga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Asfiktik yurak hamda kamqonlik va qisqargan taloq (Sabinskiy belgisi) nisbatan patognomik; taloq preasfiktik davrda depodan qon chiqishidan qisqaradi.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Ichki belgilar (2)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Tarde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Plevra, epikard ostida 2–3 mm  ·  O‘pka bo‘laklari oralig‘ida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Asfiktik yurak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Nisbatan patognomik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Sabinskiy belgisi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Kamqon, qisqargan taloq  ·  Depodan qon chiqishidan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Tashxisda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Spetsifik emas; majmua hisobga olinadi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Ichki ko‘rik (2)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asfiksiya va osilish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asfiksiyadan o‘limning uchdan ikki qismidan ortig‘i strangulyatsion asfiksiyaga to‘g‘ri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Turlari: osilish, sirtmoq bilan, qo‘l bilan, o‘tmas jism bilan qisilish, pozitsion asfiksiya.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Osilish — eng ko‘p uchraydigan tur (asfiksiyadan o‘limning 65–70%); aksariyat hollarda o‘z-o‘zini o‘ldirish; baxtsiz hodisa kazuistika.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Strangulyatsion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Ulushi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Mexanik asfiksiyadan o‘limning &gt;2/3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Osilish, sirtmoq  ·  Qo‘l, o‘tmas jism  ·  Pozitsion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Osilish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65–70% asfiksiya o‘limi  ·  Aksariyat o‘z-o‘zini o‘ldirish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Strangulyatsion asfiksiya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111, 111–112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 turlari va sirtmoq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Tipik (to‘liq) osilishda tana sirtmoqda erkin osilib turadi; notipik (to‘liq emas)da tananing bir qismi tayanchga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 kuch talab etilmaydi: tizzalarga tayanib osilganda sirtmoq tana massasining 20%iga, yotganda faqat bosh massasiga (4–5 kg) teng kuch bilan tortiladi.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 yumshoq (sochiq, sharf, galstuk), yarim qattiq (arqon, kamar) yoki qattiq (sim, zanjir); bir, ikki yoki ko‘p o‘ramli; sirpanuvchan yoki sirpanmas.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Osilish turlari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Tipik: tana erkin osiladi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Notipik: tana qismi tayanchda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Tortish kuchi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Tizzaga tayansa: massaning 20%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Yotgan: bosh massasi 4–5 kg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Sirtmoq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Yumshoq: sochiq, sharf, galstuk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Yarim qattiq: arqon, kamar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Qattiq: sim, zanjir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 va sirtmoq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tuguni va kriminalistik ahamiyat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 tuguni alohida kriminalistik ahamiyatga ega: u sirtmoq tayyorlagan shaxsning kasbiy ko‘nikmasidan dalolat berishi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Sirtmoqni olishda tugun buzilmaydi: tugunga qarama-qarshi tomondan kesib olinadi; tugunsiz (universal) sirtmoqda ham osilish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Tugun joylashuvi: tipik (orqa sohada) va atipik (old, yon sohalarda).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Sirtmoq tuguni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Ahamiyati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Kriminalistik  ·  Tayyorlagan shaxs ko‘nikmasi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Olish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Tugunga qarama-qarshi kesiladi  ·  Tugun buzilmaydi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Joylashuvi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Tipik: orqada  ·  Atipik: old, yon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Tugun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Osilishda o‘limning vujudga kelishi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 qisilishi va til asosi siljishi havo yo‘lini toraytiradi; havo yo‘li faqat ayrim holatlarda butunlay yopiladi.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Bo‘yinturuq venalar qisilib qon oqishi qiyinlashadi; umurtqa arteriyalari orqali qon borishi kalla ichi bosimini oshirib bosh miya faoliyatini buzadi.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Adashgan, yuqori hiqildoq nervi, sinokarotid tugun qisilishi yurakni to‘xtatishi mumkin; keskin tipik osilishda orqa miya yorilishi o‘limga olib kelishi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Osilishda o‘lim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Havo yo‘li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Til asosi siljishi, torayadi  ·  Ayrimda to‘liq yopiladi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 oqimi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Bo‘yinturuq venalar qisiladi  ·  Kalla ichi bosimi oshadi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Reflektor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Adashgan va yuqori hiqildoq nervi  ·  Sinokarotid tugun → yurak to‘xtashi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Orqa miya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Keskin tipik osilishda yorilishi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Osilishda o‘lim mexanizmi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113, 113–114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Strangulyatsion egat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Osilishda asosiy belgi — bo‘yinda strangulyatsion egat: morfologik mohiyati shilinma, u sirtmoq xususiyatlariga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Tugallanmagan asfiksiyada yarim qattiq sirtmoq egati 10–15 kun saqlanadi.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Tekshiriladi: joylashishi, yo‘nalishi, uchlari tutashganligi, kengligi, chuqurligi, zichligi, relefi; so‘ng egat sirtmoq bilan taqqoslanadi.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3525316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Xususiyati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Joylashuvi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Til osti suyagidan yuqorida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Yo‘nalishi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Qiyshiq-vertikal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Muddati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10–15 kun (yarim qattiq sirtmoq)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Tipik osilishda egat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Egat va sirtmoq materiali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Atipik osilishda egat bo‘yinning pastroq qismida bo‘lishi va vertikalligi kamayishi mumkin; universal sirtmoqdan uchlari tutashgan egat hosil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Qattiq sirtmoq zichroq va chuqurroq egat qoldiradi; tugunga qarama-qarshi tomonda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Yumshoq sirtmoqda egat terida yaqqol ko‘rinmaydi; ichki tekshiruvda yumshoq to‘qimalarda oqimtir yo‘lka — «mis sim belgisi» (Kasper) topiladi.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Atipik osilish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pastroq, vertikalligi kam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Universal sirtmoq: uchlari tutashgan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Qattiq sirtmoq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Zichroq, chuqurroq egat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Tugun qarshisida yaqqolroq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Yumshoq sirtmoq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yaqqol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«Mis sim belgisi» (Kasper)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Egat va sirtmoq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114–115, 115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Osilishning boshqa belgilari va hayotiylik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Til osti suyagi va qalqonsimon tog‘ay shikastlanishi osilishga xos emas (sirtmoq pastroq bo‘lsa mumkin); halqum orti qon quyilishi — Brouardel belgisi.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Cho‘zilish belgilari: uyqu arteriyasi intimasi yorilishi (Amyuss), Martin, Valxer, Simon belgilari; asosan semiz kishilarda tipik siltab osilishda.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 hayotiyligi: burmacha sohasida to‘laqonlik va qon quyilishlar (Bokarius sinamasi); mikroskopiyada Neyding va Kasyanov belgilari.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Osilish belgilari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Suyak, tog‘ay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Til osti, qalqonsimon tog‘ay: xos emas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Brouardel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Halqum orti qon quyilishi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Cho‘zilish belgilari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Amyuss: uyqu arteriyasi intimasi  ·  Martin, Valxer, Simon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Hayotiylik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Bokarius sinamasi  ·  Neyding va Kasyanov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Osilishning boshqa belgilari va hayotiylik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115–116, 116, 116–117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Sirtmoq bilan bo‘g‘ish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Osilishdan farqli sirtmoq tana og‘irligi bilan emas, o‘zga kuch bilan qisiladi; aksariyat qotillik; kiyim elementlari ilashsa — baxtsiz hodisa.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Refleksogen sohalar ko‘proq ta’sirlanadi, shu sababli asfiksiya belgilari to‘liq rivojlanguncha yurakning reflektor to‘xtashidan o‘lim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 gorizontal, odatda qalqonsimon tog‘ay sathida va pastda, tutashgan; til osti suyagi shikasti, cho‘zilish belgilari xos emas; kurash jarohati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Mexanizm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O‘zga kuch bilan qisiladi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Aksariyat qotillik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Kiyim ilashsa — baxtsiz hodisa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Egat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Gorizontal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Qalqonsimon tog‘ay sathida va pastda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Ko‘pincha tutashgan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Belgilar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Refleksogen sohalar: tez reflektor o‘lim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 osti suyagi shikasti xos emas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Kurash jarohatlari mumkin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Sirtmoq bilan bo‘g‘ish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 bilan bo‘g‘ish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Odatda qotillik alomati; refleksogen sohalar shikastlanishidan yurakning reflektor to‘xtashi nisbatan ko‘proq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Bo‘yinda barmoqlardan dumaloq yoki oval qontalashlar va timoqlardan yoysimon shilinmalar; soni va joylashuvi qotilning holatiga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Ichki jarohat yaqqolroq: til osti suyagi, qalqonsimon tog‘ay sinadi; hiqildoq atrofida qon quyiladi; yumshoq jism ustidan bo‘g‘ilganda tashqi jarohat kam.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Qo‘l bilan bo‘g‘ish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Holat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Odatda qotillik  ·  Reflektor to‘xtash ko‘proq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Barmoqdan dumaloq/oval qontalash  ·  Tirnoqdan yoysimon shilinma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Ichki (yaqqolroq)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Til osti suyagi, tog‘ay sinadi  ·  Hiqildoq atrofida qon quyilishi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Qo‘l bilan bo‘g‘ish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O‘tmas jism bilan qisilish va pozitsion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O‘tmas jism (tayoq, stul suyanchig‘i) bilan: jarohat ta’sir yuzasi proeksiyasida — qontalash, shilinma, qon quyilish, til osti suyagi, tog‘ay shikasti.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Pozitsion asfiksiya: bosh uzoq vaqt oldinga yoki yon tomonga bukilib qolganda, odatda hushsiz shaxslarda tana cheklangan bo‘shliqqa tushganda.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Egat bo‘lmaydi; bukilish burmasi proeksiyasida oqimtir yo‘lka; tashxis hodisa tafsilotlari va boshqa sabablarni istisno qilishga asoslanadi.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O‘tmas jism bilan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Tayoq, stul suyanchig‘i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Ta’sir yuzasi proeksiyasida jarohat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Til osti suyagi, tog‘ay shikasti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Pozitsion asfiksiya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Bosh uzoq bukilgan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Odatda hushsiz shaxs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Egat bo‘lmaydi; bukilish yo‘lkasi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O‘tmas jism va pozitsion asfiksiya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Obturatsion asfiksiya: nafas teshiklari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Obturatsion asfiksiya: nafas teshiklarining yopilishi va nafas yo‘llarining yopilishi turlari.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Teshiklar yopilishi qotillik (yosh bolalar, holsizlangan kattalar) yoki baxtsiz hodisa (hushsiz holatdagi shaxslar)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Qarshilik bo‘lmasa faqat umumasfiktik belgilar; qarshilikda og‘iz-burun atrofida qontalash, shilinma, milkda qon quyilish; jism zarrasi topilishi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Qotillik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Yosh bolalar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Holsizlangan kattalar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Baxtsiz hodisa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Hushsiz holatdagi shaxslar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Belgilar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Qarshilik yo‘q: umumasfiktik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Qarshilikda: qontalash, shilinma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Milkda qon quyilish, jism zarralari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Nafas teshiklarining yopilishi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119, 119–120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Nafas yo‘llarining yopilishi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Yopuvchilar: yot jismlar (danak, tugma, suyak, go‘sht, o‘yinchoq, protez), sochiluvchan moddalar (qum, tuproq, sement, don, un), suyuqliklar (qon, qusuq).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hollarda baxtsiz hodisa; o‘lim mexanizmi: havo o‘tishining qiyinlashuvi, ovoz boylamlari refleks spazmi yoki yurakning reflektor to‘xtashi.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Mast holat va bosh miya jarohati yutish va yo‘tal reflekslarini buzib moyillik yaratadi; qusuq nordon muhit tufayli qondan agressivroq.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Nafas yo‘llari yopilishi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Yopuvchilar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Yot jism: danak, tugma, suyak  ·  Sochiluvchan: qum, un, don  ·  Suyuqlik: qon, qusuq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Mexanizm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 o‘tishi qiyinlashadi  ·  Ovoz boylamlari spazmi  ·  Yurakning reflektor to‘xtashi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Moyillik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Mastlik, bosh miya jarohati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Obturatsiya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 va uning turlari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Cho‘kish — nafas yo‘llarining suyuqlik bilan yopilishi; osilishdan keyin ikkinchi o‘rinda; dunyoda yiliga 300 mingdan ortiq o‘lim; aksariyat baxtsiz hodisa.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Turlari: chin (aspiratsion, «ho‘l»), asfiktik (spastik, «quruq») va aralash.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Chin cho‘kish issiq mavsumda, iliq suvda, mast shaxslarda; asfiktik — kuchli psixoemotsional stressda, sovuq suvda, kichik yoshdagi bolalarda.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Chin (ho‘l)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Suv alveolalargacha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Issiq mavsum, iliq suv, mast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Asfiktik (quruq)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Hiqildoq spazmi: suv o‘tmaydi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Stress, sovuq suv, bolalar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Aralash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Ikki tur belgilari aralash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Cho‘kish turlari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121, 121–122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cho‘kish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Og‘iz, burun atrofida turg‘un mayda pufakli oq ko‘pik (Krushevskiy belgisi), keyin pushti; nafas yo‘llarida suv va yot moddalar (o‘tlar, balchiq, qum).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 gipergidriyada, xamirsimon, plevra bo‘shliqlarini to‘ldirgan, «marmarsimon»; visseral plevra ostida Rasskazov-Lukomskiy-Paltauf dog‘lari (epikardda yo‘q).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qonga o‘tib qon suyuladi (gemodilyusiya), osmotik gemoliz; murda dog‘lari pushti; chap kameralardagi qon ochroq (Kasper belgisi).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Chin cho‘kish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Ko‘pik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Krushevskiy: mayda pufakli oq  ·  Keyin pushti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Gipergidriya, xamirsimon  ·  «Marmarsimon»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R-L-P dog‘lari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Visseral plevra ostida  ·  Epikard ostida bo‘lmaydi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Gemodilyusiya, osmotik gemoliz  ·  Chap kamera qoni ochroq (Kasper)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Chin cho‘kish belgilari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 cho‘kish: qo‘shimcha belgilar va sho‘r suv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Qorin bo‘shlig‘ida ~100 ml suyuqlik (Moro belgisi); oshqozonda 300 ml gacha suv (Fegerlund belgisi); mushaklarda qon quyilishlar (Paltauf belgisi).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Sho‘r suvda osmotik bosim qonnikidan yuqori: suyuq qism alveolaga o‘tadi, gipovolemiya va qonning quyuqlashuvi kuzatiladi.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Sho‘r suvda cho‘kishda Rasskazov-Lukomskiy-Paltauf dog‘lari hosil bo‘lmaydi; ba’zan o‘pka shishishi rivojlanadi.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Chuchuk suv belgilari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Qorinda ~100 ml suyuqlik (Moro)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Oshqozonda ≤300 ml (Fegerlund)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Mushak qon quyilishi (Paltauf)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Sho‘r suv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Suyuq qism alveolaga o‘tadi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Gipovolemiya, qon quyuqlashadi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R-L-P dog‘lari yo‘q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Ba’zan o‘pka shishi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Chuchuk va sho‘r suv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122–123, 123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Asfiktik cho‘kish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yo‘llarida suv va yot moddalar yo‘q; gemodilyusiya va gemoliz kuzatilmaydi; yuz ko‘kimtirligi va subkonyunktival qon quyilishlar yaqqolroq.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O‘pka keskin emfizemada, hajmi katta; plevra ostida faqat Tarde dog‘lari; yurak havo emboliyasi (Sunsov sinamasi) va limfogemiya (Sveshnikov, Isaev, 1986).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Oshqozonda 1 l gacha suv (Fegerlund); kalla asosida 5–15 ml suyuqlik (Sveshnikov belgisi); o‘rta/ichki quloqda qon quyilishi (Ulrix-Rostoshinskiy).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Asfiktik cho‘kish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Nafas yo‘llari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Suv va yot modda yo‘q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Gemodilyusiya, gemoliz yo‘q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Keskin emfizema  ·  Faqat Tarde dog‘lari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Maxsus 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Sunsov: yurak havo emboliyasi  ·  Sveshnikov: kalla asosida 5–15 ml  ·  Ulrix-Rostoshinskiy: quloqda qon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Asfiktik cho‘kish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123, 123–124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Cho‘kishning hayotiyligi: laboratoriya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Suvga hayotiy tushganlikni aniqlash — asosiy masala; makroskopiyadan tashqari diatom planktoni, psevdoplankton, bakteriologik, krioskopik tekshiruvlar.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Chin cho‘kishda diatom (15–50 mk, ba’zan 200 mk) qonga o‘tib, parenximatoz a’zo va suyak miyasida topilsa, hayotiylikdan dalolat; suv namunasi 1 l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O‘pkada diatom topilishi diagnostik ahamiyatga ega emas — o‘limdan keyin suvga tushganda ham mumkin; asfiktik cho‘kishda kalla asosi suyuqligi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Asosiy masala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Suvga hayotiy tushganlik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Usullar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Diatom, psevdoplankton, bakteriologik, krioskopik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Diatom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15–50 mk, qonga o‘tadi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Topiladi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Parenximatoz a’zo, suyak miyasi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O‘pka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Diagnostik ahamiyatga ega 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Hayotiylikni aniqlash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124, 125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Suvdan chiqarilgan murdalar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Suvda bo‘lganlik belgilari: kiyim va tana loy, qum, suv o‘tlari bilan ifloslanadi; murda tez soviydi; teri oqarib «g‘oz terisi» ko‘rinishini 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 necha soatdan so‘ng qo‘l va oyoq barmoqlari bujmayadi; 2–5 kunda kaft, 5–8 kunda tovon; 2–3 haftada teri «o‘lim qo‘lqopi» tarzida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10–15 kunda sochlar oson sug‘uriladi; o‘zgarishlar harorat, kiyim va yoshga bog‘liq, o‘lim sabablari bilan bog‘liq 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Barmoqlar bujmayadi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soatlarda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Kaft qoplanadi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Tovon qoplanadi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5–8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«O‘lim qo‘lqopi»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2–3</a:t>
            </a:r>
            <a:r>
              <a:rPr sz="15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Soch sug‘uriladi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10–15</a:t>
            </a:r>
            <a:r>
              <a:rPr sz="1500" b="0">
                <a:solidFill>
                  <a:srgbClr val="6B7280"/>
                </a:solidFill>
                <a:latin typeface="Calibri"/>
              </a:rPr>
              <a:t>  kun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Suvda bo‘lish muddati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127, 127–128, 128–129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Kompression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Ko‘krak va qorin old devori harakatining cheklanishi yoki to‘xtashi nafasni buzadi: ko‘krak va qorinning o‘tmas jismlar bilan qisilishi.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O‘lim ko‘pincha tabiiy (yer qimirlashi, ko‘chki) va texnogen (bino qulashi) falokatda, olomon qisilishida; frontal qisilish yonlamadan xavfliroq.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Xos belgilar: yuz shishi, ko‘kimtirligi, yuz, bo‘yin, ko‘krak yuqorisida qon quyilishi — «ekximotik niqob» (Olive-Danjer); o‘pka «karmin shishishi» (Lakkasan).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Kompression asfiksiya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Sabab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Ko‘krak va qorin qisilishi  ·  Falokat, olomon qisilishi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Xavfliligi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Frontal &gt; yonlama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Belgilar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«Ekximotik niqob» (Olive-Danjer)  ·  O‘pka «karmin shishishi» (Lakkasan)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Kompression asfiksiya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Cheklangan yopiq muhitdagi asfiksiya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Yopiq muhitda kislorod asta-sekin kamayib, karbonat angidridi ko‘payadi; o‘limda CO2 ortishi yetakchi: 0,5% da nafas tezlashadi.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Kattalarda o‘lim odatda CO2 8–10% ga yetganda; bolalarda 2,0–2,5% hayot uchun xavfli.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Aksariyat baxtsiz hodisa (zilzila, sovutkich kamerasi, germetik sandiq); boshga plastik qopcha — qotillik va autoasfiksiofiliyada ham; umumasfiktik belgilar.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CO2: nafas tezlashadi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0,5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Kattalarda o‘lim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8–10</a:t>
            </a:r>
            <a:r>
              <a:rPr sz="15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Bolalarda xavfli</a:t>
            </a:r>
          </a:p>
          <a:p>
            <a:pPr algn="l">
              <a:spcAft>
                <a:spcPts val="100"/>
              </a:spcAft>
            </a:pPr>
            <a:r>
              <a:rPr sz="2900" b="1">
                <a:solidFill>
                  <a:srgbClr val="0B1F3A"/>
                </a:solidFill>
                <a:latin typeface="Calibri"/>
              </a:rPr>
              <a:t>2,0–2,5</a:t>
            </a:r>
            <a:r>
              <a:rPr sz="1400" b="0">
                <a:solidFill>
                  <a:srgbClr val="6B7280"/>
                </a:solidFill>
                <a:latin typeface="Calibri"/>
              </a:rPr>
              <a:t>  % CO2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118104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3209544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3118104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Misollar</a:t>
            </a:r>
          </a:p>
          <a:p>
            <a:pPr algn="l">
              <a:spcAft>
                <a:spcPts val="100"/>
              </a:spcAft>
            </a:pPr>
            <a:r>
              <a:rPr sz="2300" b="1">
                <a:solidFill>
                  <a:srgbClr val="0B1F3A"/>
                </a:solidFill>
                <a:latin typeface="Calibri"/>
              </a:rPr>
              <a:t>sovutkich, sandiq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Yopiq muhitdagi CO2 ko‘rsatkichlari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Mexanik asfiksiya: qisilishdan, yopilishdan va cheklangan muhitdagi turlar; asfiksiya davrlari: preasfiktik va asfiktik (5 bosqich).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belgilar spetsifik emas; diagnostikada ularning majmui, hodisa tafsilotlari va boshqa sabablarni istisno qilish hisobga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Har bir turning o‘z belgilari bor: strangulyatsion egat, cho‘kishdagi Krushevskiy va diatom, kompressiyadagi ekximotik niqob.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G‘iyosov Z.A., Sud tibbiyoti: darslik, betlar: 105–107, 111, 114–129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asfiksiya tarixida kechishga doir faqat bitta tajriba qayd etilgan: N. Minovici 1905 yilda o‘zida assistentlari yordamida osilish bo‘yicha tajribalar o‘tkazgan.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Sirtmoqni bo‘yindan olishda tugun buzilmaydi: sirtmoqning tugunga qarama-qarshi tomoni kesib olinadi.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Cho‘kishda suv havzasidan 1 l suv namunasi diatom planktoni bo‘yicha taqqoslash uchun olinadi.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Mexanik asfiksiyadan o‘limda bosh miya gipoksiyasi bilan birga yurakning to‘xtashi ham muhim; reflektor to‘xtash 30 sek.gacha bo‘lsa, belgilar murdada aniqlanmasligi mumkin.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Mexanik asfiksiyaning sud-tibbiy ekspertizasi. Mexanik asfiksiya turlari, tasniflash.Ko‘ri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43 / 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G‘iyosov Z.A. Sud tibbiyoti: darslik, Toshkent: Global Books nashriyoti. 2018. Bob 5. Kislorod tanqisligi (asfiksiya)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Ромодановский П.О., Баринов Е.Х. Судебная медицина в схемах и рисунках: учебное пособие, М.: Проспект. 2017. 4-modul. Kislorod tanqisligi (asfiksiya, cho‘kish), harorat, elektr, bosim, radiatsiya; bet 315-374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Харин Г.М. (Kharin G.M.). Краткий курс судебной медицины: учебное пособие, М.: ГЭОТАР-Медиа. 2006. VII bo‘lim (16-18-boblar). Mexanik asfiksiya; bet 139-153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Iskandarov A.I., Qo‘ldoshev D.R. Sud tibbiyoti (tibbiyot instituti talabalari uchun), Toshkent. XI-bob. Mexanik asfiksiya; bet 202-234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Payne-James J., Jones R., Karch S.B., Manlove J. Simpson's Forensic Medicine, 13th ed. 2011. Chapter 15. Asphyxia, pp. 151–162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