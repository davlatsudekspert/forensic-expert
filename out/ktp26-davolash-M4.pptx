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Nega bosh miya kislorod tanqisligiga eng sezgir? 2) Zo‘riqishda ehtiyoj nega ortadi? Doskada: «98,5–99,0%» va «5–10 minut». Tipik xato: gipoksiya va asfiksiyani bir tushuncha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Qaysi gipoksiya turi mexanik asfiksiyaga eng yaqin? Doskada: jadval. Tipik xato: sitotoksik gipoksiyani qon kasalligi deb bilish (zaharlanishlarda).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Asfiksiyada nima uchun gipoksiya giperkapniya bilan birga rivojlanadi? Doskada: «gipoksiya + giperkapniya». Tipik xato: asfiksiyani faqat kislorod yetishmasligi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Har tur uchun bitta hayotiy misol keltiring. Doskada: tasnif daraxti. Tipik xato: cho‘kishni alohida guruh deb bilish (manbada yopilish asfiksiyasi turchasi).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hodisa joyini sinchiklab ko‘zdan kechirish muhim? Doskada: «baxtsiz hodisa». Tipik xato: bunday holatni qotillik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Bosqichlar nima uchun «shartli» deyiladi? Doskada: vaqt chizig‘i. Tipik xato: davomiylikni aniq qiymat deb yodlash.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Preasfiktik davrdagi moslashuv nimaga xizmat qiladi? Doskada: 3 mexanizm. Tipik xato: bu davrda belgilar bor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Bosqichda bosimlar qanday o‘zgaradi? Doskada: arterial ↓, venoz ↑. Tipik xato: inspirator va ekspirator bosqichlarning bosimlarini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Talvasalardagi jarohatni qotillikdan qanday farqlaysiz? Doskada: «jarohat manbai». Tipik xato: barcha jarohatni tashqi zo‘ravonlik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Terminal nafas qaysi markazlar faolligi bilan bog‘liq? Doskada: ikki bosqich taqqoslash. Tipik xato: to‘xtash bosqichini o‘lim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Murdada asfiksiya belgilari bo‘lmasa, uni istisno qilish mumkinmi? Javob: reflektor to‘xtashda belgilar aniqlanmasligi mumkin. Doskada: «30 sek.». Tipik xato: belgisiz murdani asfiksiyadan emas deb xulosalash.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Nima uchun klinitsist uchun postasfiktik holat muhim? Doskada: 4 davr zanjiri. Tipik xato: postasfiktik holatni faqat o‘lim davri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Koma bosqichlarini ketma-ket sanang. Doskada: 3 bosqich. Tipik xato: detserebratsion rigidlikni karaxtlikka kiritish.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Konfabulyatsiya nima? Doskada: «xotira bo‘shlig‘i → soxta xotira». Tipik xato: qoldiq oqibatlarni doim doimiy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Nima uchun to‘liq tibbiy hujjat keyingi ekspertiza uchun muhim? (110-bet). Doskada: o‘lim muddatlari. Tipik xato: o‘limni doim bevosita asfiksiya bilan bog‘lash.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Nima uchun yuz ko‘kimtirligi yagona asos bo‘lolmaydi? Doskada: «sianoz — turg‘un belgi emas». Tipik xato: sianozni asfiksiyaning aniq belgisi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Qaysi belgi noturg‘un? Doskada: 3 tashqi belgi. Tipik xato: midriazni asfiksiyaning doimiy belgisi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Asfiktik yurak nimani bildiradi? Doskada: o‘ng &gt; chap. Tipik xato: asfiktik yurakni yurak kasalligi deb talqin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diagnoz majmuaga asoslanadi? Doskada: Tarde + asfiktik yurak + Sabinskiy. Tipik xato: bitta belgi asosida mexanik asfiksiya tashxisi qo‘yish.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Osilishda bo‘yin qanday qisiladi? Doskada: 5 tur ro‘yxati. Tipik xato: osilishni ko‘pincha qotillik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Yotgan holatda osilish mumkinmi? Javob: ha, manbaga ko‘ra. Doskada: tipik / notipik. Tipik xato: osilish uchun tana to‘liq havoda bo‘lishi shart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Nima uchun tugunni buzmaslik kerak? Doskada: «kesish — tugunga qarama-qarshi tomondan». Tipik xato: tugunni yechib sirtmoqni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Osilishda o‘limning uch asosiy mexanizmi? Doskada: havo yo‘li / qon aylanishi / reflektor. Tipik xato: o‘limni faqat havo yo‘lining to‘liq yopilishi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Egatni sirtmoq bilan qanday taqqoslaysiz? Doskada: 8 xususiyat. Tipik xato: egatni qontalash deb atash (manbada shilinma).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Sochiq bilan osilishda egat bo‘lmasa, nimaga tayanasiz? Doskada: material → egat. Tipik xato: terida egat yo‘q — osilish bo‘lmagan deb xulosalash.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Egatning hayotiyligi nima uchun muhim? Doskada: belgilar va mualliflar. Tipik xato: Bokarius sinamasini murda dog‘lariga qo‘llash.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Osilish va sirtmoq bilan bo‘g‘ish egatini taqqoslang. Doskada: jadval. Tipik xato: gorizontal egatni osilishga xos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Old tomondan ikki qo‘l bilan bo‘g‘ilganda izlar qanday joylashadi? (old yuzada bittadan, orqada 2–4 tadan). Doskada: izlar sxemasi. Tipik xato: tashqi izlar yo‘q — bo‘g‘ish bo‘lmagan deb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Pozitsion asfiksiyada nega egat bo‘lmaydi? Doskada: «bukilish — sirtmoq emas». Tipik xato: burmani strangulyatsion egat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Qarshiliksiz holatda tashxis nimaga asoslanadi? Doskada: «voqea tafsiloti + boshqa sabablarni istisno». Tipik xato: belgisiz holatni mexanik asfiksiyadan emas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Murdada nafas yo‘lida qusuq topilsa nima qilasiz? (121-bet: reanimatsiya, transport, chirishda ham tushishi mumkin; oz miqdorda, kichik bronxlarda aniqlanmaydi). Doskada: «qusuq ≠ obturatsiya». Tipik xato: qusuqni har doim obturatsiya belgisi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Asfiktik cho‘kishda suv nega traxeyaga o‘tmaydi? (hiqildoq spazmi). Doskada: ikki tur taqqoslash. Tipik xato: cho‘kishni faqat chin turga kiritish.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Tarde va Rasskazov-Lukomskiy-Paltauf dog‘lari qanday farq qiladi? Doskada: jadval. Tipik xato: bu dog‘larni epikard ostida qidirish.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Chuchuk va sho‘r suvda cho‘kishda qon qanday o‘zgaradi? Doskada: gemodilyusiya ↔ gemokonsentratsiya. Tipik xato: sho‘r suvda ham qon suyuladi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Havo emboliyasini qanday aniqlaysiz? Doskada: «chap qorincha». Tipik xato: o‘ng qorinchani teshish (mexanik jarohatlardagi usul).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Nima uchun parenximatoz a’zolar tekshiriladi, o‘pka emas? Doskada: diatom yo‘li: nafas yo‘li → qon → a’zolar. Tipik xato: o‘pkadagi diatomni hayotiylik belgisi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Suvda bo‘lish muddatini qaysi belgilar bo‘yicha baholaysiz? Doskada: muddat jadvali. Tipik xato: bujmayishni cho‘kish belgisi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Ekximotik niqob qanday hosil bo‘ladi? (yuqori kovak vena tizimida qon o‘tishining buzilishi). Doskada: 2 xos belgi. Tipik xato: faqat qorin qisilishini eng xavfli deb bilish (organizm unga chidamliroq).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bolalar uchun xavfli konsentratsiya past? (manba bevosita sababini keltirmaydi.) Doskada: 0,5 / 8–10 / 2,0–2,5%. Tipik xato: bu turga xos maxsus belgi bor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Bugungi ma’ruza bo‘yicha 3 xulosa. Doskada: umumiy sxema. Tipik xato: bitta belgi bilan tashxis qo‘yish.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Mexanik asfiksiyaning sud-tibbiy ekspertizasi. Mexanik asfiksiya turlari, tasniflash.Ko‘rikdagi umumiy belgilarMexanik asfiksiya davrlari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kislorod va gipoksiya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asfiksiyaning sud-tibbiy ekspertizasi. Mexanik asfiksiya turlari, tasniflash.Ko‘ri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Odam uchun zarur kislorodning 98,5–99,0% nafas a’zolari orqali, qolgani teri, oshqozon va ichaklar orqali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Tinch holatda bir minutda 6–8 l havo zarur; jismoniy zo‘riqishda bu ehtiyoj ba’zan 10–20 barobargacha ortadi.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Gipoksiya to‘qimalarda modda almashinuvini buzadi; markaziy nerv tizimida to‘qima nafasi 5–10 minut to‘xtashi tiklanmaydigan o‘zgarishlarga olib keladi.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Gipoksiya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asfiksiyaning sud-tibbiy ekspertizasi. Mexanik asfiksiya turlari, tasniflash.Ko‘ri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Ekzogen gipoksiya: gipoksik, giperoksik va giperkapnik turlari.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Endogen gipoksiya: respirator, sirkulyator, gemik, sitotoksik va fiziologik turlari.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Respirator gipoksiyaning bevosita shakli bo‘yin a’zolari qisilishi, nafas yo‘llari va teshiklari yopilishi, ko‘krak va qorin qisilishida kuzatiladi.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758"/>
                <a:gridCol w="3541217"/>
              </a:tblGrid>
              <a:tr h="51206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Tur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Mohiyati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Gipoksik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Havoda kislorod kam (norma 20,93%)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Giperkapnik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Cheklangan muhit: O2 kamayadi, CO2 ortadi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Sirkulyator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Qon aylanishi buzilishi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Gemik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Gemoglobin kamayishi yoki bog‘lash buzilishi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Sitotoksik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To‘qima nafasi buzilishi (zaharlanish)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Gipoksiya turlari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103–104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Jadallik va asfiksiya tushunchasi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asfiksiyaning sud-tibbiy ekspertizasi. Mexanik asfiksiya turlari, tasniflash.Ko‘ri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Rivojlanish jadalligi bo‘yicha yashinsimon (soniyalar), o‘tkir (daqiqalar), biroz o‘tkir (soatlar) va surunkali (kunlar, haftalar, oylar) gipoksiya farqlanadi.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 tibbiyoti uchun yashinsimon va o‘tkir turlar ahamiyatli: tashqi ta’sirdan sog‘liq buzilishi va o‘lim ekspertiza obyekti sifatida ko‘p uchraydi.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Asfiksiya (grek. a — inkor, sphygmos — puls): tashqi nafas buzilishi tufayli kislorod tanqisligi va karbonat angidridi ko‘payishi bilan hayotiy tizimlar faoliyatining o‘tkir buzilishi.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104, 104–105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Mexanik asfiksiya va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asfiksiyaning sud-tibbiy ekspertizasi. Mexanik asfiksiya turlari, tasniflash.Ko‘ri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Mexanik omil ta’sirida tashqi nafasning buzilishidan kelib chiqqan holat mexanik asfiksiya deb ataladi.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Sud-tibbiy tasnifga ko‘ra uch tur: qisilishdan, yopilishdan va cheklangan muhitdagi asfiksiya.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Qisilishdan: strangulyatsion (bo‘yin) va kompression (ko‘krak, qorin). Yopilishdan: nafas teshiklari, nafas yo‘llari va cho‘kish.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Qisilishdan: strangulyatsion, kompression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Yopilishdan: nafas teshiklari, yo‘llari, cho‘kish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Cheklangan muhitdagi asfiksiya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 tasnifi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Autoasfiksiofiliya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asfiksiyaning sud-tibbiy ekspertizasi. Mexanik asfiksiya turlari, tasniflash.Ko‘ri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Autoasfiksiofiliya (seksual, autoerotik asfiksiya): jinsiy qo‘zg‘alish gipoksiya va giperkapniya sharoitida sodir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Ko‘pincha jinsiy chetlanishlarga moyil o‘rta yoshdagi yolg‘iz erkaklarda; asfiktik jarayon qo‘l, oyoq yoki moslamalar bilan boshqariladi: sirtmoq, polietilen qopcha.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O‘lim bilan tugasa, baxtsiz hodisa sifatida baholanadi; hodisa joyida jinsiy chetlanishni tasdiqlovchi ashyolar (rasmlar, imitatorlar, kiyim) topiladi.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105, 105–106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Asfiksiya davrlari: umumiy sxema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asfiksiyaning sud-tibbiy ekspertizasi. Mexanik asfiksiya turlari, tasniflash.Ko‘ri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Kechishda preasfiktik (o‘rtacha 20–30 sek.) va asfiktik davrlar farqlanadi.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Asfiktik davrda: inspirator hansirash, ekspirator hansirash, nafasning qisqa to‘xtashi (nisbiy tinchlik), terminal nafas, nafasning to‘liq to‘xtashi.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Davrlar va bosqichlar davomiyligi shartli, taxminiy; kechish asfiktik ta’sir turi, jadalligi va salomatlik holatiga bog‘liq.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47604"/>
                <a:gridCol w="2140370"/>
              </a:tblGrid>
              <a:tr h="51206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Davr yoki bosqich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Davomiyligi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Preasfiktik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20–30 sek.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Inspirator hansirash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taxminan 1 min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Ekspirator hansirash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taxminan 1 min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Nafasning qisqa to‘xtashi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30–40 sek.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Terminal nafas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 minutgacha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Davrlar va davomiyligi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106, 106–107, 107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Preasfiktik davr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asfiksiyaning sud-tibbiy ekspertizasi. Mexanik asfiksiya turlari, tasniflash.Ko‘ri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Davomiyligi o‘rtacha 20–30 sek.; nafas qisqa vaqtga to‘xtaydi, keyin maromi sekinlashadi; ba’zan tartibsiz harakat kuzatiladi.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Organizm kompensator-moslashuv imkoniyatlari bilan o‘zgarishlarni bartaraf etishga harakat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Aylanayotgan qon miqdori ko‘payadi, qon suyuqlashadi, hayotiy a’zolar foydasiga qayta taqsimlanadi; asfiksiya belgilari bu davrda rivojlanmaydi.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Inspirator hansirash bosqichi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asfiksiyaning sud-tibbiy ekspertizasi. Mexanik asfiksiya turlari, tasniflash.Ko‘ri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Karbonat angidridi nafas markaziga ta’sir etib, nafas olish maromi tezlashadi, nafas olish davomiyligi ortadi.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Plevral bo‘shliqda bosim keskin pasayadi; arterial bosim pasayadi, venoz bosim ortadi, puls sekinlashadi.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Odatda asfiksiya boshlanganidan 40–60 sek. o‘tganda hush yo‘qoladi; bosqich bir minutga yaqin davom etadi.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Ekspirator hansirash bosqichi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asfiksiyaning sud-tibbiy ekspertizasi. Mexanik asfiksiya turlari, tasniflash.Ko‘ri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Nafas chiqarish kuchliroq va davomiyroq bo‘ladi; plevral bosim ortadi; venoz bosim kamayib, arterial bosim ko‘tariladi; puls tezlashadi.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Siydik, maniy, axlat ajralishi bilan kechadigan kuchli klonik talvasalar kuzatilishi mumkin; bosqich bir minut atrofida.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Talvasalarda tananing atrofdagi jismlarga urilishidan jarohatlar paydo bo‘lishi mumkin; ularni o‘zga shaxs yetkazgan jarohatlardan farqlash zarur.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Nafasning to‘xtashi va terminal nafas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asfiksiyaning sud-tibbiy ekspertizasi. Mexanik asfiksiya turlari, tasniflash.Ko‘ri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Qisqa to‘xtash (30–40 sek.): karbonat angidridi ko‘pligidan adashgan nerv o‘ta ta’sirlanadi, nafas markazi qo‘zg‘aluvchanligi pasayadi; bosimlar pasayadi, mushaklar bo‘shashadi, reflekslar so‘nadi.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Terminal nafas: orqa miya markazlari faollashib, onda-sonda noritmik nafas harakatlari (ko‘pincha og‘iz ochilishi bilan) paydo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Bosqichning oxirida arterial bosim o‘ta pasayadi, reflekslar yo‘qoladi; 5 minutgacha davom etishi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106, 106–107, 107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To‘liq to‘xtash va yurakning reflektor to‘xtashi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asfiksiyaning sud-tibbiy ekspertizasi. Mexanik asfiksiya turlari, tasniflash.Ko‘ri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Nafas markazi falajlanib nafas butunlay to‘xtaydi; yurak 3–10 minut urib turishi mumkin; so‘ng bradikardiya, yurak to‘xtashi va klinik o‘lim.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Davrlar ma’lumotlari tugallanmagan asfiksiya kuzatuvlariga asoslangan; kechishga doir faqat bitta tajriba qayd etilgan: N. Minovici, 1905 yil, osilish bo‘yicha.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Reflektor yurak to‘xtashi (karotid sinuslar, hiqildoq, traxeya, bronx retseptorlari, adashgan nerv): 30 sek.gacha bo‘lsa, umumasfiktik belgilar rivojlanib ulgurmaydi va murdada aniqlanmasligi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Postasfiktik holat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asfiksiyaning sud-tibbiy ekspertizasi. Mexanik asfiksiya turlari, tasniflash.Ko‘ri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Asfiktik ta’sir o‘lim bilan tugamasa (qutqarilgan cho‘kkan, sirtmoqdan olingan shaxs), organizmda o‘zgarishlar majmui — postasfiktik holat — vujudga keladi.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To‘rt davr farqlanadi: asfiktik koma, karaxtlik, dezorientatsiya va xotira buzilishi, qoldiq oqibatlar.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Klinik belgilar asfiktik ta’sir turi, davomiyligi va organizm salomatligiga bog‘liq.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Asfiktik koma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Karaxtlik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Dezorientatsiya va xotira buzilishi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Qoldiq oqibatlar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Postasfiktik davrlar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107, 107–108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Koma va karaxtlik davrlari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asfiksiyaning sud-tibbiy ekspertizasi. Mexanik asfiksiya turlari, tasniflash.Ko‘ri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Koma: avval atoniya, qorachiqlar kengaygan, reflekslar yo‘q, bosim aniqlanmaydi yoki juda past; keyin detserebratsion rigidlik va tonik talvasalar.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Oxirgi bosqichda tonik-klonik talvasalar, giperkinezlar; yurak urishi kuchaygan, tana harorati baland.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Karaxtlik: koma tugaydi, talvasalar yo‘q; hush tiklanadi — sopor, chuqur karaxtlik, yengil karaxtlik, uyquchanlik.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Dezorientatsiya va qoldiq oqibatlar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asfiksiyaning sud-tibbiy ekspertizasi. Mexanik asfiksiya turlari, tasniflash.Ko‘ri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Dezorientatsiya davrida hush tiklangan, ammo zamon va makonda chalkashadi; konfabulyatsiya bilan retrograd amneziya kuzatiladi.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Mutanosib tibbiy yordamda yengil postasfiktik holatlar 1–2 hafta ichida qoldiqsiz yo‘qoladi.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Boshqa holatlarda xotira va diqqat buzilishi, bosh og‘rig‘i, parez va paralich, ba’zan aql pasayishi, ko‘rish va eshitish buzilishi qoladi.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108, 108–109, 109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Postasfiktik holat: a’zolar va o‘lim sabablari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asfiksiyaning sud-tibbiy ekspertizasi. Mexanik asfiksiya turlari, tasniflash.Ko‘ri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Asfiksiyada 3 minut va undan ko‘p bo‘lganda turg‘un gipotoniya, ichki a’zolar ishemiyasi, ba’zan miokard infarkti; dastlabki soatlarda o‘pka shishishi noxush prognostik belgi.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Jigarda gepatotsitlar distrofiyasi va nekrobiozi, buyraklarda shok o‘zgarishlari, oshqozon-ichakda eroziya va yaralar (postasfiktik gastroenteropatiya).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O‘lim: dastlabki minut va soatlarda asfiktik komadan, birinchi sutkada o‘pka va bosh miya shishishidan, kechroq gipostatik pnevmoniyadan.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Umumiy belgilar: tashqi ko‘rik (1)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asfiksiyaning sud-tibbiy ekspertizasi. Mexanik asfiksiya turlari, tasniflash.Ko‘ri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Turidan qat’i nazar murdada tashqi va ichki morfologik o‘zgarishlar aniqlanadi; ko‘pi tez o‘limning boshqa turlarida ham uchraydi.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Yuz va bo‘yin sianozi talvasalarda paydo bo‘ladi, turg‘un emas; chalqancha yotganda qon pastga oqib, yo‘qolishi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Ko‘lamli ko‘kimtir-binafsha murda dog‘lari tez (bir soatgacha) paydo bo‘ladi; fonida mayda qon quyilishlar kuzatilishi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Umumiy belgilar: tashqi ko‘rik (2)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asfiksiyaning sud-tibbiy ekspertizasi. Mexanik asfiksiya turlari, tasniflash.Ko‘ri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Subkonyunktival ekximozlar hansirash bosqichida arterial va venoz bosimning keskin o‘zgarishidan paydo bo‘ladi; konyunktivaning o‘tish burmasida yaqqolroq.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Qorachiqlar kengayishi (midriaz) nisbatan noturg‘un belgi; stressda katexolaminlar ta’siri bilan tushuntiriladi.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Ixtiyorsiz siydik, axlat, sperma, shilliq tiqin ajralishi talvasalarda silliq mushaklar qisqarishi natijasi.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Umumiy belgilar: ichki ko‘rik (1)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asfiksiyaning sud-tibbiy ekspertizasi. Mexanik asfiksiya turlari, tasniflash.Ko‘ri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Yurak va yirik venalarda to‘q qizil suyuq qon: giperkapniya va o‘pkada fibrinogenaza fermenti ko‘p ishlab chiqarilishi bilan tushuntiriladi.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Yurakning o‘ng kameralari chapga nisbatan qonga to‘lgan (asfiktik yurak): kichik doirada bosim oshishi va nafas yurakdan oldinroq to‘xtashi tufayli.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Ichki a’zolar venoz to‘laqonligi; o‘pkaning qisman emfizemasi hansirash bosqichlarida paydo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110–111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Umumiy belgilar: ichki ko‘rik (2)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asfiksiyaning sud-tibbiy ekspertizasi. Mexanik asfiksiya turlari, tasniflash.Ko‘ri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Tarde dog‘lari: visseral plevra va epikard ostida diametri 2–3 mm to‘q qizil qon quyilishlar; ko‘proq o‘pka bo‘laklari oralig‘ida, diafragmal plevra va yurak orqa yuzasida.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o‘zgarishlar spetsifik emas, tez o‘limning boshqa holatlarida ham bo‘ladi; shu sababli ularning majmuasi inobatga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Asfiktik yurak hamda kamqonlik va qisqargan taloq (Sabinskiy belgisi) nisbatan patognomik; taloq preasfiktik davrda depodan qon chiqishidan qisqaradi.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2824"/>
                <a:gridCol w="3415150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Xususiyati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Tarde dog‘lari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Plevra va epikard ostida 2–3 mm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Asfiktik yurak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O‘ng kameralar qonga to‘lgan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Sabinskiy belgisi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Kamqon, qisqargan taloq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Ichki belgilar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Strangulyatsion asfiksiya va osilish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asfiksiyaning sud-tibbiy ekspertizasi. Mexanik asfiksiya turlari, tasniflash.Ko‘ri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Mexanik asfiksiyadan o‘limning uchdan ikki qismidan ortig‘i strangulyatsion asfiksiyaga to‘g‘ri keladi.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Turlari: osilish, sirtmoq bilan, qo‘l bilan, o‘tmas jism bilan qisilish, pozitsion asfiksiya.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Osilish — eng ko‘p uchraydigan tur (asfiksiyadan o‘limning 65–70%); aksariyat hollarda o‘z-o‘zini o‘ldirish; baxtsiz hodisa kazuistika.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Osilish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Sirtmoq bilan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Qo‘l bilan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O‘tmas jism bilan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Pozitsion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Strangulyatsion asfiksiya turlari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111, 111–112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Osilish turlari va sirtmoq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asfiksiyaning sud-tibbiy ekspertizasi. Mexanik asfiksiya turlari, tasniflash.Ko‘ri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Tipik (to‘liq) osilishda tana sirtmoqda erkin osilib turadi; notipik (to‘liq emas)da tananing bir qismi tayanchga ega.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Katta kuch talab etilmaydi: tizzalarga tayanib osilganda sirtmoq tana massasining 20%iga, yotganda faqat bosh massasiga (4–5 kg) teng kuch bilan tortiladi.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Sirtmoq yumshoq (sochiq, sharf, galstuk), yarim qattiq (arqon, kamar) yoki qattiq (sim, zanjir); bir, ikki yoki ko‘p o‘ramli; sirpanuvchan yoki sirpanmas.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Sirtmoq tuguni va kriminalistik ahamiyat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asfiksiyaning sud-tibbiy ekspertizasi. Mexanik asfiksiya turlari, tasniflash.Ko‘ri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Sirtmoq tuguni alohida kriminalistik ahamiyatga ega: u sirtmoq tayyorlagan shaxsning kasbiy ko‘nikmasidan dalolat berishi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Sirtmoqni olishda tugun buzilmaydi: tugunga qarama-qarshi tomondan kesib olinadi; tugunsiz (universal) sirtmoqda ham osilish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Tugun joylashuvi: tipik (orqa sohada) va atipik (old, yon sohalarda).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Osilishda o‘limning vujudga kelishi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asfiksiyaning sud-tibbiy ekspertizasi. Mexanik asfiksiya turlari, tasniflash.Ko‘ri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Bo‘yin qisilishi va til asosi siljishi havo yo‘lini toraytiradi; havo yo‘li faqat ayrim holatlarda butunlay yopiladi.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Bo‘yinturuq venalar qisilib qon oqishi qiyinlashadi; umurtqa arteriyalari orqali qon borishi kalla ichi bosimini oshirib bosh miya faoliyatini buzadi.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Adashgan nerv, yuqori hiqildoq nervi va sinokarotid tugun qisilishi yurakning reflektor to‘xtashiga olib kelishi mumkin; keskin tipik osilishda orqa miya va umurtqalararo disklar yorilishi hal qiluvchi bo‘lishi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113, 113–114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Strangulyatsion egat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asfiksiyaning sud-tibbiy ekspertizasi. Mexanik asfiksiya turlari, tasniflash.Ko‘ri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Osilishda asosiy belgi — bo‘yinda strangulyatsion egat: morfologik mohiyati shilinma, u sirtmoq xususiyatlariga bog‘liq.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Tugallanmagan asfiksiyada yarim qattiq sirtmoq egati 10–15 kun saqlanadi.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Tekshiriladi: joylashishi, yo‘nalishi, uchlari tutashganligi, kengligi, chuqurligi, zichligi, relefi; so‘ng egat sirtmoq bilan taqqoslanadi.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2900"/>
                <a:gridCol w="3675075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Xususiyati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Joylashuvi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Bo‘yin yuqori qismida, til osti suyagidan baland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Yo‘nalishi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Qiyshiq-vertikal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Muddati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10–15 kun (yarim qattiq sirtmoq)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Tipik osilishda egat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Egat va sirtmoq materiali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asfiksiyaning sud-tibbiy ekspertizasi. Mexanik asfiksiya turlari, tasniflash.Ko‘ri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Atipik osilishda egat bo‘yinning pastroq qismida bo‘lishi va vertikalligi kamayishi mumkin; universal sirtmoqdan uchlari tutashgan egat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Qattiq sirtmoq zichroq va chuqurroq egat qoldiradi; tugunga qarama-qarshi tomonda yaqqolroq.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Yumshoq sirtmoqda egat terida yaqqol ko‘rinmaydi; ichki tekshiruvda yumshoq to‘qimalarda oqimtir yo‘lka — «mis sim belgisi» (Kasper) topiladi.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114–115, 115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Osilishning boshqa belgilari va hayotiylik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asfiksiyaning sud-tibbiy ekspertizasi. Mexanik asfiksiya turlari, tasniflash.Ko‘ri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Til osti suyagi va qalqonsimon tog‘ay shikastlanishi osilishga xos emas (sirtmoq pastroq bo‘lsa mumkin); halqum orti qon quyilishi — Brouardel belgisi.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Cho‘zilish belgilari: uyqu arteriyasi intimasi yorilishi (Amyuss), Martin, Valxer, Simon belgilari; asosan semiz kishilarda tipik siltab osilishda.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Egat hayotiyligi: burmacha sohasida to‘laqonlik va qon quyilishlar (Bokarius sinamasi); mikroskopiyada Neyding va Kasyanov belgilari.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115–116, 116, 116–117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Sirtmoq bilan bo‘g‘ish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asfiksiyaning sud-tibbiy ekspertizasi. Mexanik asfiksiya turlari, tasniflash.Ko‘ri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Osilishdan farqli sirtmoq tana og‘irligi bilan emas, o‘zga kuch bilan qisiladi; aksariyat qotillik; kiyim elementlari ilashsa — baxtsiz hodisa.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Refleksogen sohalar ko‘proq ta’sirlanadi, shu sababli asfiksiya belgilari to‘liq rivojlanguncha yurakning reflektor to‘xtashidan o‘lim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Egat gorizontal, odatda qalqonsimon tog‘ay sathida va pastda, ko‘pincha tutashgan; til osti suyagi shikastlanishi va cho‘zilish belgilari xos emas; kurash jarohatlari bo‘lishi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Qo‘l bilan bo‘g‘ish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asfiksiyaning sud-tibbiy ekspertizasi. Mexanik asfiksiya turlari, tasniflash.Ko‘ri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Odatda qotillik alomati; refleksogen sohalar shikastlanishidan yurakning reflektor to‘xtashi nisbatan ko‘proq kuzatiladi.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Bo‘yinda barmoqlardan dumaloq yoki oval qontalashlar va timoqlardan yoysimon shilinmalar; soni va joylashuvi qotilning holatiga bog‘liq.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Ichki jarohatlar tashqidan yaqqolroq: til osti suyagi shoxchalari, qalqonsimon tog‘ay sinishi; hiqildoq, kekirdak atrofida qon quyilishlar; yumshoq jism ustidan bo‘g‘ilganda tashqi jarohat kam bo‘lishi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O‘tmas jism bilan qisilish va pozitsion asfiksiya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asfiksiyaning sud-tibbiy ekspertizasi. Mexanik asfiksiya turlari, tasniflash.Ko‘ri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O‘tmas jism (tayoq, stul suyanchig‘i) bilan: jarohatlar ta’sir yuzasi proeksiyasida — qontalash, shilinma, qon quyilish, til osti suyagi va qalqonsimon tog‘ay shikasti.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Pozitsion asfiksiya: bosh uzoq vaqt oldinga yoki yon tomonga bukilib qolganda, odatda hushsiz shaxslarda tana cheklangan bo‘shliqqa tushganda.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Egat bo‘lmaydi; bukilish burmasi proeksiyasida oqimtir yo‘lka; tashxis hodisa tafsilotlari va boshqa sabablarni istisno qilishga asoslanadi.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Obturatsion asfiksiya: nafas teshiklari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asfiksiyaning sud-tibbiy ekspertizasi. Mexanik asfiksiya turlari, tasniflash.Ko‘ri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Obturatsion asfiksiya: nafas teshiklarining yopilishi va nafas yo‘llarining yopilishi turlari.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Teshiklar yopilishi qotillik (yosh bolalar, holsizlangan kattalar) yoki baxtsiz hodisa (hushsiz holatdagi shaxslar)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Qarshilik bo‘lmasa faqat umumasfiktik belgilar; qarshilikda og‘iz-burun atrofida qontalash, shilinma, milkda qon quyilish; yumshoq jism zarralari topilishi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119, 119–120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Nafas yo‘llarining yopilishi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asfiksiyaning sud-tibbiy ekspertizasi. Mexanik asfiksiya turlari, tasniflash.Ko‘ri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Yopuvchilar: yot jismlar (danak, tugma, suyak, go‘sht bo‘lagi, o‘yinchoq, tish protezi), sochiluvchan moddalar (qum, tuproq, sement, don, un), suyuqliklar (qon, qusuq).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Aksariyat hollarda baxtsiz hodisa; o‘lim mexanizmi: havo o‘tishining qiyinlashuvi, ovoz boylamlari refleks spazmi yoki yurakning reflektor to‘xtashi.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Mast holat va bosh miya jarohati yutish va yo‘tal reflekslarini buzib moyillik yaratadi; qusuq nordon muhit tufayli qondan agressivroq.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Cho‘kish va uning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asfiksiyaning sud-tibbiy ekspertizasi. Mexanik asfiksiya turlari, tasniflash.Ko‘ri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Cho‘kish — nafas yo‘llarining suyuqlik bilan yopilishi; osilishdan keyin ikkinchi o‘rinda; dunyoda yiliga 300 mingdan ortiq o‘lim; aksariyat baxtsiz hodisa.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Turlari: chin (aspiratsion, «ho‘l»), asfiktik (spastik, «quruq») va aralash.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Chin cho‘kish issiq mavsumda, iliq suvda, mast shaxslarda; asfiktik — kuchli psixoemotsional stressda, sovuq suvda, kichik yoshdagi bolalarda.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2658"/>
                <a:gridCol w="3525316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Tur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Suv nafas yo‘llarida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Chin (ho‘l)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Alveolalargacha yetadi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Asfiktik (quruq)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Hiqildoq spazmi tufayli o‘tmaydi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Aralash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Ikki tur belgilari aralash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Cho‘kish turlari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121, 121–122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Chin cho‘kish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asfiksiyaning sud-tibbiy ekspertizasi. Mexanik asfiksiya turlari, tasniflash.Ko‘ri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Og‘iz, burun atrofi va nafas yo‘llarida turg‘un mayda pufakli oq ko‘pik (Krushevskiy belgisi), keyin pushti tusli; nafas yo‘llarida suv va yot moddalar (suv o‘tlari, balchiq, qum).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O‘pkalar gipergidriya holatida, xamirsimon, plevra bo‘shliqlarini to‘ldirgan, «marmarsimon»; visseral plevra ostida Rasskazov-Lukomskiy-Paltauf dog‘lari (epikard ostida bo‘lmaydi).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 qonga o‘tib qon suyuladi (gemodilyusiya), osmotik gemoliz; murda dog‘lari pushti; chap kameralardagi qon ochroq (Kasper belgisi).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Chin cho‘kish: qo‘shimcha belgilar va sho‘r suv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asfiksiyaning sud-tibbiy ekspertizasi. Mexanik asfiksiya turlari, tasniflash.Ko‘ri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Qorin bo‘shlig‘ida ~100 ml suyuqlik (Moro belgisi); oshqozonda 300 ml gacha suv (Fegerlund belgisi); mushaklarda qon quyilishlar (Paltauf belgisi).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Sho‘r suvda osmotik bosim qonnikidan yuqori: suyuq qism alveolaga o‘tadi, gipovolemiya va qonning quyuqlashuvi kuzatiladi.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Sho‘r suvda cho‘kishda Rasskazov-Lukomskiy-Paltauf dog‘lari hosil bo‘lmaydi; ba’zan o‘pka shishishi rivojlanadi.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122–123, 123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Asfiktik cho‘kish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asfiksiyaning sud-tibbiy ekspertizasi. Mexanik asfiksiya turlari, tasniflash.Ko‘ri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Nafas yo‘llarida suv va yot moddalar yo‘q; gemodilyusiya va gemoliz kuzatilmaydi; yuz ko‘kimtirligi va subkonyunktival qon quyilishlar yaqqolroq.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O‘pkalar keskin emfizemada, hajmi katta; plevra ostida faqat Tarde dog‘lari; yurak havo emboliyasi (Sunsov sinamasi: chap qorincha teshiladi) va limfogemiya (Sveshnikov, Isaev, 1986).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Oshqozonda 1 l gacha suv (Fegerlund); kalla asosi bo‘shlig‘ida 5–15 ml suyuqlik (Sveshnikov belgisi); o‘rta va ichki quloqda qon quyilishlar (Ulrix-Rostoshinskiy).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123, 123–124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Cho‘kishning hayotiyligi: laboratoriya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asfiksiyaning sud-tibbiy ekspertizasi. Mexanik asfiksiya turlari, tasniflash.Ko‘ri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Suvga hayotiy tushganlikni aniqlash — asosiy masala; makroskopiyadan tashqari diatom planktoni, psevdoplankton, bakteriologik, krioskopik tekshiruvlar.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Chin cho‘kishda diatom planktoni (15–50 mk, ba’zan 200 mk gacha) qonga o‘tib, parenximatoz a’zolar va suyak miyasida topilsa, hayotiylikdan dalolat beradi; suv namunasi (1 l)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O‘pka to‘qimasida diatom topilishi diagnostik ahamiyatga ega emas — o‘limdan keyin suvga tushganda ham bo‘lishi mumkin; asfiktik cho‘kishda kalla asosi suyuqligi tekshiriladi.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124, 125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Suvdan chiqarilgan murdalar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asfiksiyaning sud-tibbiy ekspertizasi. Mexanik asfiksiya turlari, tasniflash.Ko‘ri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Suvda bo‘lganlik belgilari: kiyim va tana loy, qum, suv o‘tlari bilan ifloslanadi; murda tez soviydi; teri oqarib «g‘oz terisi» ko‘rinishini oladi.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 necha soatdan so‘ng qo‘l va oyoq barmoqlari bujmayadi; 2–5 kunda kaft, 5–8 kunda tovon; 2–3 haftada teri «o‘lim qo‘lqopi» tarzida ajraladi.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10–15 kunda sochlar oson sug‘uriladi; o‘zgarishlar harorat, kiyim va yoshga bog‘liq, o‘lim sabablari bilan bog‘liq emas.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4466"/>
                <a:gridCol w="3273508"/>
              </a:tblGrid>
              <a:tr h="51206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Muddat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O‘zgarish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Bir necha soat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Barmoqlar oqarib bujmayadi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2–5 kun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Kaft yuzasi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5–8 kun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Tovon yuzasi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2–3 hafta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«O‘lim qo‘lqopi»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10–15 kun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Sochlar oson sug‘uriladi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Suvda bo‘lish muddati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127, 127–128, 128–129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Kompression asfiksiya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asfiksiyaning sud-tibbiy ekspertizasi. Mexanik asfiksiya turlari, tasniflash.Ko‘ri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Ko‘krak va qorin old devori harakatining cheklanishi yoki to‘xtashi nafasni buzadi: ko‘krak va qorinning o‘tmas jismlar bilan qisilishi.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O‘lim ko‘pincha tabiiy (yer qimirlashi, ko‘chki) va texnogen (bino qulashi) falokatlarda, olomon qisilishida baxtsiz hodisa sifatida; frontal qisilish yonlamadan xavfliroq.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Xos belgilar: yuz shishishi va ko‘kimtirligi, yuz, bo‘yin, ko‘krak yuqorisida qon quyilishlar — «ekximotik niqob» (Olive-Danjer); o‘pkaning «karmin shishishi» (Lakkasan belgisi).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Cheklangan yopiq muhitdagi asfiksiya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asfiksiyaning sud-tibbiy ekspertizasi. Mexanik asfiksiya turlari, tasniflash.Ko‘ri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Yopiq muhitda kislorod asta-sekin kamayib, karbonat angidridi ko‘payadi; o‘limda CO2 ortishi yetakchi: 0,5% da nafas tezlashadi.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Kattalarda o‘lim odatda CO2 8–10% ga yetganda; bolalarda 2,0–2,5% hayot uchun xavfli.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Aksariyat baxtsiz hodisa (yer qimirlashi, sovutkich kamerasi, germetik sandiq); boshga plastik qopcha — qotillikda ham, autoasfiksiofiliyada ham; murdada faqat umumasfiktik belgilar.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asfiksiyaning sud-tibbiy ekspertizasi. Mexanik asfiksiya turlari, tasniflash.Ko‘ri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Mexanik asfiksiya: qisilishdan, yopilishdan va cheklangan muhitdagi turlar; asfiksiya davrlari: preasfiktik va asfiktik (5 bosqich).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Umumiy belgilar spetsifik emas; diagnostikada ularning majmui, hodisa tafsilotlari va boshqa sabablarni istisno qilish hisobga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Har bir turning o‘z belgilari bor: strangulyatsion egat, cho‘kishdagi Krushevskiy va diatom, kompressiyadagi ekximotik niqob.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105–107, 111, 114–129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asfiksiyaning sud-tibbiy ekspertizasi. Mexanik asfiksiya turlari, tasniflash.Ko‘ri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Mexanik asfiksiya tarixida kechishga doir faqat bitta tajriba qayd etilgan: N. Minovici 1905 yilda o‘zida assistentlari yordamida osilish bo‘yicha tajribalar o‘tkazgan.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Sirtmoqni bo‘yindan olishda tugun buzilmaydi: sirtmoqning tugunga qarama-qarshi tomoni kesib olinadi.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Cho‘kishda suv havzasidan 1 l suv namunasi diatom planktoni bo‘yicha taqqoslash uchun olinadi.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Mexanik asfiksiyadan o‘limda bosh miya gipoksiyasi bilan birga yurakning to‘xtashi ham muhim; reflektor to‘xtash 30 sek.gacha bo‘lsa, belgilar murdada aniqlanmasligi mumkin.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asfiksiyaning sud-tibbiy ekspertizasi. Mexanik asfiksiya turlari, tasniflash.Ko‘ri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G‘iyosov Z.A. Sud tibbiyoti: darslik, Toshkent: Global Books nashriyoti. 2018. Bob 5. Kislorod tanqisligi (asfiksiya)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Ромодановский П.О., Баринов Е.Х. Судебная медицина в схемах и рисунках: учебное пособие, М.: Проспект. 2017. 4-modul. Kislorod tanqisligi (asfiksiya, cho‘kish), harorat, elektr, bosim, radiatsiya; bet 315-374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Харин Г.М. (Kharin G.M.). Краткий курс судебной медицины: учебное пособие, М.: ГЭОТАР-Медиа. 2006. VII bo‘lim (16-18-boblar). Mexanik asfiksiya; bet 139-153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Iskandarov A.I., Qo‘ldoshev D.R. Sud tibbiyoti (tibbiyot instituti talabalari uchun), Toshkent. XI-bob. Mexanik asfiksiya; bet 202-234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Payne-James J., Jones R., Karch S.B., Manlove J. Simpson's Forensic Medicine, 13th ed. 2011. Chapter 15. Asphyxia, pp. 151–162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