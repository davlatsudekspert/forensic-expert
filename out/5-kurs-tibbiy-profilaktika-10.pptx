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fizik omillardan o‘lim holatlarida voqea tafsiloti muhim? 2) Qaysi omilda baxtsiz hodisa ko‘proq uchraydi? Doskada chizish: bobning to‘rt bo‘limini (harorat, elektr, bosim, radiatsiya) to‘rt ustun qilib yozing. Tipik xato: talabalar umumiy va mahalliy ta’sirni (issiq urish va kuyish)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issiqlikning yarmidan ko‘pi nurlanish orqali chiqadi? 2) Umumiy va mahalliy ta’sir qanday farqlanadi? Doskada chizish: jadvaldagi to‘rt yo‘lni ulushlari bilan chizing. Tipik xato: ter bilan ajralish ulushini (27%) o‘tkazish ulushi (15%)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Sportchi va harbiy xizmatchilarda issiq urish nima uchun xavfli? 2) Qon quyuqlashishi gipoksiyani qanday kuchaytiradi? Doskada chizish: zanjirni o‘qlar bilan chizing va har bosqichga bittadan sabab yozing. Tipik xato: issiq urishni faqat tashqi haroratga bog‘lash, kiyim va kasalliklar kabi moyillik omillarini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o‘tkir shakl faqat o‘rganmagan organizmda tez o‘limga olib keladi? 2) Qaysi davrda tana harorati eng yuqori bo‘ladi va nega u predagonal deyiladi? Doskada: uch davr zanjirini chizib, har davrga 2 ta asosiy belgini yozdiring (qo‘zg‘alishda taxikardiya, hansirash; holsizlikda koma, talvasa). Tipik xato: talabalar qo‘zg‘alish davrini holsizlik davri bilan almashtirib yuboradi va 42-43°S dan keyingi o‘lim sababini (nafasning birlamchi to‘xtashi)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Ikkala holatda murdadagi o‘zgarishlar nega spetsifik emas va bu ekspertizada qanday qiyinchilik tug‘diradi? 2) Nega murda dog‘lari kech va oz paydo bo‘ladi, murda qotishi esa tez? Doskada: jadvalni ko‘chiring va ’murdada’ qatoriga miya, o‘pka, qotish, dog‘larni qo‘shing. Tipik xato: talabalar quyosh urishida ham issiq urishdagidek yuqori harorat bo‘ladi deb o‘ylaydi, murdada esa ikkala holat uchun maxsus belgi borligini taxmin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berib, 2-3 kishidan javob oling. Muhokama: 1) Bir yoshgacha bo‘lgan bolalar nega issiq urishga o‘ta sezgir? 2) Spetsifik klinik belgilar yo‘qligi nega xato diagnoz qo‘yilishiga olib keladi? Doskada: ’issiq urish ≠ quyosh urishi’ juftligini yozib, ostiga farqlovchi bittadan belgi qo‘ydiring. Tipik xato: moyillik omillari ro‘yxatida sababni (issiqlikning ko‘p ishlanishi, kam ajralishi) omillar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nega yupqa terili sohalarda kuyish chuqurroq bo‘ladi? Murdada I va II daraja farqi nimada? Doskada: to‘rt darajali jadvalni talabalar bilan birga chizing. Tipik xato: IV darajani har qanday manbadan bo‘ladi deb o‘ylash; u faqat alanga ta’sirida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issiq suyuqlik oqmalari nega kiyim ostidagi sohalarni ham kuydirishi mumkin? Kuyish izlari jabrlanganning holatini qanday ko‘rsatadi? Doskada: oqmalar va alanga tillari yo‘nalishini ikki tana sxemasida chizing. Tipik xato: tamg‘asimon kuyishni alangadan deb baholash; u qizdirilgan jismga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to‘qqizliklar qoidasi bilan kaft qoidasi qaysi holatda qulay? Kasr shaklidagi diagnozda qavs ichidagi son nimani bildiradi? Doskada: tana sxemasiga 9% va 18% bo‘laklarini yozing. Tipik xato: kasrning surat va mahrajini adashtirish; suratda yuza, mahrajda daraja yoziladi.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shok davrida is gazi va nafas yo‘llari kuyishi xavfni oshiradi? 2) Toksemiya davrida intoksikatsiya nimadan kelib chiqadi (kuyish sohasidagi oqsil parchalanishi mahsulotlarining qonga so‘rilishi)? Doskada chizish: to‘rt davrni o‘q bilan bog‘lab, har davrga muddat va asosiy belgini yozing. Tipik xato: shok davri 1 sutkagacha, ba’zan 2-3 sutkagacha cho‘zilishini va septikotoksemiya muddati oygacha borishini unutish; toksemiyani septikotoksemiya bilan aralashtirish (yiringlash faqat septikotoksemiyada).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Nima uchun qon yurak kameralari va chuqur tomirlardan, mushak esa chuqur qatlamdan olinadi (yuzaki tomirda o‘limdan keyin ham 20%gacha bo‘lishi mumkin)? 2) Yong‘inda o‘lim sababi ko‘pincha nima (is gazi) va murda qachon ko‘mirlanadi? Doskada chizish: qovoq burmasi kesimi va “g‘oz panjasi” belgisini sxematik tasvirlang. Tipik xato: karboksigemoglobin topilishining o‘zini hayotiylik isboti deb hisoblash; foiz chegarasini (20% va 60%)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Bokser pozasi alanganing hayotiy ta’sirini isbotlaydimi? (yo‘q, bu o‘limdan keyingi mushak zichlashuvi natijasi). 2) Hayotiylikni isbotlash uchun qaysi belgilarni jamlaysiz (qurum, karboksigemoglobin, karboksimioglobin, g‘oz panjasi, gistologiya)? Doskada chizish: urchuqsimon va o‘roqsimon epidural gematomaning kesimdagi shaklini yonma-yon chizing. Tipik xato: bitta belgiga tayanib xulosa qilish; urchuqsimon va o‘roqsimon gematomani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alkogol mastligi sovuq qotish xavfini oshiradi (teri tomirlari kengayib, issiqlik ajralishi kuchayadi)? 2) Nega sovuq suvda o‘lim havodagiga nisbatan tezroq sodir bo‘ladi? Doskada: to‘rt tugunli bosqichlar zanjirini harorat qiymatlari bilan chizdiring. Tipik xato: kompensatsiya bosqichida tana harorati pasayadi deb o‘ylash; aslida bu bosqichda organizm haroratni normada ushlab turishga harakat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bu poza tana yuzasidagi issiqlik ajralishini kamaytiradi? 2) Murda dog‘lari rangi haroratga qanday bog‘liq? Doskada: jadvalni ko‘chirib, har belgi yoniga muallif nomini yozdiring. Tipik xato: qor tagidagi muzni sovuq qotishning spetsifik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daq. Muhokama: 1) Nega Vishnevskiy dog‘lari kichik bolalarda ko‘pincha kuzatilmaydi (o‘lim tez sodir bo‘ladi)? 2) Qip-qizil qon laxtalarining chap yurakda topilishi nimani bildiradi (o‘lim sekin kechgan)? Doskada: jadvaldagi to‘rt belgini muallif nomi bilan juftlab yozdiring. Tipik xato: Puxnarevich (oshqozon) va Fabrikantov (buyrak jomi) belgilarini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tez o‘limda va bolalarda dog‘lar kam bo‘ladi? 2) Dog‘lar nega qo‘ng‘ir-jigar rang tusga kiradi (xlorid kislota ta’sirida nordon gematin hosil bo‘lishi)? Doskada: mexanizm zanjirini chizing va dog‘larning joylashuvini (burmalar tepasi, oshqozonning kirish qismi) belgilang. Tipik xato: dog‘lar yo‘qligidan sovuq qotishni butunlay inkor etish; tez o‘limda ular bo‘lmasligi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Siydik va qondagi alkogol miqdori farqi ekspertiza xulosasiga qanday ta’sir qiladi? 2) Muzlashdan hosil bo‘lgan yoriqlarni hayotiy jarohatlardan nega farqlash kerak? Doskada: muzlagan murdani eritish bosqichlarini yozing (xona harorati; tezlatish uchun iliq havo yoki +50°S gacha issiq suv). Tipik xato: muzlash natijasidagi kalla suyaklari sinishini travma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Yashirin va reaktiv davr farqi nimada? 2) Repersussiya fenomeni jabrlangan tomonni baholashda qanday xatoga olib keladi? Doskada: jadvalni ko‘chiring va yoniga og‘irlik mezonlarini (10%, 15%, 20%) yozing. Tipik xato: tananing sovuq qotishi (umumiy ta’sir) bilan sovuq urishini (mahalliy ta’sir) aralashtirish; sovuq qotishdan o‘lganda murdada mahalliy sovuq urish belgilari odatda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8-10 daq. Muhokama: 1) Poza yo‘q bo‘lsa, sovuq qotishni butunlay inkor etish mumkinmi? 2) Qonda alkogolning pastligi mastlik bo‘lmaganini bildiradimi? Doskaga chizing: murdani ko‘zdan kechirish bosqichlari (poza, tashqi belgilar, ichki belgilar, laboratoriya). Tipik xato: qor tagidagi muz qatlamini past haroratning spetsifik belgisi deb olish. Manbaga ko‘ra bu belgi spetsifik emas, sovub ulgurmagan murda qorga qo‘yilganda ham hosil bo‘ladi (192-bet). Diqqat: Vishnevskiy dog‘larining yo‘qligi sovuq qotishni inkor etmaydi.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kuchlanishi 3000 V dan baland tokda o‘lim kamroq uchraydi (elektr yoyi, kirish sohasida kuyish, qarshilik ortishi)? 2) Nega yuqori chastotali tok fizioterapiyada qo‘llanadi? Doskaga chizing: jadvaldagi to‘rt omilni va ularning chegaralarini. Tipik xato: o‘zgaruvchan tok doim xavfliroq deb o‘ylash. Aslida 500 V da ikkala tokning xavfi tenglashadi, undan yuqorida o‘zgarmas tok xavfliroq. Tezkor savol: xavfsiz kuchlanishning xalqaro me’yori qancha?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elektrotravmada mavsumiylik kuzatiladi? 2) Nega tokning izlari asosan teri va suyakda topiladi? Doskaga chizing: to‘qimalar qarshiligi zanjirini (qondan teriga qarab ortib boradi). Tipik xato: terining qarshiligini doimiy deb hisoblash. Aslida u shox qavat qalinligi, namlik, terlash, ifloslanishga bog‘liq. Eslab qolish: qon eng yaxshi o‘tkazadi, teri eng ko‘p qarshilik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nima uchun yurak va miya orqali o‘tadigan sirtmoqlar xavfli? Qadam kuchlanishida qurbon nega yiqilgandan keyin xavf ortadi? Doskada: elektr kraterini va undagi ikki nuqtani (0,8 m) chizdiring. Tipik xato: pastki sirtmoqni har doim xavfsiz deb hisoblash — xavf yiqilgandan so‘ng to‘liq sirtmoq paydo bo‘lganda ortadi.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spetsifik va nospetsifik ta’sirning asosiy farqi nimada? Elektr yoyi ko‘zga qanday ta’sir qiladi? Doskada: to‘rt qatorli jadvalni talabalar bilan birga to‘ldiring. Tipik xato: kiyim alangalanishidan kuyishni spetsifik ta’sir deb hisoblash — bu energiya tanadan tashqarida aylanganda hosil bo‘ladi (nospetsifik).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tamg‘a rangi bo‘yicha o‘tkazgich metallini qanday aniqlash mumkin? Tamg‘a bo‘lmasa elektrotravmani inkor etish mumkinmi? Doskada: tamg‘aning kesimini (krater, ko‘tarilgan chekka) chizing. Eslatma: metall zarrachalarini rangli bosmalar, rentgenologik va emission spektrografiya usullari aniqlaydi. Tipik xato: tamg‘a yo‘qligini tok ta’sirining yo‘qligi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Elektr kuyish nega og‘riqsiz bo‘ladi? 2) Nega dastlabki baho keyin o‘zgaradi? Doskada: 4 o‘lim turi zanjirini chizing, har biriga bittadan misol yozing. Tipik xato: uzilgan o‘limni sekin o‘lim bilan aralashtirish; uzilganda jabrlangan o‘ziga kelib, keyin vafot etadi. Diqqat: o‘ziga kelgan jabrlanganni kuzatuvsiz qoldirish xavfli.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Yashin bilvosita qanday ta’sir qiladi? 2) Kiyim butun bo‘lsa, yashin urishini istisno qilish mumkinmi? Doskada: yashinning 4 ta shikastlovchi omilini diagramma shaklida chizing. Tipik xato: yashin figurasini terining qon quyilishi yoki elektr tamg‘a bilan bir xil deb o‘ylash; figura beqaror, tamg‘a esa kirish-chiqish joyida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Tamg‘a bo‘lmasa, elektrotravmani istisno qilish mumkinmi? 2) Hodisa joyida soxta o‘limni nega hisobga olish kerak? Doskada: tamg‘a belgilarini (shakli, chekkasi, markazi, atrofdagi teri) sxema qilib chizing. Tipik xato: nam yoki yupqa teridagi tamg‘asizlikni elektrotravma yo‘qligi deb baholash; bunday holatlar elektrotravmaning 10-20%ida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suv ostida olingan jarohat sezilmay qolishi mumkin? 2) Murdada o‘pka barotravmasini qanday isbotlaymiz (yurak va o‘pka tomirlarini bog‘lab, suvda havo yuborish)? Doskada zanjirni chizdiring. Diqqat: niqob yoki nafas naychasi bilan sho‘ng‘ishda o‘pka barotravmasi bo‘lmaydi, akvalangda esa bo‘ladi. Tipik xato: shu ikkisini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Kislorod va karbonat angidridi zaharlanishi murdada nega faqat o‘lim tafsilotlari, klinika va boshqa sabablarning yo‘qligi bilan tashxislanadi? 2) Azot ta’siri nega tez qaytadi? Doskada jadvalni ko‘chirtiring. Tipik xato: neyrotoksik (o‘tkir) va o‘pka formasini bosim va muddat bo‘yicha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Bosim sekin pasayganda gazlar nega xavf tug‘dirmaydi? 2) Tog‘da topilgan murdada o‘lim sabablarini yana nimalar tushuntirishi mumkin (yurak-qon tomir kasalligi, yashin, quyosh urishi, yiqilish)? Doskada zanjirni chizdiring. Tipik xato: dekompression kasallikni gipoksik balandlik kasalligi bilan bir deb o‘ylash; ikkalasida ham gaz emboliyasi belgilari uchrashi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suv yuzasiga ko‘tarilishda nafasni to‘xtatish xavfli? 2) Murdada havo emboliyasi qanday tasdiqlanadi? Doskada chizing: suv sathi, 10 m chuqurlik, o‘pkadagi havo hajmi o‘zgarishi o‘qlari. Tipik xato: niqob yoki nafas naychasi bilan sho‘ng‘ishni akvalang bilan adashtirish. Naychada o‘pka barotravmasi rivojlanmaydi. Diqqat: xato qilish xavfi: eshitish va burun bo‘shliqlari barotravmasi o‘limga olib kelmaydi, o‘pka barotravmasi esa olib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bo‘linishi tez to‘qimalar nurga sezgir? 2) Alfa va beta zarrachalar nega tashqi nurlanishda kam xavfli? Doskada chizing: dozalar bo‘yicha to‘rt formali shkala (1 grey = 100 rad). Tipik xato: o‘tuvchanlikni (neytron, gamma) zarracha turlari bilan (alfa, beta) adashtirish. Eslab qoling: doza ortgan sari shikast suyak miyadan miyagacha ‘ko‘tariladi‘.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dastlabki soatlardagi o‘limda faqat tez o‘lim belgilari topiladi? 2) Infeksion asoratlar qanday ko‘rinishda bo‘ladi? Doskada chizing: uch davr vaqt chizig‘i. Tipik xato: latent davrni tuzalish deb o‘ylash. Ahvol faqat yaxshilangandek bo‘ladi. Eslatma: 50 grey dozada o‘lim odatda ikki sutkada, 150 greydan katta dozada darhol sodir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nur yarasi termik kuyishdan uzoq bitadi? 2) Ekspertiza vazifalarini hal etishda qaysi hujjatlar kerak? Doskada: ekspertizaning 5 vazifasini ro‘yxat qilib yozdiring. Tipik xato: surunkali kasallikni o‘tkir formadagi davrlar (birlamchi reaksiya, latent davr)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 va B vaziyatlarda murda tekshiruvi qanday farq qiladi? 2) 50 grey qaysi formaga to‘g‘ri keladi? Doskada: doza (grey) bo‘yicha to‘rt formani shkala ko‘rinishida chizdiring. Tipik xato: dastlabki soatlardagi o‘limda ham spetsifik nur belgilarini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Yakuniy savollar: 1) Alanganing hayotiy ta’sirini qaysi belgilar isbotlaydi? 2) Sovuq qotishni qaysi belgilar tasdiqlaydi? 3) Elektr tamg‘a yo‘q bo‘lishi mumkinmi? Mustaqil ish: har bir omil (harorat, elektr, bosim, radiatsiya) uchun hayotiy ta’sir belgilari jadvalini tuzing. Doskada: bitta omilni tanlab, “belgi - nimani bildiradi” sxemasini chizdiring. Tipik xato: o‘limdan keyingi ta’sir belgilarini (karboksigemoglobin, qor ostidagi muz) hayotiy ta’sir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Fizik omillar ta’siridan o‘lim hollarida murdalar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fizik omillar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Bobda to‘rt guruh fizik omil ko‘riladi: yuqori va past harorat, elektr toki, bosim o‘zgarishi hamda radiatsiya.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Past haroratning ta’siri deyarli barcha holatlarda baxtsiz hodisa oqibatida ro‘y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Elektrotravma shikastlanishlarning 1-2,5% ini tashkil etadi. Biroq nogironlik va o‘limga olib kelishda u etakchi o‘rinlardan birini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Yong‘indan keyin topilgan murdada alanga ta’sirining hayotiyligini (o‘limdan oldin yoki keyin ekanini) aniqlash zarur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183, 191, 196, 188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harorati va issiqlik ajralish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me’yorda 36-37°S; issiqlik hosil bo‘lishi va ajralishi tartibga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22-25°S dan past yoki 43-44°S dan baland haroratda to‘qimalar hayot bilan nomutanosib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 — issiq urish yoki sovuq qotish; mahalliy ta’sir — kuyish yoki sovuq urishi.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Ulushi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Nurlanish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O‘tkazish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ajratmalar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Issiqlik ajralishi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urish: sabablar va rivojlanish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Sabab: issiq ko‘p hosil bo‘lib, kam ajraladi — baland harorat va namlik, shamolsizlik, og‘ir mehnat.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Moyillik: havo o‘tkazmas kiyim, yurak-qon tomir kasalligi, semizlik, keksalik.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o‘rinda gemodinamika buzilishi: qon quyuqlashib, aylanish sustlashadi, gipoksiya rivojlanadi.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Issiq ko‘p hosil, kam ajraladi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quyuqlashadi, oqim sekin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Gipertermiya, so‘ng gipoksiya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Stress: katexolamin, staz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Modda almashinuvi buzilishi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 urish mexanizmi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Issiq urishning o‘tkir va uzaytirilgan shakli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shakl: o‘rganmagan organizmda birdan hush yo‘qolib, koma rivojlanadi va qisqa muddatda o‘lim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Uzaytirilgan shaklda belgilar sekin kuchayadi; markaziy nerv tizimi (MNT) avval susayadi.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harorati 42-43°S dan oshsa, nafas olishning birlamchi to‘xtashidan o‘lim sodir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Susayish (latent) davri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Qo‘zg‘alish davri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Holsizlik: 41-42°S+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Predagonal: koma, talvasa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42-43°S+: nafas to‘xtashi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Uzaytirilgan issiq urish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183-184, 184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Quyosh urishi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miya va pardalar to‘laqon, shishgan; miya to‘qimasida mayda perivaskulyar qon quyilishlar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a’zolarda to‘laqonlik, yurak va yirik tomirlarda quyuq qon; o‘pka qo‘ng‘ir tusda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qotishi tez va kuchli rivojlanadi, murda dog‘lari esa kech paydo bo‘lib, oz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872194"/>
                <a:gridCol w="219658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Issiq urish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Quyosh urishi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Issiqlik ko‘p ishlanib, kam ajraladi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Quyosh nurlari uzoq vaqt boshga ta’sir etadi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Harorat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41-42°S dan oshishi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Salmoqli ko‘tarilish xos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Belgilar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Koma, talvasa, nafas sekinlashishi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og‘rig‘i, gallyusinatsiya, talvasa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Morfologik o‘zgarish o‘xshash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xususiyati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Issiq urish va quyosh urishi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issiq va quyosh 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issiq urishning uzaytirilgan shaklida nechta davr bor? Javob: uchta — susayish, qo‘zg‘alish va holsizlik.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issiq urishga qanday omillar moyillik yaratadi? Javob: yuqori harorat va namlik, shamolsizlik, og‘ir ish, havo o‘tkazmaydigan kiyim, semizlik, keksalik, yurak-qon tomir kasalliklari.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murdada issiq yoki quyosh urishiga xos maxsus morfologik belgi bormi? Javob: yo‘q, o‘zgarishlar o‘xshash va spetsifik emas.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 — issiq urish ≠ quyosh urishi. Issiq urishda tananing umumiy qizishi, quyosh urishida esa boshning nur ta’sirida isishi asosiy; quyoshda harorat salmoqli ko‘tarilmaydi.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184, 183, 183-184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Termik kuyish: manbalar va to‘rt daraja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Sabab: alanga, quyushqoq moddalar, 60°S dan issiq suv, bug‘, gaz yoki qizdirilgan jism.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I daraja ko‘pincha sezilmaydi. II darajada pufak tubi qo‘ng‘ir, zich; kesilsa qon chiqmaydi.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I-III darajali kuyish har qanday manbadan bo‘ladi. IV daraja faqat alanga ta’sirida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2029708"/>
                <a:gridCol w="227528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Tuzalishi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Eritema, yengil shish, og‘riq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3-4 kunda izsiz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Seroz suyuqlikli pufaklar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10-20 kunda, chandiqsiz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Nekroz: III-A yuzaki, III-B to‘liq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haftada granulyasiya, so‘ng chandiq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Teri, mushak, boylam, suyak nekrozi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185, 185-186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manbaini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Oqmalar tananing past sohalariga, “alanga tillari” esa yuqori sohalarga yo‘naladi.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Yo‘nalish jabrlanganning hodisa paytidagi holatini baholashga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nafas yo‘llari kuyishi faqat bug‘ va issiq gaz ta’siri uchun xos jarohat deb keltiriladi.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045969"/>
                <a:gridCol w="166847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Soch, kiyim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 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Issiq suyuqlik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Yuzaki, oqmasimon; yopiq joyga ham oqadi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tilsimon; qurum izi 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Qizdirilgan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Chuqur, cheklangan, kontakt shakliga mos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Bug‘, issiq gaz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ko‘rsatilmagan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yo‘llari kuyishi 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Manbalar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maydoni va og‘irlik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Kaft qoidasi: bir kishining kafti tana yuzasining taxminan 1% ini tashkil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Diagnoz kasr shaklida yoziladi: suratda yuza, mahrajda daraja. Masalan: 30% (10%) / II-III.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Kuyish kasalligi yoki nafas yo‘llari shishi bo‘lsa, kichikroq yuza ham hayotga xavfli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973845"/>
                <a:gridCol w="150437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III-IV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Yuzaning 10% dan ortig‘i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 daraja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Yuzaning 15% dan ortig‘i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 daraja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Yuzaning 20% dan ortig‘i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uchun xavfli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To‘qqizliklar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Bosh/bo‘yin, qo‘l, son, boldir: 9%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Old, orqa yuza: 18%; oraliq 1%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Maydon va xavf chegaralari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187, 188, 187-188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Kuyish kasalligining to‘rt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yo‘llari kuyishi va is gazi qo‘shilsa, shokda o‘lim ehtimoli ikki va undan ko‘p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Septikotoksemiyada pnevmoniya, abssess, flegmona, pielonefrit, sepsis va kaxeksiya (o‘ta ozish)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yoshdagi bolalarda va keksalarda kuyish kasalligi og‘irroq kechadi.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Kuyish shoki: 1 sutkagacha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Toksemiya: 1-2 hafta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Septikotoksemiya: 2-3 hafta–oy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Rekonvalessensiya: tuzalish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Kuyish kasalligi davrlari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Alanga ta’sirining hayotiyligini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Qurum peshona suyagi bo‘shlig‘i, qon tomirlar, leykotsitlar va jigar Kupfer hujayralarida ham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Ko‘z olmalari odatda shikastlanmaydi; qovoq terisi yoyilganda kuygan va kuymagan joylar navbatlashadi.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Arterial tromblar, o‘pka yog‘ emboliyasi va pufaklarda oqsilning ikki baravar ko‘pligi ham tiriklik belgisi.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765016"/>
                <a:gridCol w="112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Joyi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Ahamiyati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Qurum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yo‘li, qizilo‘ngach, oshqozon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Alanga hayotda ta’sir qilgan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Karboksigemoglobin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 kameralari, chuqur qon tomirlar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Hayotda 60%gacha, keyin 20%dan oshmaydi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Karboksimioglobin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Chuqur joylashgan mushaklar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Tiriklik belgisi, namuna chuqurdan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“G‘oz panjasi”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Qovoq burmalari terisi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Burma tubi qurumsiz, yuqorisi qurumli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Hayotiylik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yong‘indan topilgan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yong‘indan so‘ng tana to‘liq ko‘mirlangan, qo‘l-oyoqlari bukilgan “bokser pozasi”da topildi. Poza namlik bug‘lanishi, oqsil ivishi va mushaklar kaltalashishidan hosil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Kalla ichida epidural gematoma aniqlandi. Savol: alanga o‘limdan oldin ta’sir qilganmi yoki keyinmi? Qaysi belgi va namunalarni tekshirasiz?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Yong‘in o‘limi ko‘pincha is gazidan zaharlanishdan bo‘ladi, murda esa o‘limdan so‘ng ko‘mirlanadi. Shuning uchun teri va ichki a’zolarning mikroskopik tekshiruvi zarur.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travmadan kelgan epidural gematoma urchuqsimon va qattiq pardaga birikkan; o‘limdan keyingi alanga ta’siridagisi o‘roqsimon va birikmagan.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190, 189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Past harorat: omillar va sovuq qotish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Namlik, shamol, noto‘g‘ri kiyim, charchoq va mastlik sovuq qotishga moyillik yaratadi.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Go‘daklar termoregulyasiya to‘liq shakllanmagani va tana yuzasi nisbatan katta bo‘lgani uchun o‘ta sezgir.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suvda o‘lim 1–1,5 soatda; to‘satdan tushganda qon tomir kollapsi yoki shokdan ham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Kompensatsiya: issiqlik ↑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Dekompensatsiya: harorat ↓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+30…+28°S: po‘stloq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+25…+22°S: yakuniy bosqich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qotish bosqichlari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murdadagi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qor tagidagi muz qatlami spetsifik emas — sovub ulgurmagan murdada ham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Kuchli mastlikda “sovuq qotgan odam pozasi” bo‘lmasligi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Musbat haroratda (+10°S gacha) dog‘lar ko‘kimtir-binafsha; manfiy haroratda pushti-qizg‘ish.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Sovuq qotgan odam pozasi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Qo‘llar ko‘krakka, oyoqlar qoringa bukilgan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Rayskiy belgilari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Og‘iz-burunda muz, qosh-kiprikda qirov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Puparev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Moyak qisqargan, yorg‘oq tepaga tortilgan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Dog‘lar rangi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Pushti-qizg‘ish, qonda kislorod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Tashqi belgilar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192–193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qotishning ichki a’zolardagi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 devori o‘tkazuvchanligi oshgani sababli ichki a’zolarda diapedez qon quyilishlar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Innervatsiya buzilib, silliq mushaklar falajlanadi va siydik qopi siydikka to‘lgan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Vishnevskiy dog‘lari (oshqozon shilliq qavatida) 80–90% holatda uchraydi; tez o‘limda kam yoki yo‘q.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tus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A’zolar to‘laqon, to‘qimalar pushti-qizg‘ish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Chap yurak, aortada laxtali qip-qizil 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Puxnarevich belgisi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Oshqozon bo‘sh, o‘lchami ancha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Fabrikantov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Buyrak jomida mayda qon quyilishlar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Vishnevskiy dog‘lari: belgi va mexanizm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Oshqozon, ba’zan o‘n ikki barmoqli ichak shilliq qavatida diametri 0,5 sm gacha mayda qon quyilishlar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Sovuq qotishdan o‘lganlarning 80-90%ida uchraydi, o‘limdan 6-9 oy keyin ham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o‘limda dog‘lar kam yoki yo‘q, bolalarda ko‘pincha kuzatilmaydi; sekin o‘limda ko‘p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Past harorat ta’siri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Vegetativ nerv buzilishi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tomir spazmi, diapedez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Gemorragik infarkt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Vishnevskiy dog‘lari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Dog‘lar paydo bo‘lish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193, 193-194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Mikroskopiya, gistokimyo va muzlagan murda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Mikroskopiyada buyrak to‘g‘ri naychalari epiteliysining proliferatsiyasi va nekrobiotik o‘zgarishlari topiladi (Kasyanov belgisi).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Jigar, oshqozon osti bezi, yurak va miyada glikogen, buyrak usti bezi po‘stlog‘ida lipoidlar yo‘qoladi. Juda tez o‘limda qand kamayadi, jigarda glikogen esa saqlanib qolishi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Kuchli mastlikda sovuq ta’sirida qonda alkogol kam, siydikda esa ko‘p bo‘lishi mumkin; sababi alkogolning kuchli utilizatsiyasi.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Minus haroratda muzlagan murdada mayda yoriqlar paydo bo‘ladi, miya muzlashi kalla suyaklarini sindirishi mumkin. Tez eritish gemoliz va imbibitsiyani kuchaytiradi.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194, 194-195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Sovuq urish: darajalar va xususiyatlar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Yashirin davr — sovish vaqti; reaktiv davr isishdan so‘ng boshlanib, chuqurlikka qarab daraja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Repersussiya: bir tomon sovuq ursa, qarama-qarshi qo‘l yoki oyoqda ham o‘zgarish rivojlanishi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10%dan ortiq yuzaning III-IV, 15%dan ortiq III, 20%dan ortiq II daraja sovuq urishi hayot uchun xavfli.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980"/>
                <a:gridCol w="2518410"/>
                <a:gridCol w="178658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Tuzalish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Qizg‘ish-ko‘kimtir, biroz shishgan teri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3-7 kunda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Tiniq suyuqlikli pufaklar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10-20 kun, chandiqsiz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Teri nekrozi, gemorragik pufaklar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oy, chandiq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va suyak nekrozi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Hafta-oylarda ajralib, cho‘ltoq 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Sovuq urish darajalari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195, 196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sovuq qotish va sovuq urish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qishda ochiq joyda mast shaxs murdasi topildi, qo‘llari ko‘krakka, oyoqlari qorinka bukilgan. Savol: qaysi belgilar past harorat hayotiy ta’sir qilganini tasdiqlaydi?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Bukilgan “sovuq qotgan odam pozasi” hayotiy ta’sirdan dalolat beradi. Kuchli mast shaxslarda bu poza bo‘lmasligi mumkin, shuning uchun uning yo‘qligi ta’sirni inkor etmaydi.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Oshqozon shilliq qavatidagi mayda (0,5 sm gacha) qon quyilishlar, ya’ni Vishnevskiy dog‘lari, 80-90% holatda uchraydi. O‘lim tez bo‘lsa, ular kam yoki umuman bo‘lmasligi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Kuchli mastlikda sovuq ta’sirida qonda alkogol past, siydikda esa baland bo‘lishi mumkin. Sababi organizmning alkogolni kuchli utilizatsiya qilishidir.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192, 193, 194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Elektrotravma: xususiyatlari va tok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Elektrotravma jarohatlarning 1-2,5% ini tashkil etsa-da, nogironlik va o‘lim bo‘yicha etakchi o‘rinda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Tokni maxsus asbobsiz aniqlab bo‘lmaydi; u kontakt, bilvosita yoki masofadan ta’sir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qisqa bo‘lsa ham, jarohat hajmi va og‘irligi o‘rtasida nomutanosiblik kuzatiladi.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Muhim ma’lumot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 turi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500 V gacha o‘zgaruvchan tok xavfliroq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 V xavfsiz; o‘limlar ko‘pi 220-380 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 kuchi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 mA xavfli; 100 mA da ko‘pincha 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Chastota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40-60 gers o‘ta xavfli; 10000+ zararsiz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 omillari: xavfli va xavfsiz chegaralar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196, 197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omillari va to‘qimalar qarshiligi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Bolalar, keksalar, homilador ayollar sezgirroq. Yurak, nerv, nafas kasalliklari, gipoksiya, mastlik va issiq urish organizm qarshiligini pasaytiradi.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“Diqqat omili”: tok ehtimolini kutish ehtiyotkorlikka, tok urganda esa manbadan tez uzilishga olib keladi. Elektromonterlarda elektrotravma kam uchrashi shu bilan izohlanadi.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Qarshilik oshib borishi: qon, shilliq qavat, jigar, buyrak, mushak, miya, o‘pka, boylam, tog‘ay, nerv, suyak, teri. Morfologik o‘zgarishlar asosan suyak va terida.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 teri va terlash xavfni oshiradi, shuning uchun o‘lim yozda ko‘proq. Rezina, teri, shoyi qarshiligi katta; nam kiyim va metall bezaklar qarshilikni kamaytiradi.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 sirtmog‘i va qadam kuchlanishi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 yurak va bosh miya orqali o‘tsa xavfli: yuqori, chap, chap egri, chap to‘liq sirtmoqlar.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qutbli yoki yerga ulangan holatda tok tarqaladi; izolyatsiyalangan bir qutbli ulanish odatda xavfsiz.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Qadam kuchlanishi — 0,8 m oraliqdagi ikki nuqta potensiallari farqi; uzilgan sim yaqiniga 10 m dan yaqin bormang.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Uzilgan sim yerga tushadi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Yerda elektr krateri hosil bo‘ladi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Oyoqlar potensiali farq qiladi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Pastki sirtmoq, oyoq talvasasi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Yiqilish: to‘liq sirtmoq xavfi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Qadam kuchlanishi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199, 200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tokining spetsifik va nospetsifik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ta’sirda hujayra elektr jarayonlari buziladi: qorinchalar fibrillyasiyasi, nafas buzilishi, shok.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Suyakda kalsiy fosfat erib qotib, 1–5 mm li ichi bo‘sh oq sharchalar — “marvarid marjonlari”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Terida metall zarrachalari impregnatsiyasi — kimyoviy ta’sir; mexanik ta’sir yuqori kuchlanishda ko‘p.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671240"/>
                <a:gridCol w="204320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Kimyoviy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Ion muvozanati va qutblanish buziladi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Anod: koagulyatsion, katod: kollikvatsion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Termik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 issiqlikka aylanadi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Kuyish; suyakda marvarid marjonlari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Mexanik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Skelet mushaklari talvasasi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Bo‘g‘im chiqishi, suyak siniqlari, yaralar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Nospetsifik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Energiya tanadan tashqarida aylanadi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Kiyim alangasi, ko‘z kuyishi, yiqilish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200, 201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tamg‘a va metallizatsiya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 kirish-chiqish joyida hosil bo‘ladi; dumaloq yoki oval, zich, chekkasi ko‘tarilgan, o‘rtasi kraterdek.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shox va yaltiroq qavatda bo‘shliqlar, hujayralar supurgisimon, metall zarrachalari uyasimon.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Yupqa yoki nam terida tamg‘a hosil bo‘lmaydi; bu elektrotravmaning 10–20% ida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Tamg‘a rang tusi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Havorang, yashil,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Temir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Sariq, jigarrang, 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Alyuminiy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sarg‘ish-jigarrang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Qo‘rg‘oshin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Kulrang, qoramtir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Metallizatsiya ranglari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201–202, 202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 kuyish va o‘lim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 kuyish og‘riqsiz, atrofida yallig‘lanish yo‘q: sezuvchi nerv oxirlari buzilgan.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Haqiqiy yuza 2-3 haftada ayon bo‘ladi; keyin tomir arroziyasi ikkilamchi qon ketishi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Soxta o‘lim (vita minima) ko‘p uchraydi: ishonchli belgi yo‘q bo‘lsa, reanimatsiya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O‘ta tez: darhol to‘xtash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Sekin: hayot alomatlari bor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Uzilgan: o‘ziga kelgach o‘lim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Kech: soatlar-sutkadan so‘ng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Avdeev bo‘yicha 4 o‘lim turi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203, 203-204, 204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Yashin urishi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Yashinning shikastlovchi omillari: elektr toki, yorug‘lik, tovush va zarb to‘lqini. U bevosita yoki bilvosita (telefon, televizor, radio)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Terida qizil yoki pushti daraxtsimon “yashin figurasi” paydo bo‘ladi: tomirlar kengayadi, mayda qon quyilishlar bo‘ladi. Belgi beqaror, soatlar-sutkada yo‘qoladi, shuning uchun darhol suratga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Kiyimda kuyish va shikast bo‘ladi. Ba’zan tashqi kiyim butun, ichki kiyim yoki tana shikastlangan bo‘ladi; metall detallar va tangalar erishi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qolganlarda figura bir necha kun saqlanishi, simmetrik parez va falajlar rivojlanishi mumkin. Ba’zan tana va kiyimda jarohat umuman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elektrotravma va yashin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uyda nam sharoitda murda topildi. Kaftda dumaloq, chekkasi ko‘tarilgan, markazi chuqur zich dog‘; atrofdagi teri o‘zgarmagan, bu elektr tamg‘aga mos.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Metallizatsiya tamg‘a rangini beradi: mis o‘tkazgichdan havorang-yashil, temirdan sariq-qora. Metall rangli bosma, rentgen va emission spektrografiya bilan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 teri tokka qulay sharoit yaratadi. Ishonchli o‘lim belgisi bo‘lmasa, soxta o‘lim ehtimoli bor: murda dog‘lari paydo bo‘lguncha reanimatsiya o‘tkaziladi.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yashin figurasi nima uchun darhol suratga olinadi? Javob: u beqaror belgi bo‘lib, bir necha soatdan, ba’zan sutkadan so‘ng yo‘qoladi.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202, 198, 204, 205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bosim: barotravma va o‘pka shikastlanishi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ostida atmosfera bosimiga gidrostatik bosim qo‘shiladi: 10 m da bosim 2 marta, 20 m da 3 marta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Akvalangda ko‘tarilayotib 10 m chuqurlikda nafasni ushlash o‘pka ichi bosimini keskin oshiradi.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Bosim 80–100 mm Hg ustuniga keskin o‘zgarsa, o‘pka barotravmasi (bosim bilan bog‘liq shikast) rivojlanadi.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Bosimning keskin o‘zgarishi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Bronx va alveolalar yorilishi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Havo kapillyarlarga o‘tadi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Arterial havo emboliyasi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Murdada suv ostida pufakchalar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Barotravmadan emboliyagacha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206, 206–207, 207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G‘avvoslikdagi siqilish va gaz zaharlanishlari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Tananing siqilishi g‘avvoslarga xos: skafandr nosoz bo‘lsa, qon boshga intilib, yuz ko‘karadi.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Karbonat angidridi 3% va undan ko‘p bo‘lsa, hansirash, holsizlik, bosh og‘rig‘i va terlash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yog‘da qondan 5 barobar yaxshi eriydi; miyada mastlikka o‘xshash eyforiya paydo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745454"/>
                <a:gridCol w="196899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Neyrotoksik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O‘pka formasi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Bosim (MPa — megapaskal)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2,5–3,0 va yuqori, qisqa vaqt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1,0–1,5, 2 soatdan ko‘p yoki takror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zarar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Miya: hush yo‘qolishi, talvasa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 kuyishi, pnevmoniya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o‘zgarish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Spetsifik o‘zgarish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Kislorod bilan zaharlanish formalari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207–208, 209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Dekompression kasallik va past bosim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 ko‘tarilganda qon va to‘qimadagi azot ajralib, erkin gaz pufaklari qon tomirlarini yopadi.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Murdada: o‘ng yurak va venalarda gazli laxtalar, teri osti emfizemasi, jigarda ko‘pikli suyuqlik.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 kasalligi — kislorod tanqisligi; 6 kilopaskalda (18000 m) to‘qima suyuqligi “qaynaydi”.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Chuqurdan tez ko‘tarilish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Bosim keskin pasayadi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Azot gaz pufaklariga aylanadi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Dekompression (kesson) kasallik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Murdada: qonda gaz pufaklari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Kesson kasalligi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209, 210, 210–211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bosim o‘zgarishi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g‘avvos akvalang bilan suv yuzasiga ko‘tarilmoqda va 10 m chuqurlikda nafasini to‘xtatib qo‘ygan.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o‘pkadagi havo hajmi oshadi, o‘pka ichidagi bosim keskin ko‘tariladi. Natijada o‘pka barotravmasi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yorilsa, havo qon tomirga o‘tadi. Bosh miya arteriyalarining havo emboliyasi eng xavfli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yurak va o‘pka qon tomirlari bog‘lanib suvga solinadi, o‘pkaga havo yuboriladi. Yorilgan joydan pufakchalar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Radiatsiya: ta’sir mexanizmi va doza formalari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Neytron, gamma va rentgen nurlari chuqur o‘tadi. Alfa va beta zarrachalar o‘tuvchanligi past, kiyimda ushlanadi.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Ionlashtiruvchi nur suv radiolizi va DNK shikastini chaqiradi. Hujayra bo‘linishi so‘nadi.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sezgir: suyak miya, teri, ichak, jinsiy bezlar. Suyak miya formasi 6 greydan yuqorida o‘limga olib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Forma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 greygacha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Suyak 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10-20 grey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20-80 grey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Toksemik (qon tomir)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80 greydan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Serebral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Doza va 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nur kasalligi va murdadagi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reaksiya: ko‘ngil aynishi, qusish, holsizlik. Latent davr 2-4 hafta, sochlar to‘kila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Yaqqol davrda o‘lim: ko‘plab qon quyilishlar, suyak miya, limfa tugunlari va taloqda destruktiv o‘zgarishlar.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bezlar: yorg‘oq kichrayadi, tuxumdonda follikullar atrofiyaga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Birlamchi reaksiya (3-4 sutka)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Latent davr (2-4 hafta)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Yaqqol klinik davr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quyilish, infeksiya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O‘lim: 4-hafta oxiri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O‘tkir nur kasalligi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Surunkali, mahalliy nur shikastlanishi va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Surunkali nur kasalligi kichik dozalar takror ta’sir etganda rivojlanadi: qon hosil bo‘lishi buziladi, qon ketish kuchayadi. O‘lim ko‘pincha infeksiyadan, ko‘pincha leykoz qo‘shiladi.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Nur kuyishlari termik kuyishga o‘xshaydi; neytron, gamma va rentgen nurlari mushak, suyak, ichki a’zolarni ham shikastlaydi. Nur yaralari uzoq bitmaydi, yiringlash va o‘sma xavfi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vazifalari: shikastlovchi omil turi, manbaning fizik xususiyatlari, doza, ta’sir necha marta va qachon bo‘lgani, tan jarohatining og‘irlik darajasi.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Hal etishda voqea tafsiloti, mehnat sharoiti, manbaning texnik xususiyatlari, dispanser hujjatlari, radiometriya va murdaning makro-, mikroskopik tekshiruvi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214, 215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nurlanish bilan bog‘liq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A: nurlanishdan keyingi dastlabki soatlarda o‘lim. Murdada faqat tez sodir bo‘lgan o‘limga xos belgilar kutiladi, nur kasalligiga xos o‘zgarishlar hali yo‘q.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B: yaqqol klinik belgilar davrida o‘lim. Ko‘p qon quyilish, suyak miya, limfa tugunlari, taloqda destruksiya, pnevmoniya, peritonit, sepsis kutiladi.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Doza va forma: 10 greygacha suyak miya, 10-20 ichak, 20-80 toksemik, 80 dan yuqori serebral forma. Suyak miya formasi 6 greydan yuqorida o‘limga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bir martalik 50 grey dozada o‘lim qachon kutiladi, 150 greydan yuqorida-chi? Javob: odatda dastlabki ikki sutkada; 150 dan yuqorida miya markazlari falajidan darhol.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213, 212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fizik omillar ekspertizasi bo‘yicha asosiy nuqtalar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Alanga hayotiy ta’sirida nafas yo‘llari, qizilo‘ngach, oshqozonda qurum bo‘ladi. Diqqat: karboksigemoglobin o‘limdan keyin ham topiladi, lekin 20% dan oshmaydi; hayotda 60% gacha.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Sovuq qotishda “sovuq qotgan odam pozasi” va oshqozon shilliq qavatida Vishnevskiy dog‘lari. Diqqat: tez o‘limda dog‘lar kam yoki yo‘q, bolalarda ko‘pincha bo‘lmaydi.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Elektrotravmada tok kirish-chiqish joyida elektr tamg‘a hosil bo‘ladi; soxta o‘limda reanimatsiya o‘tkaziladi. “Yashin figurasi” tez yo‘qoladi, darhol suratga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O‘pka barotravmasida o‘pka, yurak, bosh miya tomirlarida havo emboliyasi topilishi uni tasdiqlaydi. Nur shikastlanishining og‘irligi avvalo dozaga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189, 192-193, 201, 204, 205, 207, 212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sovuq qotishda “oshqozon” belgisini izlang. S.M.Vishnevskiy dog‘lari, ya’ni oshqozon shilliq qavatidagi mayda qon quyilishlar, bu o‘limlarning 80-90%ida uchraydi. Ular o‘limdan 6-9 oy o‘tgach ham aniqlanishi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belgi: “g‘oz panjasi”. Alanga tirik odamga ta’sir qilganda qovoq terisining burmalar tubida kuyish va qurum bo‘lmaydi. Teri yoyilganda shikastlangan va shikastlanmagan sohalar navbatma-navbat ko‘rinadi.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yong‘indan keyin topilgan murdada epidural gematoma bor. Urchuqsimon va qattiq pardaga birikkan bo‘lsa, travmadan hosil bo‘lgan. O‘roqsimon va birikmagan bo‘lsa, o‘limdan keyin alanga ta’sirida paydo bo‘lgan.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“yashin figurasi” terida qizil yoki pushti daraxtsimon shakl ko‘rinishida bo‘ladi. U bir necha soatdan sutkagacha yo‘qolishi mumkin, shuning uchun murdada uni darhol suratga olish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“to‘qqizliklar qoidasi”. Bosh va bo‘yin 9%, tananing old yuzasi 18%, orqa yuzasi 18%, oraliq soha 1%. Qo‘l kafti esa taxminan 1%. Bu raqamlar kuyish maydonini tez baholashga yordam beradi.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Fizik omillar ta’siridan o‘lim hollarida murdalar sud-tibbiy ekspertiza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7. Fizik omillar ta'siri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