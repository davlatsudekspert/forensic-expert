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Nima uchun fizik omillardan o‘lim holatlarida voqea tafsiloti muhim? 2) Qaysi omilda baxtsiz hodisa ko‘proq uchraydi? Doskada chizish: bobning to‘rt bo‘limini (harorat, elektr, bosim, radiatsiya) to‘rt ustun qilib yozing. Tipik xato: talabalar umumiy va mahalliy ta’sirni (issiq urish va kuyish) aralashtiradi.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Nima uchun issiqlikning yarmidan ko‘pi nurlanish orqali chiqadi? 2) Umumiy va mahalliy ta’sir qanday farqlanadi? Doskada chizish: jadvaldagi to‘rt yo‘lni ulushlari bilan chizing. Tipik xato: ter bilan ajralish ulushini (27%) o‘tkazish ulushi (15%) bilan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Sportchi va harbiy xizmatchilarda issiq urish nima uchun xavfli? 2) Qon quyuqlashishi gipoksiyani qanday kuchaytiradi? Doskada chizish: zanjirni o‘qlar bilan chizing va har bosqichga bittadan sabab yozing. Tipik xato: issiq urishni faqat tashqi haroratga bog‘lash, kiyim va kasalliklar kabi moyillik omillarini unutish.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o‘tkir shakl faqat o‘rganmagan organizmda tez o‘limga olib keladi? 2) Qaysi davrda tana harorati eng yuqori bo‘ladi va nega u predagonal deyiladi? Doskada: uch davr zanjirini chizib, har davrga 2 ta asosiy belgini yozdiring (qo‘zg‘alishda taxikardiya, hansirash; holsizlikda koma, talvasa). Tipik xato: talabalar qo‘zg‘alish davrini holsizlik davri bilan almashtirib yuboradi va 42-43°S dan keyingi o‘lim sababini (nafasning birlamchi to‘xtashi) unutadi.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daq. Muhokama: 1) Ikkala holatda murdadagi o‘zgarishlar nega spetsifik emas va bu ekspertizada qanday qiyinchilik tug‘diradi? 2) Nega murda dog‘lari kech va oz paydo bo‘ladi, murda qotishi esa tez? Doskada: jadvalni ko‘chiring va ’murdada’ qatoriga miya, o‘pka, qotish, dog‘larni qo‘shing. Tipik xato: talabalar quyosh urishida ham issiq urishdagidek yuqori harorat bo‘ladi deb o‘ylaydi, murdada esa ikkala holat uchun maxsus belgi borligini taxmin qiladi.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Talabalarga savollarni og‘zaki berib, 2-3 kishidan javob oling. Muhokama: 1) Bir yoshgacha bo‘lgan bolalar nega issiq urishga o‘ta sezgir? 2) Spetsifik klinik belgilar yo‘qligi nega xato diagnoz qo‘yilishiga olib keladi? Doskada: ’issiq urish ≠ quyosh urishi’ juftligini yozib, ostiga farqlovchi bittadan belgi qo‘ydiring. Tipik xato: moyillik omillari ro‘yxatida sababni (issiqlikning ko‘p ishlanishi, kam ajralishi) omillar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12 daqiqa. Muhokama: nega yupqa terili sohalarda kuyish chuqurroq bo‘ladi? Murdada I va II daraja farqi nimada? Doskada: to‘rt darajali jadvalni talabalar bilan birga chizing. Tipik xato: IV darajani har qanday manbadan bo‘ladi deb o‘ylash; u faqat alanga ta’sirida hosil bo‘ladi.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daqiqa. Muhokama: issiq suyuqlik oqmalari nega kiyim ostidagi sohalarni ham kuydirishi mumkin? Kuyish izlari jabrlanganning holatini qanday ko‘rsatadi? Doskada: oqmalar va alanga tillari yo‘nalishini ikki tana sxemasida chizing. Tipik xato: tamg‘asimon kuyishni alangadan deb baholash; u qizdirilgan jismga xos.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12 daqiqa. Muhokama: to‘qqizliklar qoidasi bilan kaft qoidasi qaysi holatda qulay? Kasr shaklidagi diagnozda qavs ichidagi son nimani bildiradi? Doskada: tana sxemasiga 9% va 18% bo‘laklarini yozing. Tipik xato: kasrning surat va mahrajini adashtirish; suratda yuza, mahrajda daraja yoziladi.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Nima uchun shok davrida is gazi va nafas yo‘llari kuyishi xavfni oshiradi? 2) Toksemiya davrida intoksikatsiya nimadan kelib chiqadi (kuyish sohasidagi oqsil parchalanishi mahsulotlarining qonga so‘rilishi)? Doskada chizish: to‘rt davrni o‘q bilan bog‘lab, har davrga muddat va asosiy belgini yozing. Tipik xato: shok davri 1 sutkagacha, ba’zan 2-3 sutkagacha cho‘zilishini va septikotoksemiya muddati oygacha borishini unutish; toksemiyani septikotoksemiya bilan aralashtirish (yiringlash faqat septikotoksemiyada).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daq. Muhokama: 1) Nima uchun qon yurak kameralari va chuqur tomirlardan, mushak esa chuqur qatlamdan olinadi (yuzaki tomirda o‘limdan keyin ham 20%gacha bo‘lishi mumkin)? 2) Yong‘inda o‘lim sababi ko‘pincha nima (is gazi) va murda qachon ko‘mirlanadi? Doskada chizish: qovoq burmasi kesimi va “g‘oz panjasi” belgisini sxematik tasvirlang. Tipik xato: karboksigemoglobin topilishining o‘zini hayotiylik isboti deb hisoblash; foiz chegarasini (20% va 60%) farqlamaslik.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Bokser pozasi alanganing hayotiy ta’sirini isbotlaydimi? (yo‘q, bu o‘limdan keyingi mushak zichlashuvi natijasi). 2) Hayotiylikni isbotlash uchun qaysi belgilarni jamlaysiz (qurum, karboksigemoglobin, karboksimioglobin, g‘oz panjasi, gistologiya)? Doskada chizish: urchuqsimon va o‘roqsimon epidural gematomaning kesimdagi shaklini yonma-yon chizing. Tipik xato: bitta belgiga tayanib xulosa qilish; urchuqsimon va o‘roqsimon gematomani almashtirib yuborish.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Bokser pozasi alanganing hayotiy ta’sirini isbotlaydimi? (yo‘q, bu o‘limdan keyingi mushak zichlashuvi natijasi). 2) Hayotiylikni isbotlash uchun qaysi belgilarni jamlaysiz (qurum, karboksigemoglobin, karboksimioglobin, g‘oz panjasi, gistologiya)? Doskada chizish: urchuqsimon va o‘roqsimon epidural gematomaning kesimdagi shaklini yonma-yon chizing. Tipik xato: bitta belgiga tayanib xulosa qilish; urchuqsimon va o‘roqsimon gematomani almashtirib yuborish.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alkogol mastligi sovuq qotish xavfini oshiradi (teri tomirlari kengayib, issiqlik ajralishi kuchayadi)? 2) Nega sovuq suvda o‘lim havodagiga nisbatan tezroq sodir bo‘ladi? Doskada: to‘rt tugunli bosqichlar zanjirini harorat qiymatlari bilan chizdiring. Tipik xato: kompensatsiya bosqichida tana harorati pasayadi deb o‘ylash; aslida bu bosqichda organizm haroratni normada ushlab turishga harakat qiladi.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bu poza tana yuzasidagi issiqlik ajralishini kamaytiradi? 2) Murda dog‘lari rangi haroratga qanday bog‘liq? Doskada: jadvalni ko‘chirib, har belgi yoniga muallif nomini yozdiring. Tipik xato: qor tagidagi muzni sovuq qotishning spetsifik belgisi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9 daq. Muhokama: 1) Nega Vishnevskiy dog‘lari kichik bolalarda ko‘pincha kuzatilmaydi (o‘lim tez sodir bo‘ladi)? 2) Qip-qizil qon laxtalarining chap yurakda topilishi nimani bildiradi (o‘lim sekin kechgan)? Doskada: jadvaldagi to‘rt belgini muallif nomi bilan juftlab yozdiring. Tipik xato: Puxnarevich (oshqozon) va Fabrikantov (buyrak jomi) belgilarini adashtirish.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daq. Muhokama: 1) Nega tez o‘limda va bolalarda dog‘lar kam bo‘ladi? 2) Dog‘lar nega qo‘ng‘ir-jigar rang tusga kiradi (xlorid kislota ta’sirida nordon gematin hosil bo‘lishi)? Doskada: mexanizm zanjirini chizing va dog‘larning joylashuvini (burmalar tepasi, oshqozonning kirish qismi) belgilang. Tipik xato: dog‘lar yo‘qligidan sovuq qotishni butunlay inkor etish; tez o‘limda ular bo‘lmasligi mumkin.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Siydik va qondagi alkogol miqdori farqi ekspertiza xulosasiga qanday ta’sir qiladi? 2) Muzlashdan hosil bo‘lgan yoriqlarni hayotiy jarohatlardan nega farqlash kerak? Doskada: muzlagan murdani eritish bosqichlarini yozing (xona harorati; tezlatish uchun iliq havo yoki +50°S gacha issiq suv). Tipik xato: muzlash natijasidagi kalla suyaklari sinishini travma deb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Siydik va qondagi alkogol miqdori farqi ekspertiza xulosasiga qanday ta’sir qiladi? 2) Muzlashdan hosil bo‘lgan yoriqlarni hayotiy jarohatlardan nega farqlash kerak? Doskada: muzlagan murdani eritish bosqichlarini yozing (xona harorati; tezlatish uchun iliq havo yoki +50°S gacha issiq suv). Tipik xato: muzlash natijasidagi kalla suyaklari sinishini travma deb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daq. Muhokama: 1) Yashirin va reaktiv davr farqi nimada? 2) Repersussiya fenomeni jabrlangan tomonni baholashda qanday xatoga olib keladi? Doskada: jadvalni ko‘chiring va yoniga og‘irlik mezonlarini (10%, 15%, 20%) yozing. Tipik xato: tananing sovuq qotishi (umumiy ta’sir) bilan sovuq urishini (mahalliy ta’sir) aralashtirish; sovuq qotishdan o‘lganda murdada mahalliy sovuq urish belgilari odatda bo‘lmaydi.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8-10 daq. Muhokama: 1) Poza yo‘q bo‘lsa, sovuq qotishni butunlay inkor etish mumkinmi? 2) Qonda alkogolning pastligi mastlik bo‘lmaganini bildiradimi? Doskaga chizing: murdani ko‘zdan kechirish bosqichlari (poza, tashqi belgilar, ichki belgilar, laboratoriya). Tipik xato: qor tagidagi muz qatlamini past haroratning spetsifik belgisi deb olish. Manbaga ko‘ra bu belgi spetsifik emas, sovub ulgurmagan murda qorga qo‘yilganda ham hosil bo‘ladi (192-bet). Diqqat: Vishnevskiy dog‘larining yo‘qligi sovuq qotishni inkor etmaydi.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kuchlanishi 3000 V dan baland tokda o‘lim kamroq uchraydi (elektr yoyi, kirish sohasida kuyish, qarshilik ortishi)? 2) Nega yuqori chastotali tok fizioterapiyada qo‘llanadi? Doskaga chizing: jadvaldagi to‘rt omilni va ularning chegaralarini. Tipik xato: o‘zgaruvchan tok doim xavfliroq deb o‘ylash. Aslida 500 V da ikkala tokning xavfi tenglashadi, undan yuqorida o‘zgarmas tok xavfliroq. Tezkor savol: xavfsiz kuchlanishning xalqaro me’yori qancha?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Nega elektrotravmada mavsumiylik kuzatiladi? 2) Nega tokning izlari asosan teri va suyakda topiladi? Doskaga chizing: to‘qimalar qarshiligi zanjirini (qondan teriga qarab ortib boradi). Tipik xato: terining qarshiligini doimiy deb hisoblash. Aslida u shox qavat qalinligi, namlik, terlash, ifloslanishga bog‘liq. Eslab qolish: qon eng yaxshi o‘tkazadi, teri eng ko‘p qarshilik qiladi.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Nega elektrotravmada mavsumiylik kuzatiladi? 2) Nega tokning izlari asosan teri va suyakda topiladi? Doskaga chizing: to‘qimalar qarshiligi zanjirini (qondan teriga qarab ortib boradi). Tipik xato: terining qarshiligini doimiy deb hisoblash. Aslida u shox qavat qalinligi, namlik, terlash, ifloslanishga bog‘liq. Eslab qolish: qon eng yaxshi o‘tkazadi, teri eng ko‘p qarshilik qiladi.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nima uchun yurak va miya orqali o‘tadigan sirtmoqlar xavfli? Qadam kuchlanishida qurbon nega yiqilgandan keyin xavf ortadi? Doskada: elektr kraterini va undagi ikki nuqtani (0,8 m) chizdiring. Tipik xato: pastki sirtmoqni har doim xavfsiz deb hisoblash — xavf yiqilgandan so‘ng to‘liq sirtmoq paydo bo‘lganda ortadi.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daqiqa. Muhokama: spetsifik va nospetsifik ta’sirning asosiy farqi nimada? Elektr yoyi ko‘zga qanday ta’sir qiladi? Doskada: to‘rt qatorli jadvalni talabalar bilan birga to‘ldiring. Tipik xato: kiyim alangalanishidan kuyishni spetsifik ta’sir deb hisoblash — bu energiya tanadan tashqarida aylanganda hosil bo‘ladi (nospetsifik).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tamg‘a rangi bo‘yicha o‘tkazgich metallini qanday aniqlash mumkin? Tamg‘a bo‘lmasa elektrotravmani inkor etish mumkinmi? Doskada: tamg‘aning kesimini (krater, ko‘tarilgan chekka) chizing. Eslatma: metall zarrachalarini rangli bosmalar, rentgenologik va emission spektrografiya usullari aniqlaydi. Tipik xato: tamg‘a yo‘qligini tok ta’sirining yo‘qligi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Elektr kuyish nega og‘riqsiz bo‘ladi? 2) Nega dastlabki baho keyin o‘zgaradi? Doskada: 4 o‘lim turi zanjirini chizing, har biriga bittadan misol yozing. Tipik xato: uzilgan o‘limni sekin o‘lim bilan aralashtirish; uzilganda jabrlangan o‘ziga kelib, keyin vafot etadi. Diqqat: o‘ziga kelgan jabrlanganni kuzatuvsiz qoldirish xavfli.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Yashin bilvosita qanday ta’sir qiladi? 2) Kiyim butun bo‘lsa, yashin urishini istisno qilish mumkinmi? Doskada: yashinning 4 ta shikastlovchi omilini diagramma shaklida chizing. Tipik xato: yashin figurasini terining qon quyilishi yoki elektr tamg‘a bilan bir xil deb o‘ylash; figura beqaror, tamg‘a esa kirish-chiqish joyida hosil bo‘ladi.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Tamg‘a bo‘lmasa, elektrotravmani istisno qilish mumkinmi? 2) Hodisa joyida soxta o‘limni nega hisobga olish kerak? Doskada: tamg‘a belgilarini (shakli, chekkasi, markazi, atrofdagi teri) sxema qilib chizing. Tipik xato: nam yoki yupqa teridagi tamg‘asizlikni elektrotravma yo‘qligi deb baholash; bunday holatlar elektrotravmaning 10-20%ida bo‘lishi mumkin.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12 daq. Muhokama: 1) Nega suv ostida olingan jarohat sezilmay qolishi mumkin? 2) Murdada o‘pka barotravmasini qanday isbotlaymiz (yurak va o‘pka tomirlarini bog‘lab, suvda havo yuborish)? Doskada zanjirni chizdiring. Diqqat: niqob yoki nafas naychasi bilan sho‘ng‘ishda o‘pka barotravmasi bo‘lmaydi, akvalangda esa bo‘ladi. Tipik xato: shu ikkisini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12 daq. Muhokama: 1) Kislorod va karbonat angidridi zaharlanishi murdada nega faqat o‘lim tafsilotlari, klinika va boshqa sabablarning yo‘qligi bilan tashxislanadi? 2) Azot ta’siri nega tez qaytadi? Doskada jadvalni ko‘chirtiring. Tipik xato: neyrotoksik (o‘tkir) va o‘pka formasini bosim va muddat bo‘yicha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12 daq. Muhokama: 1) Bosim sekin pasayganda gazlar nega xavf tug‘dirmaydi? 2) Tog‘da topilgan murdada o‘lim sabablarini yana nimalar tushuntirishi mumkin (yurak-qon tomir kasalligi, yashin, quyosh urishi, yiqilish)? Doskada zanjirni chizdiring. Tipik xato: dekompression kasallikni gipoksik balandlik kasalligi bilan bir deb o‘ylash; ikkalasida ham gaz emboliyasi belgilari uchrashi mumkin.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suv yuzasiga ko‘tarilishda nafasni to‘xtatish xavfli? 2) Murdada havo emboliyasi qanday tasdiqlanadi? Doskada chizing: suv sathi, 10 m chuqurlik, o‘pkadagi havo hajmi o‘zgarishi o‘qlari. Tipik xato: niqob yoki nafas naychasi bilan sho‘ng‘ishni akvalang bilan adashtirish. Naychada o‘pka barotravmasi rivojlanmaydi. Diqqat: xato qilish xavfi: eshitish va burun bo‘shliqlari barotravmasi o‘limga olib kelmaydi, o‘pka barotravmasi esa olib keladi.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daq. Muhokama: 1) Nega bo‘linishi tez to‘qimalar nurga sezgir? 2) Alfa va beta zarrachalar nega tashqi nurlanishda kam xavfli? Doskada chizing: dozalar bo‘yicha to‘rt formali shkala (1 grey = 100 rad). Tipik xato: o‘tuvchanlikni (neytron, gamma) zarracha turlari bilan (alfa, beta) adashtirish. Eslab qoling: doza ortgan sari shikast suyak miyadan miyagacha ‘ko‘tariladi‘.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daq. Muhokama: 1) Nega dastlabki soatlardagi o‘limda faqat tez o‘lim belgilari topiladi? 2) Infeksion asoratlar qanday ko‘rinishda bo‘ladi? Doskada chizing: uch davr vaqt chizig‘i. Tipik xato: latent davrni tuzalish deb o‘ylash. Ahvol faqat yaxshilangandek bo‘ladi. Eslatma: 50 grey dozada o‘lim odatda ikki sutkada, 150 greydan katta dozada darhol sodir bo‘ladi.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nur yarasi termik kuyishdan uzoq bitadi? 2) Ekspertiza vazifalarini hal etishda qaysi hujjatlar kerak? Doskada: ekspertizaning 5 vazifasini ro‘yxat qilib yozdiring. Tipik xato: surunkali kasallikni o‘tkir formadagi davrlar (birlamchi reaksiya, latent davr)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A va B vaziyatlarda murda tekshiruvi qanday farq qiladi? 2) 50 grey qaysi formaga to‘g‘ri keladi? Doskada: doza (grey) bo‘yicha to‘rt formani shkala ko‘rinishida chizdiring. Tipik xato: dastlabki soatlardagi o‘limda ham spetsifik nur belgilarini kutish.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A va B vaziyatlarda murda tekshiruvi qanday farq qiladi? 2) 50 grey qaysi formaga to‘g‘ri keladi? Doskada: doza (grey) bo‘yicha to‘rt formani shkala ko‘rinishida chizdiring. Tipik xato: dastlabki soatlardagi o‘limda ham spetsifik nur belgilarini kutish.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Yakuniy savollar: 1) Alanganing hayotiy ta’sirini qaysi belgilar isbotlaydi? 2) Sovuq qotishni qaysi belgilar tasdiqlaydi? 3) Elektr tamg‘a yo‘q bo‘lishi mumkinmi? Mustaqil ish: har bir omil (harorat, elektr, bosim, radiatsiya) uchun hayotiy ta’sir belgilari jadvalini tuzing. Doskada: bitta omilni tanlab, “belgi - nimani bildiradi” sxemasini chizdiring. Tipik xato: o‘limdan keyingi ta’sir belgilarini (karboksigemoglobin, qor ostidagi muz) hayotiy ta’sir deb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Yakuniy savollar: 1) Alanganing hayotiy ta’sirini qaysi belgilar isbotlaydi? 2) Sovuq qotishni qaysi belgilar tasdiqlaydi? 3) Elektr tamg‘a yo‘q bo‘lishi mumkinmi? Mustaqil ish: har bir omil (harorat, elektr, bosim, radiatsiya) uchun hayotiy ta’sir belgilari jadvalini tuzing. Doskada: bitta omilni tanlab, “belgi - nimani bildiradi” sxemasini chizdiring. Tipik xato: o‘limdan keyingi ta’sir belgilarini (karboksigemoglobin, qor ostidagi muz) hayotiy ta’sir deb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Amaliy mashg’ulot: Fizik omillar ta’siridan o‘lim hollarida murdalar sud-tibbiy ekspertizasi.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Kirish: fizik omillar va mashg‘ulot maqsadi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Fizik omillar ta’siridan o‘lim hollarida murdalar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Bobda to‘rt guruh fizik omil ko‘riladi: yuqori va past harorat, elektr toki, bosim o‘zgarishi hamda radiatsiya.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Past haroratning ta’siri deyarli barcha holatlarda baxtsiz hodisa oqibatida ro‘y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Elektrotravma shikastlanishlarning 1-2,5% ini tashkil etadi. Biroq nogironlik va o‘limga olib kelishda u etakchi o‘rinlardan birini egallaydi.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Yong‘indan keyin topilgan murdada alanga ta’sirining hayotiyligini (o‘limdan oldin yoki keyin ekanini) aniqlash zarur bo‘ladi.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183, 191, 196, 188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Tana harorati va issiqlik ajralish yo‘llari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Fizik omillar ta’siridan o‘lim hollarida murdalar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Tana harorati me’yorda 36-37°S; issiqlik hosil bo‘lishi va ajralishi tartibga solinadi.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22-25°S dan past yoki 43-44°S dan baland haroratda to‘qimalar hayot bilan nomutanosib o‘zgaradi.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Umumiy ta’sir — issiq urish yoki sovuq qotish; mahalliy ta’sir — kuyish yoki sovuq urishi.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Nurlanish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55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Ter bilan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27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O‘tkazish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15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Turli ajratmalar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3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Issiqlik ajralishi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Issiq urish: sabablar va rivojlanish mexanizmi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Fizik omillar ta’siridan o‘lim hollarida murdalar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Sabab: issiq ko‘p hosil bo‘lib, kam ajraladi — baland harorat va namlik, shamolsizlik, og‘ir mehnat.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Moyillik: havo o‘tkazmas kiyim, yurak-qon tomir kasalligi, semizlik, keksalik.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Asosiy o‘rinda gemodinamika buzilishi: qon quyuqlashib, aylanish sustlashadi, gipoksiya rivojlanadi.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Issiq to‘planadi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Issiq ko‘p hosil, kam ajraladi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Qon quyuqlashadi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Aylanish sekinlashadi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Gipertermiya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So‘ng gipoksiya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Stress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Katexolamin, staz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Almashinuv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Modda almashinuvi buziladi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Issiq urish mexanizmi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Issiq urishning o‘tkir va uzaytirilgan shakli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Fizik omillar ta’siridan o‘lim hollarida murdalar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O‘tkir shakl: o‘rganmagan organizmda birdan hush yo‘qolib, koma rivojlanadi va qisqa muddatda o‘lim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Uzaytirilgan shaklda belgilar sekin kuchayadi; markaziy nerv tizimi (MNT) avval susayadi.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Tana harorati 42-43°S dan oshsa, nafas olishning birlamchi to‘xtashidan o‘lim sodir bo‘ladi.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Susayish davri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Latent davr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Qo‘zg‘alish davri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Qo‘zg‘alish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Holsizlik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41-42°S dan yuqori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Predagonal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Koma, talvasa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Nafas to‘xtashi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42-43°S dan yuqori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Uzaytirilgan issiq urish zanjiri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183-184, 184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Quyosh urishi va murdadagi o‘zgarishlar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Fizik omillar ta’siridan o‘lim hollarida murdalar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Murdada miya va pardalar to‘laqon, shishgan; miya to‘qimasida mayda perivaskulyar qon quyilishlar topiladi.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Ichki a’zolarda to‘laqonlik, yurak va yirik tomirlarda quyuq qon; o‘pka qo‘ng‘ir tusda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Murda qotishi tez va kuchli rivojlanadi, murda dog‘lari esa kech paydo bo‘lib, oz bo‘ladi.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Issiq urish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Issiqlik ko‘p ishlanib, kam ajraladi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Harorat 41-42°S dan oshishi mumkin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Koma, talvasa, nafas sekinlashadi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Murdada o‘zgarish o‘xshash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Quyosh urishi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Quyosh nuri uzoq vaqt boshga ta’sir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Salmoqli ko‘tarilish xos emas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Bosh og‘rig‘i, gallyusinatsiya, talvasa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Spetsifik xususiyati yo‘q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Issiq urish va quyosh urishi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savol: issiq va quyosh urishi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Fizik omillar ta’siridan o‘lim hollarida murdalar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issiq urishning uzaytirilgan shaklida nechta davr bor? Javob: uchta — susayish, qo‘zg‘alish va holsizlik.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issiq urishga qanday omillar moyillik yaratadi?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Javob: yuqori harorat va namlik, shamolsizlik, og‘ir ish, havo o‘tkazmas kiyim, semizlik, keksalik, yurak-qon tomir kasalligi.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murdada issiq yoki quyosh urishiga xos maxsus morfologik belgi bormi? Javob: yo‘q, o‘zgarishlar o‘xshash va spetsifik emas.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issiq urish ≠ quyosh urishi: issiq urishda tana umumiy qiziydi, quyosh urishida bosh nur ta’sirida isiydi; harorat salmoqli ko‘tarilmaydi.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184, 183, 183-184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Termik kuyish: manbalar va to‘rt daraja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Fizik omillar ta’siridan o‘lim hollarida murdalar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Sabab: alanga, quyushqoq moddalar, 60°S dan issiq suv, bug‘, gaz yoki qizdirilgan jism.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Murdada I daraja ko‘pincha sezilmaydi. II darajada pufak tubi qo‘ng‘ir, zich; kesilsa qon chiqmaydi.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I-III darajali kuyish har qanday manbadan bo‘ladi. IV daraja faqat alanga ta’sirida hosil bo‘ladi.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Kuyish darajalari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I daraja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Eritema, yengil shish, og‘riq  ·  3-4 kunda izsiz o‘tadi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II daraja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Seroz suyuqlikli pufaklar  ·  10-20 kunda, chandiqsiz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III daraja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Nekroz: III-A yuzaki, III-B to‘liq  ·  2-3 haftada granulyasiya, chandiq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IV daraja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Teri, mushak, boylam, suyak nekrozi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Termik kuyish darajalari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185, 185-186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Kuyish manbaini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Fizik omillar ta’siridan o‘lim hollarida murdalar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Oqmalar tananing past sohalariga, “alanga tillari” esa yuqori sohalarga yo‘naladi.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Yo‘nalish jabrlanganning hodisa paytidagi holatini baholashga yordam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nafas yo‘llari kuyishi faqat bug‘ va issiq gaz ta’siri uchun xos jarohat deb keltiriladi.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3530"/>
                <a:gridCol w="2045969"/>
                <a:gridCol w="1668476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Manba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Soch, kiyim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Jarohat xususiyati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Issiq suyuqlik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Shikastlanmaydi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Yuzaki, oqmasimon; yopiq joyga ham oqadi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Alanga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Shikastlanadi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Chuqur, tilsimon; qurum izi bor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Qizdirilgan jism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Manbada ko‘rsatilmagan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Chuqur, cheklangan, kontakt shakliga mos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Bug‘, issiq gaz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Manbada ko‘rsatilmagan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Nafas yo‘llari kuyishi xos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Manbalar farqi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Kuyish maydoni va og‘irlik mezonlari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Fizik omillar ta’siridan o‘lim hollarida murdalar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Kaft qoidasi: bir kishining kafti tana yuzasining taxminan 1% ini tashkil etadi.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Diagnoz kasr shaklida yoziladi: suratda yuza, mahrajda daraja. Masalan: 30% (10%) / II-III.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Kuyish kasalligi yoki nafas yo‘llari shishi bo‘lsa, kichikroq yuza ham hayotga xavfli bo‘ladi.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III-IV daraja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&gt; 10</a:t>
            </a:r>
            <a:r>
              <a:rPr sz="1500" b="0">
                <a:solidFill>
                  <a:srgbClr val="6B7280"/>
                </a:solidFill>
                <a:latin typeface="Calibri"/>
              </a:rPr>
              <a:t>  % yuza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III daraja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&gt; 15</a:t>
            </a:r>
            <a:r>
              <a:rPr sz="1500" b="0">
                <a:solidFill>
                  <a:srgbClr val="6B7280"/>
                </a:solidFill>
                <a:latin typeface="Calibri"/>
              </a:rPr>
              <a:t>  % yuza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II daraja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&gt; 20</a:t>
            </a:r>
            <a:r>
              <a:rPr sz="1500" b="0">
                <a:solidFill>
                  <a:srgbClr val="6B7280"/>
                </a:solidFill>
                <a:latin typeface="Calibri"/>
              </a:rPr>
              <a:t>  % yuza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Bir kaft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≈ 1</a:t>
            </a:r>
            <a:r>
              <a:rPr sz="1500" b="0">
                <a:solidFill>
                  <a:srgbClr val="6B7280"/>
                </a:solidFill>
                <a:latin typeface="Calibri"/>
              </a:rPr>
              <a:t>  % yuza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Hayot uchun xavfli kuyish yuzalari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187, 188, 187-188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Kuyish kasalligining to‘rt davri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Fizik omillar ta’siridan o‘lim hollarida murdalar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Nafas yo‘llari kuyishi va is gazi qo‘shilsa, shokda o‘lim ehtimoli ikki va undan ko‘p marta ortadi.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Septikotoksemiyada pnevmoniya, abssess, flegmona, pielonefrit, sepsis va kaxeksiya (o‘ta ozish) kuzatiladi.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Kichik yoshdagi bolalarda va keksalarda kuyish kasalligi og‘irroq kechadi.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Kuyish shoki: 1 sutkagacha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Toksemiya: 1-2 hafta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Septikotoksemiya: 2-3 hafta–oy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Rekonvalessensiya: tuzalish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Kuyish kasalligi davrlari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Alanga ta’sirining hayotiyligini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Fizik omillar ta’siridan o‘lim hollarida murdalar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Qurum peshona suyagi bo‘shlig‘i, qon tomirlar, leykotsitlar va jigar Kupfer hujayralarida ham topiladi.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Ko‘z olmalari odatda shikastlanmaydi; qovoq terisi yoyilganda kuygan va kuymagan joylar navbatlashadi.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Arterial tromblar, o‘pka yog‘ emboliyasi va pufaklarda oqsilning ikki baravar ko‘pligi ham tiriklik belgisi.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Alanga hayotiyligi belgilari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Qurum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Nafas yo‘li, qizilo‘ngach, oshqozon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Karboksigemoglobin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Hayotda 60% gacha  ·  Keyin 20% dan oshmaydi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Karboksimioglobin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Chuqur mushaklar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“G‘oz panjasi”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Qovoq burmasi: tubi qurumsiz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Alanga hayotda ta’sir qilganini ko‘rsatadi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yong‘indan topilgan murda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Fizik omillar ta’siridan o‘lim hollarida murdalar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yong‘indan so‘ng tana to‘liq ko‘mirlangan, qo‘l-oyoqlari bukilgan “bokser pozasi”da topildi.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Poza namlik bug‘lanishi, oqsil ivishi va mushaklar kaltalashishidan hosil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Kalla ichida epidural gematoma aniqlandi. Savol: alanga o‘limdan oldin ta’sir qilganmi yoki keyinmi? Qaysi belgi va namunalarni tekshirasiz?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Yong‘in o‘limi ko‘pincha is gazidan zaharlanishdan bo‘ladi, murda esa o‘limdan so‘ng ko‘mirlanadi.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190, 189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yong‘indan topilgan murda (davomi)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Fizik omillar ta’siridan o‘lim hollarida murdalar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Shuning uchun teri va ichki a’zolarning mikroskopik tekshiruvi zarur.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travmadan kelgan epidural gematoma urchuqsimon va qattiq pardaga birikkan; o‘limdan keyingi alanga ta’siridagisi o‘roqsimon va birikmagan.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190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Past harorat: omillar va sovuq qotish bosqichlari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Fizik omillar ta’siridan o‘lim hollarida murdalar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Namlik, shamol, noto‘g‘ri kiyim, charchoq va mastlik sovuq qotishga moyillik yaratadi.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Go‘daklar termoregulyasiya to‘liq shakllanmagani va tana yuzasi nisbatan katta bo‘lgani uchun o‘ta sezgir.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Sovuq suvda o‘lim 1–1,5 soatda; to‘satdan tushganda qon tomir kollapsi yoki shokdan ham bo‘lishi mumkin.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Kompensatsiya: issiqlik ↑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Dekompensatsiya: harorat ↓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+30…+28°S: po‘stloq buziladi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+25…+22°S: yakuniy bosqich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Sovuq qotish bosqichlari zanjiri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191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Sovuq qotishning murdadagi tashqi belgilari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Fizik omillar ta’siridan o‘lim hollarida murdalar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qor tagidagi muz qatlami spetsifik emas — sovub ulgurmagan murdada ham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Kuchli mastlikda “sovuq qotgan odam pozasi” bo‘lmasligi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Musbat haroratda (+10°S gacha) dog‘lar ko‘kimtir-binafsha; manfiy haroratda pushti-qizg‘ish.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958"/>
                <a:gridCol w="3241016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Ko‘rinishi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Sovuq qotgan odam pozasi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Qo‘llar ko‘krakka, oyoqlar qorniga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Rayskiy belgilari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Og‘iz-burunda muz, qosh-kiprikda qirov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Puparev belgisi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Moyak qisqargan, yorg‘oq tepada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Dog‘lar rangi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Pushti-qizg‘ish, qonda kislorod ko‘p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Tashqi belgilar jadvali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192, 192–193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Sovuq qotishning ichki a’zolardagi belgilari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Fizik omillar ta’siridan o‘lim hollarida murdalar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Qon tomir devori o‘tkazuvchanligi oshgani sababli ichki a’zolarda diapedez qon quyilishlar topiladi.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Innervatsiya buzilib, silliq mushaklar falajlanadi va siydik qopi siydikka to‘lgan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Vishnevskiy dog‘lari (oshqozon shilliq qavatida) 80–90% holatda uchraydi; tez o‘limda kam yoki yo‘q.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0616"/>
                <a:gridCol w="3407359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Topilma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To‘laqonlik, tus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A’zolar to‘laqon, to‘qimalar pushti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Chap yurak, aortada laxtali qip-qizil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Puxnarevich belgisi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Oshqozon bo‘sh, o‘lchami ancha kichik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Fabrikantov belgisi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Buyrak jomida mayda qon quyilishlar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Ichki belgilar jadvali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193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Vishnevskiy dog‘lari: belgi va mexanizm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Fizik omillar ta’siridan o‘lim hollarida murdalar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Oshqozon, ba’zan o‘n ikki barmoqli ichak shilliq qavatida diametri 0,5 sm gacha mayda qon quyilishlar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Sovuq qotishdan o‘lganlarning 80-90%ida uchraydi, o‘limdan 6-9 oy keyin ham aniqlanishi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Tez o‘limda dog‘lar kam yoki yo‘q, bolalarda ko‘pincha kuzatilmaydi; sekin o‘limda ko‘p bo‘ladi.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Past harorat ta’siri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Vegetativ nerv buzilishi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Qon tomir spazmi, diapedez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Gemorragik infarkt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Vishnevskiy dog‘lari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Dog‘lar paydo bo‘lish zanjiri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193, 193-194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Mikroskopiya, gistokimyo va muzlagan murda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Fizik omillar ta’siridan o‘lim hollarida murdalar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Mikroskopiyada buyrak to‘g‘ri naychalari epiteliysining proliferatsiyasi va nekrobiotik o‘zgarishlari topiladi (Kasyanov belgisi).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Jigar, oshqozon osti bezi, yurak va miyada glikogen, buyrak usti bezi po‘stlog‘ida lipoidlar yo‘qoladi.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Juda tez o‘limda qand kamayadi, jigarda glikogen esa saqlanib qolishi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Kuchli mastlikda sovuq ta’sirida qonda alkogol kam, siydikda esa ko‘p bo‘lishi mumkin; sababi alkogolning kuchli utilizatsiyasi.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194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Mikroskopiya, gistokimyo va muzlagan murda (davomi)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Fizik omillar ta’siridan o‘lim hollarida murdalar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Minus haroratda muzlagan murdada mayda yoriqlar paydo bo‘ladi, miya muzlashi kalla suyaklarini sindirishi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Tez eritish gemoliz va imbibitsiyani kuchaytiradi.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194-195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Sovuq urish: darajalar va xususiyatlar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Fizik omillar ta’siridan o‘lim hollarida murdalar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Yashirin davr — sovish vaqti; reaktiv davr isishdan so‘ng boshlanib, chuqurlikka qarab daraja ajratiladi.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Repersussiya: bir tomon sovuq ursa, qarama-qarshi qo‘l yoki oyoqda ham o‘zgarish rivojlanishi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10%dan ortiq yuzaning III-IV, 15%dan ortiq III, 20%dan ortiq II daraja sovuq urishi hayot uchun xavfli.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Sovuq urish darajalari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I daraja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Qizg‘ish-ko‘kimtir, shishgan  ·  3-7 kunda o‘tadi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II daraja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Tiniq suyuqlikli pufaklar  ·  10-20 kun, chandiqsiz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III daraja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Teri nekrozi, gemorragik pufak  ·  1-2 oy, chandiq bilan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IV daraja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To‘qima va suyak nekrozi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Sovuq urish darajalari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195, 196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sovuq qotish va sovuq urish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Fizik omillar ta’siridan o‘lim hollarida murdalar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Vaziyat: ochiqda mast shaxs murdasi topildi, qo‘llari ko‘krakka, oyoqlari qorniga bukilgan. Qaysi belgilar past harorat hayotiy ta’sir qilganini tasdiqlaydi?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Bukilgan “sovuq qotgan odam pozasi” hayotiy ta’sirdan dalolat; kuchli mastlikda poza bo‘lmasligi mumkin, shuning uchun yo‘qligi ta’sirni inkor etmaydi.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Oshqozon shilliq qavatidagi mayda (0,5 sm gacha) qon quyilishlar — Vishnevskiy dog‘lari — 80-90% holatda; o‘lim tez bo‘lsa, kam yoki bo‘lmasligi mumkin.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Kuchli mastlikda sovuq ta’sirida qonda alkogol past, siydikda esa baland bo‘lishi mumkin. Sababi organizmning alkogolni kuchli utilizatsiya qilishidir.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192, 193, 194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Elektrotravma: xususiyatlari va tok omillari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Fizik omillar ta’siridan o‘lim hollarida murdalar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Elektrotravma jarohatlarning 1-2,5% ini tashkil etsa-da, nogironlik va o‘lim bo‘yicha etakchi o‘rinda turadi.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Tokni maxsus asbobsiz aniqlab bo‘lmaydi; u kontakt, bilvosita yoki masofadan ta’sir qilishi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Ta’sir qisqa bo‘lsa ham, jarohat hajmi va og‘irligi o‘rtasida nomutanosiblik kuzatiladi.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Xavfsiz kuchlanish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24</a:t>
            </a:r>
            <a:r>
              <a:rPr sz="1500" b="0">
                <a:solidFill>
                  <a:srgbClr val="6B7280"/>
                </a:solidFill>
                <a:latin typeface="Calibri"/>
              </a:rPr>
              <a:t>  V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O‘limlar ko‘pi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220–380</a:t>
            </a:r>
            <a:r>
              <a:rPr sz="1500" b="0">
                <a:solidFill>
                  <a:srgbClr val="6B7280"/>
                </a:solidFill>
                <a:latin typeface="Calibri"/>
              </a:rPr>
              <a:t>  V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Xavfli tok kuchi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50</a:t>
            </a:r>
            <a:r>
              <a:rPr sz="1500" b="0">
                <a:solidFill>
                  <a:srgbClr val="6B7280"/>
                </a:solidFill>
                <a:latin typeface="Calibri"/>
              </a:rPr>
              <a:t>  mA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O‘lim ko‘p tok kuchi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100</a:t>
            </a:r>
            <a:r>
              <a:rPr sz="1500" b="0">
                <a:solidFill>
                  <a:srgbClr val="6B7280"/>
                </a:solidFill>
                <a:latin typeface="Calibri"/>
              </a:rPr>
              <a:t>  mA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O‘ta xavfli chastota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40–60</a:t>
            </a:r>
            <a:r>
              <a:rPr sz="1500" b="0">
                <a:solidFill>
                  <a:srgbClr val="6B7280"/>
                </a:solidFill>
                <a:latin typeface="Calibri"/>
              </a:rPr>
              <a:t>  gers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Tok omillari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196, 197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Organizm omillari va to‘qimalar qarshiligi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Fizik omillar ta’siridan o‘lim hollarida murdalar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Bolalar, keksalar, homilador ayollar sezgirroq. Yurak, nerv, nafas kasalliklari, gipoksiya, mastlik va issiq urish organizm qarshiligini pasaytiradi.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“Diqqat omili”: tok ehtimolini kutish ehtiyotkorlikka, tok urganda esa manbadan tez uzilishga olib keladi.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Elektromonterlarda elektrotravma kam uchrashi shu bilan izohlanadi.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Qarshilik oshib borishi: qon, shilliq qavat, jigar, buyrak, mushak, miya, o‘pka, boylam, tog‘ay, nerv, suyak, teri.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198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Organizm omillari va to‘qimalar qarshiligi (davomi)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Fizik omillar ta’siridan o‘lim hollarida murdalar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Morfologik o‘zgarishlar asosan suyak va terida.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Nam teri va terlash xavfni oshiradi, shuning uchun o‘lim yozda ko‘proq.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Rezina, teri, shoyi qarshiligi katta; nam kiyim va metall bezaklar qarshilikni kamaytiradi.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198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Tok sirtmog‘i va qadam kuchlanishi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Fizik omillar ta’siridan o‘lim hollarida murdalar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Tok yurak va bosh miya orqali o‘tsa xavfli: yuqori, chap, chap egri, chap to‘liq sirtmoqlar.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Ikki qutbli yoki yerga ulangan holatda tok tarqaladi; izolyatsiyalangan bir qutbli ulanish odatda xavfsiz.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Qadam kuchlanishi — 0,8 m oraliqdagi ikki nuqta potensiallari farqi; uzilgan sim yaqiniga 10 m dan yaqin bormang.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Sim yerga tushadi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Uzilgan sim yerga tushadi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Elektr krateri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Yerda elektr krateri hosil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Potensiallar farqi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Oyoqlar potensiali farq qiladi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Pastki sirtmoq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Oyoq talvasasi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Yiqilish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To‘liq sirtmoq xavfi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Qadam kuchlanishi zanjiri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199, 200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Elektr tokining spetsifik va nospetsifik ta’siri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Fizik omillar ta’siridan o‘lim hollarida murdalar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Umumiy ta’sirda hujayra elektr jarayonlari buziladi: qorinchalar fibrillyasiyasi, nafas buzilishi, shok.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Suyakda kalsiy fosfat erib qotib, 1–5 mm li ichi bo‘sh oq sharchalar — “marvarid marjonlari”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Terida metall zarrachalari impregnatsiyasi — kimyoviy ta’sir; mexanik ta’sir yuqori kuchlanishda ko‘p.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Tok ta’siri turlari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Kimyoviy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Ion muvozanati buziladi  ·  Anod koagulyatsion, katod kollikvatsion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Termik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Tok issiqlikka aylanadi  ·  Kuyish; marvarid marjonlari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Mexanik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Skelet mushaklari talvasasi  ·  Bo‘g‘im chiqishi, suyak siniqlari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Nospetsifik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Energiya tanadan tashqarida  ·  Kiyim alangasi, ko‘z kuyishi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Ta’sir turlari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200, 201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Elektr tamg‘a va metallizatsiya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Fizik omillar ta’siridan o‘lim hollarida murdalar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Tok kirish-chiqish joyida hosil bo‘ladi; dumaloq yoki oval, zich, chekkasi ko‘tarilgan, o‘rtasi kraterdek.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Mikroskopda shox va yaltiroq qavatda bo‘shliqlar, hujayralar supurgisimon, metall zarrachalari uyasimon.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Yupqa yoki nam terida tamg‘a hosil bo‘lmaydi; bu elektrotravmaning 10–20% ida bo‘lishi mumkin.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6758"/>
                <a:gridCol w="3541217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Metall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Tamg‘a rang tusi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Mis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Havorang, yashil, sarg‘ish-jigarrang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Temir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Sariq, jigarrang, qora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Alyuminiy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Kulrang, sarg‘ish-jigarrang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Qo‘rg‘oshin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Kulrang, qoramtir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Metallizatsiya ranglari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201–202, 202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Elektr kuyish va o‘lim turlari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Fizik omillar ta’siridan o‘lim hollarida murdalar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Elektr kuyish og‘riqsiz, atrofida yallig‘lanish yo‘q: sezuvchi nerv oxirlari buzilgan.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Haqiqiy yuza 2-3 haftada ayon bo‘ladi; keyin tomir arroziyasi ikkilamchi qon ketishi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Soxta o‘lim (vita minima) ko‘p uchraydi: ishonchli belgi yo‘q bo‘lsa, reanimatsiya o‘tkaziladi.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O‘ta tez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Darhol to‘xtash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Sekin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Hayot alomatlari bor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Uzilgan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O‘ziga kelgach o‘lim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Kech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Soatlar-sutkadan so‘ng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Avdeev bo‘yicha 4 o‘lim turi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203, 203-204, 204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Yashin urishi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Fizik omillar ta’siridan o‘lim hollarida murdalar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Yashinning shikastlovchi omillari: elektr toki, yorug‘lik, tovush va zarb to‘lqini. U bevosita yoki bilvosita (telefon, televizor, radio) ta’sir qiladi.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Terida qizil yoki pushti daraxtsimon “yashin figurasi” paydo bo‘ladi: tomirlar kengayadi, mayda qon quyilishlar bo‘ladi.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Belgi beqaror, soatlar-sutkada yo‘qoladi, shuning uchun darhol suratga olinadi.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Kiyimda kuyish va shikast bo‘ladi. Ba’zan tashqi kiyim butun, ichki kiyim yoki tana shikastlangan bo‘ladi; metall detallar va tangalar erishi mumkin.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Tirik qolganlarda figura bir necha kun saqlanishi, simmetrik parez va falajlar rivojlanishi mumkin. Ba’zan tana va kiyimda jarohat umuman bo‘lmaydi.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205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elektrotravma va yashin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Fizik omillar ta’siridan o‘lim hollarida murdalar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Vaziyat: uyda nam sharoitda murda topildi. Kaftda dumaloq, chekkasi ko‘tarilgan, markazi chuqur zich dog‘; atrofdagi teri o‘zgarmagan, bu elektr tamg‘aga mos.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Metallizatsiya tamg‘a rangini beradi: mis o‘tkazgichdan havorang-yashil, temirdan sariq-qora.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Metall rangli bosma, rentgen va emission spektrografiya bilan aniqlanadi.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Nam teri tokka qulay sharoit yaratadi. Ishonchli o‘lim belgisi bo‘lmasa, soxta o‘lim ehtimoli bor: murda dog‘lari paydo bo‘lguncha reanimatsiya o‘tkaziladi.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Savol: yashin figurasi nima uchun darhol suratga olinadi? Javob: u beqaror belgi bo‘lib, bir necha soatdan, ba’zan sutkadan so‘ng yo‘qoladi.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202, 198, 204, 205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Yuqori bosim: barotravma va o‘pka shikastlanishi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Fizik omillar ta’siridan o‘lim hollarida murdalar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Suv ostida atmosfera bosimiga gidrostatik bosim qo‘shiladi: 10 m da bosim 2 marta, 20 m da 3 marta ortadi.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Akvalangda ko‘tarilayotib 10 m chuqurlikda nafasni ushlash o‘pka ichi bosimini keskin oshiradi.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Bosim 80–100 mm Hg ustuniga keskin o‘zgarsa, o‘pka barotravmasi (bosim bilan bog‘liq shikast) rivojlanadi.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Bosimning keskin o‘zgarishi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Bronx va alveolalar yorilishi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Havo kapillyarlarga o‘tadi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Arterial havo emboliyasi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Murdada suv ostida pufakchalar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Barotravmadan emboliyagacha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206, 206–207, 207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G‘avvoslikdagi siqilish va gaz zaharlanishlari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Fizik omillar ta’siridan o‘lim hollarida murdalar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Tananing siqilishi g‘avvoslarga xos: skafandr nosoz bo‘lsa, qon boshga intilib, yuz ko‘karadi.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Karbonat angidridi 3% va undan ko‘p bo‘lsa, hansirash, holsizlik, bosh og‘rig‘i va terlash kuzatiladi.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Azot yog‘da qondan 5 barobar yaxshi eriydi; miyada mastlikka o‘xshash eyforiya paydo bo‘ladi.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3530"/>
                <a:gridCol w="1745454"/>
                <a:gridCol w="1968990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Neyrotoksik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O‘pka formasi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Bosim (MPa — megapaskal)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2,5–3,0 va yuqori, qisqa vaqt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1,0–1,5, 2 soatdan ko‘p yoki takror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Asosiy zarar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Miya: hush yo‘qolishi, talvasa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O‘pka kuyishi, pnevmoniya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Murdada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Spetsifik o‘zgarish yo‘q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Spetsifik o‘zgarish yo‘q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Kislorod bilan zaharlanish formalari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207–208, 209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Dekompression kasallik va past bosim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Fizik omillar ta’siridan o‘lim hollarida murdalar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Tez ko‘tarilganda qon va to‘qimadagi azot ajralib, erkin gaz pufaklari qon tomirlarini yopadi.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Murdada: o‘ng yurak va venalarda gazli laxtalar, teri osti emfizemasi, jigarda ko‘pikli suyuqlik.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Balandlik kasalligi — kislorod tanqisligi; 6 kilopaskalda (18000 m) to‘qima suyuqligi “qaynaydi”.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Chuqurdan tez ko‘tarilish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Bosim keskin pasayadi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Azot gaz pufaklariga aylanadi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Dekompression (kesson) kasallik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Murdada: qonda gaz pufaklari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Kesson kasalligi zanjiri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209, 210, 210–211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bosim o‘zgarishi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Fizik omillar ta’siridan o‘lim hollarida murdalar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g‘avvos akvalang bilan suv yuzasiga ko‘tarilmoqda va 10 m chuqurlikda nafasini to‘xtatib qo‘ygan.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Bunda o‘pkadagi havo hajmi oshadi, o‘pka ichidagi bosim keskin ko‘tariladi. Natijada o‘pka barotravmasi paydo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O‘pka yorilsa, havo qon tomirga o‘tadi. Bosh miya arteriyalarining havo emboliyasi eng xavfli hisoblanadi.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Murdada yurak va o‘pka qon tomirlari bog‘lanib suvga solinadi, o‘pkaga havo yuboriladi. Yorilgan joydan pufakchalar chiqadi.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207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Radiatsiya: ta’sir mexanizmi va doza formalari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Fizik omillar ta’siridan o‘lim hollarida murdalar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Neytron, gamma va rentgen nurlari chuqur o‘tadi. Alfa va beta zarrachalar o‘tuvchanligi past, kiyimda ushlanadi.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Ionlashtiruvchi nur suv radiolizi va DNK shikastini chaqiradi. Hujayra bo‘linishi so‘nadi.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Eng sezgir: suyak miya, teri, ichak, jinsiy bezlar. Suyak miya formasi 6 greydan yuqorida o‘limga olib keladi.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Suyak miya formasi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≤ 10</a:t>
            </a:r>
            <a:r>
              <a:rPr sz="1500" b="0">
                <a:solidFill>
                  <a:srgbClr val="6B7280"/>
                </a:solidFill>
                <a:latin typeface="Calibri"/>
              </a:rPr>
              <a:t>  grey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Ichak formasi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10–20</a:t>
            </a:r>
            <a:r>
              <a:rPr sz="1500" b="0">
                <a:solidFill>
                  <a:srgbClr val="6B7280"/>
                </a:solidFill>
                <a:latin typeface="Calibri"/>
              </a:rPr>
              <a:t>  grey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Toksemik forma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20–80</a:t>
            </a:r>
            <a:r>
              <a:rPr sz="1500" b="0">
                <a:solidFill>
                  <a:srgbClr val="6B7280"/>
                </a:solidFill>
                <a:latin typeface="Calibri"/>
              </a:rPr>
              <a:t>  grey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Serebral forma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&gt; 80</a:t>
            </a:r>
            <a:r>
              <a:rPr sz="1500" b="0">
                <a:solidFill>
                  <a:srgbClr val="6B7280"/>
                </a:solidFill>
                <a:latin typeface="Calibri"/>
              </a:rPr>
              <a:t>  grey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Doza va forma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212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O‘tkir nur kasalligi va murdadagi o‘zgarishlar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Fizik omillar ta’siridan o‘lim hollarida murdalar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Birlamchi reaksiya: ko‘ngil aynishi, qusish, holsizlik. Latent davr 2-4 hafta, sochlar to‘kila boshlaydi.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Yaqqol davrda o‘lim: ko‘plab qon quyilishlar, suyak miya, limfa tugunlari va taloqda destruktiv o‘zgarishlar.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Jinsiy bezlar: yorg‘oq kichrayadi, tuxumdonda follikullar atrofiyaga uchraydi.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Birlamchi reaksiya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3-4 sutka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Latent davr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2-4 hafta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Yaqqol klinik davr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Klinik belgilar yaqqol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Asoratlar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Qon quyilish, infeksiya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O‘lim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4-hafta oxiri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O‘tkir nur kasalligi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213, 214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Surunkali, mahalliy nur shikastlanishi va ekspertiza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Fizik omillar ta’siridan o‘lim hollarida murdalar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Surunkali nur kasalligi kichik dozalar takror ta’sir etganda rivojlanadi: qon hosil bo‘lishi buziladi, qon ketish kuchayadi; o‘lim ko‘pincha infeksiyadan.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Nur kuyishlari termik kuyishga o‘xshaydi; neytron, gamma, rentgen nurlari mushak, suyak, ichki a’zolarni ham shikastlaydi.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Nur yaralari uzoq bitmaydi, yiringlash va o‘sma xavfi bor.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Ekspertiza vazifalari: shikastlovchi omil turi, manbaning fizik xususiyatlari, doza, ta’sir necha marta va qachon bo‘lgani, tan jarohatining og‘irlik darajasi.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Hal etishda voqea tafsiloti, mehnat sharoiti, manba xususiyatlari, dispanser hujjatlari, radiometriya va murdaning makro-, mikroskopik tekshiruvi ishlatiladi.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214, 215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nurlanish bilan bog‘liq o‘lim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Fizik omillar ta’siridan o‘lim hollarida murdalar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 A: nurlanishdan keyingi dastlabki soatlarda o‘lim.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Murdada faqat tez sodir bo‘lgan o‘limga xos belgilar kutiladi, nur kasalligiga xos o‘zgarishlar hali yo‘q.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 B: yaqqol klinik belgilar davrida o‘lim. Ko‘p qon quyilish, suyak miya, limfa tugunlari, taloqda destruksiya, pnevmoniya, peritonit, sepsis kutiladi.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Doza va forma: 10 greygacha suyak miya, 10-20 ichak, 20-80 toksemik, 80 dan yuqori serebral forma. Suyak miya formasi 6 greydan yuqorida o‘limga olib keladi.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213, 212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nurlanish bilan bog‘liq o‘lim (davomi)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Fizik omillar ta’siridan o‘lim hollarida murdalar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40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bir martalik 50 Gr dozada o‘lim qachon kutiladi, 150 Gr dan yuqorida-chi?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Javob: 50 Gr da odatda dastlabki ikki sutkada; 150 Gr dan yuqorida miya markazlari falajidan darhol.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213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Xulosa: fizik omillar ekspertizasi bo‘yicha asosiy nuqtalar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Fizik omillar ta’siridan o‘lim hollarida murdalar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41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Alanga hayotiy ta’sirida nafas yo‘llari, qizilo‘ngach, oshqozonda qurum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karboksigemoglobin o‘limdan keyin ham topiladi, lekin 20% dan oshmaydi; hayotda 60% gacha.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Sovuq qotishda “sovuq qotgan odam pozasi” va Vishnevskiy dog‘lari. Diqqat: tez o‘limda dog‘lar kam yoki yo‘q, bolalarda ko‘pincha bo‘lmaydi.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Elektrotravmada tok kirish-chiqish joyida elektr tamg‘a bo‘ladi; soxta o‘limda reanimatsiya o‘tkaziladi.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189, 192-193, 201, 204, 205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Xulosa: fizik omillar ekspertizasi bo‘yicha asosiy nuqtalar (davomi)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Fizik omillar ta’siridan o‘lim hollarida murdalar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42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“Yashin figurasi” tez yo‘qoladi, darhol suratga olinadi.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O‘pka barotravmasida o‘pka, yurak, bosh miya tomirlarida havo emboliyasi topilishi uni tasdiqlaydi. Nur shikastlanishining og‘irligi avvalo dozaga bog‘liq.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201, 204, 205, 207, 212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Fizik omillar ta’siridan o‘lim hollarida murdalar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43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Eslab qoling: sovuq qotishda “oshqozon” belgisini izlang. S.M.Vishnevskiy dog‘lari, ya’ni oshqozon shilliq qavatidagi mayda qon quyilishlar, bu o‘limlarning 80-90%ida uchraydi. Ular o‘limdan 6-9 oy o‘tgach ham aniqlanishi mumkin.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Qiziqarli belgi: “g‘oz panjasi”. Alanga tirik odamga ta’sir qilganda qovoq terisining burmalar tubida kuyish va qurum bo‘lmaydi. Teri yoyilganda shikastlangan va shikastlanmagan sohalar navbatma-navbat ko‘rinadi.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Hodisa tahlili: yong‘indan keyin topilgan murdada epidural gematoma bor. Urchuqsimon va qattiq pardaga birikkan bo‘lsa, travmadan hosil bo‘lgan. O‘roqsimon va birikmagan bo‘lsa, o‘limdan keyin alanga ta’sirida paydo bo‘lgan.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Amaliy maslahat: “yashin figurasi” terida qizil yoki pushti daraxtsimon shakl ko‘rinishida bo‘ladi. U bir necha soatdan sutkagacha yo‘qolishi mumkin, shuning uchun murdada uni darhol suratga olish kerak.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Eslab qolish usuli: “to‘qqizliklar qoidasi”. Bosh va bo‘yin 9%, tananing old yuzasi 18%, orqa yuzasi 18%, oraliq soha 1%. Qo‘l kafti esa taxminan 1%. Bu raqamlar kuyish maydonini tez baholashga yordam beradi.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Fizik omillar ta’siridan o‘lim hollarida murdalar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44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G‘iyosov Z.A. Sud tibbiyoti: darslik, Toshkent: Global Books nashriyoti. 2018. Bob 7. Fizik omillar ta'siri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