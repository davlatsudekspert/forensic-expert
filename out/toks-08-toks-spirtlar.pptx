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spirtlar nima uchun uchuvchi zaharlar guruhiga kiradi? Doskada: to‘rt modda — CH3OH, C2H5OH, C5H11OH, C2H4(OH)2. Tipik xato: etilenglikolni oddiy suv bug‘i bilan haydab ajratish mumkin deb o‘ylash. Eslatma: spirtlarni par-gaz fazasidan GSX ga yuborish (alkilnitritlar orqali) toks p.49 da bor; «bosh fazali» atamasi va qondagi etanol natijasini to‘g‘ri talqin qilish kitoblarda yo‘q.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nima uchun metanol etanol o‘rnida ichilishi xavfli? Doskada: qo‘llanish sohalari. Tipik xato: metanol zaharliligini etanolnikiga o‘xshash deb baholash.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nima uchun ko‘rish qobiliyati yo‘qoladi? (kitobda sabab ko‘rsatilmagan). Doskada: 7-8 g, 40-45%, 50-55%. Tipik xato: LD50 ni zaharli dozaga tenglashtirish.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peshobdagi chumoli kislota nimani ko‘rsatadi? (metabolizm mahsuloti). Doskada: 21%, 40%, 39%. Tipik xato: foizlarni jamlab 100 ga tenglashtirish kerak deb o‘ylash — Kitobning boshqa betida sekin oksidlanish uchun yana (36%) qavsda ko‘rsatilgan; slaydda 21/40/39 (yig‘indisi 100).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nima uchun metanol zaharliligi uning metabolitlariga bog‘liq? Doskada: oksidlanish zanjiri. Kitobda: metanol «63 °C da qaynaydi» (toks 40, xato). To‘g‘ri qiymat 64,7 °C (malaka 054, 2-jadval).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nima uchun etil spirti ishtirokida bu reaksiya yetarli emas? Doskada: CH3OH + salitsil kislota → metilsalitsilat. Tipik xato: hid asosida ikkala spirtni farqlash.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nima uchun ortiqcha KMnO4 yo‘qotiladi? (fuksinsulfit bilan reaksiyaga xalaqit bermasligi uchun — kitob sabab ko‘rsatmagan, muhokama uchun). Doskada: 4 bosqich. Tipik xato: ortiqcha oksidlovchini yo‘qotmasdan fuksinsulfit qo‘shish.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nima uchun spirt aralashmasida boshqa zaharlar ham qidiriladi? Doskada: spirt + xloralgidrat, kokain, opiy, barbiturat. Tipik xato: spirt topilgach boshqa zaharlarga tahlilni to‘xtatish.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qusuq massasining aspiratsiyasi o‘limga qanday olib keladi? Doskada: bosqichlar — qo‘zg‘alish → narkoz. Tipik xato: o‘lim sababini faqat spirt miqdoriga bog‘lash.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nima uchun etanol uchun namunani kechiktirib yuborish xavfli? Doskada: C2H5OH + 3O2 → 2CO2 + 3H2O. Eslatma: toks p.41 va dvssm p.40 dagi qondagi etanol jadvali (0,01-0,04‰ kayf, 0,05-0,1‰ mast, 0,2‰ o‘limga olib kelishi mumkin) fiziologik jihatdan xato (tekshiruvda aniqlangan), shuning uchun slaydga kiritilmadi; qondagi konsentratsiyani talqin qilish uchun sud-tibbiy ilmiy manbadan foydalaning.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Standart A-6 bo‘yicha etanolga qon va siydik olinadi (4-ma’ruza). Doskada: ob’ektlar ro‘yxati. Tipik xato: miqdorni (100-300 g) bir martalik ichimlik hajmi bilan aralashtirish.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etil spirti qanday alanga bilan yonadi? (zangori). Doskada: C2H5OH → CH3CHO → CH3COOH. Tipik xato: oksidlanish mahsulotini formaldegid deb yozish — sirka aldegidi hosil bo‘ladi.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yodoform kristallari nimaga o‘xshaydi? (olti qirrali yulduzchalar). Doskada: I2 + NaOH → NaOI; etanol → sirka aldegidi → yodoform. Tipik xato: musbat yodoform reaksiyasini etanol isboti deb hisoblash (aseton ham beradi — 6-ma’ruza).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dixromat rangi nima uchun yashil bo‘ladi? (Cr(III) hosil bo‘ladi). Doskada: oksidlanish tenglamasi. Tipik xato: yashil rangni etanolga xos yagona belgi deb bilish.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efir hidi nimaga asoslangan? (murakkab efir hosil bo‘lishi). Doskada: spirt + kislota → efir. Tipik xato: hidni sub’ektiv baholab, boshqa usul bilan tasdiqlamaslik.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qaysi usul eng tanlab ta’sir etadi? (GSX). Doskada: to‘rt usul. Eslatma: kitob bu usullarning tafsilotini keltirmagan; amaliyot (53-dars) va GSX bo‘limiga qarang.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nima uchun samogonda amil spirti ko‘p bo‘ladi? (kitob: qo‘lbola tayyorlash). Doskada: qo‘llanish. Tipik xato: amil va izoamil spirtini farqsiz deb olish — kitob ikkalasini birga ko‘rsatadi.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sianoz nima? (terining ko‘karishi). Doskada: 20-30 daqiqa, 10-15 daqiqa, 10-15 g. Tipik xato: o‘tkir va sekin zaharlanishni aralashtirish.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oshqozon ichidagi modda nima uchun muhim ob’ekt? Doskada: ajratish sxemasi. Tipik xato: efirli ajralmani qizdirib bug‘latish — kitobda uy haroratida deyilgan.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«manfiy ahamiyatli» reaksiya nimani anglatadi? Doskada: C5H11OH → valerian aldegidi → valerian kislotasi. Tipik xato: rang reaksiyasini yakuniy isbot deb hisoblash.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nima uchun texnik etilenglikol bo‘yaladi? (kitob: qizil yoki boshqa rangga bo‘yalgan bo‘ladi). Doskada: antifriz tarkibi. Tipik xato: shirin mazasi tufayli uning zararsizligini taxmin qilish.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nima uchun zaharlanishning birinchi fazasi mastlikka o‘xshaydi? Doskada: 12-24 soat va 24-72 soat bosqichlari. Tipik xato: o‘limga olib keluvchi miqdorni (100-300 ml) zaharli dozasi (50 ml) bilan aralashtirish. Kitobda «13-14 kyndan» yozilgan, kundan deb o‘qildi.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oksalatlar nima uchun buyrakni zararlaydi? (kaltsiy oksalat kristallari). Doskada: etilenglikol → glikol kislota → oksalat. Tipik xato: peshobdagi oksalat kristallarini faqat etilenglikolga xos deb hisoblash.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benzol nima uchun kolbaga qaytadi? (sirkulyatsion haydash). Doskada: 4-rasm — qurilma sxemasi. Tipik xato: etilenglikolni oddiy suv bug‘i bilan haydab ajratish.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periodat bilan oksidlashning mohiyati? (glikol bog‘ining uzilishi — kitobda formaldegid hosil bo‘lishi ko‘rsatilgan). Doskada: H2COH–H2COH + KIO4 → 2HCHO. Tipik xato: glitserinni distillyatda aniqlashga urinish.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konvert shaklidagi kristallar qaysi moddaga xos? (kaltsiy oksalat). Doskada: CaC2O4 kristalli (5-rasm). Tipik xato: mikrokristallarni darhol kutish — ba’zan 2-3 kundan so‘ng hosil bo‘ladi. Miqdori: etilenglikolni formaldegidga o‘tkazib, kolorimetrik yoki GSX usulida (toks p.47).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GSX va gaz adsorbsion xromatografiyaning farqi nimada? (qo‘zg‘almas faza). Doskada: faza sxemasi. Tipik xato: qo‘zg‘almas fazani gaz deb o‘ylash. Kitobda «Djeyn» yozilgan, slaydda shunday keltirildi.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kichik K li modda xromatogrammada qachon chiqadi? (erta). Doskada: K formulasi. Tipik xato: K ni teskari yozish.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o‘lik ushlanish vaqti nima? (sorbentga shimilmagan gazning ushlanish vaqti). Doskada: tchin = tum − tm. Tipik xato: umumiy ushlanish vaqtini chin ushlanish vaqti deb hisoblash.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nima uchun bitta ushlanish vaqti isbotlash uchun yetarli emas? Doskada: to‘rt yo‘l. Eslatma: qondagi etanol natijasini talqin qilish bo‘yicha kitobdagi jadval xato, shuning uchun keltirilmadi.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uch xil miqdoriy usulning farqi nimada? (kitob faqat nomlarini beradi). Doskada: ±1,0-1,5%. Tipik xato: nisbiy xatolikni mutlaq xatolik bilan aralashtirish.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nima uchun spirtlar alkilnitritlarga aylantiriladi? (uchuvchanlik bir necha marta ortadi). Doskada: spirt + HNO2 → alkilnitrit. Eslatma: kitobda «bosh fazali» (headspace) atamasi yo‘q; par-gaz fazasidan namuna olish mazmunan shu usulga yaqin, lekin kitob uni shunday atamaydi. Tipik xato: flakonni germetik yopmasdan nitrit qo‘shish.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nima uchun ichki standart ishlatiladi? (namuna hajmi va sharoit o‘zgarishini kompensatsiya qilish — bu izoh kitobda yo‘q, muhokama uchun). Doskada: h1/h2 grafigi. Tipik xato: ichki standart sifatida analit bilan bir xil spirtni olish.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har bir spirt uchun eng xarakterli reaksiya nima? Doskada: modda — reaksiya jadvali. Tipik xato: hid asosida spirtlarni farqlash.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4069080"/>
            <a:ext cx="2743200" cy="7315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10911535" cy="219456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Georgia"/>
              </a:rPr>
              <a:t>Metil, etil, amil spirtlari va etilenglikol. Kimyoviy va GSX tahlili, natijani talqin qilish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343400"/>
            <a:ext cx="1091153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C9A227"/>
                </a:solidFill>
                <a:latin typeface="Calibri"/>
              </a:rPr>
              <a:t>Sud tibbiyoti · ma’ruza taqdimoti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Ma’ruza rejasi va tayanch iboralar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Metil, etil, amil spirtlari va etilenglikol. Kimyoviy va GSX tahlili, natijani talqin qili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 / 37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Reja: metil, etil va amil spirtlari, ularning toksikologik ahamiyati; spirtlarning kimyoviy tahlil usullari; spirtlarni gaz-suyuqlik xromatografiyasida tahlil qilish.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Tayanch so‘zlar: metil, etil, amil spirtlari, etilenglikol, sifat va miqdoriy tahlil.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Etilenglikol ham shu bo‘limda tahlil qilinadi; uni suv bug‘i bilan ajratish qiyin, shuning uchun maxsus usul qo‘llanadi.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39, 40, 45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Metil spirti: ahamiyati va qo‘llanilishi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Metil, etil, amil spirtlari va etilenglikol. Kimyoviy va GSX tahlili, natijani talqin qili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 / 37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Metil spirti CH3OH inson organizmiga kuchli ta’sir etadi va kimyo sanoatida keng qo‘llaniladi; asosan formaldegid sintezi uchun xom ashyo.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Lak va nitrobo‘yoqlarni eritishda erituvchi sifatida ishlatiladi; dorishunoslik va qishloq xo‘jaligida qo‘llaniladi.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Zaharlanish ko‘pincha metil spirti etil spirti o‘rnida ishlatilganda sodir bo‘ladi.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40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Metil spirtining zaharlilik darajasi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Metil, etil, amil spirtlari va etilenglikol. Kimyoviy va GSX tahlili, natijani talqin qili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 / 37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Zaharli dozasi 7-8 g; LD50=30-100 g. Metil spirti asabni zaharlovchi moddalardan hisoblanadi, organizmda kumulyatsiyalanadi.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Zaharlangan kishi hushidan ketadi va o‘lishi mumkin: 40-45% o‘limga olib keladi, qolgan 50-55% ko‘rish qobiliyatini yo‘qotadi.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Ko‘z xiralashadi, eshitish qobiliyati pasayadi, hid sezish qobiliyati susayadi.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Nurmatova M.I., Toksikologik kimyo modulidan o‘quv-uslubiy majmua, betlar: 39; Yuldashev Z.A., Umarova G.Q., Toksikologik kimyo modulidan o‘quv-uslubiy majmua, betlar: 40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Metil spirti: chiqarilishi va murdada belgilar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Metil, etil, amil spirtlari va etilenglikol. Kimyoviy va GSX tahlili, natijani talqin qili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5 / 37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Organizmdan o‘pka orqali 21% chiqariladi, 40% oksidlanadi, buyraklar orqali 39% chiqadi.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Organizmda uzoq ushlanadi, chunki sekin oksidlanadi.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Murda yorilganda ichki organlarda qon quyilishi, miyada qon to‘planishi, jigar va taloqni yog‘ qoplashi kuzatiladi.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Murda peshobida ko‘p chumoli kislota bo‘ladi.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40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Metil spirti: haydash va metabolizm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Metil, etil, amil spirtlari va etilenglikol. Kimyoviy va GSX tahlili, natijani talqin qili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6 / 37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Suv va organik erituvchilar bilan aralashadi; suv bug‘i bilan yaxshi haydaladi, deflegmatsiya qilinadi.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Metil spirtining qaynash harorati 64,7 °C.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Organizmda oksidlanib chumoli aldegidiga, so‘ng kislotasiga o‘tadi; oxirida CO2 va suv hosil bo‘ladi.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CH3OH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22199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496312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Formaldegid (chumoli aldegidi)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3255264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529584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Chumoli kislota HCOOH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4288536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4562856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CO2 + H2O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Metil spirti metabolizmi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40; Malaka materiali №054 (TFI Toksikologik kimyo kafedrasi)., Uchuvchi zaharlarni suv bug‘i bilan haydash; sianid kislota, betlar: 2-jadval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Metil spirti: metilsalitsilat reaksiyasi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Metil, etil, amil spirtlari va etilenglikol. Kimyoviy va GSX tahlili, natijani talqin qili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7 / 37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Salitsil kislota va konsentrlangan H2SO4 ishtirokida metil spirti o‘ziga xos hidli metilsalitsilat efirini hosil qiladi.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Distillyatda etil spirti bo‘lmasa, hosil bo‘lgan hid metil spirti uchun xarakterli.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Bu reaksiyani etil spirti ham beradi, hidlar o‘xshash.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40, 41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Metil spirtini oksidlab aniqlash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Metil, etil, amil spirtlari va etilenglikol. Kimyoviy va GSX tahlili, natijani talqin qili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8 / 37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Oksidlash: 5CH3OH + 2KMnO4 + 3H2SO4 = 5HCOH + K2SO4 + 2MnSO4 + 8H2O.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Ortiqcha KMnO4 sulfit kislota yoki oksalat kislota bilan qaytariladi.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Hosil bo‘lgan formaldegid fuksinsulfit kislotasi bilan aniqlanadi; miqdori GSX yoki FEK usulida.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CH3OH + KMnO4 + H2SO4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22199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496312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Ortiqcha KMnO4 qaytariladi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3255264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529584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HCHO + fuksinsulfit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4288536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4562856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Rangli eritma, FEK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Oksidlash-fuksinsulfit usuli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41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Etil spirti: toksikologik ahamiyati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Metil, etil, amil spirtlari va etilenglikol. Kimyoviy va GSX tahlili, natijani talqin qili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9 / 37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Etil spirti farmakologik ta’siri bo‘yicha narkotik moddalar guruhiga kiradi.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Xalq xo‘jaligida, turmushda, kimyo va oziq-ovqat sanoatida, laboratoriyalarda, spirtli ichimliklar tayyorlashda ishlatilishi bilan toksikologik ahamiyatga ega.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Ichimlikka ko‘pincha xloralgidrat, kokain, opiy alkaloidlari va barbituratlar qo‘shiladi — bu ko‘p o‘limlarga sabab bo‘ladi.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41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Etil spirti bilan zaharlanish belgilari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Metil, etil, amil spirtlari va etilenglikol. Kimyoviy va GSX tahlili, natijani talqin qili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10 / 37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Ichilganda avval asablar qo‘zg‘aladi, so‘ng tezda narkoz holati bilan almashadi.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Muntazam iste’mol alkogolizm kasalligini keltirib chiqaradi; bir yo‘la ko‘p spirt iste’mol qilish o‘limga olib keladi.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Mast kishi aqlidan ayriladi, atrofdagilarni tanimaydi; qusish nafas yo‘lini berkitib qo‘yib, o‘limga olib kelishi mumkin.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Qondagi spirt dozasi ortishi bilan kishi uxlab qoladi, ko‘pincha uyquda o‘lib qoladi.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41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Etil spirti: qonga o‘tishi va oksidlanishi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Metil, etil, amil spirtlari va etilenglikol. Kimyoviy va GSX tahlili, natijani talqin qili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11 / 37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Organizmda (jigarda) tez oksidlanadi: 90-99% CO2 gazigacha oksidlanadi, qolgani nafas va buyrak orqali chiqariladi.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Spirt ichilganda qonga tez o‘tadi, 5 daqiqadan keyin qondan aniqlash mumkin.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Zaharlanganda spirtning peshobdagi konsentratsiyasi qondagidan ancha ko‘p bo‘ladi.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Shu sababli spirt tahlilini tezlik bilan olib borish kerak.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Nurmatova M.I., Toksikologik kimyo modulidan o‘quv-uslubiy majmua, betlar: 40; Yuldashev Z.A., Umarova G.Q., Toksikologik kimyo modulidan o‘quv-uslubiy majmua, betlar: 41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Etil spirti: ob’ektlar va o‘limga olib keluvchi miqdor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Metil, etil, amil spirtlari va etilenglikol. Kimyoviy va GSX tahlili, natijani talqin qili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12 / 37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Tahlil uchun me’da, jigar, buyrak va miya olish mumkin.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100-300 g spirt o‘limga olib keladi.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Murdani yorganda faqat ichki a’zolardan spirt hidi kelishi xarakterli.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41; Yuldashev Z.A., Nurmatova M.I., Toksikologik kimyo modulidan o‘quv-uslubiy majmua, betlar: 40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Etil spirti: fizik xossalari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Metil, etil, amil spirtlari va etilenglikol. Kimyoviy va GSX tahlili, natijani talqin qili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13 / 37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Toza spirt harakatchan, rangsiz, ochiq havoda uchuvchan, tiniq suyuqlik, o‘tkir mazali; suv va efir bilan yaxshi aralashadi.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77-78,5 °C da qaynaydi; zangori alangalanib yonadi.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Suv bug‘i bilan haydaladi; tez oksidlanib sirka aldegidini hosil qiladi.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41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Etil spirti: yodoform reaksiyasi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Metil, etil, amil spirtlari va etilenglikol. Kimyoviy va GSX tahlili, natijani talqin qili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14 / 37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Distillyatga ishqoriy muhitda yod eritmasi qo‘shib qizdirilsa, yodoform hosil bo‘ladi: sariq loyqa, o‘ziga xos hid.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Mikroskopda olti qirrali sariq yulduzchalar ko‘rinishidagi kristallar ko‘rinadi.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Reaksiya manfiy ahamiyatga ega: organizmda shu reaksiyani beruvchi guruh ko‘p uchraydi.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42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Izonitril va oksidlash reaksiyalari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Metil, etil, amil spirtlari va etilenglikol. Kimyoviy va GSX tahlili, natijani talqin qili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15 / 37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Izonitril: yodoform ustiga anilin va ishqor qo‘shib qizdirilsa, izonitril hosil bo‘ladi.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Tenglama: CHI3 + C6H5NH2 + 3NaOH → C6H5N=C + 3NaI + 3H2O.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Oksidlanish: etil spirti K2Cr2O7 va H2SO4 bilan oksidlanadi; sirka aldegidi hidi seziladi, eritma yashil rangga o‘tadi (Cr2(SO4)3).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42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Efirlar hosil qilish reaksiyalari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Metil, etil, amil spirtlari va etilenglikol. Kimyoviy va GSX tahlili, natijani talqin qili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16 / 37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Sirka etil efiri: distillyatga konsentrlangan H2SO4 va CH3COONa kristali qo‘shib qizdirilsa, sirka etil efirining hidi keladi.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Benzoilxlorid bilan ishqoriy muhitda o‘ziga xos hid hosil bo‘ladi (etilbenzoat).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Etil spirtini gaz-suyuqlik xromatografiyasi bilan ham aniqlash mumkin.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42, 43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Etil spirti: miqdorini aniqlash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Metil, etil, amil spirtlari va etilenglikol. Kimyoviy va GSX tahlili, natijani talqin qili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17 / 37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Miqdori to‘rt usulda aniqlanadi: etilnitrit usuli.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Vidmark–Shaymosh usuli.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Karantaev usuli (FEK).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Gaz-suyuqlik xromatografiyasi (GSX).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43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Amil spirti: ahamiyati va qo‘llanilishi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Metil, etil, amil spirtlari va etilenglikol. Kimyoviy va GSX tahlili, natijani talqin qili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18 / 37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Amil spirti C5H11OH odam organizmiga zaharli ta’sir etadi.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Organik erituvchi sifatida lak, bo‘yoq sanoatida, farmatsevtikada amilnitrit va valerian kislotasi preparatlarini tayyorlashda, tutunsiz porox tayyorlashda ishlatiladi.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Amil spirti qand va shakardan qo‘lbola tayyorlangan aroq (samogon) tarkibida ko‘p uchraydi.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43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Amil spirti bilan zaharlanish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Metil, etil, amil spirtlari va etilenglikol. Kimyoviy va GSX tahlili, natijani talqin qili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19 / 37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Amil va izoamil spirtlari markaziy asab tizimiga ta’sir ko‘rsatadi, uzunchoq miyani tez zararlaydi.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20-30 daqiqada ta’sir ko‘rsatib, tez mastlik; to‘satdan hushdan ketadi, sianoz; 10-15 daqiqadan so‘ng tirishib o‘lim sodir bo‘ladi.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Sekin zaharlanganda bosh og‘riydi, ko‘ngil aynaydi, yuzaki nafas olinadi, narsalar ikkitadan bo‘lib ko‘rinadi.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10-15 g amil spirti o‘limga olib keladi.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43; Yuldashev Z.A., Nurmatova M.I., Toksikologik kimyo modulidan o‘quv-uslubiy majmua, betlar: 42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Amil spirti: xossalari va ajratish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Metil, etil, amil spirtlari va etilenglikol. Kimyoviy va GSX tahlili, natijani talqin qili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20 / 37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Sarg‘ish, kam harakatchan (quyuq) suyuqlik, o‘tkir bo‘g‘uvchi hidli; suvda yomon eriydi; suvdan yengil, suv ustida qalqib yuradi.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Juda sekin so‘riladi, so‘rilmagan amil spirti oshqozonda turadi — bu sud-kimyo tahlili uchun zarur.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Ob’ektdan suv bug‘i bilan haydaladi; distillyatdan xarakterli hid keladi, ko‘p bo‘lsa distillyat yuzida moysimon suyuqlik bo‘ladi.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Sezgirlikni oshirish uchun distillyat efir bilan ekstraksiyalanadi, efirli ajralma uy haroratida bug‘latiladi (qoldiq moysimon).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43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Amil spirti: chinlik reaksiyalari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Metil, etil, amil spirtlari va etilenglikol. Kimyoviy va GSX tahlili, natijani talqin qili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21 / 37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Salitsil aldegidi (vanilin, p-dimetilaminobenzaldegid) va konsentrlangan H2SO4 bilan qizdirilsa, qizil rang; reaksiya sezgir, lekin manfiy sud-kimyo ahamiyatiga ega.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KMnO4 va H2SO4 bilan qizdirilsa, avval yoqimli valerian aldegidi, so‘ng yoqimsiz (chirigan pishloq) valerian kislotasi hidi seziladi.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Sirka amil efiri: amil spirti va sirka kislota H2SO4 ishtirokida qizdirilganda hosil bo‘ladi; miqdori GSX usulida.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43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Etilenglikol: xossalari va qo‘llanilishi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Metil, etil, amil spirtlari va etilenglikol. Kimyoviy va GSX tahlili, natijani talqin qili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22 / 37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Toza etilenglikol rangsiz, yog‘simon quyuq, shirin mazali, hidsiz, gigroskopik suyuqlik; solishtirma og‘irligi 1,127; 197,0 °C da qaynaydi.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Suv va spirtda juda yaxshi, efir va xloroformda yomon eriydi; ochiq havoda sekin bug‘lanadi; texnik etilenglikol qizil yoki boshqa rangga bo‘yaladi.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Antifriz tarkibi 55% etilenglikol va 45% suvdan iborat; ichki yonuv dvigatellarini sovitishda ishlatiladi.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Nurmatova M.I., Toksikologik kimyo modulidan o‘quv-uslubiy majmua, betlar: 42; Yuldashev Z.A., Umarova G.Q., Toksikologik kimyo modulidan o‘quv-uslubiy majmua, betlar: 44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Etilenglikol bilan zaharlanish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Metil, etil, amil spirtlari va etilenglikol. Kimyoviy va GSX tahlili, natijani talqin qili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23 / 37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Teri, nafas yo‘li va og‘iz orqali tushadi; zaharlanganda odam avval kayf qilgandek seziladi, bel va qorni og‘riydi, so‘ngra hushidan ketadi.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100 ml dan 300 ml gacha miqdori o‘limga olib boradi; 50 ml etilenglikol zaharli ta’sir ko‘rsatadi.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Mastlik holati, so‘ng 12-24 soat davom etuvchi taxikardiya, taxipnoe, o‘pka shishi; ayrim holda 24-72 soat davomida buyrak yetishmovchiligi va metabolik atsidoz.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Bemor 13-14 kundan keyin anuriya tufayli o‘lishi mumkin.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44; Yuldashev Z.A., Nurmatova M.I., Toksikologik kimyo modulidan o‘quv-uslubiy majmua, betlar: 43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Etilenglikol: metabolizm va murdada belgilar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Metil, etil, amil spirtlari va etilenglikol. Kimyoviy va GSX tahlili, natijani talqin qili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24 / 37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Fermentlar ta’sirida tez metabolitlanadi; glikol kislotasi to‘planadi; oksalat kislotagacha oksidlanib, kaltsiy bilan birikadi va buyrak naychalari hamda miya tomirlarida yig‘iladi.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Organizmdan oksalatlar holida peshob bilan chiqadi; 3% ga yaqin etilenglikol buyraklar orqali o‘zgarmasdan ajralishi mumkin.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Murdada miyaga qon quyilishi, peshobda cho‘kma, buyrak peshob yo‘llari kaltsiy oksalat bilan to‘lganligi; buyrak va jigar kattalashadi.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44, 45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Etilenglikolni ajratib olish usuli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Metil, etil, amil spirtlari va etilenglikol. Kimyoviy va GSX tahlili, natijani talqin qili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25 / 37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Etilenglikol suv bug‘i bilan yomon haydalgani uchun N.B. Lapkina va V.A. Nazarenko usulida ajratib olinadi.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Tahlil uchun jigar olinadi, chunki etilenglikol asosan jigarda to‘planadi.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Jigarga (10 g) shavel (oksalat) kislotasi kristallari (5 g) qo‘shib chinni hovonchada ezilib, qurilma kolbasiga o‘tkaziladi, ustiga benzol (30 ml) qo‘shiladi.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Suv hammomida qaynatilganda benzol etilenglikol va suvni olib uchadi; sovutgichda suvli ajralma yig‘iladi, hajm o‘zgarmay qolgach, ostki suvli qatlam tahlil qilinadi.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45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Etilenglikol: Cu(OH)2 va periodat reaksiyalari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Metil, etil, amil spirtlari va etilenglikol. Kimyoviy va GSX tahlili, natijani talqin qili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26 / 37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Mis (II) gidroksidi cho‘kmasi etilenglikol bilan erib, ko‘k rangli tiniq suyuqlik beradi.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Glitserin bu reaksiyaga halaqit beradi, lekin u haydalmaydi, shuning uchun distillyatda aniqlanmaydi.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Kislotali muhitda kaliy periodat bilan formaldegidgacha oksidlanadi, so‘ngra formaldegid xarakterli reaksiyalari bilan aniqlanadi.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46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Etilenglikol: oksalat va mikrokristalloskopiya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Metil, etil, amil spirtlari va etilenglikol. Kimyoviy va GSX tahlili, natijani talqin qili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27 / 37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Konsentrlangan nitrat kislota bilan 2-3 marta qizdirilsa oksalat kislota hosil bo‘ladi.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Ammoniy gidroksid va kaltsiy tuzi qo‘shilsa, kaltsiy oksalatning oq cho‘kmasi hosil bo‘ladi.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Mikroskopda konvert shaklini eslatuvchi kristallar ko‘rinadi; ayrim hollarda 2-3 kundan so‘ng; mineral kislotalarda erib ketadi.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Reaksiya sezgirligi 0,1 g etilenglikolga teng.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46, 47; Yuldashev Z.A., Nurmatova M.I., Toksikologik kimyo modulidan o‘quv-uslubiy majmua, betlar: 45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Gaz-suyuqlik xromatografiyasi: tarix va mohiyati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Metil, etil, amil spirtlari va etilenglikol. Kimyoviy va GSX tahlili, natijani talqin qili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28 / 37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Xromatografiya birinchi bo‘lib 1903 yilda M.S. Svet tomonidan yashil o‘simliklardan olingan aralashmani ajratishda qo‘llangan.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1941 yili Martin va Sinj qog‘oz xromatografiyasini taklif etib Nobel mukofotiga sazovor bo‘lgan.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1952 yili Djeyn va Martin gaz adsorbsion va gaz-suyuqlik xromatografiyasi usullarini yaratgan.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GSX da qo‘zg‘aluvchi faza — gaz, qo‘zg‘almas faza — yuqori haroratda qaynovchi suyuqlik (qattiq neytral moddaga shimdirilgan).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Nurmatova M.I., Toksikologik kimyo modulidan o‘quv-uslubiy majmua, betlar: 45; Yuldashev Z.A., Umarova G.Q., Toksikologik kimyo modulidan o‘quv-uslubiy majmua, betlar: 47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GSX: taqsimlanish koeffitsienti va asbob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Metil, etil, amil spirtlari va etilenglikol. Kimyoviy va GSX tahlili, natijani talqin qili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29 / 37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Moddalarning ajralishi taqsimlanish koeffitsienti K bilan tushuntiriladi (qo‘zg‘almas faza konsentratsiyasi / qo‘zg‘aluvchi faza konsentratsiyasi).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 kichik bo‘lsa, modda qo‘zg‘almas fazada kam shimiladi va kolonkadan tez chiqariladi.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Gaz xromatografi: gaz manbai, reduktor, o‘lchagich, kolonka, detektorlar, termostat, dozator va yozib oluvchi qurilma.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47, 48; Yuldashev Z.A., Nurmatova M.I., Toksikologik kimyo modulidan o‘quv-uslubiy majmua, betlar: 46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GSX: detektorlar va xromatogramma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Metil, etil, amil spirtlari va etilenglikol. Kimyoviy va GSX tahlili, natijani talqin qili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30 / 37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Detektorlar turi: katarometr (issiqlik o‘tkazuvchanlik), alangali ionlanish, elektron tashuvchi va termoion.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Xromatogrammadagi to‘g‘ri chiziq toza qo‘zg‘aluvchan faza o‘tishini, cho‘qqilar esa biror modda ajralganini bildiradi.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Modda kolonkada ushlanish vaqti va cho‘qqi balandligi (h) bilan xarakterlanadi; chin ushlanish vaqti = umumiy ushlanish vaqti − o‘lik ushlanish vaqti (tchin = tum − tm).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48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GSX da sifat tahlili va natijani baholash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Metil, etil, amil spirtlari va etilenglikol. Kimyoviy va GSX tahlili, natijani talqin qili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31 / 37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Xromatografik kolonkada ushlanish parametrlari bo‘yicha.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Standart modda yoki ular aralashmasi bilan solishtirish.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Xromatografik tahlildan oldin va keyin kimyoviy reaksiyalar olib borish.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GSX ni UF, IK, mass-spektr, lyuminestsent, YaMR kabi fizik usullar bilan birgalikda bajarish.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48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GSX: miqdorni aniqlash usullari va afzalliklari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Metil, etil, amil spirtlari va etilenglikol. Kimyoviy va GSX tahlili, natijani talqin qili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32 / 37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Gaz xromatografik tahlilda modda miqdori uch usulda aniqlanadi: ichki standart, absolyut kalibrlash va ichki normallash.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Afzalliklari: universal usul; murakkab aralashmalarni komponentlarga ajratadi; tahlilga kam vaqt va kam modda sarflanadi; sezgirligi yetarli.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Aniqligi yuqori: nisbiy xatolik ±1,0-1,5% atrofida; kamchiligi — ayrim suyuq qo‘zg‘almas fazalarning uchuvchanligi va beqarorligi.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49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Spirtlarni GSX da tahlil qilish: alkilnitritlar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Metil, etil, amil spirtlari va etilenglikol. Kimyoviy va GSX tahlili, natijani talqin qili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33 / 37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Qon, peshob va distillyatdan spirtlarni gaz xromatografiyasi bilan aniqlash yetarlicha sezgir va aniq usullardan hisoblanadi.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Sifat va miqdorni aniqlash spirtlarni alkilnitritlarga o‘tkazib, xromatografik ajratishga asoslangan; alkilnitritlar mos spirtlarga nisbatan bir necha marta uchuvchan.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Penitsilin flakoniga uchxlorsirka kislota, so‘ng qon yoki peshob solinadi; qopqoq yopilgach, shprits yordamida natriy nitrit eritmasi qo‘shib aralashtiriladi.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So‘ng par-gaz fazasidan aniq hajm olib xromatografga yuboriladi.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49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Ichki standart usuli: propil spirti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Metil, etil, amil spirtlari va etilenglikol. Kimyoviy va GSX tahlili, natijani talqin qili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34 / 37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Spirt miqdori ichki standartlash usulida aniqlanadi; ichki standart sifatida propil spirti olinadi.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Hisob kalibrovka grafigi orqali bajariladi.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Grafik etil nitrit (h1) va propil nitrit (h2) cho‘qqi balandliklari nisbati bo‘yicha tuziladi.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Qon + CCl3COOH flakonda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22199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496312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NaNO2: alkilnitritlar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3255264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529584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Par-gaz fazasi → xromatograf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4288536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4562856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h1/h2 → kalibrovka grafigi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Qon/peshobda etanol (GSX)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49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Xulosa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Metil, etil, amil spirtlari va etilenglikol. Kimyoviy va GSX tahlili, natijani talqin qili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35 / 37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Metil spirti salitsil kislota (metilsalitsilat) va oksidlash — fuksinsulfit usullari bilan; etil spirti yodoform, izonitril, oksidlanish va efir reaksiyalari bilan aniqlanadi.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Amil spirti hid, vanilin/salitsil aldegidi va oksidlanish reaksiyalari bilan; etilenglikol Lapkina–Nazarenko usulida ajratilib, Cu(OH)2, periodat, oksalat reaksiyalari bilan aniqlanadi.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Miqdori asosan GSX bilan (ichki standart — propil spirti); sifat tahlilida ushlanish parametri standart bilan solishtiriladi.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40-42, 43-47, 48-49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Qiziqarli ma’lumotlar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Metil, etil, amil spirtlari va etilenglikol. Kimyoviy va GSX tahlili, natijani talqin qili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36 / 37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1091153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Etil spirtini yodoform reaksiyasida mikroskopda olti qirrali sariq yulduzchalar ko‘rinishidagi kristallar hosil bo‘ladi.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Antifriz tarkibi 55% etilenglikol va 45% suvdan iborat bo‘lib, ichki yonuv dvigatellarini sovitishga imkon beradi.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Kaltsiy oksalat kristallari konvert shaklini eslatadi; ayrim hollarda mikrokristall shakli 2-3 kundan so‘ng hosil bo‘ladi.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Amil spirti organizmda juda sekin so‘riladi, so‘rilmagan qismi oshqozonda turadi — bu sud-kimyo tahlili uchun zarur.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Adabiyotlar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Metil, etil, amil spirtlari va etilenglikol. Kimyoviy va GSX tahlili, natijani talqin qili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37 / 37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1091153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Yuldashev Z.A., Umarova G.Q. Toksikologik kimyo modulidan o‘quv-uslubiy majmua (Farmatsiya). Toshkent farmatsevtika instituti, 2025. b. 39-49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Yuldashev Z.A., Nurmatova M.I. Toksikologik kimyo modulidan o‘quv-uslubiy majmua (DVSSM). Toshkent farmatsevtika instituti, 2025. b. 39-40, 42-43, 45-46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Malaka materiali №054 (TFI Toksikologik kimyo kafedrasi). Uchuvchi zaharlarni suv bug‘i bilan haydash; sianid kislota (ma’ruza, Toshkent, 2012). qo‘shimcha ma’lumot (kitobda bo‘lmagan joylar uchun)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