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spirtlar nima uchun uchuvchi zaharlar guruhiga kiradi? Doskada: to‘rt modda — CH3OH, C2H5OH, C5H11OH, C2H4(OH)2. Tipik xato: etilenglikolni oddiy suv bug‘i bilan haydab ajratish mumkin deb o‘ylash. Eslatma: spirtlarni par-gaz fazasidan GSX ga yuborish (alkilnitritlar orqali) toks p.49 da bor; «bosh fazali» atamasi va qondagi etanol natijasini to‘g‘ri talqin qilish kitoblarda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metanol etanol o‘rnida ichilishi xavfli? Doskada: qo‘llanish sohalari. Tipik xato: metanol zaharliligini etanolnikiga o‘xshash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ko‘rish qobiliyati yo‘qoladi? (kitobda sabab ko‘rsatilmagan). Doskada: 7-8 g, 40-45%, 50-55%. Tipik xato: LD50 ni zaharli dozaga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peshobdagi chumoli kislota nimani ko‘rsatadi? (metabolizm mahsuloti). Doskada: 21%, 40%, 39%. Tipik xato: foizlarni jamlab 100 ga tenglashtirish kerak deb o‘ylash — Kitobning boshqa betida sekin oksidlanish uchun yana (36%) qavsda ko‘rsatilgan; slaydda 21/40/39 (yig‘indisi 100).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metanol zaharliligi uning metabolitlariga bog‘liq? Doskada: oksidlanish zanjiri. Kitobda: metanol «63 °C da qaynaydi» (toks 40, xato). To‘g‘ri qiymat 64,7 °C (malaka 054, 2-jadval).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etil spirti ishtirokida bu reaksiya yetarli emas? Doskada: CH3OH + salitsil kislota → metilsalitsilat. Tipik xato: hid asosida ikkala spirtni farqlash.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ortiqcha KMnO4 yo‘qotiladi? (fuksinsulfit bilan reaksiyaga xalaqit bermasligi uchun — kitob sabab ko‘rsatmagan, muhokama uchun). Doskada: 4 bosqich. Tipik xato: ortiqcha oksidlovchini yo‘qotmasdan fuksinsulfit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spirt aralashmasida boshqa zaharlar ham qidiriladi? Doskada: spirt + xloralgidrat, kokain, opiy, barbiturat. Tipik xato: spirt topilgach boshqa zaharlarga tahlilni to‘xtatish.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qusuq massasining aspiratsiyasi o‘limga qanday olib keladi? Doskada: bosqichlar — qo‘zg‘alish → narkoz. Tipik xato: o‘lim sababini faqat spirt miqdoriga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etanol uchun namunani kechiktirib yuborish xavfli? Doskada: C2H5OH + 3O2 → 2CO2 + 3H2O. Eslatma: toks p.41 va dvssm p.40 dagi qondagi etanol jadvali (0,01-0,04‰ kayf, 0,05-0,1‰ mast, 0,2‰ o‘limga olib kelishi mumkin) fiziologik jihatdan xato (tekshiruvda aniqlangan), shuning uchun slaydga kiritilmadi; qondagi konsentratsiyani talqin qilish uchun sud-tibbiy ilmiy manbadan foydalaning.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nega spirt tahlili tez bajarilishi kerak? (jigarda tez oksidlanadi). Tipik xato: promilleni foiz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Standart A-6 bo‘yicha etanolga qon va siydik olinadi (4-ma’ruza). Doskada: ob’ektlar ro‘yxati. Tipik xato: miqdorni (100-300 g) bir martalik ichimlik hajmi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etil spirti qanday alanga bilan yonadi? (zangori). Doskada: C2H5OH → CH3CHO → CH3COOH. Tipik xato: oksidlanish mahsulotini formaldegid deb yozish — sirka aldegidi hosil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yodoform kristallari nimaga o‘xshaydi? (olti qirrali yulduzchalar). Doskada: I2 + NaOH → NaOI; etanol → sirka aldegidi → yodoform. Tipik xato: musbat yodoform reaksiyasini etanol isboti deb hisoblash (aseton ham beradi — 6-ma’ruza).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dixromat rangi nima uchun yashil bo‘ladi? (Cr(III) hosil bo‘ladi). Doskada: oksidlanish tenglamasi. Tipik xato: yashil rangni etanolga xos yagona belgi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efir hidi nimaga asoslangan? (murakkab efir hosil bo‘lishi). Doskada: spirt + kislota → efir. Tipik xato: hidni sub’ektiv baholab, boshqa usul bilan tasdiqlamaslik.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yodoform reaksiyasi manfiy ahamiyatli? Tipik xato: oksidlanish reaksiyasi rangini ko‘k deb yozish (yashil).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usul eng tanlab ta’sir etadi? (GSX). Doskada: to‘rt usul. Eslatma: kitob bu usullarning tafsilotini keltirmagan; amaliyot (53-dars) va GSX bo‘limiga qarang.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samogonda amil spirti ko‘p bo‘ladi? (kitob: qo‘lbola tayyorlash). Doskada: qo‘llanish. Tipik xato: amil va izoamil spirtini farqsiz deb olish — kitob ikkalasini birga ko‘rsatadi.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sianoz nima? (terining ko‘karishi). Doskada: 20-30 daqiqa, 10-15 daqiqa, 10-15 g. Tipik xato: o‘tkir va sekin zaharlanishni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oshqozon ichidagi modda nima uchun muhim ob’ekt? Doskada: ajratish sxemasi. Tipik xato: efirli ajralmani qizdirib bug‘latish — kitobda uy haroratida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«manfiy ahamiyatli» reaksiya nimani anglatadi? Doskada: C5H11OH → valerian aldegidi → valerian kislotasi. Tipik xato: rang reaksiyasini yakuniy isbot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texnik etilenglikol bo‘yaladi? (kitob: qizil yoki boshqa rangga bo‘yalgan bo‘ladi). Doskada: antifriz tarkibi. Tipik xato: shirin mazasi tufayli uning zararsizligini taxmin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birini suv bug‘i bilan haydash qiyin? (etilenglikol). Tipik xato: amil spirtini suvda yaxshi eriydi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zaharlanishning birinchi fazasi mastlikka o‘xshaydi? Doskada: 12-24 soat va 24-72 soat bosqichlari. Tipik xato: o‘limga olib keluvchi miqdorni (100-300 ml) zaharli dozasi (50 ml) bilan aralashtirish. Kitobda «13-14 kyndan» yozilgan, kundan deb o‘qildi.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oksalatlar nima uchun buyrakni zararlaydi? (kaltsiy oksalat kristallari). Doskada: etilenglikol → glikol kislota → oksalat. Tipik xato: peshobdagi oksalat kristallarini faqat etilenglikolga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qaysi spirt eng kam miqdorda xavfli? Tipik xato: g va ml birliklarini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benzol nima uchun kolbaga qaytadi? (sirkulyatsion haydash). Doskada: 4-rasm — qurilma sxemasi. Tipik xato: etilenglikolni oddiy suv bug‘i bilan haydab ajratish.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periodat bilan oksidlashning mohiyati? (glikol bog‘ining uzilishi — kitobda formaldegid hosil bo‘lishi ko‘rsatilgan). Doskada: H2COH–H2COH + KIO4 → 2HCHO. Tipik xato: glitserinni distillyatda aniqlashga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konvert shaklidagi kristallar qaysi moddaga xos? (kaltsiy oksalat). Doskada: CaC2O4 kristalli (5-rasm). Tipik xato: mikrokristallarni darhol kutish — ba’zan 2-3 kundan so‘ng hosil bo‘ladi. Miqdori: etilenglikolni formaldegidga o‘tkazib, kolorimetrik yoki GSX usulida (toks p.47).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GSX va gaz adsorbsion xromatografiyaning farqi nimada? (qo‘zg‘almas faza). Doskada: faza sxemasi. Tipik xato: qo‘zg‘almas fazani gaz deb o‘ylash. Kitobda «Djeyn» yozilgan, slaydda shunday keltirildi.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kichik K li modda xromatogrammada qachon chiqadi? (erta). Doskada: K formulasi. Tipik xato: K ni teskari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o‘lik ushlanish vaqti nima? (sorbentga shimilmagan gazning ushlanish vaqti). Doskada: tchin = tum − tm. Tipik xato: umumiy ushlanish vaqtini chin ushlanish vaqti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bitta ushlanish vaqti isbotlash uchun yetarli emas? Doskada: to‘rt yo‘l. Eslatma: qondagi etanol natijasini talqin qilish bo‘yicha kitobdagi jadval xato, shuning uchun keltirilmadi.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uch xil miqdoriy usulning farqi nimada? (kitob faqat nomlarini beradi). Doskada: ±1,0-1,5%. Tipik xato: nisbiy xatolikni mutlaq xatolik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spirtlar alkilnitritlarga aylantiriladi? (uchuvchanlik bir necha marta ortadi). Doskada: spirt + HNO2 → alkilnitrit. Eslatma: kitobda «bosh fazali» (headspace) atamasi yo‘q; par-gaz fazasidan namuna olish mazmunan shu usulga yaqin, lekin kitob uni shunday atamaydi. Tipik xato: flakonni germetik yopmasdan nitrit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ichki standart ishlatiladi? (namuna hajmi va sharoit o‘zgarishini kompensatsiya qilish — bu izoh kitobda yo‘q, muhokama uchun). Doskada: h1/h2 grafigi. Tipik xato: ichki standart sifatida analit bilan bir xil spirtni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har bir spirt uchun eng xarakterli reaksiya nima? Doskada: modda — reaksiya jadvali. Tipik xato: hid asosida spirtlarni farqlash.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Metil, etil, amil spirtlari va etilenglikol. Kimyoviy va GSX tahlili, natijani talqin qilish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metil, etil va amil spirtlari, ularning toksikologik ahamiyati.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Spirtlarning kimyoviy tahlil usullari; spirtlarni gaz-suyuqlik xromatografiyasida tahlil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metil, etil, amil spirtlari, etilenglikol, sifat va miqdoriy tahlil.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Etilenglikol ham shu bo‘limda tahlil qilinadi; uni suv bug‘i bilan ajratish qiyin, shuning uchun maxsus usul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39, 40,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spirti: ahamiyati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 CH3OH inson organizmiga kuchli ta’sir etadi va kimyo sanoatida keng qo‘llaniladi; asosan formaldegid sintezi uchun xom ashyo.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Lak va nitrobo‘yoqlarni eritishda erituvchi sifatida ishlatiladi; dorishunoslik va qishloq xo‘jaligida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ko‘pincha metil spirti etil spirti o‘rnida ishlatilganda sodir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Metil spirti CH3OH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Kimyo sanoati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Formaldegid sintezi uchun xom ashyo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Erituvchi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Lak va nitrobo‘yoqlar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 sohalar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Dorishunoslik, qishloq xo‘jaligi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Metil spirti qo‘llanilishi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spirtining zaharlilik darajasi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Zaharli dozasi 7-8 g; LD50=30-100 g. Metil spirti asabni zaharlovchi moddalardan hisoblanadi, organizmda kumulyatsiyalanadi.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 kishi hushidan ketadi va o‘lishi mumkin: 40-45% o‘limga olib keladi, qolgan 50-55% ko‘rish qobiliyatini yo‘qotadi.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Ko‘z xiralashadi, eshitish qobiliyati pasayadi, hid sezish qobiliyati susayadi.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Zaharli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7-8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LD50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30-100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O‘limga olib keladi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40-45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Ko‘rishni yo‘qotadi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50-55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Metil spirti zaharliligi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39; Yuldashev Z.A., Umarova G.Q., Toksikologik kimyo modulidan o‘quv-uslubiy majmua, betlar: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spirti: chiqarilishi va murdada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Organizmdan o‘pka orqali 21% chiqariladi, 40% oksidlanadi, buyraklar orqali 39%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uzoq ushlanadi, chunki sekin oksidlanadi.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yorilganda ichki organlarda qon quyilishi, miyada qon to‘planishi, jigar va taloqni yog‘ qoplashi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peshobida ko‘p chumoli kislota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O‘pka orqali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Oksidlanadi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Buyrak orqali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39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Metil spirti chiqarilishi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spirti: haydash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va organik erituvchilar bilan aralashadi; suv bug‘i bilan yaxshi haydaladi, deflegmatsiya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spirtining qaynash harorati 64,7 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oksidlanib chumoli aldegidiga, so‘ng kislotasiga o‘tadi; oxirida CO2 va suv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CH3OH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Formaldegid (chumoli aldegidi)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Chumoli kislota HCOOH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CO2 + H2O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 spirti metabolizmi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40; Malaka materiali №054 (TFI Toksikologik kimyo kafedrasi)., Uchuvchi zaharlarni suv bug‘i bilan haydash; sianid kislota, betlar: 2-jadval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spirti: metilsalitsilat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Salitsil kislota va konsentrlangan H2SO4 ishtirokida metil spirti o‘ziga xos hidli metilsalitsilat efirini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Distillyatda etil spirti bo‘lmasa, hosil bo‘lgan hid metil spirti uchun xarakterli.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reaksiyani etil spirti ham beradi, hidlar o‘xshash.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CH3OH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Salitsil kislota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H2SO4 (konts.)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Metilsalitsilat efiri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O‘ziga xos hid (etil spirti ham beradi)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Metilsalitsilat reaksiyasi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40,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spirtini oksidlab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Oksidlash: 5CH3OH + 2KMnO4 + 3H2SO4 = 5HCOH + K2SO4 + 2MnSO4 + 8H2O.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Ortiqcha KMnO4 sulfit kislota yoki oksalat kislota bilan qaytariladi.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formaldegid fuksinsulfit kislotasi bilan aniqlanadi; miqdori GSX yoki FEK usulida.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CH3OH + KMnO4 + H2SO4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Ortiqcha KMnO4 qaytariladi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HCHO + fuksinsulfit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Rangli eritma, FEK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Oksidlash-fuksinsulfit usuli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 farmakologik ta’siri bo‘yicha narkotik moddalar guruhiga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Xalq xo‘jaligida, turmushda, kimyo va oziq-ovqat sanoatida, laboratoriyalarda, spirtli ichimliklar tayyorlashda ishlatilishi bilan toksikologik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Ichimlikka ko‘pincha xloralgidrat, kokain, opiy alkaloidlari va barbituratlar qo‘shiladi — bu ko‘p o‘limlarga sabab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 bilan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Ichilganda avval asablar qo‘zg‘aladi, so‘ng tezda narkoz holati bilan almashadi.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Muntazam iste’mol alkogolizm kasalligini keltirib chiqaradi; bir yo‘la ko‘p spirt iste’mol qilish o‘limga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Mast kishi aqlidan ayriladi, atrofdagilarni tanimaydi; qusish nafas yo‘lini berkitib qo‘yib, o‘limga olib kelishi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Qondagi spirt dozasi ortishi bilan kishi uxlab qoladi, ko‘pincha uyquda o‘lib qoladi.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qonga o‘tishi va oksidlanishi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(jigarda) tez oksidlanadi: 90-99% CO2 gazigacha oksidlanadi, qolgani nafas va buyrak orqali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ichilganda qonga tez o‘tadi, 5 daqiqadan keyin qondan aniqlash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spirtning peshobdagi konsentratsiyasi qondagidan ancha ko‘p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sababli spirt tahlilini tezlik bilan olib borish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CO2 gacha oksidlanadi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90-99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Qondan aniqlash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5 daqiqada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Peshobda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qondagidan ko‘p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Etil spirti: oksidlanishi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40; Yuldashev Z.A., Umarova G.Q., Toksikologik kimyo modulidan o‘quv-uslubiy majmua, betlar: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Qondagi etil spirti konsentratsiyasi va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Qondagi 0,01-0,04‰ spirt kayf qildiradi; 0,05-0,1‰ mast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Qondagi spirt dozasi ortishi bilan kishi uxlab qoladi, ko‘pincha uyquda o‘lib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jigarda tez oksidlanadi, shu sababli tahlilni tezlik bilan olib borish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Kayf qildiradi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0,01-0,04</a:t>
            </a:r>
            <a:r>
              <a:rPr sz="1500" b="0">
                <a:solidFill>
                  <a:srgbClr val="6B7280"/>
                </a:solidFill>
                <a:latin typeface="Calibri"/>
              </a:rPr>
              <a:t>  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Mast qiladi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0,05-0,1</a:t>
            </a:r>
            <a:r>
              <a:rPr sz="1500" b="0">
                <a:solidFill>
                  <a:srgbClr val="6B7280"/>
                </a:solidFill>
                <a:latin typeface="Calibri"/>
              </a:rPr>
              <a:t>  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Qondagi etil spirti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ob’ektlar va o‘limga olib keluvchi miqdor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uchun me’da, jigar, buyrak va miya olish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100-300 g spirt o‘limga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Murdani yorganda faqat ichki a’zolardan spirt hidi kelishi xarakterli.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41; Yuldashev Z.A., Nurmatova M.I., Toksikologik kimyo modulidan o‘quv-uslubiy majmua, betlar: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fizik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Toza spirt harakatchan, rangsiz, ochiq havoda uchuvchan, tiniq suyuqlik, o‘tkir mazali; suv va efir bilan yaxshi aralashadi.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77-78,5 °C da qaynaydi; zangori alangalanib yonadi.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bug‘i bilan haydaladi; tez oksidlanib sirka aldegidini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yodoform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Distillyatga ishqoriy muhitda yod eritmasi qo‘shib qizdirilsa, yodoform hosil bo‘ladi: sariq loyqa, o‘ziga xos hid.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Mikroskopda olti qirrali sariq yulduzchalar ko‘rinishidagi kristallar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manfiy ahamiyatga ega: organizmda shu reaksiyani beruvchi guruh ko‘p uchraydi.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C2H5OH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I2 + NaOH (NaOI)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CHI3 (yodoform)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Ishqoriy muhit, qizdirish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Sariq loyqa; olti qirrali yulduzchalar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Yodoform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Izonitril va oksidlash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Izonitril: yodoform ustiga anilin va ishqor qo‘shib qizdirilsa, izonitril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Tenglama: CHI3 + C6H5NH2 + 3NaOH → C6H5N=C + 3NaI + 3H2O.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Oksidlanish: etil spirti K2Cr2O7 va H2SO4 bilan oksidlanadi; sirka aldegidi hidi seziladi, eritma yashil rangga o‘tadi (Cr2(SO4)3).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CHI3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C6H5NH2 (anilin)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 NaOH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1417320"/>
            <a:ext cx="2278227" cy="856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C6H5N=C (izonitril)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3387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3387" y="2566416"/>
            <a:ext cx="2278227" cy="856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 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3387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3387" y="3715512"/>
            <a:ext cx="2278227" cy="856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 H2O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Qizdirish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Badbo‘y hid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Izonitril reaksiyasi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Efirlar hosil qilish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etil efiri: distillyatga konsentrlangan H2SO4 va CH3COONa kristali qo‘shib qizdirilsa, sirka etil efirining hidi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Benzoilxlorid bilan ishqoriy muhitda o‘ziga xos hid hosil bo‘ladi (etilbenzoat).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spirtini gaz-suyuqlik xromatografiyasi bilan ham aniqlash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Sirka etil efiri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Konts. H2SO4 + CH3COONa kristali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Qizdirilsa efir hidi keladi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Benzoilxlorid bilan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Ishqoriy muhitda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O‘ziga xos hid (etilbenzoat)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Efir hosil qilish reaksiyalari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42,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chinlik reaksiyalari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Yodoform reaksiyasi: ishqoriy muhitda yod bilan sariq loyqa va olti qirrali yulduzchalar; reaksiya manfiy ahamiyatga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Izonitril reaksiyasi yodoform ustiga anilin va ishqor qo‘shib qizdirilganda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K2Cr2O7 va H2SO4 bilan oksidlanganda sirka aldegidi hidi seziladi, eritma yashil rangga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etil efiri va benzoilxlorid bilan o‘ziga xos hid hosil qilish; GSX ham qo‘llanadi.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273501"/>
              </a:tblGrid>
              <a:tr h="4389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loyqa, yulduzchalar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Izonitril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Badbo‘y hid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K2Cr2O7 +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aldegidi hidi, yashil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etil efiri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Efir hidi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Benzoilxlorid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O‘ziga xos hid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parametri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42,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miqdorini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to‘rt usulda aniqlanadi: etilnitrit usuli.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Vidmark–Shaymosh usuli.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Karantaev usuli (FEK).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Gaz-suyuqlik xromatografiyasi (GSX).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Amil spirti: ahamiyati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Amil spirti C5H11OH odam organizmiga zaharli ta’sir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erituvchi sifatida lak, bo‘yoq sanoatida.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Farmatsevtikada amilnitrit va valerian kislotasi preparatlarini tayyorlashda, tutunsiz porox tayyorlashda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Amil spirti qand va shakardan qo‘lbola tayyorlangan aroq (samogon) tarkibida ko‘p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Amil spirti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 va izoamil spirtlari markaziy asab tizimiga ta’sir ko‘rsatadi, uzunchoq miyani tez zararlaydi.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20-30 daqiqada ta’sir ko‘rsatib, tez mastlik; to‘satdan hushdan ketadi, sianoz; 10-15 daqiqadan so‘ng tirishib o‘lim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Sekin zaharlanganda bosh og‘riydi, ko‘ngil aynaydi, yuzaki nafas olinadi, narsalar ikkitadan bo‘lib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10-15 g amil spirti o‘limga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Ta’sir boshlanishi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20-30 daqiqa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Tirishib o‘lim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10-15 daqiqada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O‘limga olib keladi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10-15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Amil spirti: ta’sir vaqti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43; Yuldashev Z.A., Nurmatova M.I., Toksikologik kimyo modulidan o‘quv-uslubiy majmua, betlar: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Amil spirti: xossalari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Sarg‘ish, kam harakatchan (quyuq) suyuqlik, o‘tkir bo‘g‘uvchi hidli; suvda yomon eriydi; suvdan yengil, suv ustida qalqib yuradi.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Juda sekin so‘riladi, so‘rilmagan amil spirti oshqozonda turadi — bu sud-kimyo tahlili uchun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Ob’ektdan suv bug‘i bilan haydaladi; distillyatdan xarakterli hid keladi, ko‘p bo‘lsa distillyat yuzida moysimon suyuqlik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Sezgirlikni oshirish uchun distillyat efir bilan ekstraksiyalanadi, efirli ajralma uy haroratida bug‘latiladi (qoldiq moysimon).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Amil spirti: chinlik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aldegidi (vanilin, p-dimetilaminobenzaldegid) va konsentrlangan H2SO4 bilan qizdirilsa, qizil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sezgir, lekin manfiy sud-kimyo ahamiyatiga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KMnO4 va H2SO4 bilan qizdirilsa, avval yoqimli valerian aldegidi, so‘ng yoqimsiz (chirigan pishloq) valerian kislotasi hidi seziladi.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amil efiri: amil spirti va sirka kislota H2SO4 ishtirokida qizdirilganda hosil bo‘ladi; miqdori GSX usulida.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Etilenglikol: xossalari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 etilenglikol rangsiz, yog‘simon quyuq, shirin mazali, hidsiz, gigroskopik suyuqlik; solishtirma og‘irligi 1,127; 197,0 °C da qaynaydi.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va spirtda juda yaxshi, efir va xloroformda yomon eriydi; ochiq havoda sekin bug‘lanadi; texnik etilenglikol qizil yoki boshqa rangga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Antifriz tarkibi 55% etilenglikol va 45% suvdan iborat; ichki yonuv dvigatellarini sovitishda ishlatiladi.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Qaynash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197,0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Solishtirma og‘irlik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1,127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Antifriz: etilenglikol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Antifriz: suv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Etilenglikol xossalari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42; Yuldashev Z.A., Umarova G.Q., Toksikologik kimyo modulidan o‘quv-uslubiy majmua, betlar: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 va etilenglikol: fizik xossalari solishtirma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spirti: harakatchan, rangsiz, uchuvchan suyuqlik; 77-78,5 °C da qaynaydi, suv va efir bilan yaxshi aralashadi.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 va izoamil spirti sarg‘ish, quyuq suyuqlik; suvda yomon eriydi, suvdan yengil va suv ustida qalqib yuradi.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Etilenglikol rangsiz, yog‘simon, shirin mazali, hidsiz, gigroskopik; 197,0 °C da qaynaydi; suv va spirtda juda yaxshi eriydi.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287"/>
                <a:gridCol w="29686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Asosiy xossa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77-78,5 °C; suv bilan aralashadi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Quyuq; suvda yomon eriydi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Etilenglikol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197,0 °C; shirin, hidsiz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Etilenglikol eruvchanligi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Efir va xloroformda yomon eriydi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Fizik xossalar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41, 43,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Teri, nafas yo‘li va og‘iz orqali tushadi; zaharlanganda odam avval kayf qilgandek seziladi, bel va qorni og‘riydi, so‘ngra hushidan ketadi.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100 ml dan 300 ml gacha miqdori o‘limga olib boradi; 50 ml etilenglikol zaharli ta’sir ko‘rsatadi.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Mastlik holati, so‘ng 12-24 soat davom etuvchi taxikardiya, taxipnoe, o‘pka shishi.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Ayrim holda 24-72 soat davomida buyrak yetishmovchiligi va metabolik atsidoz.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Bemor 13-14 kundan keyin anuriya tufayli 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O‘limga olib keladi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100-300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Zaharli ta’sir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Taxikardiya, taxipnoe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12-24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Buyrak yetishmovchiligi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24-72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Etilenglikol miqdorlari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44; Yuldashev Z.A., Nurmatova M.I., Toksikologik kimyo modulidan o‘quv-uslubiy majmua, betlar: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Etilenglikol: metabolizm va murdada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Fermentlar ta’sirida tez metabolitlanadi; glikol kislotasi to‘planadi.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Oksalat kislotagacha oksidlanib, kaltsiy bilan birikadi va buyrak naychalari hamda miya tomirlarida yig‘iladi.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Organizmdan oksalatlar holida peshob bilan chiqadi; 3% ga yaqin etilenglikol buyraklar orqali o‘zgarmasdan ajralishi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Murdada miyaga qon quyilishi, peshobda cho‘kma, buyrak peshob yo‘llari kaltsiy oksalat bilan to‘lganligi; buyrak va jigar kattalashadi.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Etilenglikol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Glikol kislotasi to‘planadi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Oksalat kislotagacha oksidlanadi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Kaltsiy oksalat hosil bo‘ladi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Buyrak naychalarida yig‘iladi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Etilenglikol metabolizmi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44,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Spirtlar: xavfli miqdorlar solishtirma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spirti: zaharli dozasi 7-8 g, LD50 = 30-100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 spirti: 10-15 g o‘limga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 100-300 g o‘limga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Etilenglikol: 100-300 ml o‘limga olib keladi, 50 ml zaharli ta’sir ko‘rsatadi.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Zaharli doza 7-8 g; LD50 30-100 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100-300 g — o‘lim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10-15 g — o‘lim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Etilenglikol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100-300 ml — o‘lim; 50 ml zaharli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Miqdorlar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40, 43, 41,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Etilenglikolni ajratib olish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Etilenglikol suv bug‘i bilan yomon haydalgani uchun N.B. Lapkina va V.A. Nazarenko usulida ajratib 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Tahlil uchun jigar olinadi, chunki etilenglikol asosan jigarda to‘planadi.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Jigarga (10 g) shavel (oksalat) kislotasi kristallari (5 g) qo‘shib chinni hovonchada ezilib, qurilma kolbasiga o‘tkaziladi, ustiga benzol (30 ml) qo‘shiladi.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Suv hammomida qaynatilganda benzol etilenglikol va suvni olib uchadi.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Sovutgichda suvli ajralma yig‘iladi, hajm o‘zgarmay qolgach, ostki suvli qatlam tahlil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Jigar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 g jigar + 5 g oksalat kislota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Ezish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Chinni hovonchada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Benzol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30 ml benzol, qurilma kolbasida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Qaynatish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 hammomida; suvli ajralma yig‘iladi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Tahlil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 qatlami ajratilib tekshiriladi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Lapkina–Nazarenko usuli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Etilenglikol: Cu(OH)2 va periodat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(II) gidroksidi cho‘kmasi etilenglikol bilan erib, ko‘k rangli tiniq suyuqlik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Glitserin bu reaksiyaga halaqit beradi, lekin u haydalmaydi, shuning uchun distillyatda aniqlanmaydi.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muhitda kaliy periodat bilan formaldegidgacha oksidlanadi, so‘ngra formaldegid xarakterli reaksiyalari bilan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Etilenglikol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Cu(OH)2 cho‘kmasi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Mis glikolyat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H2O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Cho‘kma erib, ko‘k tiniq suyuqlik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Cu(OH)2 bilan reaksiya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Etilenglikol: oksalat va mikrokristalloskopiya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nitrat kislota bilan 2-3 marta qizdirilsa oksalat kislota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Ammoniy gidroksid va kaltsiy tuzi qo‘shilsa, kaltsiy oksalatning oq cho‘kmasi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Mikroskopda konvert shaklini eslatuvchi kristallar ko‘rinadi; ayrim hollarda 2-3 kundan so‘ng; mineral kislotalarda erib ketadi.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sezgirligi 0,1 g etilenglikolga teng.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Etilenglikol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Konts. HNO3 (2-3 marta)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NH4OH + kaltsiy tuzi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Kaltsiy oksalat (oq cho‘kma)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Takroran qizdirish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Konvert shaklidagi kristallar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Oksalat kislota orqali aniqlash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46, 47; Yuldashev Z.A., Nurmatova M.I., Toksikologik kimyo modulidan o‘quv-uslubiy majmua, betlar: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Gaz-suyuqlik xromatografiyasi: tarix va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Xromatografiya birinchi bo‘lib 1903 yilda M.S. Svet tomonidan yashil o‘simliklardan olingan aralashmani ajratishda qo‘llangan.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1941 yili Martin va Sinj qog‘oz xromatografiyasini taklif etib Nobel mukofotiga sazovor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1952 yili Djeyn va Martin gaz adsorbsion va gaz-suyuqlik xromatografiyasi usullarini yaratgan.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 da qo‘zg‘aluvchi faza — gaz, qo‘zg‘almas faza — yuqori haroratda qaynovchi suyuqlik (qattiq neytral moddaga shimdirilgan).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320"/>
                <a:gridCol w="374965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Voqea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1903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M.S. Svet: xromatografiya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Martin va Sinj: qog‘oz xromatografiyasi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1952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Djeyn va Martin: GSX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tarixi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45; Yuldashev Z.A., Umarova G.Q., Toksikologik kimyo modulidan o‘quv-uslubiy majmua, betlar: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GSX: taqsimlanish koeffitsienti va asbob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Moddalarning ajralishi taqsimlanish koeffitsienti K bilan tushuntiriladi (qo‘zg‘almas faza konsentratsiyasi / qo‘zg‘aluvchi faza konsentratsiyasi).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 kichik bo‘lsa, modda qo‘zg‘almas fazada kam shimiladi va kolonkadan tez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xromatografi: gaz manbai, reduktor, o‘lchagich, kolonka, detektorlar, termostat, dozator va yozib oluvchi qurilma.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Gaz manbai, reduktor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Dozator (namuna kiritish)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Xromatografik kolonka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Detektor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Yozib oluvchi qurilma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Gaz xromatograf tuzilishi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47, 48; Yuldashev Z.A., Nurmatova M.I., Toksikologik kimyo modulidan o‘quv-uslubiy majmua, betlar: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GSX: detektorlar va xromatogramma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Detektorlar turi: katarometr (issiqlik o‘tkazuvchanlik), alangali ionlanish, elektron tashuvchi va termoion.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Xromatogrammadagi to‘g‘ri chiziq toza qo‘zg‘aluvchan faza o‘tishini, cho‘qqilar esa biror modda ajralganini bildiradi.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 kolonkada ushlanish vaqti va cho‘qqi balandligi (h) bilan xarakterlanadi.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 ushlanish vaqti = umumiy ushlanish vaqti − o‘lik ushlanish vaqti (tchin = tum − tm).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GSX detektorlari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Katarometr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Issiqlik o‘tkazuvchanlik farqi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Alangali ionlanish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Elektron tashuvchi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Termoion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Detektor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 da sifat tahlili va natijani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Xromatografik kolonkada ushlanish parametrlari bo‘yicha.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Standart modda yoki ular aralashmasi bilan solishtirish.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Xromatografik tahlildan oldin va keyin kimyoviy reaksiyalar olib borish.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GSX ni UF, IK, mass-spektr, lyuminestsent, YaMR kabi fizik usullar bilan birgalikda bajarish.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GSX: miqdorni aniqlash usullari va afzalliklari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xromatografik tahlilda modda miqdori uch usulda aniqlanadi: ichki standart, absolyut kalibrlash va ichki normallash.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Afzalliklari: universal usul; murakkab aralashmalarni komponentlarga ajratadi; tahlilga kam vaqt va kam modda sarflanadi; sezgirligi yetarli.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Aniqligi yuqori: nisbiy xatolik ±1,0-1,5% atrofida; kamchiligi — ayrim suyuq qo‘zg‘almas fazalarning uchuvchanligi va beqarorligi.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GSX da miqdor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Ichki standart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Absolyut kalibrlash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Ichki normallash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Miqdorni aniqlash usullari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Spirtlarni GSX da tahlil qilish: alkilnitritlar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Qon, peshob va distillyatdan spirtlarni gaz xromatografiyasi bilan aniqlash yetarlicha sezgir va aniq usullardan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Sifat va miqdorni aniqlash spirtlarni alkilnitritlarga o‘tkazib, xromatografik ajratishga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Alkilnitritlar mos spirtlarga nisbatan bir necha marta uchuvchan.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Penitsilin flakoniga uchxlorsirka kislota, so‘ng qon yoki peshob solinadi; qopqoq yopilgach, shprits yordamida natriy nitrit eritmasi qo‘shib aralashtiriladi.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So‘ng par-gaz fazasidan aniq hajm olib xromatografga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Ichki standart usuli: propil spirti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miqdori ichki standartlash usulida aniqlanadi; ichki standart sifatida propil spirti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Hisob kalibrovka grafigi orqali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Grafik etil nitrit (h1) va propil nitrit (h2) cho‘qqi balandliklari nisbati bo‘yicha tuziladi.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+ CCl3COOH flakonda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NaNO2: alkilnitritlar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Par-gaz fazasi → xromatograf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h1/h2 → kalibrovka grafigi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Qon/peshobda etanol (GSX)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Metil spirti salitsil kislota (metilsalitsilat) va oksidlash — fuksinsulfit usullari bilan.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 yodoform, izonitril, oksidlanish va efir reaksiyalari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Amil spirti hid, vanilin/salitsil aldegidi va oksidlanish reaksiyalari bilan.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Etilenglikol Lapkina–Nazarenko usulida ajratilib, Cu(OH)2, periodat, oksalat reaksiyalari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asosan GSX bilan (ichki standart — propil spirti); sifat tahlilida ushlanish parametri standart bilan solishtiriladi.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40-42, 43-47, 48-49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spirtini yodoform reaksiyasida mikroskopda olti qirrali sariq yulduzchalar ko‘rinishidagi kristallar hosil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Antifriz tarkibi 55% etilenglikol va 45% suvdan iborat bo‘lib, ichki yonuv dvigatellarini sovitishga imkon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Kaltsiy oksalat kristallari konvert shaklini eslatadi; ayrim hollarda mikrokristall shakli 2-3 kundan so‘ng hosil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 spirti organizmda juda sekin so‘riladi, so‘rilmagan qismi oshqozonda turadi — bu sud-kimyo tahlili uchun zarur.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etilenglikol. Kimyoviy va GSX tahlili, natijani talqin qili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39-49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39-40, 42-43, 45-46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№054 (TFI Toksikologik kimyo kafedrasi). Uchuvchi zaharlarni suv bug‘i bilan haydash; sianid kislota (ma’ruza, Toshkent, 2012).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