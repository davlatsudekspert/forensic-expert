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sud-kimyo ekspertizasi nimasi bilan oddiy kimyoviy tahlildan farq qiladi? Doskada: dars rejasining 4 qismini yozing. Tipik xato: ekspertizani faqat laboratoriya ishi deb tushunish; u huquqiy hujjatlashtirishni ham o‘z ichiga oladi.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ikkinchi maqsad klinik amaliyotda qanday ko‘rinadi? Doskada: ikki maqsad va ularning «mijozlari»ni yozing. Tipik xato: ekspertiza faqat jinoyat ishlariga xizmat qiladi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qaror faqat «alkogol»ga tekshirishni so‘rasa, ekspert nima qiladi? Doskada: ikki tahlil turini solishtiring. Tipik xato: yo‘llanmagan tahlilni «ko‘rsatmasiz, ixtiyoriy»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eski hujjatlar hamon tilga olinadi? Doskada: vaqt chizig‘i. Tipik xato: tarixiy hujjatlarni amaldagi deb hisoblash — amaldagi tahrirni lex.uz dan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byuro va Markaz nomlari qanday bog‘liq? Doskada: 2010 -&gt; 2011 -&gt; 2012 -&gt; 2015 -&gt; 2018 vaqt chizig‘i. Tipik xato: eski «byuro» atamasini hozirgi tuzilmaga qo‘llash. Slaydda 277-son (toks 13, dvssm 14). Kitobda: 2011 yil 25 iyul buyrug‘i «277-son» (toks 13, dvssm 14), buyruq matnining o‘zida (malaka 115) «227» — raqam slaydga yozilmadi;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rahbarlik va ilmiy-amaliy bo‘ysunish nega ajratilgan? Doskada: zanjirni chizing. Tipik xato: filiallarni mustaqil muassasa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sud-kimyo bo‘limi qaysi o‘rinbosar yo‘nalishiga kiradi? Doskada: Markaz sxemasi. Tipik xato: sxemani soddalashtirib, o‘rinbosarlik yo‘nalishlarini aralashtirish. Eslatma: sxema matni PDF dan ajratilganda tartibi buzilgan, shuning uchun band «tekshirish kerak» deb belgilandi.</a:t>
            </a:r>
          </a:p>
          <a:p/>
          <a:p>
            <a:r>
              <a:t>Tekshirish kerak (manbada noaniq):</a:t>
            </a:r>
          </a:p>
          <a:p>
            <a:r>
              <a:t>- Ilmiy ishlar o‘rinbosari: ilmiy bo‘lim, laboratoriyalar tekshiruvi, axborot-kommunikatsion texnologiya.</a:t>
            </a:r>
          </a:p>
          <a:p>
            <a:r>
              <a:t>- Ekspert ishlari o‘rinbosari: tashkiliy-uslubiy va sifat nazorati, murakkab ekspertiza, tibbiy-kriminalistika.</a:t>
            </a:r>
          </a:p>
          <a:p>
            <a:r>
              <a:t>- Umumiy masalalar o‘rinbosari: moliya-buxgalteriya, xodimlar, huquqiy xizmat, devonxona, xo‘jalik bo‘limi.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ashyoviy dalilni qaysi bo‘limlar birgalikda tekshirishi mumkin? Doskada: 6 bo‘limni ro‘yxat qilib yozing. Tipik xato: sud-kimyo bo‘limini sud-biologiya bilan aralashtirish. Markazning Qoraqalpog‘iston, viloyat va Toshkent shahar filiallari shunday tuzilishga 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ob’ektlarni qabul qilish xonasida sovutgich va seyf bo‘lishi shart? Doskada: 5 xonani chizing. Tipik xato: malaka 036/048 dagi «kamida 3 xona» ni ishlatish. Kitobning boshqa betida (malaka 036/048): 3 xona; slaydda kitobdagi 5 xona.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surg‘uchlash nimani kafolatlaydi? Doskada: lavozimlar zinapoyasi. Tipik xato: laborantni ekspert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chaqiruvga «qanday sharoitda bo‘lmasin» kelish shart? Doskada: 4 vazifani raqamlang. Slaydda kitobdagi «har 5 yilda». Kitobning boshqa betida (malaka 036): 5-6 yil.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kitob va malaka vazifalari ro‘yxatidagi farqlarni toping. Doskada: qo‘shimcha vazifalarni ajratib yozing. Manba malaka 036 (1992 yil 551-son buyrug‘iga tayangan)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ish materiallari bilan tanishish huquqi tahlil sifatiga qanday ta’sir qiladi? Doskada: 4 huquqni yozing. Tipik xato: huquqlarni majburiyatlar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ekspert o‘z xulosasida faqat berilgan savollar bilan cheklanishi shartmi? (15-moddaga ko‘ra, yo‘q.) Doskada: 15-modda huquqlari. Tipik xato: qonun matnini lex.uz dagi amaldagi tahrir bilan solishtirmaslik.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ekspert nega natijani tergovchidan boshqa kishiga ayta olmaydi? Doskada: majburiyatlar va taqiqlar ikki ustunda. Tipik xato: oshkor qilmaslik majburiyatini faqat jinoyat ishlariga tegishli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etika va qonun talabi qachon ustma-ust tushadi? Doskada: «etika — deontologiya — qonun» uchburchagi. Tipik xato: deontologiyani faqat vrach-bemor munosabati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qarindoshlar natijani so‘rasa, ekspert nima deydi? Doskada: 4 etik qoida. Tipik xato: «yordam berish» niyatida ma’lumotni oshkor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buzilgan o‘ram bilan kelgan ashyoviy dalilni nima qilamiz? Doskada: zanjirni chizing. Tipik xato: buzilgan o‘ramni qabul qilmay qaytarib yuborish — kitobga ko‘ra avval akt tuziladi.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qaror noaniq bo‘lsa, ekspert nima qiladi? Doskada: qaror mazmuni va ekspert javobgarligi. Tipik xato: saqlash javobgarligini laboratoriya mudiriga yuklash. Kitobdagi birinchi jumla grammatik jihatdan to‘liq emas; mazmuni bandda berildi.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o‘ramni tavsiflash nima uchun ekspertizaning boshida bajariladi? Doskada: o‘ramni tavsiflash punktlari. Tipik xato: malaka 117 — loyiha matni (sanasi va raqami yo‘q), uni amaldagi normativ deb ko‘rsatmang; amaldagi tahrirni tekshiring. Manba malaka 117 (sanasi va raqami ko‘rsatilmagan qoidalar loyihasi)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surg‘uch bo‘lagi qanday xatoga olib keladi? Doskada: o‘ramni ochish tartibi. Tipik xato: o‘ramni shoshib, sur’uchni sindirib ochish. Manba malaka 036 (1992 yil 551-son buyrug‘iga tayangan)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daftarlar shnurlanadi va muhrlanadi? Doskada: uch hujjat jadvali. Tipik xato: ish daftarini akt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sahifalari tikilgan daftarga nima uchun tuzatish kiritish qiyin? Doskada: jurnal sahifasi sxemasi. Tipik xato: malaka materialini kitob bilan teng manba deb hisoblash. Manba malaka 036 (1992 yil 551-son buyrug‘iga tayangan)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kitobda 16 bo‘lim deyilgan; qoidalar loyihasining a)-o) bandlarini sanab, solishtiring. Doskada: jurnal ustunlari. Tipik xato: loyiha bandlari soni kitobdagi 16 bo‘lim bilan aynan mos deb o‘ylash. Manba malaka 117 (sanasi va raqami ko‘rsatilmagan qoidalar loyihasi)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akt ish daftari asosida yoziladi? Doskada: 4 qismli sxema. Tipik xato: aktni xotiradan yozish. Izoh: malaka 117 loyihasi aktni 3 qismga (kirish, tekshiruv, yakuniy) bo‘ladi; tekshiruv qismida «Ob’ekt tavsifi» va «Kimyoviy tekshiruv» birlashgan — farq nomlashda, mazmunda 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kirish qismini qaysi ma’lumotlar bo‘yicha tekshirish mumkin? Doskada: kirish qismi maydonlari ro‘yxati. Tipik xato: tugash vaqtini ko‘rsatmaslik.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pH va hid akt uchun ham muhim? Doskada: tavsif punktlari. Tipik xato: faqat rangni yozib, o‘ramni tavsiflamaslik. Manba malaka 036 (1992 yil 551-son buyrug‘iga tayangan)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«oq cho‘kma tushdi» va «kumush bor» yozuvlarining farqi. Doskada: noto‘g‘ri va to‘g‘ri yozuv namunasi. Tipik xato: reaksiya tenglamasi yoki muallif nomini aktga kiritish. Manba malaka 036 (1992 yil 551-son buyrug‘iga tayangan)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manfiy natijalar ham aktda ko‘rsatiladi? Doskada: xulosa qismi tartibi. Tipik xato: miqdorni 1 g ob’ektga hisoblab yozish — kitobga ko‘ra 100 g 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tayyor blankadan foydalanish mumkin emas? Doskada: akt yozish qoidalari. Tipik xato: aktni kompyuterda shablon bo‘yicha yozish. Izoh: bu qoidalar malaka 063 faylidan; amaldagi talab bilan solishtiring.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spirt saqlovchi ob’ekt qisqa muddat saqlanadi? Doskada: muddatlar jadvali. Tipik xato: muddatlarni bir-biriga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manfiy natija zaharlanish bo‘lmaganligini isbotlaydimi? Doskada: 5 ta sababni yozing. Tipik xato: manfiy natijani «zahar yo‘q» deb talqin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metall topilsa, qanday qilib uning tabiiy ekanini ajratamiz? Doskada: 4 holat. Tipik xato: sifat reaksiyasi musbat bo‘lsa darhol zaharlanish deb xulosa qilish; miqdoriy tahlil shart.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ekspertizaning butun yo‘lini «qaror -&gt; qabul -&gt; tahlil -&gt; akt -&gt; saqlash» tartibida so‘zlab bering. Doskada: shu zanjir. Tipik xato: aktni ekspertizaning rasmiy bosqichi emas, oddiy hisobot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Sud-kimyo ekspertizasini tashkil etish: byuro (markaz), sud kimyogari huquq va vazifalari, jurnallar, dalolatnoma (akt) tuzilishi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ekspertizasini tashkil etish: byuro (markaz), sud kimyogari huquq va vazifalari,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sud-kimyo ekspertizasini tashkil qilish, ekspert kimyogarlar, ashyoviy dalillarni ekspertiza qilish qoidalari, ekspertiza hujjatlari va akt.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iboralar: sud-kimyo ekspertizasi, sud kimyogarlari, ekspert kimyogarlar, akt, sud-kimyo ekspertiza hujjatlari.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Sud-tibbiy va sud-kimyo ekspertizasini sog‘liqni saqlash vazirligi qoshidagi Bosh sud-tibbiy ekspert boshqaradi.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7,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Sud-kimyo ekspertizasining maqsadlari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ekspertizasini tashkil etish: byuro (markaz), sud kimyogari huquq va vazifalari,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Birinchi maqsad: sud-tergov xodimlariga sud-kimyosi fani bilimlari asosida noaniq masalalarni aniqlashda yordam berish.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Ikkinchi maqsad: sog‘liqni saqlash xodimlariga sanoat, turmush va xalq xo‘jaligida zaharlanishning oldini olishda yordam berish.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kishi sog‘lig‘iga zarar yetkazuvchi yoki o‘limga olib keluvchi zahar bor-yo‘qligini, uning sifati va miqdorini aniqlaydi.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13,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Yo‘llangan va yo‘llanmagan tahlil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ekspertizasini tashkil etish: byuro (markaz), sud kimyogari huquq va vazifalari,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Yo‘llangan tahlil sud-tibbiyot yoki sud-tergov xodimlari ko‘rsatmasi asosida bir yoki bir necha modda uchun olib boriladi.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Yo‘llanmagan yoki umumiy tahlil sog‘liqni saqlash vazirligi qaroriga kiritilgan 67 zaharli va kuchli ta’sir etuvchi moddaga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Qarorda qanday zaharga tekshirish ko‘rsatilmagan bo‘lsa, vazirlik tasdiqlagan zaharli moddalarga tekshiruv o‘tkaziladi.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13,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Huquqiy asos: tarixiy hujjatlar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ekspertizasini tashkil etish: byuro (markaz), sud kimyogari huquq va vazifalari,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Tashkil etish sud-protsessual kodeks va 1939 yil 4 iyuldagi xalq komissarligi qaroriga asoslanadi.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1962 yil 10 apreldagi 166-raqamli va 1978 yil 21 iyundagi 694-raqamli hujjatlar katta ahamiyat kasb 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Shuningdek, 1952 yilgi tashkil etish qo‘llanmasi va 1957 yilgi sud-kimyo bo‘limi qoidalari qayd etilgan.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3570"/>
                <a:gridCol w="3074404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Sana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Hujjat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1939 yil 4 iyul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Xalq komissarligi qarori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1952 yil 13 dekabr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Tashkil etish qo‘llanmasi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1962 yil 10 aprel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166-raqamli qaror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1978 yil 21 iyun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694-raqamli hujjat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Tarixiy hujjatlar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Amaldagi me’yoriy 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ekspertizasini tashkil etish: byuro (markaz), sud kimyogari huquq va vazifalari,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«Sud ekspertizasi to‘g‘risida»gi Qonun: Qonunchilik palatasi 2009 yil 18 noyabrda, Senat 2010 yil 7 mayda tasdiqlagan; 2010 yil 1 iyundan kuchga kirgan.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Sog‘liqni saqlash vazirligi buyruqlari: 2011 yil 25 iyuldagi, 2012 yil 1 iyuldagi 153-son, 2015 yil 15 apreldagi 82-son.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Prezidentning 2018 yil 4 dekabrdagi PQ-4049-son qaroriga ko‘ra Bosh byuro Respublika sud-tibbiy ekspertiza ilmiy-amaliy markaziga (Markaz) aylantirildi.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Viloyatlar va Toshkent shahri byurolari Markazning filiallari sifatida qayta tashkil etildi.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Ekspertizani boshqarish tartibi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ekspertizasini tashkil etish: byuro (markaz), sud kimyogari huquq va vazifalari,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Sud-tibbiy va sud-kimyo ekspertizasini vazirlik qoshidagi Bosh sud-tibbiy ekspert boshqaradi.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Rahbarlik ishlari bo‘yicha u vazirlikka yoki uning birinchi o‘rinbosariga bo‘ysunadi.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Ilmiy-amaliy ishlar bo‘yicha sud-tibbiy ilmiy tekshirish ilmgohiga bo‘ysunadi.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Sog‘liqni saqlash vazirligi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Bosh sud-tibbiy ekspert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Respublika markazi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Viloyat va shahar filiallari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Boshqaruv zanjiri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Respublika markazining tuzilishi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ekspertizasini tashkil etish: byuro (markaz), sud kimyogari huquq va vazifalari,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Ilmiy ishlar o‘rinbosari: ilmiy bo‘lim, laboratoriyalar tekshiruvi, axborot-kommunikatsion texnologiya.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 ishlari o‘rinbosari: tashkiliy-uslubiy va sifat nazorati, murakkab ekspertiza, tibbiy-kriminalistika.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Umumiy masalalar o‘rinbosari: moliya-buxgalteriya, xodimlar, huquqiy xizmat, devonxona, xo‘jalik bo‘limi.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161"/>
                <a:gridCol w="3487813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O‘rinbosar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Yo‘nalish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Ilmiy ishlar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Ilmiy bo‘lim va laboratoriyalar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Ekspert ishlari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Ekspertiza bo‘limlari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Umumiy masalalar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Moliya, kadrlar, xo‘jalik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Markaz direktorining o‘rinbosarlari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Markaz bo‘limlari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ekspertizasini tashkil etish: byuro (markaz), sud kimyogari huquq va vazifalari,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Tashkiliy-uslubiy bo‘lim va sifat nazorati bo‘limi; murakkab ekspertizalar bo‘limi.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Tibbiy-kriminalistika bo‘limi (spektral va rentgenologik bo‘linma bilan).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Sud-biologik bo‘lim (DNKni molekulyar-genetik tekshiruv bo‘linmasi bilan).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Sud-kimyo bo‘limi (biokimyo tekshiruv bo‘linmasi bilan) va sud-gistologiya bo‘limi.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Sud-kimyo bo‘limining xonalari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ekspertizasini tashkil etish: byuro (markaz), sud kimyogari huquq va vazifalari,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Sud-kimyo ekspertizasi o‘tkaziladigan bo‘lim kamida 5 xonaga ega bo‘lishi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Beshinchi xona — reagentlar va boshqa materiallar saqlanadigan xona.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Xonalar soni va xodimlar yo‘riqnomalari Bosh sud-tibbiy ekspert tasdiqlagan «Qoidalar»da ko‘rsatilgan.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850"/>
                <a:gridCol w="377712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№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Xona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Qabul qilish va saqlash (sovutgich, seyf)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Laboratoriya (tekshiruv, ekspertiza)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Namuna tayyorlash va tashqi ko‘rinish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Ishchi xonalar (kabinetlar)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Birinchi to‘rt xona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14, 15, 14-15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Laboratoriya rejimi va lavozimlar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ekspertizasini tashkil etish: byuro (markaz), sud kimyogari huquq va vazifalari,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Laboratoriyaning hamma xonalari ishdan so‘ng qulflanadi va surg‘uchlanadi.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Ashyoviy dalillar uchun alohida sovuq xona, zaharli moddalar uchun alohida xona bo‘lishi shart.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Sud-kimyo bo‘limida katta kimyogar (boshliq), kimyogar va laborant lavozimlari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 kimyogarining vazifalari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ekspertizasini tashkil etish: byuro (markaz), sud kimyogari huquq va vazifalari,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Sud-tergov organlari qarori, ayrim hollarda sud-tibbiy ekspertlari va tibbiy muassasalar talabi asosida sud-kimyo ekspertizasini o‘tkazish.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Tergov organlari chaqirig‘iga binoan savollarga javob berish uchun qanday sharoitda bo‘lmasin yetib borish shart.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tugagach tahlil yakunini yozish shart (akt).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Dorishunoslik ixtisosi bo‘yicha oliy ma’lumotli bo‘lish, mutaxassislik kursini o‘tish va har 5 yilda malaka oshirish kursidan o‘tish lozim.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Vazifalar: malaka materiali (2012)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ekspertizasini tashkil etish: byuro (markaz), sud kimyogari huquq va vazifalari,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Ashyoviy dalil va unga qo‘shilgan hujjatlarni sud-tibbiy laboratoriya boshlig‘idan qabul qilib olish.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Sud-kimyo laboratoriyasida ekspertiza ro‘yxatini tekshirib borish va tahlillarni o‘tkazish.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 daftariga tekshiruv usullari, ularning borishi va natijalarini yozib borish.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Sud-kimyo dalolatnomalarini yozish va muhim ma’lumotlar bo‘yicha sud muassasalari bilan maslahatlashish.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№036 (TFI Toksikologik kimyo kafedrasi)., 2-ma’ruza: Sud-kimyosi ekspertizasi, betlar: slayd 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Ekspert-kimyogarning huquqlari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ekspertizasini tashkil etish: byuro (markaz), sud kimyogari huquq va vazifalari,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 materiallari bilan tanishish.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Qo‘shimcha materiallarni talab qilish.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 yuzasidan olib borilayotgan sud-tergov majlislarida bo‘lish.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Ekspertlar huquqlari sud-tibbiy ekspertlar huquqlari bilan tenglashtiriladi.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 huquqlari: Qonun matni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ekspertizasini tashkil etish: byuro (markaz), sud kimyogari huquq va vazifalari,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 ish materiallari bilan tanishadi, ularning ko‘chirma nusxasini oladi va qo‘shimcha materiallar hamda ob’ektlar taqdim etilishi haqida iltimos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Tergov harakatlarida surishtiruvchi, tergovchi, prokuror ruxsati bilan hozir bo‘ladi; sud muhokamasida suddan ruxsat bilan savollar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 yuritilayotgan tilni bilmasa, ona tilida xulosa taqdim etadi va tarjimon xizmatidan foydalanadi.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Huquqlari buzilsa, qaror va harakatlar ustidan qonunda belgilangan tartibda shikoyat qiladi.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№047., «Sud ekspertizasi to‘g‘risida»gi Qonun matni, betlar: 15-modda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 majburiyatlari: Qonun matni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ekspertizasini tashkil etish: byuro (markaz), sud kimyogari huquq va vazifalari,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 taqdim etilgan ob’ektlarni har tomonlama va to‘liq tekshiradi, savollar bo‘yicha asosli va xolis xulosa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Surishtiruv, tergov yoki sud chaqirig‘iga binoan shaxsan keladi va o‘z xulosasini tushuntirish uchun qo‘shimcha savollarga javob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munosabati bilan ma’lum bo‘lgan ma’lumotlarni oshkor qilmaydi; ob’ektlar va ish materiallarining saqlanishini ta’minlaydi.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Natijani ekspertizani tayinlagan organdan (shaxsdan) boshqa kishiga xabar qilishga, materiallarni mustaqil to‘plashga haqli emas.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№047., «Sud ekspertizasi to‘g‘risida»gi Qonun matni, betlar: 16-modda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Etika va deontologiya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ekspertizasini tashkil etish: byuro (markaz), sud kimyogari huquq va vazifalari,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Deontologiya — yunoncha deon (zaruriy) va logos (o‘rganaman): ishni to‘liq aniqlash maqsadi va qonuniyatlarini o‘rgatadigan bilim.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 kimyogarining etika va deontologiyasi qonun va huquq normalari bilan teng va to‘g‘ridan-to‘g‘ri bog‘liq.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Har bir kimyogar-ekspert o‘z faoliyatida zarur etika va deontologiyani saqlashi zarur.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Etik talablar va maxfiylik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ekspertizasini tashkil etish: byuro (markaz), sud kimyogari huquq va vazifalari,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Jabrlanuvchi yoki qarindoshlari bilan suhbatda ekspert ovozini ko‘tarmaydi, nafsoniyatga tegadigan va noo‘rin savollar bermaydi.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Ekspertdan to‘g‘rilik, haqqoniylik va haqgo‘ylik talab etiladi; yaqin kishilarga o‘ta sezgir va muloyim munosabat zarur.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Voqea sabablarini maxfiy tutish — sud-tibbiy va sud-kimyogar ekspertlarning kasb oldidagi burchi.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ma’lumotlarini tarqatgan ekspertlar ma’muriy javobgarlikka tortiladi.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15-16, 15, 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Ashyoviy dalilni ekspertizaga yuborish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ekspertizasini tashkil etish: byuro (markaz), sud kimyogari huquq va vazifalari,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Qaror bayonnomasi, sud-tibbiy aktdan va (kasalxonada bo‘lsa) kasallik tarixidan ko‘chirma yuboriladi.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Ashyoviy dalil va hujjatlar laboratoriyaning ro‘yxatga olish jurnaliga yoziladi.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O‘ram buzilgan bo‘lsa, akt tuzilgandan keyin tekshiruv olib boriladi.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Ekspertiza qarori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Idora (kantselyariya)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Ro‘yxatga olish jurnali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Sud kimyogariga topshirish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Reja asosida tekshiruv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Yuborish zanjiri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 qarori va ekspert javobgarligi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ekspertizasini tashkil etish: byuro (markaz), sud kimyogari huquq va vazifalari,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Qarorda jinoyat holati, ashyoviy dalil va sud kimyogariga qo‘yilgan vazifa ko‘rsatilishi lozim.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Ekspert-kimyogar olgan ashyoviy dalilini tekshiruv boshlashdan tugatguncha saqlashga javobgar.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Tez tibbiy yordam ko‘rsatish maqsadida sud-tergov ko‘rsatmasi yoki shifoxonaning yozma ko‘rsatmasi bilan ham ekspertiza o‘tkazilishi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Qabul qilish: o‘ram va ro‘yxat (qoidalar loyihasi)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ekspertizasini tashkil etish: byuro (markaz), sud kimyogari huquq va vazifalari,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Ashyoviy dalillar ekspertiza tayinlagan idora tomonidan o‘ralgan va muhrlangan, ilova hujjatlarda ko‘rsatilgan bo‘lishi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Ekspert-kimyogar o‘ramning turi, muhrning holati, o‘lchamlari va yozuvlarini tavsiflaydi.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O‘ram ehtiyotkorlik bilan ochiladi: idish shikastlanmasligi va ob’ekt yo‘qolmasligi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Hujjatlar alohida papkada seyf yoki metall shkafda saqlanadi.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№117 (O‘zR SSV, loyiha matni)., Sud-kimyo ekspertiza va tekshiruvlarini o‘tkazish qoidalari, betlar: 10-band, 12-band, 13-band, 14-band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O‘ram ochilganda: nomuvofiqlik va ifloslanish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ekspertizasini tashkil etish: byuro (markaz), sud kimyogari huquq va vazifalari,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Ashyoviy dalil ochilgach, bankalardagi ob’ekt hujjatlar bilan solishtiriladi va vazni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 hujjatda ko‘rsatilganidan farq qilsa, uch kishilik komissiya akt tuzadi; bir nusxasi yuborgan muassasaga jo‘natiladi.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Surg‘uch bo‘laklari ob’ektga tushsa, kimyoviy tekshiruvda og‘ir metallar aniqlanishiga olib kelishi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№036 (TFI Toksikologik kimyo kafedrasi)., 2-ma’ruza: Sud-kimyosi ekspertizasi, betlar: slayd 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 hujjatlari: uch jurnal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ekspertizasini tashkil etish: byuro (markaz), sud kimyogari huquq va vazifalari,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Sud-kimyo laboratoriyalarida asosan 3 ta jurnal yuritiladi.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Ro‘yxatga olish jurnali 16 bo‘limdan iborat; ish daftarida kundalik hisob-kitoblar yoziladi.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Akt daftari ish daftariga o‘xshash raqamlangan, shnurlangan va muhrlangan bo‘ladi.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4147"/>
                <a:gridCol w="2853827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Hujjat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Xususiyati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Ro‘yxatga olish jurnali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16 bo‘limdan iborat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Sud kimyogarining ish daftari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Kundalik hisob-kitoblar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Akt daftari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Qo‘lyozma, shnurlangan, muhrlangan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 hujjat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Jurnallarni yuritish qoidalari (malaka)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ekspertizasini tashkil etish: byuro (markaz), sud kimyogari huquq va vazifalari,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Ro‘yxatga olish jurnali sahifalari raqamlanadi, ip bilan tikiladi va surg‘uchlab muhrlanadi.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 daftarida kimyogarning barcha kimyoviy tekshiruvlari va ob’ektning tashqi ko‘rinishi yoziladi; daftarga byuro muhri bosiladi.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Dalolatnomalar jurnali ham raqamlangan, tikilgan, muhrlangan va byuro boshlig‘i tomonidan imzolangan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№036 (TFI Toksikologik kimyo kafedrasi)., 2-ma’ruza: Sud-kimyosi ekspertizasi, betlar: slayd 19, slayd 20, slayd 21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Ro‘yxat jurnaliga yoziladigan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ekspertizasini tashkil etish: byuro (markaz), sud kimyogari huquq va vazifalari,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kirim tartib raqami, kelgan sana, asosiy ilova hujjatning raqami va sanasi, varaqlar soni.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Ashyoviy dalilni yo‘llagan muassasa, shaxs (murda) familiyasi, ashyoviy dalil turi va ob’ektlar miqdori.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Ishning qisqacha tafsiloti, tekshiruv maqsadi, ekspert-kimyogar familiyasi, boshlanish va tugash sanalari.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Natijaning qisqacha bayoni, xulosa (akt) raqami va topshirilganligi to‘g‘risida tilxat.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№117 (O‘zR SSV, loyiha matni)., Sud-kimyo ekspertiza va tekshiruvlarini o‘tkazish qoidalari, betlar: 11-band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Sud-kimyo tekshiruvi akti: 4 qism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ekspertizasini tashkil etish: byuro (markaz), sud kimyogari huquq va vazifalari,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Tekshiruvning oxirgi bosqichi — ashyoviy dalil tekshiruv aktini yoki ekspertiza xulosasini yozish.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Akt tekshirish natijalarini chuqur o‘rganib, ish daftariga yozilgan yozuvlar asosida tuziladi.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Akt 4 qismdan iborat.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Kirish qismi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Ashyoviy dalil ko‘rinishi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Kimyoviy tekshirish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Ekspertning xulosasi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Akt tuzilishi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Aktning kirish qismi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ekspertizasini tashkil etish: byuro (markaz), sud kimyogari huquq va vazifalari,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Kirish qismida: qaysi hujjat asosida va qaysi laboratoriyada tekshirilgani, ekspertning F.I.Sh., mansabi, darajasi va ish daftari ko‘rsatiladi.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Shuningdek: jabrlanuvchining F.I.Sh., yuborilgan ashyoviy dalillar, tekshiruv boshlangan va tugallangan vaqt.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Qanday zaharli moddalarga tekshirish lozimligi, jinoyat sodir bo‘lgan vaziyat va ashyoviy dalil bilan yuborilgan hujjatlar haqida ma’lumot ham beriladi.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Ashyoviy dalilning tashqi ko‘rinishi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ekspertizasini tashkil etish: byuro (markaz), sud kimyogari huquq va vazifalari,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Tavsifda ashyoviy dalilning to‘liq tashqi ko‘rinishi, o‘rami, idishi, muhrlanishi va o‘ramdagi yozuvlar yoziladi.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Ashyoviy dalilning rangi, hidi, vazni va pH muhiti yozilishi lozim.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Konservlash uchun ishlatilgan vosita va indikator qog‘ozlarga nisbatan reaksiya ham qayd etiladi.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16; Malaka materiali №036 (TFI Toksikologik kimyo kafedrasi)., 2-ma’ruza: Sud-kimyosi ekspertizasi, betlar: slayd 24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Aktning kimyoviy tekshiruv qismi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ekspertizasini tashkil etish: byuro (markaz), sud kimyogari huquq va vazifalari,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qism aktning asosiy qismi: usullar, reaksiyalar, reaktiv va moslamalar va miqdoriy hisoblar ish daftari asosida tartib bilan yoziladi.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Aktning bu qismida kimyoviy formulalar yozish yoki biror muallif nomini keltirish man etiladi.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«Reaksiya natijasi musbat yoki manfiy» iboralari ishlatilmaydi; reaksiyadan xulosa sifatida modda nomi yozilmaydi.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Miqdoriy usul va hisob shunday yozilishi kerakki, tahlilni qaytarib o‘sha natijaga kelish mumkin bo‘lsin.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17; Malaka materiali №036 (TFI Toksikologik kimyo kafedrasi)., 2-ma’ruza: Sud-kimyosi ekspertizasi, betlar: slayd 25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Aktning xulosa qismi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ekspertizasini tashkil etish: byuro (markaz), sud kimyogari huquq va vazifalari,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Xulosada avval topilgan zaharli moddalar ko‘rsatiladi; miqdori mg hisobida 100 g ashyoviy dalilga hisoblanadi.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So‘ngra to‘liq kimyoviy tekshirilgan va manfiy natija olingan zaharli moddalar ko‘rsatiladi.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va peshobda etil spirti aniqlanganda akt ikki nusxada bosilib, ekspert-kimyogar tomonidan muhrlanadi va yozilgan vaqt ko‘rsatiladi.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Aktga sud-tibbiy ekspertiza muhri bosiladi; bir nusxa tegishli tashkilotga, ikkinchisi sud-tibbiy ekspertiza arxiviga topshiriladi.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Aktni yozish talablari (malaka)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ekspertizasini tashkil etish: byuro (markaz), sud kimyogari huquq va vazifalari,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Dalolatnoma har bir ob’ekt uchun alohida va faqat qo‘lda yoziladi; tayyor blankalardan foydalanishga ruxsat etilmaydi.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Dalolatnomada tuzatish yo‘l qo‘yilmaydi; tuzatish kiritilsa, bu alohida eslatiladi va sud kimyogari imzosi bilan tasdiqlanadi.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Reaksiya mahsuloti (masalan, berlin zangorisi yoki simob(II) yodidning qizil cho‘kmasi) yoki kristall surati ashyoviy dalil sifatida ilova qilinishi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Dalolatnomani kimyogar imzolaydi; ikkinchi nusxasi ekspertiza uchun yuborgan sud muassasasiga topshiriladi.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№063 (TFI Toksikologik kimyo kafedrasi)., Sud kimyogar-ekspertlari ma’ruzalari to‘plami, betlar: dalolatnoma bo'limi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Ashyoviy dalil va hujjatlarni saqlash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ekspertizasini tashkil etish: byuro (markaz), sud kimyogari huquq va vazifalari,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Konservlangan ob’ekt 1 yilgacha saqlanadi.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Hujjatlar seyfda saqlanadi va 1 yildan keyin tashlab yuboriladi.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Spirt saqlovchi ob’ektlar 1 oydan keyin tashlab yuboriladi.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5222"/>
                <a:gridCol w="2812752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Ob’ekt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Muddat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Konservlangan ob’ekt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 yilgacha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Hujjatlar (seyfda)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 yildan keyin tashlanadi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Spirt saqlovchi ob’ekt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 oydan keyin tashlanadi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Saqlash muddatlari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Natijalarni baholashda hisobga olinadigan holatlar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ekspertizasini tashkil etish: byuro (markaz), sud kimyogari huquq va vazifalari,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Modda o‘lim sodir bo‘lguncha organizmdan chiqarib yuborilishi yoki metabolitik o‘zgarishlarga uchrashi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Modda umuman parchalanib ketishi yoki boshqa moddalar bilan birikishi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Usul sezgirligi past bo‘lgani uchun modda aniqlanmasligi mumkin; aniqlangan modda uchun albatta miqdoriy tahlil o‘tkaziladi.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Aniqlangan modda — har doim zahar 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ekspertizasini tashkil etish: byuro (markaz), sud kimyogari huquq va vazifalari,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Jabrlanuvchi moddani dori sifatida iste’mol qilgan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Aniqlangan modda ob’ektda tabiiy bo‘lishi mumkin (masalan, metallar).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 chirishi natijasida tekshirilayotgan moddaga xos reaksiya beruvchi birikmalar hosil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Tashqi muhitdan ob’ektga biror modda qo‘shilib qolgan bo‘lishi mumkin; zararsiz moddaga xos reaksiyalar ham chiqishi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ekspertizasini tashkil etish: byuro (markaz), sud kimyogari huquq va vazifalari,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ikki maqsadga xizmat qiladi: sud-tergovga yordam va zaharlanishning oldini olish.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Hujjatlar: 3 jurnal va 4 qismli akt; saqlash muddatlari: 1 yil, 1 yil va 1 oy.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Natijani baholashda chiqib ketish, metabolizm, parchalanish, birikish va usul sezgirligi hisobga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Nazorat: sud-kimyo bo‘limining xonalari, ekspert huquq va majburiyatlari, akt qismlari.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13, 17, 14-17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ekspertizasini tashkil etish: byuro (markaz), sud kimyogari huquq va vazifalari,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Etimologiya: deontologiya — yunoncha deon (zaruriy) va logos (o‘rganaman); kitobga ko‘ra u ishni to‘liq aniqlash maqsadi va qonuniyatlarini o‘rgatadigan bilim.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Aktga ilova: reaksiya mahsuloti, masalan, sianid kislotaga xos berlin zangorisi cho‘kmasi yoki simob(II) yodidning qizil cho‘kmasi, yoki kristallarning mikroskopik surati ashyoviy dalil sifatida yuborilishi mumkin.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Tarixiy: 1980 yil 6 maydagi 475-son qarori asosida barcha respublika, hudud va viloyat markazlarida kuchli zaharlanishni aniqlash va davolash bo‘limlari ish boshladi; 1987 yildan narkologik laboratoriyalar tashkil qilindi.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qolish: natijani baholashda «5 ta sabab» — chiqib ketish, metabolizm, parchalanish, birikish, past sezgirlik; shuning uchun manfiy natija zahar yo‘qligini isbotlamaydi.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ekspertizasini tashkil etish: byuro (markaz), sud kimyogari huquq va vazifalari,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7, 13-18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15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Malaka materiali №036 (TFI Toksikologik kimyo kafedrasi). 2-ma’ruza: Sud-kimyosi ekspertizasi, byurosi, sud kimyogarlari, tekshiruv akti (2012). qo‘shimcha ma’lumot (kitobda bo‘lmagan joylar uchun)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Malaka materiali №047. «Sud ekspertizasi to‘g‘risida»gi Qonun matni. qo‘shimcha ma’lumot (kitobda bo‘lmagan joylar uchun)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Malaka materiali №063 (TFI Toksikologik kimyo kafedrasi). Sud kimyogar-ekspertlari ma’ruzalari to‘plami. qo‘shimcha ma’lumot (kitobda bo‘lmagan joylar uchun)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Malaka materiali №117 (O‘zR SSV, loyiha matni). Sud-kimyo ekspertiza va tekshiruvlarini o‘tkazish qoidalari (6-ilova; sanasi va raqami ko‘rsatilmagan loyiha).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