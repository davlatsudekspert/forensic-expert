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nega kimyoviy tahlildan oldin ob’ektni «ko‘rish» kerak? Doskada: reja va maqsad. Eslatma: o‘quv-uslubiy majmuada mavzu sarlavhasi «kislotalar, ishqorlar, sianidlar, oq mishyak» deb nomlangan, DVSSM majmuasida nitrit va nitratlar ham ko‘rsatilgan (dvssm 169). Tipik xato: dastlabki tekshirishni to‘liq tahlil deb tushunish.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ro‘yxatdagi qaysi jihoz bugungi ishda ishlatiladi? Doskada: jihozlar ro‘yxati. Eslatma: haydash apparati ro‘yxatda keyingi (49-) mashg‘ulot uchun ham bor; bugungi ishlar probirka va chinni tavoqcha bilan bajariladi. Tipik xato: haydash apparatini bugungi ish uchun yig‘ish.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nega ketma-ketlik shu tartibda? Doskada: 5 bosqichli sxema. Tipik xato: 5-bosqichni (kimyoviy reaksiyalar) birinchi o‘ringa qo‘yish.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Kutilayotgan natija: talaba idishdagi yozuv va yo‘llanma farqini topib, dalolatnoma tuzish tartibini aytadi. Muhokama: farq topilsa, ob’ektni ochish davom ettiriladimi? (Kitob: avval dalolatnoma tuziladi.) Doskada: «yozuv = hujjat?». Tipik xato: farqni e’tiborsiz qoldirish.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jigar va qusuq massasi uchun ajratish usuli bir xil bo‘ladimi? (Kitob buni aytmaydi; muhokama uchun savol.) Doskada: ob’ekt - konsistensiya - usul tanlash. Tipik xato: a’zoni nomlamasdan «biologik ob’ekt»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chirigan jigarda achchiq bodom hidi sezilmasa, sianid yo‘q degan xulosa to‘g‘rimi? Doskada: hid -&gt; taxmin juftliklari. Tipik xato: hid asosida zaharni «aniqlandi» deb yozish. Xavfsizlik: kitobda hidlash usuli yozilmagan; zaharli ob’ektni to‘g‘ridan-to‘g‘ri hidlamang, o‘qituvchi ko‘rsatmasiga amal qiling.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qaysi qo‘shimcha mishyak birikmasi borligiga ishora qiladi? (Shveynfurt yashili formulasida AsO2 guruhi bor — mishyak birikmasi; kitob boshqa izoh bermaydi.) Doskada: rangli moddalar ro‘yxati. Tipik xato: rangni zahar nomi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jadvaldagi taxminlar yakuniy xulosami? (Yo‘q — faqat yo‘llanma.) Doskada: jadval. Eslatma: bu bandlar «Charxpalak» mashqi (172-bet) uchun asos bo‘ladi. Tipik xato: taxminni aniqlangan modda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Kutilayotgan natija: ob’ektning pH qiymati va muhit turi (kislotali, ishqoriy, neytral) ish daftariga yoziladi. Muhokama: chirigan ob’ektda kislotali muhit nimani bildiradi? (H2S ajralishi hisobiga.) Tipik xato: suv hajmini oshirib yuborish — kitobda 0,5-1,0 ml. Xavfsizlik: qo‘lqop kiying.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pH 2 va pH 10 ob’ektlari uchun qaysi moddalar tekshiriladi? Doskada: jadval. Kuchsiz kislotali sharoit ko‘pincha organlarda, ayniqsa chirib qolganlarida, achish jarayoni sodir bo‘lganini ko‘rsatadi (toks 21). Tipik xato: pH natijasini yakuniy xulosa deb yozish. Kitobda kislota va ishqorlarni aniqlash reaksiyalari bu mashg‘ulotda berilmagan; ular dializ mavzusida (72-dars).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«musbat» taxminiy natija yetarli emas? Doskada: «taxmin -&gt; asosiy tekshirish». Tipik xato: dastlabki reaksiya natijasini aktga yakuniy xulosa sifatida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daqiqa. Reaktivlar va jihozlar: pinset, ingichka shisha naycha, ko‘mir parchasi, tozalangan suv, qog‘oz yoki doka (qizdirish manbai kitobda ko‘rsatilmagan). Muhokama: nega yuqori qism namlanadi? (Kitob sababini aytmaydi.) Tipik xato: kuchli alangada qizdirish — kitobda kuchsiz alanga. Kitob talabi: reaksiya tenglamasini talaba yozadi; tenglama kitobda berilmagan.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Kutilayotgan natija: qoramtir-kul dog‘, so‘ng qizdirilganda oq dog‘. Talqin: bu taxminiy sinov; musbat natija bo‘lsa mishyak uchun asosiy tekshirish (Marsh va b.) o‘tkaziladi. Muhokama: faqat qoramtir dog‘ hosil bo‘lib, oq dog‘ chiqmasa nima deb yoziladi? Tipik xato: sinovni oxirigacha yetkazmay «mishyak aniqlandi»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daqiqa. Reaktivlar: oksalat kislotasi, ishqor eritmasi, FeCl3 va FeCl2 aralashmasi, xlorid kislotasi (konsentratsiyalari kitobda berilmagan). Xavfsizlik: kitobda ko‘rsatma yo‘q — sianid ajralishi mumkinligi sababli ishni so‘rish shkafida, o‘qituvchi nazoratida bajaring. Kitob talabi: tenglamani talaba yozadi. Tipik xato: oynachani tez olib, ishqor tomchisini yuqotish.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Kutilayotgan natija: ko‘k rang (musbat) yoki rangsiz (manfiy). Talqin: musbat taxminiy natija asosiy tekshiruvni (haydash va distillatni tekshirish) talab qiladi. Muhokama: achchiq bodom hidi bor, ko‘k rang chiqmasa nima qilinadi? Tipik xato: ko‘k rangni darhol «sianid aniqlandi»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Kutilayotgan natija: zangori rang. Xavfsizlik: konsentrlangan sulfat kislota bilan qo‘lqop va ko‘z himoyasida ishlang, probirkani yuzdan uzoqroq tuting (kitobda ko‘rsatma yo‘q). Kitob talabi: reaksiya tenglamasini talaba yozadi. Tipik xato: zangori rangni faqat nitratga tegishli deb yozish — kitob «nitrat va nitrit tuzlari» deydi.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Kutilayotgan natija: qizil rang. Muhokama: nega ikkinchi reaksiya kerak? (Kitob: ijobiy natijani tasdiqlash uchun qo‘shimcha reaksiya — izohni o‘qituvchi qo‘shadi.) Eslatma: kitobda naftol oldidagi harf (alfa yoki beta) matnda ko‘rinmaydi — shu sababli slaydda «naftol» deb yozildi. Kitob talabi: tenglamani talaba yozadi.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Kutilayotgan natija: peshobda aminazin bo‘lsa, qizil-pushti yoki qizil rang. Xavfsizlik: FPN reaktivida HClO4 va HNO3 bor — kuchli kislotalar, qo‘lqop va himoya ko‘zoynagida ishlang (kitobda ko‘rsatma yo‘q). Muhokama: bu sinov spetsifikmi? (Taxminiy usullar spetsifik emas, toks 20.) Tipik xato: reaktivni tarkibini aralashtirish — hajm va konsentratsiyalarni aniq yozing.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ushbu mashg‘ulotdagi qaysi reaksiya so‘rish shkafini talab qiladi? (Sianid va konsentrlangan kislotalar bilan ishlar.) Doskada: shaxsiy himoya vositalari. Tipik xato: biologik ob’ektni «toza» deb hisoblash. Manba malaka 117 (sanasi va raqami ko‘rsatilmagan qoidalar loyihasi) — lex.uz da amaldagi tahririni tekshiring.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Kutilayotgan natija: ish daftarida rang, hid, pH, yot qo‘shimchalar va har bir dastlabki sinov natijasi yoziladi. Muhokama: ob’ektni nega tejab ishlatish kerak? (Ashyoviy dalil ko‘pincha qaytarib bo‘lmaydigan ob’ekt — malaka 011.) Tipik xato: sinovda sarflangan ob’ekt miqdorini yozmaslik.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guruhda vazifalarni qanday taqsimlaysiz? Doskada: guruhlar ro‘yxati (I, II, III). Tipik xato: bitta talabaning hamma ishni bajarishi.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12 daqiqa. Muhokama: har guruh 3 daqiqada taqdimot qiladi. Doskada: uch guruhning savollari. Eslatma: kitobdagi I va II guruh topshiriqlari bugungi mavzudan kengroq (fan tarixi, reaktivlar) — o‘qituvchi vaqtga qarab tanlaydi. Tipik xato: III guruhda dastlabki tekshirish usullarini ro‘yxatsiz, umumiy aytish.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12 daqiqa. Kutilayotgan natija: talaba chinnisimon bo‘laklar uchun oq mishyak sinovini (naychada qizdirish), o‘ziga xos hid uchun hid belgisiga mos sinovlarni rejalaydi va dastlabki taxminni asoslaydi. Kitob keysga tayyor javob bermaydi; javob oldingi slaydlardagi sinovlar asosida muhokama qilinadi. Tipik xato: bitta belgiga qarab yakuniy xulosa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Kutilayotgan natija: talabalar jadvalni to‘ldiradi. Eslatma: kitobdagi jadval bo‘sh; xlorid kislotasi uchun alomat va «oqarish» ustuni uchun javob ko‘rilgan sahifalarda berilmagan — slayddagi javoblar faqat toks 21 va 169 dagi misollarga asoslangan (achchiq bodom — sianid; chinnisimon bo‘laklar — oq mishyak; sariq — pikrin va azot kislotasi; qora — sulfat kislota). Tipik xato: bo‘sh kataklarga kitobda yo‘q javob to‘qish.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har bir savolga bittadan misol keltiring. Doskada: 10 savolni raqamlab yozing. Tipik xato: savolga ob’ekt turini aytmasdan umumiy javob berish.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Hisobot: talaba ish daftariga har bir sinov uchun reaktiv, kuzatilgan rang va xulosani yozadi. Muhokama: darsning 3 asosiy xulosasini ayting. Doskada: 4 sinov va ranglar jadvali. Tipik xato: ranglarni sinovlar o‘rtasida almashtirib yuborish.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Ashyoviy dalillarni dastlabki tekshirish: pH, rang, hid; kislotalar, ishqorlar, nitrit/nitratlar, sianidlar, oq mishyak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Mashg‘ulot maqsadi va rejasi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dalillarni dastlabki tekshirish: pH, rang, hid; kislotalar, ishqorlar, nitrit/nit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3-laboratoriya mashg‘uloti: ashyoviy dalillar haqida tushuncha va ularni dastlabki tekshirish — pH-muhit, rang, hid va ob’ektni ayrim moddalar uchun tekshirish (kislotalar, ishqorlar, sianidlar, oq mishyak).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Reja: 1) toksikologik kimyo faniga kirish, laboratoriya jihozlari, ashyoviy dalillar haqida tushuncha; 2) ashyoviy dalillarni dastlabki tekshirish.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Maqsad: talabalarga tahlil uchun yuborilgan ob’ektlarning umumiy holati, belgilari va dastlabki tekshirish bilan bog‘liq sharoitlarni o‘rgatish.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Kutilayotgan natijalar va jihozlar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dalillarni dastlabki tekshirish: pH, rang, hid; kislotalar, ishqorlar, nitrit/nit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Natijalar: ashyoviy dalil; yuborilgan ob’ektlarning o‘rami va butunligini aniqlash; muhiti, rangi, konsistensiyasini o‘rganish.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Ob’ektda uchrashi mumkin bo‘lgan qo‘shimchalarni ajratib o‘rganish.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Asbob-uskunalar: darslik, ma’ruza matni, o‘quv qo‘llanmalar, suv bug‘i bilan haydash apparati, voronka, probirkalar, reaktivlar, ko‘rgazmali materiallar, skotch, qog‘oz.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Laboratoriya jihozlari: maxsus laboratoriya vositalari bilan jihozlangan xona.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168, 169; Yuldashev Z.A., Nurmatova M.I., Toksikologik kimyo modulidan o‘quv-uslubiy majmua, betlar: 169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Kimyoviy tahlil rejasini tuzish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dalillarni dastlabki tekshirish: pH, rang, hid; kislotalar, ishqorlar, nitrit/nit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Kimyoviy tahlil rejasini tuzishda beshta jihatga e’tibor beriladi (sxemaga qarang).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Dastlabki tekshirish birinchi navbatda qaysi moddalarni aniqlash zarurligini belgilashga imkon beradi.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1. Tashqi ko‘rinish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2. Konsistensiya, morfologiya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3. Rang, hid, yot moddalar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4. Indikatorlar bilan reaksiya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5. Dastlabki kimyoviy tekshirish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Reja bosqichlari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1-bosqich: o‘ram va hujjatlarni solishtirish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dalillarni dastlabki tekshirish: pH, rang, hid; kislotalar, ishqorlar, nitrit/nit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Biologik ob’ekt solingan idish sinchiklab ko‘zdan kechiriladi; idish o‘ramini ehtiyotlik bilan ochish to‘g‘ri tahlilning eng birinchi sharti.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Avval idish ustidagi yozuvlar yuborilgan yo‘llanma hujjatlarga solishtiriladi.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Yozuvlar va hujjatlar o‘rtasida farq bo‘lsa, tahlil natijalari noto‘g‘ri bo‘lishi mumkin: darhol uch kishilik hay’at ishtirokida dalolatnoma tuziladi.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Shundan keyin sud organlari yoki sud-tibbiyot laboratoriyasidan boshqa ashyoviy dalillar talab qilinadi.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2-bosqich: konsistensiya va morfologiya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dalillarni dastlabki tekshirish: pH, rang, hid; kislotalar, ishqorlar, nitrit/nit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Ob’ekt xarakteri, konsistensiyasi, morfologik tuzilishini tekshirish tahlilda muhim ahamiyatga ega.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 zaharli moddani ajratib olish uchun qanday usulni qo‘llashni belgilashga yordam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A’zolarni aniq nomlash sud-kimyoviy tahlilni to‘g‘ri olib borishga katta yordam beradi.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3-bosqich: rang, hid, yot moddalar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dalillarni dastlabki tekshirish: pH, rang, hid; kislotalar, ishqorlar, nitrit/nit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Ob’ektning rangi, hidi va yot modda yoki qoldiqlari bor-yo‘qligi sud kimyogariga qanday zaharli moddalarni izlash zarurligini bilishga imkon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Misollar: achchiq bodom hidi, chinnisimon oq qo‘shimchalar.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Ob’ektning tahlil boshlanguncha ko‘p turib qolishi va chirishi zaharli moddalarga xos hidlarni aniqlashga halaqit beradi.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Rangli qo‘shimchalar va yot kristallar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dalillarni dastlabki tekshirish: pH, rang, hid; kislotalar, ishqorlar, nitrit/nit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Rangli qo‘shimchalar zaharli modda ta’sirida hosil bo‘lgan rangli o‘zgarishlarni ko‘rsatadi.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Misollar: konsentrlangan sulfat, nitrat, pikrin kislotalar, akrixin, shveynfurt yashili.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Shveynfurt yashili formulasi kitobda [Cu(OCOCH3)2 . 3Cu(AsO2)2] ko‘rinishida berilgan.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Ob’ektda yot kristall moddalar, o‘simlik qismlari, meva qoldiqlari aniqlansa, kimyogar avval ularning xarakterini o‘rganib, zaharni aniqlashga yo‘llanma olishi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Ko‘rinish belgilari bo‘yicha taxminiy yo‘llanma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dalillarni dastlabki tekshirish: pH, rang, hid; kislotalar, ishqorlar, nitrit/nit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Achchiq bodom hidi — sianidlar; piridin asoslari hidi — denaturlangan spirt bilan zaharlanish.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Chinnisimon oq bo‘laklar oq mishyakni (arsenit angidridi) taxmin qildiradi.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Sariq rang: pikrin kislota, strixnin, xromatlar, azot kislota; qora rang: sulfat kislota.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4466"/>
                <a:gridCol w="3273508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Taxmin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Achchiq bodom hidi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Sianidlar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Chinnisimon oq bo‘laklar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Oq mishyak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Sariq rang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Pikrin kislota, xromatlar, azot kislota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Qora rang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Sulfat kislota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Belgi va taxmin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21, 169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4-bosqich: reaksiya muhitini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dalillarni dastlabki tekshirish: pH, rang, hid; kislotalar, ishqorlar, nitrit/nit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Reaksiya muhiti kislotali bo‘lsa kislota xossali moddalarga, ishqoriy bo‘lsa asos xossali moddalarga, neytral bo‘lsa neytral moddalarga tekshiriladi.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Oz miqdordagi ob’ekt maydalanib, 0,5-1,0 ml tozalangan suv bilan aralashtiriladi.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3-5 daqiqadan keyin eritma turli indikator qog‘ozlariga tomiziladi.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Ob’ekt chirishi natijasida H2S ajralishi hisobiga muhit kislotali bo‘lishi mumkinligini hisobga olish kerak.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Indikatorlar va pH ning talqini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dalillarni dastlabki tekshirish: pH, rang, hid; kislotalar, ishqorlar, nitrit/nit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Muhitni kislotali yoki ishqoriyligi asosan turli indikatorlar yordamida aniqlanadi.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pH 3 yoki kichik bo‘lsa: asosan mineral kislotalar yoki ko‘p miqdorda organik kislotalar.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Ishqoriy sharoit ob’ektni ishqor yoki karbonatlarga tekshirishga yo‘llanma beradi.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3866"/>
                <a:gridCol w="2724108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Indikator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pH oralig‘i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Lakmus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5,0-8,0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Qizil kongo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3,0-5,2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Fenolftalein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8,2-10,0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Indikatorlar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5-bosqich: dastlabki kimyoviy tekshirish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dalillarni dastlabki tekshirish: pH, rang, hid; kislotalar, ishqorlar, nitrit/nit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Asosiy to‘liq tahlilni boshlashdan avval dastlabki kimyoviy tekshirish o‘tkaziladi.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Dastlabki tekshirish asosida biror xulosaga kelib bo‘lmaydi; taxminiy tekshiruv musbat bo‘lsa, taxmin qilingan moddalarga asosiy tekshirish o‘tkazish shart.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Ba’zi taxminiy usullar yuqori sezgir bo‘lsa ham spetsifik emas; ayrim hollarda terapevtik dozadagi moddalar ham aniqlanadi.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169, 21,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Oq mishyak: ishni bajarish tartibi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dalillarni dastlabki tekshirish: pH, rang, hid; kislotalar, ishqorlar, nitrit/nit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Chinni parchasi ko‘rinishidagi oq mishyak qo‘shimchasi pinset bilan ajratilib, ingichka naychaga solinadi.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Probirkaga kichik ko‘mir parchasi qo‘shilib, kuchsiz alangada qizdiriladi.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Qizdirishdan oldin probirkaning yuqori qismi tozalangan suvda namlangan qog‘oz yoki doka bilan o‘raladi.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Qo‘shimcha pinset bilan olinadi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Naychaga ko‘mir bilan solinadi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Kuchsiz alangada qizdiriladi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Namlangan qism ochiladi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Oq mishyak sinovi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170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Oq mishyak: natija va talqin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dalillarni dastlabki tekshirish: pH, rang, hid; kislotalar, ishqorlar, nitrit/nit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Namlangan qism ochilganda probirka devorida qoramtir-kul rangli dog‘ aniqlansa, oq mishyak borligidan dalolat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Tajribani oxiriga yetkazish uchun probirka uchi sindiriladi va qoramtir dog‘ hosil bo‘lgan joy sovitilgan holda qizdiriladi.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Bunda probirkaning sovitilgan joyida oq dog‘ hosil bo‘lganligi aniqlanadi.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170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Sianid kislotasi: dastlabki tekshirish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dalillarni dastlabki tekshirish: pH, rang, hid; kislotalar, ishqorlar, nitrit/nit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Ob’ektning kichik bo‘lagi kichik chinni tavoqchaga solinadi va oksalat kislotasi qo‘shiladi.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Ustiga ostki qismida ishqor eritmasi tomchisi bo‘lgan buyum oynachasi yopilib, bir necha muddatga qoldiriladi.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So‘ng oynachaga FeCl3 va FeCl2 tuzlari aralashmasidan bir tomchi tomizilib, xlorid kislotasi qo‘shiladi.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Ob’ekt + oksalat kislota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Oyna ustiga yopiladi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FeCl3 + FeCl2 tomchisi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HCl qo‘shiladi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Sianid sinovi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170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Sianid kislotasi: natija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dalillarni dastlabki tekshirish: pH, rang, hid; kislotalar, ishqorlar, nitrit/nit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Sianid kislotasi bo‘lgan taqdirda ko‘k rang hosil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Keyingi laboratoriya mashg‘ulotida uchuvchi zaharlar suv bug‘i bilan haydab ajratiladi; birinchi distillat sianid kislotasiga tekshiriladi.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Achchiq bodom hidi ob’ektda sianidlar borligidan dalolat berishi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170, 172, 21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Nitrat va nitritlar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dalillarni dastlabki tekshirish: pH, rang, hid; kislotalar, ishqorlar, nitrit/nit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Nitrat va nitrit tuzlari oksidlovchilik xususiyatidan foydalanib aniqlanadi.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Suvli eritmaga difenilamin reaktivi va konsentrlangan sulfat kislotasi qo‘shiladi.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Eritmada zangori rang hosil bo‘lishi nitrat va nitrit tuzlari borligidan dalolat beradi.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Ob’ekt suvda bo‘ktiriladi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58568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532888"/>
            <a:ext cx="5287975" cy="777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Difenilamin + konsentr. H2SO4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32841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602736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Zangori rang: nitrat/nitrit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Nitrat/nitrit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170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Nitrit/nitrat: azobo‘yoq reaksiyasi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dalillarni dastlabki tekshirish: pH, rang, hid; kislotalar, ishqorlar, nitrit/nit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Reaksiya natijasi ijobiy bo‘lsa, qo‘shimcha azobo‘yoq hosil bo‘lish reaksiyasini bajarish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Eritmaga xlorid va sulfanil kislotalar aralashmasi hamda naftolning ishqoriy eritmasi qo‘shiladi.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Natijada qizil rangli azobo‘yoq hosil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Ijobiy natija (zangori)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HCl + sulfanil kislota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Naftolning ishqoriy eritmasi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Qizil azobo‘yoq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Azobo‘yoq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170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Peshobda aminazinni dastlabki tekshirish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dalillarni dastlabki tekshirish: pH, rang, hid; kislotalar, ishqorlar, nitrit/nit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1) 1 ml peshob + 1 ml reaktiv (80 ml 10% H2SO4 + 20 ml 5% FeCl3): qizil-pushti rang.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2) 1 ml peshob + 1 ml FPN reaktivi: qizil rang.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FPN reaktivi: 5 ml 5% FeCl3, 45 ml 20% HClO4 va 50 ml 50% HNO3.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0295"/>
                <a:gridCol w="1997679"/>
              </a:tblGrid>
              <a:tr h="86868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Reaktiv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Natija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10% H2SO4 + 5% FeCl3 (80:20)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Qizil-pushti rang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FPN reaktivi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Qizil rang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Aminazin sinovlari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170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Xavfsizlik va ishni tashkil etish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dalillarni dastlabki tekshirish: pH, rang, hid; kislotalar, ishqorlar, nitrit/nit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Talaba laboratoriya ishi uchun o‘zi bilan rezina qo‘lqop, salfetka va yuzga tutish uchun niqob keltiradi.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Ekspertiza ventilyatsiya va so‘rish shkafi bor, ish tugagach berkitiladigan va muhrlanadigan xonalarda o‘tkaziladi.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Infeksiyali (sil, gepatit, OITS) shaxslardan ob’ektlar maxsus konteynerda keladi va hujjatlarda belgilanadi.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166; Malaka materiali №117 (O‘zR SSV, loyiha matni)., Sud-kimyo ekspertiza va tekshiruvlarini o‘tkazish qoidalari, betlar: 6-band, 7-band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Natijalarni hujjatlashtirish va talqin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dalillarni dastlabki tekshirish: pH, rang, hid; kislotalar, ishqorlar, nitrit/nit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Aktning tashqi ko‘rinish qismida ashyoviy dalilning rangi, hidi, vazni va pH muhiti yoziladi.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Dastlabki tekshiruvning ko‘pgina zaharlarni inkor etish yoki qanday zahar bo‘lishi mumkinligini taxmin qilishda yordami bor.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Dastlabki tekshiruv sud kimyogariga tahlil rejasini tuzish va ob’ektni tejab ishlatish imkonini beradi.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16,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Guruh bilan ishlash qoidalari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dalillarni dastlabki tekshirish: pH, rang, hid; kislotalar, ishqorlar, nitrit/nit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Guruhning har bir a’zosi sheriklarining fikrlarini hurmat qiladi va topshiriqlar bo‘yicha faol, hamkorlikda, mas’uliyat bilan ishlaydi.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Yordam kerak bo‘lganda so‘raydi, yordam so‘raganlarga ko‘mak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Guruhni baholash jarayonida ishtirok etadi.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170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Guruhlar uchun topshiriqlar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dalillarni dastlabki tekshirish: pH, rang, hid; kislotalar, ishqorlar, nitrit/nit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 guruh: toksikologik kimyo fanining boshqa farmatsiya fanlari bilan bog‘liqligi; reaktivlar turlari va ularga qo‘yiladigan talablar.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II guruh: fan bo‘limlari va umumiy masalalar; tozalangan suvning qo‘llanilishi, undagi yot moddalar va ularni aniqlash usullari.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III guruh: fanning qisqacha tarixi va olimlarning hissasi; ashyoviy dalillarni dastlabki tekshirish usullari haqida to‘liq ma’lumot.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171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1-keys: jigarda oq chinnisimon bo‘laklar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dalillarni dastlabki tekshirish: pH, rang, hid; kislotalar, ishqorlar, nitrit/nit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Keys: sud-kimyo ekspertizasiga biologik ob’ekt sifatida jigar keltirildi; unda oq chinnisimon bo‘laklar ko‘rinadi.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qaysi moddalarga tahlil olib borish zarur; muammoning yechimini izohlang va sud-kimyo tahlilini o‘tkazing.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Jadval: muammo turi, kelib chiqish sabablari, hal etish yo‘llari.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Voqea: 12 yoshli o‘g‘il bola murdasining ichki a’zo bo‘laklari 2 plastmassa idishda keltirilgan; jigar sarg‘ayganligi va ob’ektlarda o‘ziga xos hid ko‘rsatilgan.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171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«Charxpalak» mashqi: alomatlar bo‘yicha taxmin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dalillarni dastlabki tekshirish: pH, rang, hid; kislotalar, ishqorlar, nitrit/nit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Mashq: ob’ektning rangi, hidi va yot qoldiqlariga qarab mos zaharni ko‘rsating.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Zaharlar: oq mishyak va sianid, sulfat, pikrin, xlorid, nitrat kislotalar.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Alomatlar ustunlari: achchiq bodom hidi, chinni parchalari, ob’ektning sarg‘ayishi, qorayishi va oqarishi.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9588"/>
                <a:gridCol w="2908386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Alomat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Achchiq bodom hidi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Sianid kislotasi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Chinni parchalari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Oq mishyak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Sarg‘ayish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Pikrin, nitrat kislota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Qorayish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Sulfat kislota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Alomat va modda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172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Nazorat savollari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dalillarni dastlabki tekshirish: pH, rang, hid; kislotalar, ishqorlar, nitrit/nit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Toksikologik kimyo modulining ahamiyati va vazifalari; ob’ektlar va ularga qo‘yilgan talablar.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Ashyoviy dalilni dastlabki tekshirish va uning reja tuzishdagi ahamiyati; konsistensiya va morfologik tuzilishni tekshirish; ashyoviy dalil holatini aniqlash.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Dastlabki kimyoviy tekshirishni o‘tkazish va uning ahamiyati; oq mishyak, sianid kislotasi, nitrat va nitritlar uchun dastlabki tekshiruv.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Suyuq ob’ektlarda aminazin uchun dastlabki tekshiruv.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172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 va hisobot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dalillarni dastlabki tekshirish: pH, rang, hid; kislotalar, ishqorlar, nitrit/nit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Tahlil rejasi 5 bosqichda tuziladi: tashqi ko‘rinish, konsistensiya, rang-hid-yot moddalar, indikatorlar, dastlabki kimyoviy tekshirish.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Dastlabki sinovlar: oq mishyak (naychada qizdirish), sianid (oksalat kislota, FeCl3+FeCl2, ko‘k rang), nitrat/nitrit (difenilamin, zangori rang), aminazin (qizil-pushti yoki qizil rang).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Dastlabki tekshiruv asosida biror xulosaga kelib bo‘lmaydi: musbat taxminiy natija asosiy tekshirishni talab qiladi.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169, 170, 21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dalillarni dastlabki tekshirish: pH, rang, hid; kislotalar, ishqorlar, nitrit/nit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Oq mishyak uchun sinovda probirkaning sovitilgan joyida oq dog‘ hosil bo‘lishi tajribaning oxirgi tasdiqlovchi bosqichidir.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Ob’ekt chirishi natijasida H2S ajralishi hisobiga muhit kislotali bo‘lishi mumkin.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Idish ustidagi yozuvlar va yo‘llanma hujjatlar o‘rtasida farq bo‘lsa, uch kishilik hay’at ishtirokida dalolatnoma tuziladi.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Taxminiy tekshiruv usullarining ba’zilari yuqori sezgirligi tufayli terapevtik dozadagi moddalarni ham aniqlashga imkon beradi.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Ashyoviy dalillarni dastlabki tekshirish: pH, rang, hid; kislotalar, ishqorlar, nitrit/nit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Umarova G.Q. Toksikologik kimyo modulidan o‘quv-uslubiy majmua (Farmatsiya). Toshkent farmatsevtika instituti, 2025. b. 16, 20-21, 166, 168-172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Nurmatova M.I. Toksikologik kimyo modulidan o‘quv-uslubiy majmua (DVSSM). Toshkent farmatsevtika instituti, 2025. b. 169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Malaka materiali №117 (O‘zR SSV, loyiha matni). Sud-kimyo ekspertiza va tekshiruvlarini o‘tkazish qoidalari (6-ilova; sanasi va raqami ko‘rsatilmagan loyiha). qo‘shimcha ma’lumot (kitobda bo‘lmagan joylar uchun)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