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kimyoviy tahlildan oldin ob’ektni «ko‘rish» kerak? Doskada: reja va maqsad. Eslatma: o‘quv-uslubiy majmuada mavzu sarlavhasi «kislotalar, ishqorlar, sianidlar, oq mishyak» deb nomlangan, DVSSM majmuasida nitrit va nitratlar ham ko‘rsatilgan (dvssm 169). Tipik xato: dastlabki tekshirishni to‘liq tahlil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ro‘yxatdagi qaysi jihoz bugungi ishda ishlatiladi? Doskada: jihozlar ro‘yxati. Eslatma: haydash apparati ro‘yxatda keyingi (49-) mashg‘ulot uchun ham bor; bugungi ishlar probirka va chinni tavoqcha bilan bajariladi. Tipik xato: haydash apparatini bugungi ish uchun yig‘ish.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ketma-ketlik shu tartibda? Doskada: 5 bosqichli sxema. Tipik xato: 5-bosqichni (kimyoviy reaksiyalar) birinchi o‘ringa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Kutilayotgan natija: talaba idishdagi yozuv va yo‘llanma farqini topib, dalolatnoma tuzish tartibini aytadi. Muhokama: farq topilsa, ob’ektni ochish davom ettiriladimi? (Kitob: avval dalolatnoma tuziladi.) Doskada: «yozuv = hujjat?». Tipik xato: farqni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farq bo‘lsa tahlilni davom ettirib bo‘lmaydi? Doskada: 4 bosqichli oqim. Tipik xato: farqni e’tiborsiz qoldirib tahlilni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jigar va qusuq massasi uchun ajratish usuli bir xil bo‘ladimi? (Kitob buni aytmaydi; muhokama uchun savol.) Doskada: ob’ekt - konsistensiya - usul tanlash. Tipik xato: a’zoni nomlamasdan «biologik ob’ekt»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chirigan jigarda achchiq bodom hidi sezilmasa, sianid yo‘q degan xulosa to‘g‘rimi? Doskada: hid -&gt; taxmin juftliklari. Tipik xato: hid asosida zaharni «aniqlandi» deb yozish. Xavfsizlik: kitobda hidlash usuli yozilmagan; zaharli ob’ektni to‘g‘ridan-to‘g‘ri hidlamang, o‘qituvchi ko‘rsatmasiga amal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hidga ishonib xulosa chiqarib bo‘lmaydi? Doskada: jadval. Tipik xato: hid bo‘yicha taxminni yakuniy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qo‘shimcha mishyak birikmasi borligiga ishora qiladi? (Shveynfurt yashili formulasida AsO2 guruhi bor — mishyak birikmasi; kitob boshqa izoh bermaydi.) Doskada: rangli moddalar ro‘yxati. Tipik xato: rangni zahar nomi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jadvaldagi taxminlar yakuniy xulosami? (Yo‘q — faqat yo‘llanma.) Doskada: jadval. Eslatma: bu bandlar «Charxpalak» mashqi (172-bet) uchun asos bo‘ladi. Tipik xato: taxminni aniqlangan modda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ob’ektning pH qiymati va muhit turi (kislotali, ishqoriy, neytral) ish daftariga yoziladi. Muhokama: chirigan ob’ektda kislotali muhit nimani bildiradi? (H2S ajralishi hisobiga.) Tipik xato: suv hajmini oshirib yuborish — kitobda 0,5-1,0 ml. Xavfsizlik: qo‘lqop kiying.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pH 2 va pH 10 ob’ektlari uchun qaysi moddalar tekshiriladi? Doskada: jadval. Kuchsiz kislotali sharoit ko‘pincha organlarda, ayniqsa chirib qolganlarida, achish jarayoni sodir bo‘lganini ko‘rsatadi (toks 21). Tipik xato: pH natijasini yakuniy xulosa deb yozish. Kitobda kislota va ishqorlarni aniqlash reaksiyalari bu mashg‘ulotda berilmagan; ular dializ mavzusida (72-dars).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chirigan ob’ektda kislotali muhit nimadan? Doskada: jadval. Tipik xato: chirish ta’sirini hisobga olmay muhitni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sezgir, lekin xususiy bo‘lmagan usul nimani anglatadi? Doskada: jadval. Tipik xato: taxminiy sinovni tasdiqlovchi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«musbat» taxminiy natija yetarli emas? Doskada: «taxmin -&gt; asosiy tekshirish». Tipik xato: dastlabki reaksiya natijasini aktga yakuniy xulosa sifatida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Reaktivlar va jihozlar: pinset, ingichka shisha naycha, ko‘mir parchasi, tozalangan suv, qog‘oz yoki doka (qizdirish manbai kitobda ko‘rsatilmagan). Muhokama: nega yuqori qism namlanadi? (Kitob sababini aytmaydi.) Tipik xato: kuchli alangada qizdirish — kitobda kuchsiz alanga. Kitob talabi: reaksiya tenglamasini talaba yozadi; tenglama kitobda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qoramtir-kul dog‘, so‘ng qizdirilganda oq dog‘. Talqin: bu taxminiy sinov; musbat natija bo‘lsa mishyak uchun asosiy tekshirish (Marsh va b.) o‘tkaziladi. Muhokama: faqat qoramtir dog‘ hosil bo‘lib, oq dog‘ chiqmasa nima deb yoziladi? Tipik xato: sinovni oxirigacha yetkazmay «mishyak aniqlandi»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murdada yillar o‘tgach ham mishyak topiladi? Doskada: daraxt. Tipik xato: oq mishyak qo‘shimchasini topgach tahlilni to‘xtatish — Marsh yoki Zanger-Blek bilan tasdiqlash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achchiq bodom hidi sianidga ishora qiladi? Doskada: daraxt. HCN qaynash harorati kitobda 27 °C deb yozilgan, to‘g‘risi 25,6 °C (malaka 054) — slaydga yozilmadi. Tipik xato: faqat hidga tayanib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Reaktivlar: oksalat kislotasi, ishqor eritmasi, FeCl3 va FeCl2 aralashmasi, xlorid kislotasi (konsentratsiyalari kitobda berilmagan). Xavfsizlik: kitobda ko‘rsatma yo‘q — sianid ajralishi mumkinligi sababli ishni so‘rish shkafida, o‘qituvchi nazoratida bajaring. Kitob talabi: tenglamani talaba yozadi. Tipik xato: oynachani tez olib, ishqor tomchisini yuqotish.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Kutilayotgan natija: ko‘k rang (musbat) yoki rangsiz (manfiy). Talqin: musbat taxminiy natija asosiy tekshiruvni (haydash va distillatni tekshirish) talab qiladi. Muhokama: achchiq bodom hidi bor, ko‘k rang chiqmasa nima qilinadi? Tipik xato: ko‘k rangni darhol «sianid aniqlandi»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ishqoriy, keyin kislotali muhit? Doskada: tenglamalar zanjiri: HCN + NaOH → NaCN + H2O; 2NaCN + FeSO4 → Fe(CN)2 + Na2SO4; Fe(CN)2 + 4NaCN → Na4[Fe(CN)6]; tenglashtirilgan: 3Na4[Fe(CN)6] + 4FeCl3 → Fe4[Fe(CN)6]3 + 12NaCl (kitobda koeffitsientlar to‘liq emas, tenglashtirildi). Tipik xato: temir tuzini ortiqcha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shu sabablarga ko‘ra sianid tahlilini kechiktirmaslik kerak. Doskada: 4 sabab. Tipik xato: eski, chirigan ob’ektda sianid doim topiladi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20% dan kuchsiz eritma bilan zaharlanishda teri sarg‘aymasligi mumkin (261-bet). Doskada: raqamlar. Tipik xato: sariq rang yo‘qligini nitrat kislotani inkor etish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zangori rang. Xavfsizlik: konsentrlangan sulfat kislota bilan qo‘lqop va ko‘z himoyasida ishlang, probirkani yuzdan uzoqroq tuting (kitobda ko‘rsatma yo‘q). Kitob talabi: reaksiya tenglamasini talaba yozadi. Tipik xato: zangori rangni faqat nitratga tegishli deb yozish — kitob «nitrat va nitrit tuzlari»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sinov nitratga xususiy emas? Doskada: oksidlanish zanjiri. Tipik xato: zangori rangni faqat nitratga tegishli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qizil rang. Muhokama: nega ikkinchi reaksiya kerak? (Kitob: ijobiy natijani tasdiqlash uchun qo‘shimcha reaksiya — izohni o‘qituvchi qo‘shadi.) Eslatma: kitobda naftol oldidagi harf (alfa yoki beta) matnda ko‘rinmaydi — shu sababli slaydda «naftol» deb yozildi. Kitob talabi: tenglamani talaba yozadi.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nitrit aniqlanadi? Doskada: ikki ustun. Tipik xato: difenilamin ijobiy bo‘lsa darhol nitrat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peshobda aminazin bo‘lsa, qizil-pushti yoki qizil rang. Xavfsizlik: FPN reaktivida HClO4 va HNO3 bor — kuchli kislotalar, qo‘lqop va himoya ko‘zoynagida ishlang (kitobda ko‘rsatma yo‘q). Muhokama: bu sinov spetsifikmi? (Taxminiy usullar spetsifik emas, toks 20.) Tipik xato: reaktivni tarkibini aralashtirish — hajm va konsentratsiyalarni aniq yozing.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ionlarni dializatning o‘zidan to‘g‘ridan-to‘g‘ri aniqlab bo‘lmaydi? (Cl-, SO4 2-, NO3- organizmda doim bor — 260-bet.) Doskada: jadval. Tipik xato: sulfat kislotani oxirgi tahlil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sinov qaysi rangni beradi — mashq. Doskada: jadval. Tipik xato: ranglarni chalkashtirish (ko‘k — sianid, zangori — nitrat).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ushbu mashg‘ulotdagi qaysi reaksiya so‘rish shkafini talab qiladi? (Sianid va konsentrlangan kislotalar bilan ishlar.) Doskada: shaxsiy himoya vositalari. Tipik xato: biologik ob’ektni «toza» deb hisoblash.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Kutilayotgan natija: ish daftarida rang, hid, pH, yot qo‘shimchalar va har bir dastlabki sinov natijasi yoziladi. Muhokama: ob’ektni nega tejab ishlatish kerak? (Ashyoviy dalil ko‘pincha qaytarib bo‘lmaydigan ob’ekt — malaka 011.) Tipik xato: sinovda sarflangan ob’ekt miqdorini yozmaslik.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guruhda vazifalarni qanday taqsimlaysiz? Doskada: guruhlar ro‘yxati (I, II, III). Tipik xato: bitta talabaning hamma ishni bajarishi.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Muhokama: har guruh 3 daqiqada taqdimot qiladi. Doskada: uch guruhning savollari. Eslatma: kitobdagi I va II guruh topshiriqlari bugungi mavzudan kengroq (fan tarixi, reaktivlar) — o‘qituvchi vaqtga qarab tanlaydi. Tipik xato: III guruhda dastlabki tekshirish usullarini ro‘yxatsiz, umumiy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talaba chinnisimon bo‘laklar uchun oq mishyak sinovini (naychada qizdirish), o‘ziga xos hid uchun hid belgisiga mos sinovlarni rejalaydi va dastlabki taxminni asoslaydi. Kitob keysga tayyor javob bermaydi; javob oldingi slaydlardagi sinovlar asosida muhokama qilinadi. Tipik xato: bitta belgiga qarab yakuniy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Kitobda jadval bo‘sh qoldirilgan; to‘ldirish 21, 169-170-betlardagi ma’lumotlar asosida o‘qituvchi uchun taxminiy yo‘nalish — yakuniy javob emas. Muhokama: qo‘shimcha ravishda qaysi tasdiqlovchi usul kerak (Marsh yoki Zanger-Blek, toks 75-76)? Tipik xato: dastlabki sinovni yakuniy deb hisoblash.</a:t>
            </a:r>
          </a:p>
          <a:p/>
          <a:p>
            <a:r>
              <a:t>Tekshirish kerak (manbada noaniq):</a:t>
            </a:r>
          </a:p>
          <a:p>
            <a:r>
              <a:t>- Keys jadvali uch ustundan iborat: muammo turi, kelib chiqish sabablari, hal etish yo‘llari.</a:t>
            </a:r>
          </a:p>
          <a:p>
            <a:r>
              <a:t>- Chinni parchalari ko‘rinishidagi oq qo‘shimchalar oq mishyakni (arsenit angidridi) taxmin qildiradi.</a:t>
            </a:r>
          </a:p>
          <a:p>
            <a:r>
              <a:t>- Sariq rang pikrin kislota, strixnin, xromatlar, azot kislotaga xos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talabalar jadvalni to‘ldiradi. Eslatma: kitobdagi jadval bo‘sh; xlorid kislotasi uchun alomat va «oqarish» ustuni uchun javob ko‘rilgan sahifalarda berilmagan — slayddagi javoblar faqat toks 21 va 169 dagi misollarga asoslangan (achchiq bodom — sianid; chinnisimon bo‘laklar — oq mishyak; sariq — pikrin va azot kislotasi; qora — sulfat kislota). Tipik xato: bo‘sh kataklarga kitobda yo‘q javob to‘qish.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har bir savolga bittadan misol keltiring. Doskada: 10 savolni raqamlab yozing. Tipik xato: savolga ob’ekt turini aytmasdan umumiy javob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har bir sinov uchun reaktiv, kuzatilgan rang va xulosani yozadi. Muhokama: darsning 3 asosiy xulosasini ayting. Doskada: 4 sinov va ranglar jadvali. Tipik xato: ranglarni sinovlar o‘rtasida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Ashyoviy dalillarni dastlabki tekshirish: pH, rang, hid; kislotalar, ishqorlar, nitrit/nitratlar, sianidlar, oq mishyak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3-laboratoriya mashg‘uloti: ashyoviy dalillarni dastlabki tekshirish — pH, rang, hid; kislotalar, ishqorlar, sianidlar va oq mishyakka tekshirish.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toksikologik kimyo faniga kirish, laboratoriya jihozlari, ashyoviy dalillar haqida tushuncha; 2) ashyoviy dalillarni dastlabki tekshirish.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talabalarga tahlil uchun yuborilgan ob’ektlarning umumiy holati, belgilari va dastlabki tekshirish bilan bog‘liq sharoitlarni o‘rgatish.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Natijalar: ashyoviy dalil; yuborilgan ob’ektlarning o‘rami va butunligini aniqlash; muhiti, rangi, konsistensiyasini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 uchrashi mumkin bo‘lgan qo‘shimchalarni ajratib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Asbob-uskunalar: darslik, ma’ruza matni, o‘quv qo‘llanmalar, suv bug‘i bilan haydash apparati, voronka, probirkalar, reaktivlar, ko‘rgazmalar,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168, 169; Yuldashev Z.A., Nurmatova M.I., Toksikologik kimyo modulidan o‘quv-uslubiy majmua, betlar: 169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tahlil rejasini tuzish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tahlil rejasini tuzishda beshta jihatga e’tibor beriladi (sxemaga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tekshirish birinchi navbatda qaysi moddalarni aniqlash zarurligini belgilashga imkon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Tashqi ko‘rinish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Konsistensiya, morfologiya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Rang, hid, yot moddalar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Indikatorlar bilan reaksiya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Dastlabki kimyoviy tekshirish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Reja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1-bosqich: o‘ram va hujjatlarni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 solingan idish sinchiklab ko‘zdan kechiriladi; idish o‘ramini ehtiyotlik bilan ochish to‘g‘ri tahlilning eng birinchi sharti.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idish ustidagi yozuvlar yuborilgan yo‘llanma hujjatlarga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Yozuvlar va hujjatlar o‘rtasida farq bo‘lsa, tahlil natijalari noto‘g‘ri bo‘lishi mumkin: darhol uch kishilik hay’at ishtirokida dalolatnoma tuziladi.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Shundan keyin sud organlari yoki sud-tibbiyot laboratoriyasidan boshqa ashyoviy dalillar talab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Yozuv va hujjat farq qilsa: hay’at va dalolatnoma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Idish ustidagi yozuvlar yuborilgan yo‘llanma hujjatlarga solishtiriladi: bu tashqi ko‘rinishni aniqlashning birinchi qadami.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Yozuv va hujjat o‘rtasida farq bo‘lsa, tahlil natijalari noto‘g‘ri bo‘lishiga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hollarda darhol uch kishidan iborat hay’at ishtirokida dalolatnoma tuziladi.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Yozuv va hujjat o‘rtasida farq topildi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Darhol uch kishilik hay’at to‘planadi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Dalolatnoma tuziladi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Boshqa ashyoviy dalillar talab qilinadi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Farq aniqlanganda (169-bet)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2-bosqich: konsistensiya va morfologiya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xarakteri, konsistensiyasi, morfologik tuzilishini tekshirish tahlilda muhim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zaharli moddani ajratib olish uchun qanday usulni qo‘llashni belgilashga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A’zolarni aniq nomlash sud-kimyoviy tahlilni to‘g‘ri olib borishga katta yordam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3-bosqich: rang, hid, yot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rangi, hidi va yot modda yoki qoldiqlari bor-yo‘qligi sud kimyogariga qanday zaharli moddalarni izlash zarurligini bilishga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Misollar: achchiq bodom hidi, chinnisimon oq qo‘shimchalar.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tahlil boshlanguncha ko‘p turib qolishi va chirishi zaharli moddalarga xos hidlarni aniqlashga halaqit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Hid bo‘yicha dastlabki taxmin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Bioob’ektdagi ma’lum hidlar ayrim moddalar bilan zaharlanganlikni ko‘rsatadi: achchiq bodom hidi — sianidlar, piridin asoslari hidi — denaturlangan spirt.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Hid asosan chirimagan ob’ektda yaxshi seziladi; chirishda mahsulotlar hisobiga zaharlarning hidi o‘zgaradi.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Ob’ektning tahlil boshlanguncha ko‘p turib qolishi va chirishi xarakterli hidlarni aniqlashga halaqit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427"/>
                <a:gridCol w="233654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Hid / 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Nimaga ishora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Piridin asoslari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Denaturlangan 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Fosfororganik birikmalar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O‘ziga xos hid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Chirigan ob’ekt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Hidlar o‘zgaradi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Hid va taxmin (21, 169-betlar)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21, 169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Rangli qo‘shimchalar va yot 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Rangli qo‘shimchalar zaharli modda ta’sirida hosil bo‘lgan rangli o‘zgarishlarni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Misollar: konsentrlangan sulfat, nitrat, pikrin kislotalar, akrixin, shveynfurt yashili.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Shveynfurt yashili formulasi kitobda [Cu(OCOCH3)2 . 3Cu(AsO2)2] ko‘rinishida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 yot kristall moddalar, o‘simlik qismlari, meva qoldiqlari aniqlansa, kimyogar avval ularning xarakterini o‘rganib, zaharga yo‘llanma olishi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Ko‘rinish belgilari bo‘yicha taxminiy yo‘llanma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Achchiq bodom hidi — sianidlar; piridin asoslari hidi — denaturlangan spirt bilan zaharlanish.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Chinnisimon oq bo‘laklar oq mishyakni (arsenit angidridi) taxmin qildiradi.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rang: pikrin kislota, strixnin, xromatlar, azot kislota; qora rang: sulfat kislota.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Taxmin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Chinnisimon oq bo‘laklar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mishyak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kislota, xromatlar, azot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Belgi va taxmin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21, 169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4-bosqich: reaksiya muhitini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muhiti kislotali bo‘lsa kislota xossali moddalarga, ishqoriy bo‘lsa asos xossali moddalarga, neytral bo‘lsa neytral moddalarga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Oz miqdordagi ob’ekt maydalanib, 0,5-1,0 ml tozalangan suv bilan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3-5 daqiqadan keyin eritma turli indikator qog‘ozlariga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chirishi natijasida H2S ajralishi hisobiga muhit kislotali bo‘lishi mumkinligini hisobga olish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Maydalash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Oz miqdor ob’ekt maydalanadi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 bilan aralash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0,5-1,0 ml tozalangan suv qo‘shiladi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3-5 daqiqa turtiladi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Indikator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Eritma turli indikator qog‘ozlariga tomiziladi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Baholash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H2S ajralishi kislotali muhit berishi hisobga olinadi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Muhitni aniqlash (169-bet)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Indikatorlar va pH ning talqini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Muhitni kislotali yoki ishqoriyligi asosan turli indikatorlar yordamida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3 yoki kichik bo‘lsa: asosan mineral kislotalar yoki ko‘p miqdorda organik kislotalar.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sharoit ob’ektni ishqor yoki karbonatlarga tekshirishga yo‘llanma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Indikator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pH oralig‘i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Lakmus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5,0-8,0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kongo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3,0-5,2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Fenolftalein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8,2-10,0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Indikatorlar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Muhit natijasi: nimani izlaymiz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Ob’ektning reaksiya muhiti o‘rganilgach, unga mos moddalarga tekshirish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natijasida H2S ajralishi hisobiga muhit kislotali bo‘lishiga ahamiyat berish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3 yoki undan kichik bo‘lsa, asosan mineral kislotalar yoki ko‘p miqdorda organik kislotalar bor; ishqoriy sharoitda ishqor yoki karbonatlar tekshiriladi.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721"/>
                <a:gridCol w="282025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 muhiti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Tekshiriladi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 xossali moddalar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Ishqoriy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 xossali moddalar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Neytral xossali moddalar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Muhit va izlanadigan moddalar (169-bet)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169,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Taxminiy tekshiruv usullariga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margimush bilan zaharlanganni ko‘rsatuvchi chinni kabi bo‘lakchalardan Hg va As ni tekshirish Reynsh usulida, margimushni Gutseyt usulida amalga oshiriladi.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Barbituratlarni taxminiy tekshirish uchun peshobga kobalt atsetati eritmasi ammiak yoki litiy ishqori sharoitida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Fenotiazin hosilalari peshobga temir xloridning sulfat kislotali eritmasi qo‘shilsa och-qizil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019"/>
                <a:gridCol w="268595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 / 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Nimani taxmin qiladi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Reynsh usuli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Chinni bo‘lakchalarda Hg va As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Gutseyt usuli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Margimush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Kobalt atsetati + NH3 yoki LiOH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 (peshobda)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FeCl3 + H2SO4 eritmasi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Fenotiazin hosilalari: och-qizil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Sinil kislota, nitrit sinovlari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 va nitritlar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Taxminiy usullar (12, 20-betlar)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12,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5-bosqich: dastlabki kimyoviy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to‘liq tahlilni boshlashdan avval dastlabki kimyoviy tekshirish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tekshirish asosida biror xulosaga kelib bo‘lmaydi; taxminiy tekshiruv musbat bo‘lsa, taxmin qilingan moddalarga asosiy tekshirish o‘tkazish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taxminiy usullar yuqori sezgir bo‘lsa ham spetsifik emas; ayrim hollarda terapevtik dozadagi moddalar ham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169, 21,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 mishyak: ishni bajarish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Chinni parchasi ko‘rinishidagi oq mishyak qo‘shimchasi pinset bilan ajratilib, ingichka naychaga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Probirkaga kichik ko‘mir parchasi qo‘shilib, kuchsiz alangada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Qizdirishdan oldin probirkaning yuqori qismi tozalangan suvda namlangan qog‘oz yoki doka bilan o‘raladi.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Qo‘shimcha pinset bilan olinadi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Naychaga ko‘mir bilan solinadi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Kuchsiz alangada qizdiriladi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Namlangan qism ochiladi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Oq mishyak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Oq mishyak: natija va talqin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Namlangan qism ochilganda probirka devorida qoramtir-kul rangli dog‘ aniqlansa, oq mishyak borligidan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Tajribani oxiriga yetkazish uchun probirka uchi sindiriladi va qoramtir dog‘ hosil bo‘lgan joy sovitilgan holda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 probirkaning sovitilgan joyida oq dog‘ hosil bo‘lganligi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Mishyak: ahamiyati va to‘planishi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As2O3 tibbiyotda (stomatologiyada), qishloq xo‘jaligida insektitsid sifatida, oyna va teri ishlab chiqarishda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Besh valentli birikmalari organizmda kuchliroq zaharli uch valentli birikmalarga aylanadi; ular fermentlarning sulfgidril guruhlari bilan birikadi.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parenxima organlari, suyak, teri va sochda to‘planadi; peshob, ichak va bezlar orqali juda sekin chiqariladi.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Mishyak (As)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Stomatologiya, insektitsid  ·  Oyna va teri ishlab chiqarish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 mexanizmi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Ferment –SH guruhlariga birikadi  ·  Almashinuv jarayoni to‘xtaydi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To‘planishi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Parenxima organlari  ·  Suyak, teri, soch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Chiqarilishi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Peshob, ichak, bezlar orqali  ·  Juda sekin; murdada yillar o‘tgach ham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Mishyak (75-bet)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kislotasi: manbalari va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kislotasi va uning tuzlari kuchli zahar, shunga qaramay xalq xo‘jaligida rangli metallarni rudadan ajratishda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achchiq bodom suvi ishlatiladi, unda 0,1% HCN bo‘lishi mumkin; achchiq mag‘izli danaklarda amigdalin gidrolizlanib HCN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 patomorfologik tahlilda xarakterli alomatlar sezilmaydi: vena qoni tiniq qizil, ichki organlardan achchiq bodom mag‘izi hidi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Sianid kislotasi (HCN)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Sanoat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Rangli metallarni rudadan ajratish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Achchiq bodom suvi: 0,1% HCN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Tabiiy manba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Achchiq mag‘izli danaklar  ·  Amigdalin gidrolizi → HCN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Vena qoni tiniq qizil  ·  Achchiq bodom hidi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HCN manbalari va belgilari (28-bet)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kislotasi: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Ob’ektning kichik bo‘lagi kichik chinni tavoqchaga solinadi va oksalat kislotasi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Ustiga ostki qismida ishqor eritmasi tomchisi bo‘lgan buyum oynachasi yopilib, bir necha muddatga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oynachaga FeCl3 va FeCl2 tuzlari aralashmasidan bir tomchi tomizilib, xlorid kislotasi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oksalat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Oyna ustiga yopiladi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FeCl3 + FeCl2 tomchisi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qo‘shiladi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Sianid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kislotasi: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 kislotasi bo‘lgan taqdirda ko‘k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Keyingi laboratoriya mashg‘ulotida uchuvchi zaharlar suv bug‘i bilan haydab ajratiladi; birinchi distillat sianid kislotasiga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Achchiq bodom hidi ob’ektda sianidlar borligidan dalolat berishi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170, 172,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sinovining kimyosi: berlin zangorisi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sharoitdagi sianidlar eritmasi FeSO4 bilan temir(II) sianid hosil qiladi, u ortiqcha sianid bilan Na4[Fe(CN)6] 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Temir(III) xlorid qo‘shilganda ko‘k rangli cho‘kma yoki eritma (berlin lazuri)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Fe(OH)2 va Fe(OH)3 ni yo‘qotish uchun HCl bilan nordonlashtiriladi; HCl ortiqchasi reaksiyani sekinlatishi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Na4[Fe(CN)6] (sianiddan)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FeCl3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Fe4[Fe(CN)6]3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NaCl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Ishqoriy muhit, so‘ng HCl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 cho‘kma (berlin zangorisi)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Berlin zangorisi (29-bet)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HCN murdada nega tez yo‘qoladi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va uning tuzlari murda organlarida uzoq saqlanmaydi.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Sabablar: gidroliz, rodanidlarga aylanish, aldegid saqlovchi qandlar bilan birikish (siangidrin) hamda CO2, glyukoza va havo ta’siri.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belgilari: baqirib yig‘lash, hushdan ketish, qorachiq kengayishi, nafas olishning qiyinlashishi, tirishish va o‘lim.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HCN yo‘qolish sabablari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Gidrolizlanadi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Rodanidlarga aylanadi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Qandlar bilan birikadi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Aldegidli qand + HCN → siangidrin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CO2, glyukoza, havo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Ta’sirida o‘zgaradi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HCN yo‘qolishi (28-bet)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kislota zaharlanishi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o‘zining vodorod ionlari bilan emas, oksidlovchi sifatida ham ta’sir etadi; oqsilda ksantoprotein reaksiyasi — to‘qima sariq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 murda yorilganda ichki organlardan azot oksidlari hidi keladi; oshqozonda sariq rangdan tashqari qora joylar ham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ta’sirida qonda metgemoglobin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HNO3 konsentratsiyasi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 (konsentrlangan)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Teri sarg‘ayishi (&lt;20%)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bo‘lmasligi mumkin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Nitrat kislota (144, 261-betlar)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va nitritlar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va nitrit tuzlari oksidlovchilik xususiyatidan foydalanib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eritmaga difenilamin reaktivi va konsentrlangan sulfat kislotasi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Eritmada zangori rang hosil bo‘lishi nitrat va nitrit tuzlari borligidan dalolat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suvda bo‘ktiriladi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Difenilamin + konsentr. H2SO4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Zangori rang: nitrat/nitrit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Nitrat/nitrit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Difenilamin reaksiyasi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sinovda suvli eritmaga difenilamin reaktivi va konsentrlangan sulfat kislota qo‘shiladi; zangori rang nitrat/nitrit borligidan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Difenilamin oksidlanib tetrafenilgidrazin, undan difenilbenzidin, so‘ng zangori difenilfenoxinondiimin sulfati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reaksiyani nitrat kislotadan tashqari nitrit kislota va ayrim oksidlovchilar ham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Difenilamin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Nitrat/nitrit (oksidlovchi)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Konsentr. H2SO4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Difenilbenzidin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Difenilfenoxinondiimin sulfati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Bosqichma-bosqich oksidlanish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Ko‘kimtir-zangori rang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Difenilamin sinovi (144, 261-betlar)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170, 144, 261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Nitrit/nitrat: azobo‘yoq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natijasi ijobiy bo‘lsa, qo‘shimcha azobo‘yoq hosil bo‘lish reaksiyasini bajarish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Eritmaga xlorid va sulfanil kislotalar aralashmasi hamda naftolning ishqoriy eritmasi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qizil rangli azobo‘yoq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Ijobiy natija (zangori)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+ sulfanil kislota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Naftolning ishqoriy eritmasi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azobo‘yoq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Azobo‘yoq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Nitrat va nitritni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tahlilidan avval nitritlarni aniqlab olish talab etiladi, chunki difenilamin va brutsin reaksiyalarini nitrit ham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Nitritlar neytral muhitda sulfanil kislota yoki Griss reaktivi bilan azobo‘yoq hosil bo‘lishi orqali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Yung (oqsil) nitrat kislota bilan turg‘un sariq birikma hosil qiladi, paxta esa sariq rangini yo‘qotadi.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Nitrat kislota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Difenilamin bilan ko‘kimtir rang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Brutsin (konsentr. H2SO4) bilan qizil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Yungda turg‘un sariq birikma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Mis kukuni bilan haydab olinadi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Nitrit kislota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Difenilamin, brutsin reaksiyasini ham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Sulfanil kislota yoki Griss reaktivi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Azobo‘yoq hosil bo‘lishi — tasdiq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Nitrat tahlilidan avval aniqlanadi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Nitrat va nitrit (261-262-betlar)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262, 261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Peshobda aminazinni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1 ml peshob + 1 ml reaktiv (80 ml 10% H2SO4 + 20 ml 5% FeCl3): qizil-pushti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2) 1 ml peshob + 1 ml FPN reaktivi: qizil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FPN reaktivi: 5 ml 5% FeCl3, 45 ml 20% HClO4 va 50 ml 50% HNO3.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295"/>
                <a:gridCol w="199767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H2SO4 + 5% FeCl3 (80:20)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Qizil-pushti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FPN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Aminazin sinovlari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 kislotalar: tasdiqlovchi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Dializatda kuchli mineral kislotalar borligi universal indikator, qizil kongo va boshqa indikatorlar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 kislotalar avval dializatdan haydab olinadi, so‘ng tahlil qilinadi; tahlil sulfat kislotadan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mis kukuni bilan haydaladi; xlorid kislota mis qo‘shmasdan quruq qoldiq qolguncha haydab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680"/>
                <a:gridCol w="1813020"/>
                <a:gridCol w="2266275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Kislota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BaCl2 (5%)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cho‘kma, kislotada erimaydi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Qo‘rg‘oshin atsetat (3%)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cho‘kma, ishqorda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Natriy rodizonat + BaCl2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dog‘ o‘chadi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cho‘kma, ammiakda eriydi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Bertole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Erkin xlor gazi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Difenilamin; brutsin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Ko‘kimtir; qizil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 kislotalar (260-262-betlar)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260, 261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sinovlar: umumiy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kimyoviy tekshirish birorta zaharli modda haqida to‘liq ma’lumot bermaydi, lekin avval nimani aniqlash zarurligini belgilaydi.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Sinovlar: oq mishyak, sianid kislotasi, nitrat va nitritlar, peshobda aminazin.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sinov uchun reaksiya tenglamasini yozish talab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668475"/>
                <a:gridCol w="1809750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 / 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mishyak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Ko‘mir bilan qizdirish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Qoramtir-kul dog‘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Sianid kislotasi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Oksalat, FeCl3+FeCl2,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Nitrat/nitrit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Difenilamin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Zangori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Nitrit (azobo‘yoq)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Sulfanil kislota + naftol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 azobo‘yoq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Aminazin (peshob)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H2SO4 + FeCl3; FPN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Qizil-pushti;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Sinovlar (170-bet)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169, 170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ishni tashkil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Natijalarni hujjatlashtirish va talqin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Aktning tashqi ko‘rinish qismida ashyoviy dalilning rangi, hidi, vazni va pH muhiti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tekshiruvning ko‘pgina zaharlarni inkor etish yoki qanday zahar bo‘lishi mumkinligini taxmin qilishda yordami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sud kimyogariga tahlil rejasini tuzish va ob’ektni tejab ishlatish imkonini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16, 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bilan ishlash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Guruhning har bir a’zosi sheriklarining fikrlarini hurmat qiladi va topshiriqlar bo‘yicha faol, hamkorlikda, mas’uliyat bilan ishlaydi.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Yordam kerak bo‘lganda so‘raydi, yordam so‘raganlarga ko‘mak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Guruhni baholash jarayonida ishtirok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Guruhlar uchun topshiriqlar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guruh: toksikologik kimyo fanining boshqa farmatsiya fanlari bilan bog‘liqligi; reaktivlar turlari va ularga qo‘yiladigan talablar.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 guruh: fan bo‘limlari va umumiy masalalar; tozalangan suvning qo‘llanilishi, undagi yot moddalar va ularni aniqlash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III guruh: fanning qisqacha tarixi va olimlarning hissasi; ashyoviy dalillarni dastlabki tekshirish usullari haqida to‘liq ma’lumot.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1-keys: jigarda oq chinnisimon bo‘laklar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Keys: sud-kimyo ekspertizasiga biologik ob’ekt sifatida jigar keltirildi; unda oq chinnisimon bo‘laklar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moddalarga tahlil olib borish zarur; muammoning yechimini izohlang va sud-kimyo tahlilini o‘tkazing.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Jadval: muammo turi, kelib chiqish sabablari, hal etish yo‘llari.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Voqea: 12 yoshli o‘g‘il bola murdasining ichki a’zo bo‘laklari 2 plastmassa idishda keltirilgan; jigar sarg‘aygan, ob’ektlarda o‘ziga xos hid.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1-keys: tahlil jadvali (to‘ldirish)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Keys jadvali uch ustundan iborat: muammo turi, kelib chiqish sabablari, hal etish yo‘llari.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Chinni parchalari ko‘rinishidagi oq qo‘shimchalar oq mishyakni (arsenit angidridi) taxmin qildiradi.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rang pikrin kislota, strixnin, xromatlar, azot kislotaga xos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398"/>
                <a:gridCol w="1570685"/>
                <a:gridCol w="204189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Muammo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Mumkin bo‘lgan sabab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Hal etish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Jigarda oq chinnisimon bo‘laklar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 mishyak (arsenit angidridi)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Pinset, naychada ko‘mir bilan qizdirish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Jigar sarg‘aygan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Pikrin, azot kislota, xromat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pH va dastlabki kimyoviy sinovlar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O‘ziga xos hid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Achchiq bodom hidi — sianid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Oksalat bilan sianid sinovi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Keys jadvali (171-bet)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171, 170, 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 mashqi: alomatlar bo‘yicha taxmin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Mashq: ob’ektning rangi, hidi va yot qoldiqlariga qarab mos zaharni ko‘rsating.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Zaharlar: oq mishyak va sianid, sulfat, pikrin, xlorid, nitrat kislotalar.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Alomatlar ustunlari: achchiq bodom hidi, chinni parchalari, ob’ektning sarg‘ayishi, qorayishi va oqarishi.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588"/>
                <a:gridCol w="290838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Alomat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Achchiq bodom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Chinni parchalari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mishyak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Sarg‘ayish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Pikrin, nitrat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Qorayish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Sulfat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Alomat va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kimyo modulining ahamiyati va vazifalari; ob’ektlar va ularga qo‘yilgan talablar.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dalilni dastlabki tekshirish va uning reja tuzishdagi ahamiyati; konsistensiya va morfologik tuzilishni tekshirish; ashyoviy dalil holatini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kimyoviy tekshirishni o‘tkazish va uning ahamiyati; oq mishyak, sianid kislotasi, nitrat va nitritlar uchun dastlabki tekshiruv.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 ob’ektlarda aminazin uchun dastlabki tekshiruv.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rejasi 5 bosqichda tuziladi: tashqi ko‘rinish, konsistensiya, rang-hid-yot moddalar, indikatorlar, dastlabki kimyoviy tekshirish.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sinovlar: oq mishyak (naychada qizdirish), sianid (ko‘k rang), nitrat/nitrit (difenilamin, zangori rang), aminazin (qizil-pushti yoki qizil).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tekshiruv asosida biror xulosaga kelib bo‘lmaydi: musbat taxminiy natija asosiy tekshirishni talab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169, 170, 21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mishyak uchun sinovda probirkaning sovitilgan joyida oq dog‘ hosil bo‘lishi tajribaning oxirgi tasdiqlovchi bosqichidir.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chirishi natijasida H2S ajralishi hisobiga muhit kislotali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Idish ustidagi yozuvlar va yo‘llanma hujjatlar o‘rtasida farq bo‘lsa, uch kishilik hay’at ishtirokida dalolatnoma tuziladi.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Taxminiy tekshiruv usullarining ba’zilari yuqori sezgirligi tufayli terapevtik dozadagi moddalarni ham aniqlashga imkon beradi.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Ashyoviy dalillarni dastlabki tekshirish: pH, rang, hid; kislotalar, ishqorlar, nitrit/nit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12, 16, 20-21, 28-29, 75, 144, 166, 168-172, 260-262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169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