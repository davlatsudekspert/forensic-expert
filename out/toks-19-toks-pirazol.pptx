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pirazol hosilalari nega bir guruhda o‘rganiladi? Doskada: 4 modda nomi (kimyoviy / tijorat). Eslatma: kitoblarda butadion faqat nomlangan, nazariy tavsifi yo‘q — shu qism malaka 050 materialidan olindi. Tipik xato: antipirin va amidopirinni bir xil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Ish daftariga yozish va o‘qituvchi tasdig‘i talabalarga eslatiladi.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tijorat nomi va xalqaro nom farqi nimada? Doskada: to‘rt qatorli moslik jadvali. Izoh: tuzilish nomlari malaka 050 dan. Tipik xato: analgin va amidopirinni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bu moddalar uchun reekstraksiya xavfli? Doskada: ikki ajralma va antipirin taqsimoti. Tipik xato: antipirinni faqat kislotali ajralmada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antipirinning qo‘llanilish sohalari. Doskada: xossalar ro‘yxati. Tipik xato: eruvchanlikni faqat suv bilan cheklash.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yaxshi eruvchanlik ekstraksiya erituvchisini tanlashga qanday ta’sir qiladi? Doskada: eruvchanlik jadvali. Izoh: bu ma’lumotlar malaka 050 dan. Tipik xato: 1:1 nisbatini «100 %»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konyugatlar tahlil oldidan gidrolizlanadi? Doskada: 30-40 %, 5 %. Tipik xato: peshobda faqat o‘zgarmagan antipirinni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kitob (30-40 %) va malaka (30-40 %, 10 %, 6 %) ma’lumotlari qanday to‘ldiradi? Doskada: metabolitlar ro‘yxati. Izoh: bu slayd malaka 050 materialidan. Tipik xato: metabolit foizlarini yig‘indisi 100 %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ferripirin rangi qanday ko‘rinadi? Doskada: reaktiv – rang jadvali. Izoh: Liberman va Mandelin reaksiyalari malaka 050 dan. Tipik xato: bu reaksiyalarni antipirin uchun yagona isbot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Tipik xato: reaktivni ortiqcha qo‘shish — rang yo‘qolib ketadi.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nitroza guruhi molekulaning qaysi qismiga kiradi? Doskada: sxema. Tipik xato: ranglar tartibini unutish: yashil → qizil.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ikki bosqichli zanjir. Muhokama: nima uchun reaksiya antipirin uchun tanlovchan?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ranglar tartibi nima uchun aralashmada o‘zgaradi? Doskada: ikki modda va aralashma rangi jadvali. Tipik xato: reaktiv ortiqcha bo‘lganda rang o‘chishini noto‘g‘ri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Rf=0,65 ni boshqa tizimda ham ishlatish mumkinmi? Doskada: YuQX parametrlari. Izoh: malaka 050 dan; «ε» belgisi bilan berilgan qiymatlar (malaka_errors E2) va YuSSX harakatlanuvchi faza pH si (E13) kiritilmadi. Tipik xato: Rf ni tizimga bog‘lamasdan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teskari titrlash (ortiqcha pikrin kislota) mohiyati. Doskada: pikrat usuli bosqichlari. Tipik xato: cho‘kmani emas, ortiqcha reaktivni titrlashni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uzoq qabul xavfi nimaga bog‘liq? Doskada: xossa va ta’sir. Tipik xato: amidopirinning toksikligini antipirindan farqsiz deb o‘ylash: ular o‘xshash, lekin metabolitlari boshqa.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pKa 5,0 ekstraksiya muhitiga qanday ta’sir qiladi? Doskada: antipirin (pKa 1,4) va amidopirin (pKa 5,0) solishtirmasi. Izoh: ma’lumot malaka 050 dan. Tipik xato: pKa ni eruvchanlik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peshob rangi nimadan guvohlik beradi? Doskada: amidopirin → rubazon (qizil). Tipik xato: qizil peshobni faqat qon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eng ko‘p hosil bo‘luvchi metabolit qaysi? Doskada: foizlar. Izoh: foizlar malaka 050 dan. Tipik xato: o‘zgarmagan amidopirinning ulushini yuqori deb o‘ylash: 1-3 %.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«o‘chib ketuvchi» rang nimani anglatadi? Doskada: reaksiyalar jadvali. Kitobda boshqacha: amaliy qismda (toks 230) kumush nitrat bilan qizdirilganda binafsha rang tilga olingan, nazariy qismda pushti rang va qora cho‘kma deyilgan — sinov sharoitini aniqlashtiring. Tipik xato: ranglarni sharoitga bog‘lamay yodlash.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Izoh: dvssm «pushti rang va qora cho‘kma», toks lab. ishida «binafsha rang» deb yozilgan; ikkalasi ham amidopirin belgisi sifatida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formaldegidga tekshirish nega xarakterli? Doskada: amidopirin → formaldegid → pushti. Tipik xato: pushti rangni boshqa moddalar ham berishini hisobga olmaslik. Eslatma: Rf diapazoni 0,15-0,17 kitobda barcha uchta modda uchun keltiriladi.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Kitobda masalaning javobi berilmagan; talabalar pushti rangning formaldegiddan kelib chiqishini (amidopirin) muhokama qiladi.</a:t>
            </a:r>
          </a:p>
          <a:p/>
          <a:p>
            <a:r>
              <a:t>Tekshirish kerak (manbada noaniq):</a:t>
            </a:r>
          </a:p>
          <a:p>
            <a:r>
              <a:t>- Ko‘p achchiq ta’mli dori ichgan shaxsda 4-5 soatdan so‘ng harorat pasaygan, qusish, nafas qiyinlashgan, peshob qizil-qo‘ng‘ir rangda.</a:t>
            </a:r>
          </a:p>
          <a:p>
            <a:r>
              <a:t>- Dastlabki tahlil: xloroformli ajralmaga kons. H2SO4 va xromotrop kislota qo‘shilganda pushti rang hosil bo‘ldi.</a:t>
            </a:r>
          </a:p>
          <a:p>
            <a:r>
              <a:t>- Amidopirin kons. H2SO4 da formaldegidgacha parchalanadi va xromotrop kislota bilan pushti rang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ekstraksion-fotometrik usulning mohiyati. Doskada: kompleks → ekstraksiya → o‘lchash. Izoh: Liberman reaksiyasi malaka 050 dan. Tipik xato: bromfenol ko‘kini bromtimol ko‘ki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Kitobda javob berilmagan: talabalar belgilarni ikki modda bilan taqqoslab, qaysi moddalarga tahlil olib borishni tanlaydi.</a:t>
            </a:r>
          </a:p>
          <a:p/>
          <a:p>
            <a:r>
              <a:t>Tekshirish kerak (manbada noaniq):</a:t>
            </a:r>
          </a:p>
          <a:p>
            <a:r>
              <a:t>- Peshob namunasi qizil rangda; buyraklarda nefrit alomatlari, qon tahlili metgemoglobinemiyani ko‘rsatgan.</a:t>
            </a:r>
          </a:p>
          <a:p>
            <a:r>
              <a:t>- Amidopirin katta dozada qabul qilinsa, peshob rubazon va metilrubazon tufayli qizil rangga bo‘yaladi.</a:t>
            </a:r>
          </a:p>
          <a:p>
            <a:r>
              <a:t>- Fenatsetin katta dozada metgemoglobinemiya, anemiya va nefrit kasalliklarini chaqirishi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analgin va antipirin o‘xshashligi nimadan? Doskada: umumiy yadro (pirazolon). Tipik xato: analginni suvda erimaydi deb o‘ylash: suvda yaxshi eriydi (1:1,5).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analgin xloroformda erimasligi ekstraksiyaga qanday ta’sir qiladi? Doskada: eruvchanlik. Izoh: ma’lumot malaka 050 dan. Tipik xato: analginni xloroformli ajralmada topishni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Nessler reaktivi bilan reaksiya nimani ko‘rsatadi? Doskada: reaktiv – rang jadvali. Kitobda: toks 101 da «qizil-pushti» (boshqa variant, antipirin rangi bilan aralashgan); toks 230 dagi «tez o‘chib ketuvchi binafsha» qabul qilindi (63-deck bilan bir xil).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nima uchun benzoxinon reaksiyasi analginning miqdoriy aniqlanishiga ham asos bo‘ladi?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ortiqcha KIO3 nima uchun rang va cho‘kmani o‘zgartiradi? Doskada: reaksiya jadvali. Tipik xato: reaktiv miqdori ortishi bilan rang o‘zgarishini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Rf=0,84 va kitobdagi tizim farqi. Doskada: ikki tizim. Tipik xato: Rf qiymatini boshqa tizim bilan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peshobdagi 70 % o‘zgarmagan analgin tahlilga qanday ta’sir qiladi? Doskada: metabolitlar ro‘yxati. Izoh: malaka 050 matnida analgin metabolizmi uchun ikki xil son to‘plami qo‘shilib ketgan (3,5 % / 3-4 % va hokazo); bu yerda birinchi to‘plam berildi. Tipik xato: ikki to‘plamni birlashtirib yig‘indini 100 % dan oshirish.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butadionning eruvchanligi antipirinnikidan nimasi bilan farq qiladi? Doskada: eruvchanlik qiyosiy qatori. Eslatma: kitoblarda butadion faqat nom sifatida tilga olinadi; bu slayd faqat malaka 050 ga asoslangan. Tipik xato: butadionni suvda eriydi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azobenzol hosil bo‘lishining ahamiyati. Doskada: reaksiya jadvali. Izoh: malaka 050 dan; butadionning UB-qiymati (malaka_errors E14: analgindan ko‘chirilgan ko‘rinadi) slaydga kiritilmadi. Tipik xato: butadionning UB-maksimumini analginnikidek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Rf = a/b (a — start chizig‘idan dog‘ markazigacha, b — start chizig‘idan finish chizig‘igacha). Doskada: jadval va Rf formulasi. Tipik xato: finish chizig‘ini start chizig‘idan emas, plastinka chetidan o‘lchash.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Rf formulasini chizing. Tipik xato: finish chizig‘ini belgilamaslik.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aralashmada qaysi reaksiya antipirinni amidopirindan ajratadi? Doskada: 3 qatorli jadval. Tipik xato: bir reaksiyaga tayanib aralashmani tavsiflash.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Talabalar javobni juft bo‘lib muhokama qiladi, so‘ng bir-ikki juft javobini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eritmada shu uch moddadan qaysi birini qanday aniqlaysiz? Doskada: aniqlash algoritmi. Tipik xato: kitoblardagi turli rang tavsiflarini (nazariy va amaliy) farqlamaslik.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Pirazol hosilalari: fenazon (antipirin), propifenazon (amidopirin), metamizol (analgin), fenilbutazon (butadion)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pirazol hosilalari — fenazon (antipirin), propifenazon (amidopirin), metamizol natriy (analgin), fenilbutazon (butadion); ajratish va tahlil.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qutbli erituvchi, fenazon (antipirin), propifenazon (amidopirin), metamizol natriy (analgin), fenilbutazon (butadion).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 «ajratmada kuchsiz asos va kislotali xossaga ega moddalar tahlili» bo‘limiga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100;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mashg‘uloti: reja va natija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pirazol hosilalari va fenatsetin, salitsil, atsetilsalitsil kislotaning toksikologik ahamiyati hamda tahlil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Kutilayotgan natija: toza va noma’lum eritmada sifat reaksiyalarini o‘tkazishni o‘zlashtirish; natija ish daftariga yozilib, o‘qituvchi tasdiqlaydi.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Jihozlar: probirkalar, ajratgich voronkalar, reaktivlar, ko‘rgazmali materiallar.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Laboratoriya mashg‘uloti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Reja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Toksikologik ahamiyati  ·  Tahlil usullari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Kutilayotgan natija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Toza eritmada reaksiyalar  ·  Noma’lum eritmada reaksiyalar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Jihozlar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Probirka, ajratgich voronka  ·  Reaktivlar, ko‘rgazmali material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Lab. mashg‘uloti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Pirazol hosilalari: kimning kimligi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Fenazon — antipirin; propifenazon — amidopirin (piramidon); metamizol natriy — analgin; fenilbutazon — butadion.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Antipirin: 1,5-dimetil-2-fenil-pirazol-3-on (1-fenil-2,3-dimetilpirazolon), xalqaro nomi fenazon.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Amidopirin: 1-fenil-2,3-dimetil-4-dimetilamino-5-pirazolon, xalqaro nomi aminophenazone.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Analgin xalqaro nomi dipyrone (metamizole); butadion — 1,2-difenil-4-butilpirazolidindion-3,5.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14"/>
                <a:gridCol w="298296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Xalqaro nom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Qisqa nom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Fenazon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Antipirin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Propifenazon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Amidopirin (piramidon)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Metamizol natriy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Analgin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Fenilbutazon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Butadion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100;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Ajratish va reekstraksiyadagi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Pirazol hosilalari nordonlashtirilgan suv yoki spirt yordamida kislotali va ishqoriy muhitda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Antipirinning bir qismi kislotali sharoitda, asosiy qismi ishqoriy sharoitda organik erituvchi qatlamiga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ekstraksiya (reekstraksiya) bilan tozalashda kuchsiz asos xossali moddalar — purin hosilalari, narkotin, promedol, antipirin va amidopirin —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Kislotali muhit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Antipirinning bir qismi o‘tadi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Ishqoriy muhit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Antipirinning asosiy qismi o‘tadi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Qayta ekstraksiya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Kuchsiz asoslar yo‘qotiladi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Purin, narkotin, promedol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Antipirin va amidopirin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matni; Yuldashev Z.A., Nurmatova M.I., Toksikologik kimyo modulidan o‘quv-uslubiy majmua, betlar: 100; Yuldashev Z.A., Umarova G.Q., Toksikologik kimyo modulidan o‘quv-uslubiy majmua, betlar: 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umumiy tavsif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Antipirin tana haroratini pasaytiruvchi, og‘riq qoldiruvchi vosita sifatida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Rangsiz kristall kukun; suv, spirt va xloroformda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Mahalliy qo‘llanilganda qonni to‘xtatish xususiyatiga ega; kapillyar so‘rilishini kamaytiradi.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fizik-kimyoviy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Neytral tabiatli; CAS 60-80-0; suyuqlanish harorati 111-113 °C; pKa 1,4.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Eruvchanligi: xloroformda 1:1, suvda 1:1, etanolda 1:1,3, efirda 1:43.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Yarim yemirilish davri 7-15 soat; Vd 0,56 L/kg.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Nisbat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1:1,3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Eruvchanlik (malaka 050)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so‘rilishi va ajralishi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hazm a’zolaridan tez qonga so‘rilib, 1-2 soat ichida qonda maksimal konsentratsiyaga yetadi.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30-40 % glyukuron kislotasi bilan birikib, glyukuronid holida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qismi gidroksillanib, 4-gidroksiantipirinni hosil qiladi; 5 % o‘zgarmagan holda peshob bilan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Hazm a’zolaridan tez so‘riladi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soatda maksimal konsentratsiya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30-40 % glyukuronid holida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Gidroksillanish: 4-gidroksiantipirin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5 % o‘zgarmagan holda peshobda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Antipirin taqdiri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zaharlanish belgilari va metabolitlari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harorati pasayadi, ko‘ngil aynaydi, qusadi, nafas olish qiyinlashadi, yurak urishi sekinlashadi.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 uyquchan bo‘ladi, alahlaydi va oxirida hushidan ketadi.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Metabolitlar: 4-gidroksiantipirin (30-40 %), 3-gidroksimetil antipirin (10 %), n-gidroksiantipirin, norantipirin (6 %); 5 % o‘zgarmagan, 24 soat davomida.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umumiy cho‘ktiruvchi va FeCl3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(alkaloid) reaktivlar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Temir(III) xlorid bilan qizil qon rangli ferripirin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Liberman reaktivi bilan zarg‘aldoq, Mandelin reaktivi bilan yashil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202"/>
                <a:gridCol w="303777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 cho‘ktiruvchi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qon rangli ferripirin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Liberman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 rang (malaka)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Yashil rang (malaka)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Antipirin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100;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ferripirin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temir(III) xlorid bilan qizil qon rangli ferripirinni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Amaliyotda: 1 ml eritmaga 0,5 ml 5 % FeCl3 qo‘shilsa, antipirin bo‘lsa qizil rang, amidopirin bo‘lsa 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rang reaktivning ortiqcha miqdori ta’sirida yo‘qolib ketadi.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Antipirin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5 % FeCl3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Ferripirin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1 ml eritma + 0,5 ml reaktiv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qon rangi (amidopirinda binafsha)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Ferripirin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100; Yuldashev Z.A., Umarova G.Q., Toksikologik kimyo modulidan o‘quv-uslubiy majmua, betlar: 229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nitroza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nitrit bilan kislotali muhitda antipirin yashil rangli nitrozoantipirinni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ko‘p bo‘lsa, yashil cho‘kma tushishi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Nitrozoantipiringa α-naftilamin ta’sir ettirilsa, qizil rangli pirazolon bo‘yog‘i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Antipirin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NaNO2 + HCl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Nitrozoantipirin (yashil)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α-naftilamin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pirazolon bo‘yog‘i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Nitroza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100, 101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Pirazolon bo‘yog‘i: nitrozoantipirin + α-naftilamin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natriy nitrit va HCl bilan yashil nitrozoantipirinni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nitrozoantipiringa α-naftilamin ta’sir ettirilsa, qizil rangli pirazolon bo‘yog‘i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ko‘p bo‘lsa, yashil cho‘kma tushishi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Nitrozoantipirin (yashil)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α-Naftilamin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Pirazolon bo‘yog‘i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rang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Ikkinchi bosqich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100, 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 va amidopirin: nitrit bilan amaliy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Tekshiriluvchi eritma 1 ml ga 10 % sulfat kislotasidan bir necha tomchi va natriy nitritning to‘yingan eritmasidan 2-3 tomchi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bo‘lsa ko‘k-yashil rang, amidopirin bo‘lsa 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Ikkalasi birga bo‘lsa, avval amidopirinning binafsha rangi chiqadi; ortiqcha nitritda o‘chib, ko‘k-yashil (nitrozoantipirin)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Antipirin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Ko‘k-yashil rang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Amidopirin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Binafsha rang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Aralashma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Avval amidopirin: binafsha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Ortiqcha nitritda o‘chadi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Ko‘k-yashil rang qoladi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NaNO2, 10 % H2SO4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YuQX va spektr ma’lumotlari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silikagel G (250 mkm), metanol – 25 % ammiak (100:1,5); ochuvchi — temir(III) xlorid; Rf = 0,65, qizil dog‘.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UB-spektr: 0,1 n HCl da 230 nm, ishqorli eritmada 242 va 256 nm da maksimum.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 (KBr): 1660, 770, 1318, 1305, 1590, 1580 sm-1; mass-spektr: 188, 96, 77, 56, 105, 189, 55, 51 m/z.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Antipirin: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pikrin kislota bilan cho‘kma hosil qiladi; cho‘kma ajratilgach, ortiqcha pikrin kislota titrlab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UB-spektrofotometrik usulda ham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va YuSSX usullari ham miqdoriy aniqlash uchun ko‘rsatilgan.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Antipirin + pikrin kislota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Cho‘kma ajratiladi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Ortiqcha pikrin kislota titrlanadi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Yoki UB-spektrofotometriya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Miqdoriy aniqlash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101;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umumiy tavsif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Amidopirin (piramidon) rangsiz kristall modda; suvda, xloroformda, etil spirtida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og‘riq qoldiruvchi va shamollashga qarshi vosita sifatida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Uzoq vaqt qabul qilinsa, ba’zi hollarda qon yaratuvchi a’zolar faoliyati buziladi, teriga toshmalar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101;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fizik-kimyoviy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Formulasi C13H17N3O; CAS 58-15-1; suyuqlanish harorati 107-109 °C; pKa 5,0.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Eruvchanligi: xloroformda 1:1, etanolda 1:1,5, suvda 1:18, efirda 1:13, benzinda 1:12.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Yarim yemirilish davri 1,7-3,1 soat.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toksikologik ahamiyati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Toksikologik ahamiyati antipirinnikiga o‘xshash.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4-aminoantipirin, metilaminoantipirin, qizil rangli rubazon va metilrubazon kislotalarga aylanishi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 uchun katta doza qabul qilganlar peshobi qizil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Amidopirin metabolitlari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4-Aminoantipirin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Metilaminoantipirin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Rubazon (qizil)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Metilrubazon kislota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Oksiamidopirin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Oksidlanishdan; qizg‘ish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Peshob qizil rangga bo‘yaladi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metabolit foizlari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Metabolizm: 4-metilaminoantipirin (3-4 %), 4-formilaminoantipirin (20 %), 4-aminoantipirin (4-8 %), 4-asetilaminoantipirin (20-48 %).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Taxminan 1-3 % o‘zgarmagan holda peshob bilan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Amidopirin oksidlanib, qizg‘ish rangli oksiamidopiringa aylanadi.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matni; Yuldashev Z.A., Nurmatova M.I., Toksikologik kimyo modulidan o‘quv-uslubiy majmua, betlar: 101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rang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reaktivlar bilan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Temir(III) xlorid tez o‘chib ketuvchi binafsha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sharoitda natriy nitrit bilan ortiqcha reaktiv ta’sirida o‘chib ketuvchi 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nitrat eritmasidagi kumushni qaytaradi: pushti rang va qora cho‘kma.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370"/>
                <a:gridCol w="314760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 o‘chuvchi 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NaNO2 (kislotali)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O‘chuvchi 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AgNO3 eritmasi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 rang, qora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Amidopirin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kumush nitrat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 kumush nitrat eritmasidagi kumushni qaytaradi: pushti rang va qora cho‘kma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Amaliyotda: 1 ml eritmaga 1 % AgNO3 dan 3-5 tomchi, suv hammomida 3-5 daqiqa qizdirilsa, binafsha rang amidopirinni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da xloroform – aseton (9:1) tizimida Dragendorf bilan qo‘ng‘ir dog‘, Rf = 0,15; 0,17.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Amidopirin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AgNO3 eritmasi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Metall kumush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Suv hammomi, 3-5 daqiqa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Pushti/binafsha rang, qora cho‘kma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Kumushning qaytarilishi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101, 102;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xromotrop kislota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Amidopiringa sulfat, so‘ng xromotrop kislota qo‘shilsa, pushti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 amidopirinni parchalab formaldegid hosil qiladi; u xromotrop kislota bilan pushti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 – aseton (9:1), Dragendorf reaktivi bilan qo‘ng‘ir dog‘, Rf = 0,15; 0,17.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Amidopirin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Kons. H2SO4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Formaldegid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Parchalanish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Xromotrop kislota qo‘shilsa — pushti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Amidopirin va formaldegid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masala: xromotrop kislota bilan pushti 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 achchiq ta’mli dori ichgan shaxsda 4-5 soatdan so‘ng harorat pasaygan, qusish, nafas qiyinlashgan, peshob qizil-qo‘ng‘ir rangda.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tahlil: xloroformli ajralmaga kons. H2SO4 va xromotrop kislota qo‘shilganda pushti rang hosil bo‘ldi.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 kons. H2SO4 da formaldegidgacha parchalanadi va xromotrop kislota bilan pushti rang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Belgilar: harorat pasayishi, qusish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qizil-qo‘ng‘ir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H2SO4 + xromotrop kislota: pushti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Muhokama: formaldegid hosil bo‘lishi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Masala tahlili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231; Yuldashev Z.A., Nurmatova M.I., Toksikologik kimyo modulidan o‘quv-uslubiy majmua, betlar: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Amidopirin: qo‘shimcha usullar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Liberman reaktivi bilan ko‘k rang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 va IQ-spektrlar bo‘yicha aniqlanishi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bromfenol ko‘ki bilan kompleks asosida ekstraksion-fotometrik usulda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matni; Yuldashev Z.A., Nurmatova M.I., Toksikologik kimyo modulidan o‘quv-uslubiy majmua, betlar: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masala: qizil peshob va metgemoglobinemiya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namunasi qizil rangda; buyraklarda nefrit alomatlari, qon tahlili metgemoglobinemiyani ko‘rsatgan.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 katta dozada qabul qilinsa, peshob rubazon va metilrubazon tufayli qizil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katta dozada metgemoglobinemiya, anemiya va nefrit kasalliklarini chaqirishi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Belgi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peshob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Nefrit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Metgemoglobinemiya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Taxminiy moddalar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Amidopirin: qizil peshob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Fenatsetin: nefrit, metgemoglobinemiya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Muhokama uchun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231, 97; Yuldashev Z.A., Nurmatova M.I., Toksikologik kimyo modulidan o‘quv-uslubiy majmua, betlar: 101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umumiy tavsif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Analginning qo‘llanilishi va toksikologik ahamiyati antipirinnikiga o‘xshash.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og‘riq qoldiruvchi, yallig‘lanishga qarshi va isitma tushiruvchi vosita.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Hidsiz, biroz taxir mazali, oq-sarg‘imtir ninasimon kristall kukun.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Noto‘g‘ri iste’mol qilinsa zaharlanishga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101;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fizik-kimyoviy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Xalqaro nomi dipyrone (metamizole); tabiati kuchsiz asos; suyuqlanish harorati 172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Eruvchanligi: etanolda 1:30, suvda 1:1,5; efir, benzin, aseton va xloroformda amalda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Yarim yemirilish davri 2-4 soat; Vd 1,2 L/kg.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sifat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Benzoxinonning sirka kislotadagi eritmasi bilan qizil olcha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Temir(III) xlorid bilan tez o‘chib ketuvchi binafsha rangli mahsulot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Nessler reaktivi bilan qizil-sariq cho‘kma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2742"/>
                <a:gridCol w="258523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Benzoxinon (sirka k-ta)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olcha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 o‘chuvchi 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Nessler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Qizil-sariq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Analgin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102;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benzoxinon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Benzoxinonning sirka kislotadagi eritmasi analgin bilan qizil olcha rangli mahsulot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Analginning miqdori benzoxinon bilan hosil qilingan rang asosida FEK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 bo‘yicha: 0,1 n HCl dagi eritma 258 nm da maksimal nur yutadi.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Analgin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Benzoxinon (sirka kislotada)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Qizil olcha rangli mahsulot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olcha rangi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Benzoxinon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102;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amaliy mashg‘ulotdagi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Analgin alkaloid cho‘ktiruvchi reaktivlar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KIO3 bilan HCl ishtirokida qizil rang; ortiqcha reaktivda to‘q qizil rang va qo‘ng‘ir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Suvdagi eritmaga suyultirilgan HCl va xloramin B qo‘shilsa, sariq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UB-spektr: 0,1 n HCl dagi eritma 258 nm da maksimal nur yutadi.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KIO3 +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Qizil; ortiqchada 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Xloramin B +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0,1 n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Maksimum 258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Analgin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YuQX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aseton – xloroform (1:9), Dragendorf reaktivi bilan purkalganda qo‘ng‘ir dog‘; standart modda dog‘i bilan solishtiriladi.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materialida: metanol – 25 % ammiak (100:1,5) tizimida Rf = 0,84, qo‘ng‘ir dog‘.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benzoxinon bilan hosil qilingan rangi asosida FEK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230; Malaka materiali №050 (TFI Toksikologik kimyo kafedrasi)., Pirazol hosilalari, betlar: ma’ruza matni; Yuldashev Z.A., Nurmatova M.I., Toksikologik kimyo modulidan o‘quv-uslubiy majmua, betlar: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Analgin: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Analgin organizmda 4-metilaminoantipirin (3,5 %), 4-aminoantipirin (9,2 %), 4-formilaminoantipirin (16 %), 4-asetilaminoantipirin (15-31 %) ga parchalanadi.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Uning 70 % o‘zgarmagan holda peshob orqali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 miqdordagi o‘zgarmagan modda peshob bilan 3 kun davomida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Butadion (fenilbutazon):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Butadion oq yoki biroz sarg‘imtir kukun; suvda erimaydi, spirtda sekin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Efir, aseton, xloroform va ishqorlarda yengil eriydi; 104-107 °C da suyuqlanadi.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og‘riq qoldiruvchi, yallig‘lanishga qarshi, isitma tushiruvchi; podagra va revmatoid poliartritda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Butadion: metabolizm va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Metabolizmida gidrazobenzol hosil bo‘ladi; taxminan 10-15 % o‘zgarmagan holda peshob bilan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reaktivlari bilan cho‘kma; temir(III) xlorid bilan rangli mahsulot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Mis(II) sulfat bilan kulrang cho‘kma, keyin och havorang cho‘kmaga o‘tadi; NaNO2 va H2SO4 bilan to‘q sariq, so‘ng to‘q qizil azobo‘yoq (azobenzol).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№050 (TFI Toksikologik kimyo kafedrasi)., Pirazol hosilalari, betlar: ma’ruza matni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 moddani YuQX da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KSK plastinkaga antipirin, amidopirin va analginning spirtli eritmasi 1 sm oraliqda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– xloroform (1:9); 10 sm ko‘tarilgach plastinka quritilib, FeCl3 purkaladi.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qizil, amidopirin binafsha, analgin ko‘k dog‘ hosil qiladi; Rf = 0,15-0,17.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Antipirin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Amidopirin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Analgin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FeCl3 purkagandan keyin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pirazol hosilalarini aniqlash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KSK saqlagan plastinkaga start chizig‘i chiziladi; antipirin, amidopirin va analginning spirtli eritmasi 1 sm oraliqda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Kamera aseton – xloroform (1:9) bilan to‘yintiriladi; sistema 10 sm ko‘tarilgach plastinka quritiladi va FeCl3 purkaladi.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= a / b: a — start chizig‘idan dog‘ markazigacha, b — start chizig‘idan finish chizig‘igacha masofa.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Start chizig‘i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KSK plastinkada chiziladi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sm oraliqda tomchilatiladi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Kamera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Aseton – xloroform (1:9) bilan to‘yintiriladi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Sistema 10 sm ko‘tariladi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Purkash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Quritilib, FeCl3 purkaladi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Rf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Rf = a / b hisoblanadi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YuQX bosqichlari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Uchala moddani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Antipirin: FeCl3 bilan qizil (ferripirin); NaNO2 bilan yashil nitrozoantipirin.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Amidopirin: FeCl3 bilan tez o‘chuvchi binafsha; xromotrop kislota bilan pushti.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Analgin: benzoxinon bilan qizil olcha; Nessler bilan qizil-sariq cho‘kma.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1566807"/>
                <a:gridCol w="215436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Antipirin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(ferripirin)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Amidopirin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 o‘chuvchi 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Analgin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Benzoxinon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olcha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Ajratuvchi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100, 101-102,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Bilimni tekshirish uchun savollar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nima uchun kislotali muhitda organik erituvchi qatlamiga o‘tadi? Uning toksikologik ahamiyatini qanday izohlaysiz?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Fenatsetinning azobo‘yoq, xrom angidridi va nitrozofenatsetin hosil qilish reaksiyalari tenglamalarini yozing; YuQX da aniqlash mumkinmi?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Pirazol hosilasiga qaysi moddalar kiradi va ularning toksikologik hamda narkologik ahamiyatini qanday izohlaysiz?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Pirazol hosilalari: antipirin, amidopirin, analgin, butadion; ajralmalar kislotali va ishqoriy sharoitda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Antipirin: FeCl3 (ferripirin), NaNO2 (nitrozoantipirin); amidopirin: xromotrop kislota (formaldegid); analgin: benzoxinon.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aseton – xloroform (1:9), FeCl3 bilan: antipirin qizil, amidopirin binafsha, analgin ko‘k.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uch moddaning rang reaksiyalarini solishtiring; reekstraksiyada yo‘qotiladigan moddalarni ayting.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100; Yuldashev Z.A., Umarova G.Q., Toksikologik kimyo modulidan o‘quv-uslubiy majmua, betlar: 230, 89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Peshobning qizil-qo‘ng‘ir rangga bo‘yalishi katta doza amidopirin qabul qilishning belgisi bo‘lishi mumkin (rubazon).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Antipirin organizmda 30-40 % glyukuron kislota bilan konyugat holida ajraladi, 5 % o‘zgarmagan holda chiqadi.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Amidopirin konsentrlangan sulfat kislotada parchalanib formaldegid hosil qiladi va xromotrop kislota bilan pushti rang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050: antipirinning eruvchanligi xloroformda 1:1, suvda 1:1 — ekstraksiyada ikkala qatlamga ham o‘tadi.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Pirazol hosilalari: fenazon (antipirin), propifenazon (amidopirin), metamizol (analgin),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89, 96-97, 101, 228-232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100-102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№050 (TFI Toksikologik kimyo kafedrasi). Pirazol hosilalari (ma’ruza).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