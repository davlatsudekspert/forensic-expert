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pirazol hosilalari nega bir guruhda o‘rganiladi? Doskada: 4 modda nomi (kimyoviy / tijorat). Eslatma: kitoblarda butadion faqat nomlangan, nazariy tavsifi yo‘q — shu qism malaka 050 materialidan olindi. Tipik xato: antipirin va amidopirinni bir xil modda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tijorat nomi va xalqaro nom farqi nimada? Doskada: to‘rt qatorli moslik jadvali. Izoh: tuzilish nomlari malaka 050 dan. Tipik xato: analgin va amidopirinni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bu moddalar uchun reekstraksiya xavfli? Doskada: ikki ajralma va antipirin taqsimoti. Tipik xato: antipirinni faqat kislotali ajralmada qidirish.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antipirinning qo‘llanilish sohalari. Doskada: xossalar ro‘yxati. Tipik xato: eruvchanlikni faqat suv bilan cheklash.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yaxshi eruvchanlik ekstraksiya erituvchisini tanlashga qanday ta’sir qiladi? Doskada: eruvchanlik jadvali. Izoh: bu ma’lumotlar malaka 050 dan. Tipik xato: 1:1 nisbatini «100 %» deb o‘qish.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konyugatlar tahlil oldidan gidrolizlanadi? Doskada: 30-40 %, 5 %. Tipik xato: peshobda faqat o‘zgarmagan antipirinni qidirish.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kitob (30-40 %) va malaka (30-40 %, 10 %, 6 %) ma’lumotlari qanday to‘ldiradi? Doskada: metabolitlar ro‘yxati. Izoh: bu slayd malaka 050 materialidan. Tipik xato: metabolit foizlarini yig‘indisi 100 %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ferripirin rangi qanday ko‘rinadi? Doskada: reaktiv – rang jadvali. Izoh: Liberman va Mandelin reaksiyalari malaka 050 dan. Tipik xato: bu reaksiyalarni antipirin uchun yagona isbot deb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nitroza guruhi molekulaning qaysi qismiga kiradi? Doskada: sxema. Tipik xato: ranglar tartibini unutish: yashil → qizil.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ranglar tartibi nima uchun aralashmada o‘zgaradi? Doskada: ikki modda va aralashma rangi jadvali. Tipik xato: reaktiv ortiqcha bo‘lganda rang o‘chishini noto‘g‘ri talqin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Rf=0,65 ni boshqa tizimda ham ishlatish mumkinmi? Doskada: YuQX parametrlari. Izoh: malaka 050 dan; «ε» belgisi bilan berilgan qiymatlar (malaka_errors E2) va YuSSX harakatlanuvchi faza pH si (E13) kiritilmadi. Tipik xato: Rf ni tizimga bog‘lamasdan solishtirish.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teskari titrlash (ortiqcha pikrin kislota) mohiyati. Doskada: pikrat usuli bosqichlari. Tipik xato: cho‘kmani emas, ortiqcha reaktivni titrlashni unutish.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uzoq qabul xavfi nimaga bog‘liq? Doskada: xossa va ta’sir. Tipik xato: amidopirinning toksikligini antipirindan farqsiz deb o‘ylash: ular o‘xshash, lekin metabolitlari boshqa.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pKa 5,0 ekstraksiya muhitiga qanday ta’sir qiladi? Doskada: antipirin (pKa 1,4) va amidopirin (pKa 5,0) solishtirmasi. Izoh: ma’lumot malaka 050 dan. Tipik xato: pKa ni eruvchanlik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peshob rangi nimadan guvohlik beradi? Doskada: amidopirin → rubazon (qizil). Tipik xato: qizil peshobni faqat qon deb talqin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eng ko‘p hosil bo‘luvchi metabolit qaysi? Doskada: foizlar. Izoh: foizlar malaka 050 dan. Tipik xato: o‘zgarmagan amidopirinning ulushini yuqori deb o‘ylash: 1-3 %.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«o‘chib ketuvchi» rang nimani anglatadi? Doskada: reaksiyalar jadvali. Kitobda boshqacha: amaliy qismda (toks 230) kumush nitrat bilan qizdirilganda binafsha rang tilga olingan, nazariy qismda pushti rang va qora cho‘kma deyilgan — sinov sharoitini aniqlashtiring. Tipik xato: ranglarni sharoitga bog‘lamay yodlash.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formaldegidga tekshirish nega xarakterli? Doskada: amidopirin → formaldegid → pushti. Tipik xato: pushti rangni boshqa moddalar ham berishini hisobga olmaslik. Eslatma: Rf diapazoni 0,15-0,17 kitobda barcha uchta modda uchun keltiriladi.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ekstraksion-fotometrik usulning mohiyati. Doskada: kompleks → ekstraksiya → o‘lchash. Izoh: Liberman reaksiyasi malaka 050 dan. Tipik xato: bromfenol ko‘kini bromtimol ko‘ki bilan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analgin va antipirin o‘xshashligi nimadan? Doskada: umumiy yadro (pirazolon). Tipik xato: analginni suvda erimaydi deb o‘ylash: suvda yaxshi eriydi (1:1,5).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analgin xloroformda erimasligi ekstraksiyaga qanday ta’sir qiladi? Doskada: eruvchanlik. Izoh: ma’lumot malaka 050 dan. Tipik xato: analginni xloroformli ajralmada topishni kutish.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Nessler reaktivi bilan reaksiya nimani ko‘rsatadi? Doskada: reaktiv – rang jadvali. Kitobda: toks 101 da «qizil-pushti» (boshqa variant, antipirin rangi bilan aralashgan); toks 230 dagi «tez o‘chib ketuvchi binafsha» qabul qilindi (63-deck bilan bir xil).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ortiqcha KIO3 nima uchun rang va cho‘kmani o‘zgartiradi? Doskada: reaksiya jadvali. Tipik xato: reaktiv miqdori ortishi bilan rang o‘zgarishini e’tiborsiz qoldirish.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Rf=0,84 va kitobdagi tizim farqi. Doskada: ikki tizim. Tipik xato: Rf qiymatini boshqa tizim bilan solishtirish.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peshobdagi 70 % o‘zgarmagan analgin tahlilga qanday ta’sir qiladi? Doskada: metabolitlar ro‘yxati. Izoh: malaka 050 matnida analgin metabolizmi uchun ikki xil son to‘plami qo‘shilib ketgan (3,5 % / 3-4 % va hokazo); bu yerda birinchi to‘plam berildi. Tipik xato: ikki to‘plamni birlashtirib yig‘indini 100 % dan oshirish.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butadionning eruvchanligi antipirinnikidan nimasi bilan farq qiladi? Doskada: eruvchanlik qiyosiy qatori. Eslatma: kitoblarda butadion faqat nom sifatida tilga olinadi; bu slayd faqat malaka 050 ga asoslangan. Tipik xato: butadionni suvda eriydi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azobenzol hosil bo‘lishining ahamiyati. Doskada: reaksiya jadvali. Izoh: malaka 050 dan; butadionning UB-qiymati (malaka_errors E14: analgindan ko‘chirilgan ko‘rinadi) slaydga kiritilmadi. Tipik xato: butadionning UB-maksimumini analginnikidek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Rf = a/b (a — start chizig‘idan dog‘ markazigacha, b — start chizig‘idan finish chizig‘igacha). Doskada: jadval va Rf formulasi. Tipik xato: finish chizig‘ini start chizig‘idan emas, plastinka chetidan o‘lchash.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aralashmada qaysi reaksiya antipirinni amidopirindan ajratadi? Doskada: 3 qatorli jadval. Tipik xato: bir reaksiyaga tayanib aralashmani tavsiflash.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noma’lum eritmada shu uch moddadan qaysi birini qanday aniqlaysiz? Doskada: aniqlash algoritmi. Tipik xato: kitoblardagi turli rang tavsiflarini (nazariy va amaliy) farqlamaslik.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Pirazol hosilalari: fenazon (antipirin), propifenazon (amidopirin), metamizol (analgin), fenilbutazon (butadion)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Ma’ruza rejasi va tayanch iboralar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Pirazol hosilalari: fenazon (antipirin), propifenazon (amidopirin), metamizol (analgin), 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Reja: pirazol hosilalari — fenazon (antipirin), propifenazon (amidopirin), metamizol natriy (analgin), fenilbutazon (butadion); ajratib olish va tahlil usullari.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Tayanch iboralar: qutbli erituvchi, fenazon (antipirin), propifenazon (amidopirin), metamizol natriy (analgin), fenilbutazon (butadion).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Mavzu «ajratmada kuchsiz asos va kislotali xossaga ega moddalar tahlili» bo‘limiga kiradi.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100; Yuldashev Z.A., Umarova G.Q., Toksikologik kimyo modulidan o‘quv-uslubiy majmua, betlar: 96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Pirazol hosilalari: kimning kimligi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Pirazol hosilalari: fenazon (antipirin), propifenazon (amidopirin), metamizol (analgin), 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Fenazon — antipirin; propifenazon — amidopirin (piramidon); metamizol natriy — analgin; fenilbutazon — butadion.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Antipirin: 1,5-dimetil-2-fenil-pirazol-3-on (1-fenil-2,3-dimetilpirazolon), xalqaro nomi fenazon.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Amidopirin: 1-fenil-2,3-dimetil-4-dimetilamino-5-pirazolon, xalqaro nomi aminophenazone.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Analgin xalqaro nomi dipyrone (metamizole); butadion — 1,2-difenil-4-butilpirazolidindion-3,5.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100; Malaka materiali №050 (TFI Toksikologik kimyo kafedrasi)., Pirazol hosilalari, betlar: ma’ruza matni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Ajratish va reekstraksiyadagi o‘rni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Pirazol hosilalari: fenazon (antipirin), propifenazon (amidopirin), metamizol (analgin), 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Pirazol hosilalari nordonlashtirilgan suv yoki spirt yordamida kislotali va ishqoriy muhitda ajratib olinadi.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Antipirinning bir qismi kislotali sharoitda, asosiy qismi ishqoriy sharoitda organik erituvchi qatlamiga o‘tadi.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Qayta ekstraksiya (reekstraksiya) bilan tozalashda kuchsiz asos xossali moddalar — purin hosilalari, narkotin, promedol, antipirin va amidopirin — yo‘qotiladi.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№050 (TFI Toksikologik kimyo kafedrasi)., Pirazol hosilalari, betlar: ma’ruza matni; Yuldashev Z.A., Nurmatova M.I., Toksikologik kimyo modulidan o‘quv-uslubiy majmua, betlar: 100; Yuldashev Z.A., Umarova G.Q., Toksikologik kimyo modulidan o‘quv-uslubiy majmua, betlar: 89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Antipirin: umumiy tavsif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Pirazol hosilalari: fenazon (antipirin), propifenazon (amidopirin), metamizol (analgin), 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Antipirin tana haroratini pasaytiruvchi, og‘riq qoldiruvchi vosita sifatida qo‘llaniladi.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Rangsiz kristall kukun; suv, spirt va xloroformda yaxshi eriydi.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Mahalliy qo‘llanilganda qonni to‘xtatish xususiyatiga ega; kapillyar so‘rilishini kamaytiradi.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100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Antipirin: fizik-kimyoviy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Pirazol hosilalari: fenazon (antipirin), propifenazon (amidopirin), metamizol (analgin), 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Neytral tabiatli; CAS 60-80-0; suyuqlanish harorati 111-113 °C; pKa 1,4.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Eruvchanligi: xloroformda 1:1, suvda 1:1, etanolda 1:1,3, efirda 1:43.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Yarim yemirilish davri 7-15 soat; Vd 0,56 L/kg.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3987"/>
                <a:gridCol w="2643987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Erituvchi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Nisbat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Xloroform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1:1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Suv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1:1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Etanol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1:1,3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Efir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1:43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Eruvchanlik (malaka 050)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№050 (TFI Toksikologik kimyo kafedrasi)., Pirazol hosilalari, betlar: ma’ruza matni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Antipirin: so‘rilishi va ajralishi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Pirazol hosilalari: fenazon (antipirin), propifenazon (amidopirin), metamizol (analgin), 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Antipirin hazm a’zolaridan tez qonga so‘rilib, 1-2 soat ichida qonda maksimal konsentratsiyaga yetadi.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Organizmda 30-40 % glyukuron kislotasi bilan birikib, glyukuronid holida ajraladi.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Bir qismi gidroksillanib, 4-gidroksiantipirinni hosil qiladi; 5 % o‘zgarmagan holda peshob bilan chiqadi.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100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Antipirin: zaharlanish belgilari va metabolitlari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Pirazol hosilalari: fenazon (antipirin), propifenazon (amidopirin), metamizol (analgin), 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Tana harorati pasayadi, ko‘ngil aynaydi, qusadi, nafas olish qiyinlashadi, yurak urishi sekinlashadi.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Odam uyquchan bo‘ladi, alahlaydi va oxirida hushidan ketadi.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Metabolitlar: 4-gidroksiantipirin (30-40 %), 3-gidroksimetil antipirin (10 %), n-gidroksiantipirin, norantipirin (6 %); 5 % o‘zgarmagan, 24 soat davomida.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№050 (TFI Toksikologik kimyo kafedrasi)., Pirazol hosilalari, betlar: ma’ruza matni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Antipirin: umumiy cho‘ktiruvchi va FeCl3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Pirazol hosilalari: fenazon (antipirin), propifenazon (amidopirin), metamizol (analgin), 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Umumiy cho‘ktiruvchi (alkaloid) reaktivlar bilan cho‘kma hosil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Temir(III) xlorid bilan qizil qon rangli ferripirin hosil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Liberman reaktivi bilan zarg‘aldoq, Mandelin reaktivi bilan yashil rang beradi.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100; Malaka materiali №050 (TFI Toksikologik kimyo kafedrasi)., Pirazol hosilalari, betlar: ma’ruza matni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Antipirin: nitroza reaksiyasi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Pirazol hosilalari: fenazon (antipirin), propifenazon (amidopirin), metamizol (analgin), 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Natriy nitrit bilan kislotali muhitda antipirin yashil rangli nitrozoantipirinni hosil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Antipirin ko‘p bo‘lsa, yashil cho‘kma tushishi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Nitrozoantipiringa α-naftilamin ta’sir ettirilsa, qizil rangli pirazolon bo‘yog‘i hosil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Antipirin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NaNO2 + HCl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Nitrozoantipirin (yashil)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+ α-naftilamin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Qizil pirazolon bo‘yog‘i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Nitroza reaksiyasi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100, 101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Antipirin va amidopirin: nitrit bilan amaliy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Pirazol hosilalari: fenazon (antipirin), propifenazon (amidopirin), metamizol (analgin), 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Tekshiriluvchi eritma 1 ml ga 10 % sulfat kislotasidan bir necha tomchi va natriy nitritning to‘yingan eritmasidan 2-3 tomchi qo‘shiladi.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Antipirin bo‘lsa ko‘k-yashil rang, amidopirin bo‘lsa binafsha rang hosil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Ikkalasi birga bo‘lsa, avval amidopirinning binafsha rangi chiqadi; ortiqcha nitritda o‘chib, ko‘k-yashil (nitrozoantipirin) rang hosil bo‘ladi.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229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Antipirin: YuQX va spektr ma’lumotlari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Pirazol hosilalari: fenazon (antipirin), propifenazon (amidopirin), metamizol (analgin), 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YuQX: silikagel G (250 mkm), metanol – 25 % ammiak (100:1,5); ochuvchi — temir(III) xlorid; Rf = 0,65, qizil dog‘.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UB-spektr: 0,1 n HCl da 230 nm, ishqorli eritmada 242 va 256 nm da maksimum.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IQ (KBr): 1660, 770, 1318, 1305, 1590, 1580 sm-1; mass-spektr: 188, 96, 77, 56, 105, 189, 55, 51 m/z.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№050 (TFI Toksikologik kimyo kafedrasi)., Pirazol hosilalari, betlar: ma’ruza matni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Antipirin: miqdoriy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Pirazol hosilalari: fenazon (antipirin), propifenazon (amidopirin), metamizol (analgin), 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Antipirin pikrin kislota bilan cho‘kma hosil qiladi; cho‘kma ajratilgach, ortiqcha pikrin kislota titrlab aniqlanadi.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UB-spektrofotometrik usulda ham aniqlanadi.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GSX va YuSSX usullari ham miqdoriy aniqlash uchun ko‘rsatilgan.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101; Malaka materiali №050 (TFI Toksikologik kimyo kafedrasi)., Pirazol hosilalari, betlar: ma’ruza matni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Amidopirin: umumiy tavsif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Pirazol hosilalari: fenazon (antipirin), propifenazon (amidopirin), metamizol (analgin), 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Amidopirin (piramidon) rangsiz kristall modda; suvda, xloroformda, etil spirtida yaxshi eriydi.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Tibbiyotda og‘riq qoldiruvchi va shamollashga qarshi vosita sifatida qo‘llanadi.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Uzoq vaqt qabul qilinsa, ba’zi hollarda qon yaratuvchi a’zolar faoliyati buziladi, teriga toshmalar chiqadi.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101; Malaka materiali №050 (TFI Toksikologik kimyo kafedrasi)., Pirazol hosilalari, betlar: ma’ruza matni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Amidopirin: fizik-kimyoviy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Pirazol hosilalari: fenazon (antipirin), propifenazon (amidopirin), metamizol (analgin), 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Formulasi C13H17N3O; CAS 58-15-1; suyuqlanish harorati 107-109 °C; pKa 5,0.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Eruvchanligi: xloroformda 1:1, etanolda 1:1,5, suvda 1:18, efirda 1:13, benzinda 1:12.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Yarim yemirilish davri 1,7-3,1 soat.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№050 (TFI Toksikologik kimyo kafedrasi)., Pirazol hosilalari, betlar: ma’ruza matni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Amidopirin: toksikologik ahamiyati va metabolizmi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Pirazol hosilalari: fenazon (antipirin), propifenazon (amidopirin), metamizol (analgin), 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Toksikologik ahamiyati antipirinnikiga o‘xshash.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Organizmda 4-aminoantipirin, metilaminoantipirin, qizil rangli rubazon va metilrubazon kislotalarga aylanishi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Shuning uchun katta doza qabul qilganlar peshobi qizil rangga bo‘yaladi.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101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Amidopirin: metabolit foizlari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Pirazol hosilalari: fenazon (antipirin), propifenazon (amidopirin), metamizol (analgin), 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Metabolizm: 4-metilaminoantipirin (3-4 %), 4-formilaminoantipirin (20 %), 4-aminoantipirin (4-8 %), 4-asetilaminoantipirin (20-48 %).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Taxminan 1-3 % o‘zgarmagan holda peshob bilan ajraladi.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Amidopirin oksidlanib, qizg‘ish rangli oksiamidopiringa aylanadi.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№050 (TFI Toksikologik kimyo kafedrasi)., Pirazol hosilalari, betlar: ma’ruza matni; Yuldashev Z.A., Nurmatova M.I., Toksikologik kimyo modulidan o‘quv-uslubiy majmua, betlar: 101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Amidopirin: rang reaksiyalari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Pirazol hosilalari: fenazon (antipirin), propifenazon (amidopirin), metamizol (analgin), 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Umumiy cho‘ktiruvchi reaktivlar bilan cho‘kma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Temir(III) xlorid tez o‘chib ketuvchi binafsha rang hosil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Kislotali sharoitda natriy nitrit bilan ortiqcha reaktiv ta’sirida o‘chib ketuvchi binafsha rang hosil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Kumush nitrat eritmasidagi kumushni qaytaradi: pushti rang va qora cho‘kma.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101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Amidopirin: xromotrop kislota va YuQX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Pirazol hosilalari: fenazon (antipirin), propifenazon (amidopirin), metamizol (analgin), 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Amidopiringa sulfat, so‘ng xromotrop kislota qo‘shilsa, pushti rang hosil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Konsentrlangan H2SO4 amidopirinni parchalab formaldegid hosil qiladi; u xromotrop kislota bilan pushti rang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YuQX: xloroform – aseton (9:1), Dragendorf reaktivi bilan qo‘ng‘ir dog‘, Rf = 0,15; 0,17.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102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Amidopirin: qo‘shimcha usullar va miqdori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Pirazol hosilalari: fenazon (antipirin), propifenazon (amidopirin), metamizol (analgin), 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Liberman reaktivi bilan ko‘k rang hosil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UB- va IQ-spektrlar bo‘yicha aniqlanishi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Miqdori bromfenol ko‘ki bilan kompleks asosida ekstraksion-fotometrik usulda aniqlanadi.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№050 (TFI Toksikologik kimyo kafedrasi)., Pirazol hosilalari, betlar: ma’ruza matni; Yuldashev Z.A., Nurmatova M.I., Toksikologik kimyo modulidan o‘quv-uslubiy majmua, betlar: 102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Analgin: umumiy tavsif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Pirazol hosilalari: fenazon (antipirin), propifenazon (amidopirin), metamizol (analgin), 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Analginning qo‘llanilishi va toksikologik ahamiyati antipirinnikiga o‘xshash.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Tibbiyotda og‘riq qoldiruvchi, yallig‘lanishga qarshi va isitma tushiruvchi vosita.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Hidsiz, biroz taxir mazali, oq-sarg‘imtir ninasimon kristall kukun.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Noto‘g‘ri iste’mol qilinsa zaharlanishga olib keladi.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101; Malaka materiali №050 (TFI Toksikologik kimyo kafedrasi)., Pirazol hosilalari, betlar: ma’ruza matni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Analgin: fizik-kimyoviy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Pirazol hosilalari: fenazon (antipirin), propifenazon (amidopirin), metamizol (analgin), 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Xalqaro nomi dipyrone (metamizole); tabiati kuchsiz asos; suyuqlanish harorati 172 °C.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Eruvchanligi: etanolda 1:30, suvda 1:1,5; efir, benzin, aseton va xloroformda amalda erimaydi.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Yarim yemirilish davri 2-4 soat; Vd 1,2 L/kg.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№050 (TFI Toksikologik kimyo kafedrasi)., Pirazol hosilalari, betlar: ma’ruza matni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Analgin: sifat reaksiyalari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Pirazol hosilalari: fenazon (antipirin), propifenazon (amidopirin), metamizol (analgin), 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Benzoxinonning sirka kislotadagi eritmasi bilan qizil olcha rang hosil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Temir(III) xlorid bilan tez o‘chib ketuvchi binafsha rangli mahsulot hosil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Nessler reaktivi bilan qizil-sariq cho‘kma beradi.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102; Yuldashev Z.A., Umarova G.Q., Toksikologik kimyo modulidan o‘quv-uslubiy majmua, betlar: 230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Analgin: amaliy mashg‘ulotdagi reaksiyalar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Pirazol hosilalari: fenazon (antipirin), propifenazon (amidopirin), metamizol (analgin), 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Temir(III) xlorid bilan analgin qizil-pushti rangli mahsulot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KIO3 bilan HCl ishtirokida qizil rang; ortiqcha reaktivda to‘q qizil rang va qo‘ng‘ir cho‘kma.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Suvdagi eritmaga suyultirilgan HCl va xloramin B qo‘shilsa, sariq rang hosil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UB-spektr: 0,1 n HCl dagi eritma 258 nm da maksimal nur yutadi.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101, 230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Analgin: YuQX va miqdori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Pirazol hosilalari: fenazon (antipirin), propifenazon (amidopirin), metamizol (analgin), 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YuQX: aseton – xloroform (1:9), Dragendorf reaktivi bilan purkalganda qo‘ng‘ir dog‘; standart modda dog‘i bilan solishtiriladi.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Malaka materialida: metanol – 25 % ammiak (100:1,5) tizimida Rf = 0,84, qo‘ng‘ir dog‘.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Miqdori benzoxinon bilan hosil qilingan rangi asosida FEK usulida aniqlanadi.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230; Malaka materiali №050 (TFI Toksikologik kimyo kafedrasi)., Pirazol hosilalari, betlar: ma’ruza matni; Yuldashev Z.A., Nurmatova M.I., Toksikologik kimyo modulidan o‘quv-uslubiy majmua, betlar: 102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Analgin: metabolizmi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Pirazol hosilalari: fenazon (antipirin), propifenazon (amidopirin), metamizol (analgin), 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Analgin organizmda 4-metilaminoantipirin (3,5 %), 4-aminoantipirin (9,2 %), 4-formilaminoantipirin (16 %), 4-asetilaminoantipirin (15-31 %) ga parchalanadi.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Uning 70 % o‘zgarmagan holda peshob orqali chiqariladi.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Kam miqdordagi o‘zgarmagan modda peshob bilan 3 kun davomida ajraladi.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№050 (TFI Toksikologik kimyo kafedrasi)., Pirazol hosilalari, betlar: ma’ruza matni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Butadion (fenilbutazon): xossalari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Pirazol hosilalari: fenazon (antipirin), propifenazon (amidopirin), metamizol (analgin), 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Butadion oq yoki biroz sarg‘imtir kukun; suvda erimaydi, spirtda sekin eriydi.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Efir, aseton, xloroform va ishqorlarda yengil eriydi; 104-107 °C da suyuqlanadi.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Tibbiyotda og‘riq qoldiruvchi, yallig‘lanishga qarshi, isitma tushiruvchi; podagra va revmatoid poliartritda ishlatiladi.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№050 (TFI Toksikologik kimyo kafedrasi)., Pirazol hosilalari, betlar: ma’ruza matni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Butadion: metabolizm va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Pirazol hosilalari: fenazon (antipirin), propifenazon (amidopirin), metamizol (analgin), 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Metabolizmida gidrazobenzol hosil bo‘ladi; taxminan 10-15 % o‘zgarmagan holda peshob bilan chiqadi.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Alkaloid reaktivlari bilan cho‘kma; temir(III) xlorid bilan rangli mahsulot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Mis(II) sulfat bilan kulrang cho‘kma, keyin och havorang cho‘kmaga o‘tadi; NaNO2 va H2SO4 bilan to‘q sariq, so‘ng to‘q qizil azobo‘yoq (azobenzol).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№050 (TFI Toksikologik kimyo kafedrasi)., Pirazol hosilalari, betlar: ma’ruza matni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Uch moddani YuQX da ajratish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Pirazol hosilalari: fenazon (antipirin), propifenazon (amidopirin), metamizol (analgin), 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KSK plastinkaga antipirin, amidopirin va analginning spirtli eritmasi 1 sm oraliqda tomiziladi.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Aseton – xloroform (1:9); 10 sm ko‘tarilgach plastinka quritilib, FeCl3 purkaladi.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Antipirin qizil, amidopirin binafsha, analgin ko‘k dog‘ hosil qiladi; Rf = 0,15-0,17.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3987"/>
                <a:gridCol w="2643987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Dog‘ rangi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Antipirin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Qizil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Amidopirin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Binafsha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Analgin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Ko‘k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FeCl3 purkagandan keyin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230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Uchala moddani solishtirish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Pirazol hosilalari: fenazon (antipirin), propifenazon (amidopirin), metamizol (analgin), 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Antipirin: FeCl3 bilan qizil (ferripirin); NaNO2 bilan yashil nitrozoantipirin.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Amidopirin: FeCl3 bilan tez o‘chuvchi binafsha; xromotrop kislota bilan pushti.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Analgin: benzoxinon bilan qizil olcha; Nessler bilan qizil-sariq cho‘kma.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6807"/>
                <a:gridCol w="1566807"/>
                <a:gridCol w="2154360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Reaktiv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Natija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Antipirin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FeCl3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Qizil (ferripirin)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Amidopirin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FeCl3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Tez o‘chuvchi binafsha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Analgin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Benzoxinon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Qizil olcha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Ajratuvchi reaksiyalar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100, 101-102, 102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 va nazorat savollari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Pirazol hosilalari: fenazon (antipirin), propifenazon (amidopirin), metamizol (analgin), 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Pirazol hosilalari: antipirin, amidopirin, analgin, butadion; ajralmalar kislotali va ishqoriy sharoitda olinadi.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Antipirin: FeCl3 (ferripirin), NaNO2 (nitrozoantipirin); amidopirin: xromotrop kislota (formaldegid); analgin: benzoxinon.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YuQX da aseton – xloroform (1:9), FeCl3 bilan: antipirin qizil, amidopirin binafsha, analgin ko‘k.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Nazorat: uch moddaning rang reaksiyalarini solishtiring; reekstraksiyada yo‘qotiladigan moddalarni ayting.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100; Yuldashev Z.A., Umarova G.Q., Toksikologik kimyo modulidan o‘quv-uslubiy majmua, betlar: 230, 89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Pirazol hosilalari: fenazon (antipirin), propifenazon (amidopirin), metamizol (analgin), 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Peshobning qizil-qo‘ng‘ir rangga bo‘yalishi katta doza amidopirin qabul qilishning belgisi bo‘lishi mumkin (rubazon).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Antipirin organizmda 30-40 % glyukuron kislota bilan konyugat holida ajraladi, 5 % o‘zgarmagan holda chiqadi.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Amidopirin konsentrlangan sulfat kislotada parchalanib formaldegid hosil qiladi va xromotrop kislota bilan pushti rang beradi.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Malaka 050: antipirinning eruvchanligi xloroformda 1:1, suvda 1:1 — ekstraksiyada ikkala qatlamga ham o‘tadi.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Pirazol hosilalari: fenazon (antipirin), propifenazon (amidopirin), metamizol (analgin), 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Umarova G.Q. Toksikologik kimyo modulidan o‘quv-uslubiy majmua (Farmatsiya). Toshkent farmatsevtika instituti, 2025. b. 89, 96, 101, 229-230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Nurmatova M.I. Toksikologik kimyo modulidan o‘quv-uslubiy majmua (DVSSM). Toshkent farmatsevtika instituti, 2025. b. 100-102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Malaka materiali №050 (TFI Toksikologik kimyo kafedrasi). Pirazol hosilalari (ma’ruza). qo‘shimcha ma’lumot (kitobda bo‘lmagan joylar uchun)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