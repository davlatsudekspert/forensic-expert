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OITSda MNS ikkinchi o‘rinda zararlanadi deb hisoblanadi? Doskada: MNS va o‘pka zararlanishi tartibini yozing. Tipik xato: Autopsiyani faqat o‘lim sababini aniqlash usuli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Ikki tadqiqot dizayni qanday farq qiladi? Doskada: Ikki ustunli taqqoslash jadvali. Tipik xato: MIA va to‘liq autopsiyani bir xil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OIVga xos o‘zgarishlar kechroq paydo bo‘ladi? Doskada: Uch agent nomini yozdiring. Tipik xato: Gigant hujayralarni har qanday MNS infeksiyasiga xos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HAART autopsiya manzarasini qanday o‘zgartirdi? Doskada: Oldin/keyin ikki ustun. Tipik xato: HAARTdan keyin MNS o‘zgarishlari butunlay yo‘qoladi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Bu farq nimani ko‘rsatadi? Doskada: Uch mintaqa foizini yozing. Tipik xato: Bir mintaqa ma’lumotini boshqasiga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ko‘p kasallik hayotlik davrida aniqlanmaydi? Doskada: Foizlarni kamayish tartibida yozing. Tipik xato: Autopsiya natijasini klinik tashxisga qarshi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Retrospektiv dizaynning cheklovi nima? Doskada: Dizayn elementlarini yozdiring. Tipik xato: Retrospektiv tadqiqotni prospektiv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bir necha mintaqadan namuna olinadi? Doskada: Uch blokni sxemada ko‘rsating. Tipik xato: Faqat makroskopik o‘zgarishdan namuna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Mikroorganizm va demielinizatsiya uchun nega har xil bo‘yashlar kerak? Doskada: Bo‘yashlar ro‘yxati. Tipik xato: Faqat gematoksilin-eozin yetarli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Immunogistokimyo oddiy bo‘yashdan nimasi bilan farq qiladi? Doskada: Antitana—agent juftliklari. Tipik xato: Immunogistokimyoni barcha holatda majburiy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faqat «HAART bo‘lgan/bo‘lmagan» bo‘linish yetarli emas? Doskada: Uch guruh jadvali. Tipik xato: HAART qabul qilganlarning hammasini C guruhga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ayrim holatlar tahlildan chiqarilgan? Doskada: Voronka sxemasi. Tipik xato: Chiqarilgan holatlar sonini qo‘shib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Ayollar ulushining oshishi nimani bildiradi? Doskada: Ikki davr taqqoslash. Tipik xato: Tanlanmadagi ulushni umumiy aholiga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Kech murojaat autopsiya natijasiga qanday ta’sir qiladi? Doskada: Guruhlar ulushi. Tipik xato: Kech tashxisni davolash samarasizligi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o‘zgarishlar «ahamiyatsiz» hisoblangan? Doskada: Foizlar yig‘indisi. Tipik xato: «Ahamiyatsiz» o‘zgarishni normal miya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toksoplazmoz birinchi o‘rinda? Doskada: Chastota diagrammasi. Tipik xato: Virusli infeksiyalarni eng ko‘p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Limfomada EBV topilishi nimani anglatadi? Doskada: O‘sma turlari ro‘yxati. Tipik xato: Barcha 4 limfomada EBV tekshirilgan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HAARTda OIV ensefaliti nega ko‘payadi? Doskada: Ikki guruh solishtirish. Tipik xato: Farqni tasodifiy deb qaytarish.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MNS o‘zgarishlari tez-tez uchrasa ham HAART foydali? Doskada: Oylar ustun diagrammasi. Tipik xato: Muhim o‘zgarishlar foizi farqsizligidan HAART foydasiz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faqat foizlarga qarab xulosa qilish xavfli? Doskada: Ikki ko‘rsatkichni birga yozing. Tipik xato: Statistik ahamiyatsiz farqni foydasizlik isboti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limfomalar aniqlanmagan? Doskada: Raqamlar zanjiri: 165 → 91 → 49. Tipik xato: 1-tur ulushini turli joyda farqli yozish: manbada 17,2% va 17,6% uchraydi.</a:t>
            </a:r>
          </a:p>
          <a:p/>
          <a:p>
            <a:r>
              <a:t>Tekshirish kerak (manbada noaniq):</a:t>
            </a:r>
          </a:p>
          <a:p>
            <a:r>
              <a:t>- Shulardan 49 tasi (53,8%) 1-tur nomuvofiqlik: muhim o‘zgarish hayotlik davrida aniqlanmagan, bu esa prognozni o‘zgartirishi mumkin 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Misollar keltiring. Doskada: Uch turni jadvalga yozing. Tipik xato: 2-turni 1-tur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Anatomoklinik majlislar nega foydali? Doskada: Dinamika: 62,2% → 48,8%. Tipik xato: Kamayishni faqat yangi diagnostika bilan izohlash.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rivojlangan mamlakatlarda virusli infeksiyalar ko‘proq? Doskada: Foizlar diagrammasi. Tipik xato: Virusli infeksiyalarni hamma joyda ustun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Mintaqaviy farqlar autopsiya talqiniga qanday ta’sir qiladi? Doskada: Qiyoslash jadvali. Tipik xato: Boshqa mamlakat ko‘rsatkichini o‘z mintaqasiga bevosita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Uch xulosani o‘z so‘zingizda ayting. Doskada: Uch xulosani yozing. Tipik xato: Xulosani HAART mavjud bo‘lgani uchun autopsiya kerak emas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kasalxona tashqarisida o‘lganlar muhim? Doskada: Dizayn sxemasi. Tipik xato: Kasalxonadagi autopsiya ma’lumotini aholining hammasiga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MIA to‘liq autopsiyadan nimasi bilan farq qiladi? Doskada: Namuna olish nuqtalari. Tipik xato: MIA har qanday o‘zgarishni to‘liq aniqlaydi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teri tozalanadi? Doskada: Qadamlar zanjiri. Tipik xato: Ultratovushni majburiy bo‘lmagan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bo‘yash qaysi agentni ko‘rsatadi? Doskada: ZN va Grocott juftligi. Tipik xato: ZN bilan zamburug‘ni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Postmortem ekmada ifloslanishni qanday kamaytirish mumkin? Doskada: Artefakt ro‘yxati. Tipik xato: Har qanday ekma natijasini kasallik sababi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o‘limdan MIAgacha vaqt muhim? Doskada: Raqamlar jadvali. Tipik xato: Median vaqtni eng uzun vaqt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taloq biopsiyasi qiyinroq? Doskada: Muvaffaqiyat diagrammasi. Tipik xato: Muvaffaqiyatni faqat foiz bilan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TB ko‘pincha ekstrapulmonal? Doskada: Usullar solishtirish. Tipik xato: Silni faqat o‘pka kasalligi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namuna eng foydali? Doskada: Namuna turlari bo‘yicha musbatlar. Tipik xato: Talaqni TB uchun asosiy namuna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bir rasmda qaysi agent va qaysi bo‘yash? Doskada: Uch ustunli jadval. Tipik xato: Granulomani doimo silga xos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bakterial pnevmoniyani ham gistologiya bilan tasdiqlash kerak? Doskada: Chastotalar. Tipik xato: Ekmani yagona dalil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agent gistologiyada ko‘rinadi? Doskada: Uchta agent jadvali. Tipik xato: Virusli PCR musbatligini kasallik isboti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Bir nechta infeksiya o‘lim sababini aniqlashga qanday ta’sir qiladi? Doskada: Venn diagrammasi. Tipik xato: Birinchi topilgan agentni yagona sabab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tasodifiy topilmalarni ham hujjatlash kerak? Doskada: Organlar bo‘yicha ro‘yxat. Tipik xato: Tasodifiy topilmani o‘lim sababi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gistologiya mikrobiologiya bilan birga talab qilinadi? Doskada: Uch manba (klinika, ekma, gistologiya). Tipik xato: Ekma musbatligini faol kasallik isboti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minimal namuna yig‘indisi yetarli? Doskada: Qadamma-qadam qo‘shish: 9 + 2 + 3. Tipik xato: 88% ni 100%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OIV infeksiyasining sud-gistologik diagnostikasi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OIV/OITS va autopsiya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Markaziy asab tizimi (MNS) OITSda o‘pkadan keyin ikkinchi eng ko‘p zararlanadigan organ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Autopsiya kasallikning tabiiy kechishini tushunish va klinik jihatdan aniqlanmagan infeksiya hamda xavfli o‘smalarni tanib olish uchun qimmatli usul.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 autopsiyalarida neyropatologik topilmalarni baholaydigan tizimli tadqiqotlar kam uchraydi.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Kirish: asosiy fikrlar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MNS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OITSda o‘pkadan keyin 2-o‘rin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Autopsiya qiymati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Tabiiy kechishni tushunish  ·  Aniqlanmagan infeksiya, o‘sma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Bo‘shliq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Neyropatologik tizimli tadqiqot kam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Kirish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1-bo‘lim (Introduction)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Bugungi mavzu uchun ikki tadqiqot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Braziliya tadqiqoti: 1989–2008 yillardagi 284 ta OITS autopsiyasida MNS o‘zgarishlari retrospektiv o‘rganilgan.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Janubiy Afrika tadqiqoti: CD4 ≤150 hujayra/μL bo‘lgan kattalarda 34 ta minimal invaziv autopsiya (MIA) o‘tkazilgan.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Silva (Braziliya)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284 OITS autopsiyasi, 1989–2008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MNS o‘zgarishlari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Retrospektiv, gistologiya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Karat (J. Afrika)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34 minimal invaziv autopsiya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CD4 ≤150 hujayra/μL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TB va boshqa infeksiyalar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 tadqiqot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3-bo‘lim (Results); Karat et al., Autopsy Prevalence of Tuberculosis and Other Potentially Treatable Infections among Adults with Advanced HIV Enrolled in Out-Patient Care in South Africa, betlar: Methods — Study population; Abstract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MNSda opportunistik agentlar va o‘smalar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MNSda eng ko‘p uchraydigan opportunistik agentlar: Toxoplasma gondii, Cryptococcus neoformans va sitomegalovirus.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O‘smalar orasida birlamchi non-Hodgkin limfomalari ustun turadi.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OIVga xos o‘zgarishlar odatda kasallikning kechki bosqichida paydo bo‘ladi; ko‘p yadroli gigant hujayralar MNSda OIV uchun «patognomonik» deb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MNS: topilmalar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Opportunistik agentlar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Toxoplasma gondii  ·  Cryptococcus neoformans  ·  Sitomegalovirus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O‘smalar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Birlamchi non-Hodgkin limfoma ustun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OIVga xos o‘zgarish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Kasallikning kechki bosqichida  ·  Ko‘p yadroli gigant hujayralar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MNSdagi topilmalar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1-bo‘lim (Introduction)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HAART davrida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HAARTdan keyin opportunistik infeksiyalar kamaygan, OIV ensefaliti esa ko‘paygan.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Dunyoning qolgan qismida OITS holatlarining 90% dan ortig‘ida bemorlar OIVning nevrologik asoratlari paydo bo‘lguncha yashamaydi.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Rivojlanayotgan mamlakatlarda bunday autopsiya tadqiqotlari yanada kam, shu sababli neyropatologik o‘zgarishlarning haqiqiy tarqalishini aniqlash qiyin.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HAARTdan keyin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Opportunistik infeksiyalar kamaydi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OIV ensefaliti ko‘paydi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Dunyoning qolgan qismi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&gt;90% holatda nevrologik asoratgacha yashamaydi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Muammo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Rivojlanayotgan mamlakatlarda tadqiqot kam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HAART davri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1-bo‘lim (Introduction)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Joyga qarab farq: sil meningiti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 autopsiyalarida sil meningiti Hindistonda 12%, Afrikada 11% holatda kuzatilgan.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AQShda sil meningiti atigi 1,4% holatda uchragan.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Hindiston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Afrika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AQSh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1,4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OIV autopsiyalarida sil meningiti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1-bo‘lim (Introduction)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Autopsiyaning klinik-patomorfologik qiymati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Wilkes: 101 ta autopsiyada OITSga bog‘liq kasalliklarning 74% klinik jihatdan gumon qilinmagan.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Gumon qilinmaganlar orasida: sitomegalovirus 49%, tizimli zamburug‘ 20%, Kaposi sarkomasi 14%, mikobakterioz 11%, MNS limfomasi 4%.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Antinori: 1630 autopsiyada 297 ta invaziv zamburug‘ infeksiyasi topilgan; 54,2% klinik jihatdan gumon qilinmagan.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Klinik gumon qilinmagan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Wilkes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101 autopsiya  ·  OITS kasalligi 74% gumon qilinmagan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Tarkibi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Sitomegalovirus 49%  ·  Tizimli zamburug‘ 20%, Kaposi 14%  ·  Mikobakterioz 11%, limfoma 4%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Antinori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1630 autopsiya, 297 invaziv zamburug‘  ·  54,2% klinik jihatdan gumon qilinmagan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Autopsiyaning qiymati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1-bo‘lim (Introduction)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Braziliya tadqiqoti: maqsad va dizayn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Retrospektiv tadqiqot: OIV-musbat bemorlarning ketma-ket autopsiyalari (kamida 24 soat statsionarda bo‘lgan), Braziliya, Uberaba, 1989–2008.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Maqsad: antiretrovirus terapiyaga qarab MNS o‘zgarishlarini tavsiflash, yashash davomiyligini baholash va muhim o‘zgarishlar klinik gumon qilinganini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1989 yildan boshlab barcha autopsiyalarda OIV tekshiruvi uchun qon tizimli ravishda olingan.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Dizayn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Retrospektiv, ketma-ket autopsiyalar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Joy, yil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Uberaba (Braziliya), 1989–2008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Mezon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Kamida 24 soat statsionarda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Maqsad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MNS o‘zgarishlari, yashash davomiyligi, klinik gumon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OIV tekshiruvi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1989 dan barcha autopsiyada qon olingan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Dizayn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2-bo‘lim (Material and Methods), 1-bo‘lim (Introduction)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MNS gistologik namunalari standarti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Standart: kamida uch to‘qima bloki — turli bo‘laklardan (bir blok), bazal ganglionlar va gipokampdan (bir blok), o‘rta miya, ko‘prik va miyachadan (bir blok).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Makroskopik o‘zgarishlar uchun qo‘shimcha bloklar olingan.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Parafin kesmalari 5 μm qalinlikda gematoksilin-eozin bilan bo‘yalgan.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1-blok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Turli bo‘laklardan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2-blok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Bazal ganglionlar va gipokamp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3-blok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O‘rta miya, ko‘prik, miyacha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Qo‘shimcha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Makroskopik o‘zgarishlar uchun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Kesma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Parafin 5 μm, gematoksilin-eozin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MNS namunalari standarti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2-bo‘lim (Material and Methods)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Maxsus bo‘yashlar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Mikroorganizmlar va demielinizatsiyani baholash uchun maxsus bo‘yashlar qo‘llangan.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Qo‘llangan usullar: Gram, Grocott, Mucicarmin, Schiff davriy kislotasi (PAS), Fite Faraco, Luxol Fast Blue.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Gistologik bo‘yashlar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Gematoksilin-eozin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Mikroorganizmlar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Gram, Grocott, Mucicarmin  ·  PAS, Fite Faraco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Demielinizatsiya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Luxol Fast Blue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Maxsus bo‘yashlar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2-bo‘lim (Material and Methods)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Immunogistokimyo va in situ gibridizatsiya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hollarda polimer usulida monoklonal antitanalar qo‘llangan: toksoplazma, sitomegalovirus, gerpes virusi va JC virus uchun.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Limfomani tavsiflash uchun CD3, CD20, CD30, CD45 va CD45-LCA ishlatilgan.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Epstein—Barr virusi uchun in situ gibridizatsiya uch ta non-Hodgkin limfomasida o‘tkazilgan.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Immunogistokimyo / 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Monoklonal antitana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Toksoplazma, sitomegalovirus  ·  Gerpes virusi, JC virus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Limfoma uchun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CD3, CD20, CD30  ·  CD45, CD45-LCA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In situ gibridizatsiya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EBV: uchta NHL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Immunogistokimyo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2-bo‘lim (Material and Methods)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Antiretrovirus terapiya bo‘yicha guruhlar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 guruh — hech qanday antiretrovirus dori qabul qilmaganlar.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 guruh — 1–2 antiretrovirus dori yoki 3 oydan kam HAART, yoki HAARTni 2 oydan ortiq tashlab qo‘yganlar.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 guruh — HAARTni 3 oy va undan ko‘p qabul qilganlar.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 guruh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Antiretrovirus dori qabul qilmagan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 guruh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1–2 dori yoki HAART &lt;3 oy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HAART &gt;2 oy uzilish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 guruh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HAART ≥3 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Tadqiqot guruhlari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2-bo‘lim (Material and Methods)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Tanlanma: 284 ta OITS autopsiyasi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1989–2008 yillarda 1785 ta autopsiya o‘tkazilgan; 299 tasi (16,7%) OIV-seropozitiv.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15 tasi chiqarilgan: 9 tasida OITS mezonlari yo‘q, 6 tasida MNS gistologik kesmasi yoki kasallik tarixi yo‘q; 284 ta autopsiya tahlil qilingan.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1785 autopsiya (1989–2008)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299 OIV-seropozitiv (16,7%)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15 chiqarildi (9 + 6)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284 tahlil qilindi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Tanlanma bosqichlari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3-bo‘lim (Results)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Bemorlar xarakteristikasi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284 tadan 80 tasi (28,2%) ayol; ayollar ulushi 17,8% (1989–1996) dan 33% (1997–2008) gacha oshgan.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O‘rtacha yosh 35,7 ± 10,8 yil (16 dan 69 gacha).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Xavf omillari: giyohvandlik 33,1% (94/284); gomoseksuallik/biseksuallik 14,1%; 27,1% da xavf omili ko‘rsatilmagan.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Ayollar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28,2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Ayollar 1989–1996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17,8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Ayollar 1997–2008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O‘rtacha yosh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35,7 ± 10,8</a:t>
            </a:r>
            <a:r>
              <a:rPr sz="1200" b="0">
                <a:solidFill>
                  <a:srgbClr val="6B7280"/>
                </a:solidFill>
                <a:latin typeface="Calibri"/>
              </a:rPr>
              <a:t>  yil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Giyohvandlik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33,1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Gomo-/biseksual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14,1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Bemorlar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3-bo‘lim (Results)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Davolash holati va kech murojaat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 guruh 163 (57,4%), B guruh 76 (26,8%), C guruh atigi 45 (15,8%) holat.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69 (24,3%) holatda OIV tashxisi autopsiyada yoki o‘lim yuz bergan kasalxonada yotish davrida qo‘yilgan.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Tashxis faqat o‘limdan keyin qo‘yilgan 18 holatning barchasida MNSda yoki boshqa organlarda opportunistik infeksiya topilgan.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 guruh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163 (57,4)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 guruh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76 (26,8)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 guruh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45 (15,8)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Autopsiyada tashxis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69 (24,3)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Faqat o‘limdan keyin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 holat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Davolash holati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3-bo‘lim (Results)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MNSdagi muhim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284 tadan 165 (58,1%) holatda MNSning muhim o‘zgarishlari aniqlangan.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Infeksion o‘zgarishlar (54,2%) o‘smalar (2,5%) va tomir o‘zgarishlaridan (1,1%) ancha ustun.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Ahamiyatsiz o‘zgarishlar 103 (36,3%) holatda; faqat 16 (5,6%) holatda miya butunlay normal.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Muhim o‘zgarish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165 (58,1)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Infeksion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54,2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O‘smalar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2,5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Tomir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Ahamiyatsiz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103 (36,3)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Butunlay normal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16 (5,6)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MNSdagi o‘zgarishlar (n=284)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3.1-bo‘lim (Results)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MNS infeksiyalari chastotasi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Toksoplazmoz eng ko‘p uchragan infeksiya; undan keyin kriptokokkoz.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Yiringli bakterial infeksiya 11 (3,9%), OIV ensefaliti 8 (2,8%), sitomegalovirus infeksiyasi 7 (2,5%) holatda.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615"/>
                <a:gridCol w="2417360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Infeksiya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 (%)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Toksoplazmoz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85 (29,9%)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Kriptokokkoz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45 (15,8%)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Yiringli bakterial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11 (3,9%)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OIV ensefaliti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 (2,8%)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Sitomegalovirus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 (2,5%)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MNS infeksiyalari (n=284)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3.1-bo‘lim (Results)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Noinfeksion o‘zgarishlar: o‘sma va tomir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Noinfeksion muhim o‘zgarishlar 10 (3,5%) holatda: 7 (2,5%) birlamchi MNS o‘smasi va 3 (1,1%) tomir o‘zgarishi.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O‘smalar: 2 ta xavfsiz (JSST I daraja) meningioma va 5 ta limfoid xavfli o‘sma, shu jumladan 4 (1,4%) diffuz B-hujayrali non-Hodgkin limfomasi.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Epstein—Barr virusi tekshirilgan barcha 3 holatda limfomada topilgan.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Tomir o‘zgarishlari uch holat: miya poyasida subaraxnoidal qon quyilish, o‘tkir subdural gematoma va keng intraparenximatoz qon quyilish.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97180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Noinfeksion o‘zgarishlar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611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938528"/>
            <a:ext cx="0" cy="334670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9385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0424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04241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Jami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10 holat (3,5%)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0540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532888"/>
            <a:ext cx="3779215" cy="10424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532888"/>
            <a:ext cx="3779215" cy="104241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O‘smalar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7 (2,5%) birlamchi MNS o‘smasi  ·  2 meningioma, 5 limfoid xavfli  ·  4 (1,4%) diffuz B-hujayrali NHL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1696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648456"/>
            <a:ext cx="3779215" cy="10424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648456"/>
            <a:ext cx="3779215" cy="104241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Tomir (3 holat, 1,1%)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Subaraxnoidal qon quyilish  ·  O‘tkir subdural gematoma  ·  Keng intraparenximatoz qon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528523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764024"/>
            <a:ext cx="3779215" cy="10424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764024"/>
            <a:ext cx="3779215" cy="104241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EBV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Tekshirilgan 3 limfomada topilgan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3.1-bo‘lim (Results)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Guruhlar bo‘yicha farqlar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Guruhlar orasida o‘zgarishlar chastotasida umumiy farq bo‘lmagan, ammo C guruhda toksoplazmoz kam, OIV ensefaliti ko‘p uchragan (A guruhga nisbatan).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Toksoplazmoz C guruhda 17,8%, A guruhda 36,2%; OIV ensefaliti C guruhda 11,1%, A guruhda 1,8%.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 guruh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Toksoplazmoz 36,2%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OIV ensefaliti 1,8%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 guruh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Toksoplazmoz 17,8%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OIV ensefaliti 11,1%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Umumiy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O‘zgarish chastotasida farq yo‘q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 va C guruh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3.1-bo‘lim (Results), 5-bo‘lim (Conclusions)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HAART va yashash davomiyligi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Yashash davomiyligi 261 (90,9%) holatda aniqlangan; guruhlarni solishtirishda P &lt; 0,001.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 guruhda o‘rtacha 49,1 oy — A guruhdagi 11,2 oydan to‘rt baravardan ko‘p, B guruhdagi 25,8 oydan deyarli ikki baravar uzoq.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 guruh (o‘rtacha)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11,2</a:t>
            </a:r>
            <a:r>
              <a:rPr sz="1500" b="0">
                <a:solidFill>
                  <a:srgbClr val="6B7280"/>
                </a:solidFill>
                <a:latin typeface="Calibri"/>
              </a:rPr>
              <a:t>  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 guruh (o‘rtacha)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25,8</a:t>
            </a:r>
            <a:r>
              <a:rPr sz="1500" b="0">
                <a:solidFill>
                  <a:srgbClr val="6B7280"/>
                </a:solidFill>
                <a:latin typeface="Calibri"/>
              </a:rPr>
              <a:t>  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 guruh (o‘rtacha)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49,1</a:t>
            </a:r>
            <a:r>
              <a:rPr sz="1500" b="0">
                <a:solidFill>
                  <a:srgbClr val="6B7280"/>
                </a:solidFill>
                <a:latin typeface="Calibri"/>
              </a:rPr>
              <a:t>  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Aniqlangan holat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261 (90,9)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 qiymati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&lt;0,001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O‘rtacha yashash davomiyligi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3.2-bo‘lim (Results)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Muhim o‘zgarishlar chastotasi va HAART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Muhim MNS o‘zgarishlari A guruhda 63,8%, boshqa guruhlarda 48,7% va 53,3%; farq statistik ahamiyatli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HAART prognozni o‘zgartirmaydi degan yolg‘on taassurot berishi mumkin; yashash davomiyligi esa terapiya foydasini aniq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Yakuniy bosqichda o‘lim sababi ko‘pincha neyropatologik o‘zgarishlar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Chastota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 guruh: 63,8%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Boshqalar: 48,7% va 53,3%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Farq ahamiyatsiz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HAART foydasi yashash davomiyligida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Chastota yolg‘on taassurot beradi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Eslatma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Yakuniy bosqichda o‘lim sababi — neyropatologiya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HAART va muhim o‘zgarishlar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4-bo‘lim (Discussion)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gumon va autopsiya mosligi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MNSda muhim o‘zgarishlar topilgan 165 holatning 91 tasida (55,1%) klinik gumon va autopsiya natijasi mos kelmagan; bu 284 ning 32%.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Shulardan 49 tasi (53,8%) 1-tur nomuvofiqlik: muhim o‘zgarish hayotlik davrida aniqlanmagan, bu esa prognozni o‘zgartirishi mumkin edi.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limfoma holatlari shu turga kirgan.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Klinik gumon va autopsiya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Nomuvofiqlik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165 dan 91 (55,1%)  ·  284 ning 32%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1-tur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49 (53,8%)  ·  Hayotlikda aniqlanmagan  ·  Barcha limfomalar shu turda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Klinik-autopsiya mosligi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3.3-bo‘lim (Results)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Goldman bo‘yicha nomuvofiqlik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1-tur: muhim kasallik, hayotlik davrida aniqlansa prognoz o‘zgarishi mumkin edi.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2-tur: muhim kasallik aniqlanmagan, ammo aniqlansa ham prognoz o‘zgarmas edi.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3-tur: ahamiyatsiz kasallik aniqlanmagan, prognozga ta’siri shubhali yoki yo‘q.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1-tur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Muhim kasallik; aniqlansa prognoz o‘zgarar edi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2-tur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Muhim kasallik; prognoz o‘zgarmas edi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3-tur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Ahamiyatsiz kasallik; ta’siri shubhali yoki yo‘q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Goldman nomuvofiqlik turlari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2-bo‘lim (Material and Methods)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2- va 3-tur nomuvofiqliklar; 1-tur dinamikasi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2-tur 22 holat (24,2%): ko‘pincha boshqa agent chaqirgan o‘pka infeksiyasidan o‘lganlarda uchragan miya toksoplazmozi.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3-tur 20 holat (22%): masalan, pnevmotsistli pnevmoniyadan nafas yetishmovchiligi bo‘lgan bemorda meningioma.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1-tur xato 1996 yilgacha 62,2% (23/37), keyin 48,8% (26/54) ga kamaygan — haftalik anatomoklinik majlislardan olingan bilim hisobiga.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2-tur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22 (24,2)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3-tur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 (22)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1-tur xato (&lt;1996)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62,2 (23/37)</a:t>
            </a:r>
            <a:r>
              <a:rPr sz="13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1-tur xato (keyin)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48,8 (26/54)</a:t>
            </a:r>
            <a:r>
              <a:rPr sz="13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Kamayish sababi</a:t>
            </a:r>
          </a:p>
          <a:p>
            <a:pPr algn="l">
              <a:spcAft>
                <a:spcPts val="100"/>
              </a:spcAft>
            </a:pPr>
            <a:r>
              <a:rPr sz="1900" b="1">
                <a:solidFill>
                  <a:srgbClr val="0B1F3A"/>
                </a:solidFill>
                <a:latin typeface="Calibri"/>
              </a:rPr>
              <a:t>anatomoklinik majlis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Nomuvofiqlik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3.3-bo‘lim (Results)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Viruslar va boshqa agentlar: tarqalish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Virusli infeksiyalar 284 holatning atigi 6,7%; protozoa, zamburug‘ va bakteriyalar 49,3%.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OIV ensefaliti 2,8%, sitomegalovirus 2,5%, JC virus infeksiyasi 0,3%.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Sabab: bemorlar odatda OITSning kechki bosqichida murojaat qiladi va OIV neyropatologik o‘zgarishlari rivojlanishiga vaqt yetmaydi.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Virusli infeksiyalar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6,7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Protozoa, zamburug‘, b.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49,3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OIV ensefaliti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2,8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Sitomegalovirus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2,5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JC virus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Agentlar tarqalishi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4-bo‘lim (Discussion)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Mintaqaviy farqlar: toksoplazmoz va kriptokokkoz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Kriptokokkoz 15,8%, HAART guruhida 15,6%; rivojlangan mamlakatlar tadqiqotlarida mos guruhlarda 0 dan 5,6% gacha.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Farqlar atrof-muhit, geografik va ijtimoiy-iqtisodiy omillar bilan bog‘liq bo‘lishi ehtimol.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Braziliya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Kriptokokkoz 15,8%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HAART guruhida 15,6%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Rivojlangan mamlakatlar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Mos guruhlarda 0–5,6%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Mumkin sabablar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Atrof-muhit, geografiya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Ijtimoiy-iqtisodiy omillar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Kriptokokkoz: mintaqaviy farq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4-bo‘lim (Discussion)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Braziliya tadqiqoti xulosalari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HAARTga qaramay MNS o‘zgarishlari OITS bemorlarida tez-tez uchraydi va o‘limning muhim sababi bo‘lib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HAART guruhida medianali yashash davomiyligi terapiyasizlarga nisbatan to‘rt baravar uzun.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55,1% holatda autopsiya va klinik tashxis mos kelmagan; bu ilg‘or diagnostikada ham autopsiya ahamiyatini ko‘rsatadi.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Xulosalar (Braziliya)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MNS o‘zgarishlari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HAARTga qaramay tez-tez  ·  O‘limning muhim sababi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Yashash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HAART guruhida 4 baravar uzun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Autopsiya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55,1% nomuvofiqlik  ·  Ilg‘or diagnostikada ham kerak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Xulosalar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Silva et al., Neuropathology of AIDS: An Autopsy Review of 284 Cases from Brazil Comparing the Findings Pre- and Post-HAART, betlar: 5-bo‘lim (Conclusions)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Janubiy Afrika: dizayn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Tadqiqot ishtirokchilari — CD4 ≤150 hujayra/μL, TB davosi va ART olmagan, birlamchi sog‘liqni saqlash klinikalarida kuzatilgan kattalar.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ishtirokchilar kamida olti oy kuzatilgan; o‘lim haqida o‘z vaqtida xabar topilsa, oila ruxsati bilan MIA o‘tkazilgan.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Maqsad: birlamchi klinikalarda kuzatilgan kattalarda TB va boshqa infeksiyalarning autopsiyadagi tarqalishini aniqlash.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Janubiy Afrika: dizayn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Ishtirokchilar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CD4 ≤150 hujayra/μL  ·  TB davosi, ART olmagan  ·  Birlamchi klinikada kuzatilgan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Kuzatuv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Kamida 6 oy  ·  Oila ruxsati bilan MIA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Maqsad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Autopsiyada TB va boshqa infeksiyalar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Dizayn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Methods — Study population, Abstract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Minimal invaziv autopsiya (MIA) protokoli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Biopsiya to‘rt organdan: jigar, taloq, o‘ng va chap o‘pka; bir joydan kamida beshta taxminan 2 sm uzunlikdagi namuna (18 gauge nina).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Namunalar bakterial va zamburug‘ mikroskopiyasi/ekmasi, mikobakteriya ekmasi hamda gistologiya uchun olingan.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Qo‘shimcha: qon, orqa miya suyuqligi (CSF), siydik va o‘zgartirilgan bronxoalveolyar lavaj (BAL).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Organlar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Jigar, taloq, o‘ng va chap o‘pka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≥5 ta, ~2 sm (18 gauge nina)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Mikrobiologiya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Mikroskopiya, ekma, mikobakteriya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Gistologiya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To‘qima tekshiruvi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Qo‘shimcha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Qon, CSF, siydik, 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MIA protokoli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Methods — Autopsy procedures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MIA: aniqlik va ehtiyot choralari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Ultratovush jigar o‘zgarishlari va plevral suyuqlikni tekshirish hamda taloqni aniqlash uchun ishlatilgan.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 70% izopropil spirt va 10% povidon-yod bilan tozalangan.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Iloji boricha MIAni bitta klinik tayyorgarlikka ega operator o‘tkazgan.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Ultratovush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Jigar, plevral suyuqlik, taloq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Teri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70% izopropil spirt va 10% povidon-yod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Operator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Iloji boricha bitta tayyorgarlikli 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MIA: aniqlik va ehtiyot choralari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Methods — Autopsy procedures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va gistologik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to‘qima namunalari, CSF, siydik va BAL mikobakteriyalar uchun MGIT usulida ekilgan.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to‘qima namunalarida gistologiya: ZN mikobakteriyalar uchun, Grocott zamburug‘lar uchun.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370"/>
                <a:gridCol w="3147604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Bo‘yash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Aniqlanadigan agent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Ziehl—Neelsen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Mikobakteriyalar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Grocott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Zamburug‘lar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Gistologik bo‘yashlar (MIA)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Methods — Laboratory procedures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Artefaktni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Tajribali mikrobiologlar har bir marhum uchun qaysi mikroorganizm «artefakt», qaysi «patogen» ekanini belgilagan.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Enterococcus, Enterobacter, E. coli, Proteus, Bacillus, koagulaza-manfiy stafilokokklar va Viridans streptokokklar artefakt hisoblangan.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Faqat taloqdan ajratilgan gramm-manfiy mikroorganizmlar qorin organlaridan ifloslanish ehtimoli tufayli artefakt hisoblangan.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Artefakt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Enterococcus, Enterobacter, E. coli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Proteus, Bacillus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KNS, Viridans streptokokk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Faqat taloqdan gram-manfiy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Patogen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Mikrobiolog har holda aniqlagan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Artefakt va patogen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Methods — Data interpretation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MIA ishtirokchilari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2012-dekabrdan 2014-dekabrgacha 3022 kishi qamrab olingan; 34 ta MIA o‘tkazilgan.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18 (53%) ayol; median yosh 39 yil; 25 (74%) kasalxonada vafot etgan; qamrab olishdagi median CD4 34 hujayra/μL.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O‘limdan MIAgacha median vaqt besh kun; 33/34 (97%) 10 kun ichida o‘tkazilgan.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Qamrab olingan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3022</a:t>
            </a:r>
            <a:r>
              <a:rPr sz="1500" b="0">
                <a:solidFill>
                  <a:srgbClr val="6B7280"/>
                </a:solidFill>
                <a:latin typeface="Calibri"/>
              </a:rPr>
              <a:t>  kishi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MIA o‘tkazilgan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Ayollar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 (53)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Median yosh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39</a:t>
            </a:r>
            <a:r>
              <a:rPr sz="1500" b="0">
                <a:solidFill>
                  <a:srgbClr val="6B7280"/>
                </a:solidFill>
                <a:latin typeface="Calibri"/>
              </a:rPr>
              <a:t>  yil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Median CD4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34</a:t>
            </a:r>
            <a:r>
              <a:rPr sz="1400" b="0">
                <a:solidFill>
                  <a:srgbClr val="6B7280"/>
                </a:solidFill>
                <a:latin typeface="Calibri"/>
              </a:rPr>
              <a:t>  hujayra/μL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O‘limdan MIAgacha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MIA ishtirokchilari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Results — Consent, demographics, and samples obtained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 olish muvaffaqiyati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Gistologik baholash bo‘yicha o‘pka biopsiyasi 33/34 (97%), jigar 30/34 (88%), taloq 21/34 (62%) holatda muvaffaqiyatli.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 30/31 (97%), CSF 30/32 (94%) holatda muvaffaqiyatli olingan.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458"/>
                <a:gridCol w="2799516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Namuna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Muvaffaqiyat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O‘pka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33/34 (97%)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30/34 (88%)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Taloq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21/34 (62%)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30/31 (97%)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CSF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30/32 (94%)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Namuna olish muvaffaqiyati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Results — Consent, demographics, and samples obtained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Sil: autopsiya topilmalari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16/34 (47%) marhumda TB belgilari topilgan; 14/16 (88%) da ekstrapulmonal sil.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Aniqlash usullari: gistologiya 12 (75%), ekma 11 (69%), Xpert MTB/RIF 5 (31%); gistologiya va bakteriologiya birga 8 (50%).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TB belgisi bor 16 kishining 6 (38%) tasi hayotlik davrida TB davosiga qo‘yilmagan.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TB belgilari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16/34 (47)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Ekstrapulmonal sil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14/16 (88)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Gistologiya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 (75)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Ekma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11 (69)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Xpert MTB/RIF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 (31)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Davosiz qolgan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 (38)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Sil: topilmalar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Results — Tuberculosis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Sil: gistologiya va ekma bo‘yicha batafsil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12 ta gistologik TB: 4 (33%) o‘pka, jigar va talaqda; 2 (17%) o‘pka va jigarda; 2 (17%) jigar va talaqda; 2 (17%) faqat o‘pkada.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Ekma bo‘yicha eng yuqori natija BALdan (7 musbat); CSF va taloqdan 5 tadan; o‘pka va jigardan 4 tadan.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164 ta mikobakteriya ekmasidan 37 (23%) musbat, 13 (8%) bakterial ifloslanish tufayli talqin qilinmagan.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Sil: batafsil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12 gistologik TB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4: o‘pka, jigar, taloq  ·  2+2: o‘pka-jigar; jigar-taloq  ·  2: faqat o‘pka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Ekma (musbat)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BAL 7  ·  CSF, taloq 5 tadan  ·  O‘pka, jigar 4 tadan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164 ekma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37 (23%) musbat  ·  13 (8%) ifloslangan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Gistologiya va ekma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Results — Tuberculosis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Gistologik rasmlar tavsifi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Nekrozli intraalveolyar granuloma va sitomegalovirus yadro kiritmalari (o‘pka; H&amp;E); kislotaga chidamli tayoqchalar (ZN).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Jigarda mikobakterial granuloma (H&amp;E); o‘pkada polimorf kriptokokk xamirturushlari (Grocott).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O‘pkada Pneumocystis jirovecii ning kichik yarim oysimon hujayralari (Grocott); jigarda faol B gepatit virusi infeksiyasi (H&amp;E).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Gistologik topilmalar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O‘pka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Nekrozli granuloma  ·  Sitomegalovirus kiritmalari  ·  Kriptokokk, pnevmotsistis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Jigar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Mikobakterial granuloma  ·  Faol B gepatit virusi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Bo‘yash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H&amp;E, ZN, Grocott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Gistologik rasmlar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Results — Fig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mikobakteriya va bakteriyalar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Notuberkulyoz mikobakteriyalar (NTM) 3 (9%): ikkitasida Mycobacterium avium, bittasida Mycobacterium intracellulare.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Patogen bakterial infeksiya ekma bo‘yicha 23/34 (68%); shulardan 14/23 (61%) da Klebsiella spp.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33 o‘pka gistologiyasidan 11 (33%) da bakterial pnevmoniya belgilari bor.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NTM va bakteriyalar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NTM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 (9%)  ·  M. avium (2), M. intracellulare (1)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Patogen bakteriya (ekma)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23/34 (68%)  ·  Klebsiella 14/23 (61%)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Pnevmoniya belgisi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33 o‘pka gistologiyasidan 11 (33%)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NTM va bakteriyalar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Results — Infections with non-tuberculous mycobacteria and other bacteria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Kriptokokk, sitomegalovirus, pnevmotsistoz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Kriptokokkoz 4/34 (12%) holatda; 3 (75%) da gistologik tasdiq, Cryptococcus neoformans 2 (50%) holatda ekilgan.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Sitomegalovirus kasalligi gistologiyada 2 (6%) holatda — ikkalasida tarqalgan; pnevmotsistli pnevmoniya 2 (6%).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Kriptokokkoz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 (12)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Sitomegalovirus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 (6)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Pnevmotsistoz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 (6)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NTM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 (9)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Boshqa infeksiyalar (n=34)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Results — Cryptococcal disease, Results — Other fungal and viral infections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 necha patogenning birgalikda uchrashi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 (59%) marhumda gistologik yoki ekma bo‘yicha kamida ikkita infeksiya aniqlangan.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TB belgisi bor 16 kishining 9 (56%) tasida bakterial kasallik, 2 (13%) tasida kriptokokkoz ham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Bakterial infeksiyasi bor 23 kishining 3 (13%) tasida kriptokokkoz, 2 (9%) tasida sitomegalovirus bo‘lgan.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Birga uchrashi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≥2 infeksiya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20 (59%) marhumda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TB (16 kishi)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9 (56%) bakterial kasallik  ·  2 (13%) kriptokokkoz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Bakterial (23 kishi)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 (13%) kriptokokkoz  ·  2 (9%) sitomegalovirus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Koinfeksiyalar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Results — Decedents with multiple pathogens identified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Jigar va buyrakdagi qo‘shimcha topilmalar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Gistologiyaga olingan 30 jigar namunasidan 18 (60%) da yallig‘lanish bor; steatoz 12/18 (67%).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Yallig‘lanish bor 18 tadan 5 (28%) da o‘tkir yoki surunkali gepatit, shulardan to‘rttasi virusli deb hisoblangan.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Buyrak: 13 namunadan 6 (46%) da interstitsial nefrit va/yoki o‘tkir tubulyar nekroz.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Jigar yallig‘lanishi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18/30 (60)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Steatoz (yallig‘lanish)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12/18 (67)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Gepatit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5/18 (28)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Buyrak nefriti/ATN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6/13 (46)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Jigar va buyrak topilmalari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Results — Additional findings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Autopsiya natijalarini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Mycobacterium tuberculosis o‘limdan keyin va formalinda saqlangandan so‘ng ham yillar davomida tirik qolishi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O‘limdan autopsiyagacha ko‘p vaqt o‘tsa, autoliz va mikroorganizmlarning boshqa bo‘shliqlarga o‘tishi imkoniyati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Mikrobiologik natijalar, mikobakteriyalar ham, klinik tarix va ideal holda gistologiya bilan birga ko‘rib chiqilishi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M. tuberculosis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O‘limdan keyin, formalinda yillar tirik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Vaqt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Autoliz va mikroorganizm ko‘chishi ortadi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Talqin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Mikrobiologiya + klinik tarix + gistologiya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Natijani talqin qilish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Discussion — Interpretation of autopsy findings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MIAning kuzatuv (surveillance)dagi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Respirator namunalar (BAL va o‘pka to‘qimasi) TB tashxisi uchun eng yuqori natija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 Xpert MTB/RIF va BAL ekmasi 9 ta TB holatini aniqlagan; o‘pka ekmasi yana 2 ta, o‘pka gistologiyasi yana 3 ta qo‘shgan.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uchovi birga marhumlardagi TBning 88% ini tashkil qilgan.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MIA va TB aniqlash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Eng yuqori natija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Respirator namuna: BAL, o‘pka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9 ta TB holat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BAL Xpert MTB/RIF va ekma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Qo‘shilgan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O‘pka ekmasi +2  ·  O‘pka gistologiyasi +3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Jami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Uchovi TBning 88% ini beradi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MIA kuzatuvda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Karat et al., Autopsy Prevalence of Tuberculosis and Other Potentially Treatable Infections among Adults with Advanced HIV Enrolled in Out-Patient Care in South Africa, betlar: Discussion — MIA in surveillance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Braziliya tadqiqotida 1996 yilgacha 1-tur xato 62,2% edi, keyin 48,8% ga tushdi — haftalik anatomoklinik majlislardan olingan bilim hisobiga bo‘lishi ehtimol.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Janubiy Afrikada TB belgisi bor 16 kishining 6 tasi (38%) hayotlik davrida TB davosiga qo‘yilmagan.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Wilkes tadqiqotida 101 autopsiyaning 74% da OITSga bog‘liq kasalliklar klinik jihatdan gumon qilinmagan.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M. tuberculosis o‘limdan keyin va formalinda saqlashdan keyin ham yillar davomida tirik qolishi mumkin.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OIV infeksiyasining sud-gistologik diagnostikasi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Silva et al. Neuropathology of AIDS: An Autopsy Review of 284 Cases from Brazil Comparing the Findings Pre- and Post-HAART (Highly Active Antiretroviral Therapy) and Pre- and Postmortem Correlation, AIDS Research and Treatment. 2012. PMID 22461978; DOI 10.1155/2012/186850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Karat et al. Autopsy Prevalence of Tuberculosis and Other Potentially Treatable Infections among Adults with Advanced HIV Enrolled in Out-Patient Care in South Africa, PLoS ONE. 2016. PMID 27829072; DOI 10.1371/journal.pone.0166158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