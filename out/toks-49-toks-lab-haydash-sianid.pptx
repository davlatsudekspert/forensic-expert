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sianid birinchi distillyatda alohida tekshiriladi? Doskada: reja va maqsad. Tipik xato: mashg‘ulotni faqat sianid sinovi deb tushunish — avval moslama va haydash tartibi o‘rganiladi.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haydash apparatini ish boshlanishidan oldin tekshirish kerak? Doskada: kutilayotgan natijalar. Tipik xato: apparatni tekshirmasdan ob’ektni solish.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yuqori haroratda parchalanadigan modda uchun vakuum yoki suv bug‘i qulay? Doskada: uch usul. Tipik xato: oddiy haydashni suv bug‘i bilan haydash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nega aralashma qaynash harorati har bir toza moddanikidan past? (Par bosimlar yig‘indisi.) Doskada: P(umumiy) = P(modda) + P(suv). Eslatma: kitob modda va suvning distillyatdagi nisbatini W0/Wv = M0P0/MvPv formulasi bilan beradi; talaba formulani kitobdan o‘qiydi. Tipik xato: suv bug‘i bilan haydashni suvda eriydigan moddalar uchun yagona usul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azeotropni suv bug‘i bilan haydab ajratib bo‘ladimi? (Yo‘q.) Doskada: azeotrop ta’rifi. Eslatma: kitobda azeotrop tarkibi foizlari ham berilgan (23-bet), lekin bandlar noaniq yozilgani uchun slaydga kiritilmadi. Tipik xato: azeotropni toza modda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sxemadagi 5 raqamli qismni (kitobda 2-rasm) ko‘rsating. Doskada: 4 qism ketma-ketligi. Tipik xato: bug‘ hosil qiluvchi kolbani ob’ekt kolbasi deb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himoya naychasidagi suv ko‘tarilishi nimadan darak beradi? (Idish ichida bosim ortishi.) Doskada: naychaning 50 sm talabi. Tipik xato: himoya naychasini qisqa qilib o‘rnatish.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ob’ekt hajmi kolbaning yarmidan kam bo‘lishi kerak? (Kitob sababini aytmaydi; kondensat hajmi ko‘payishi ehtimoli bilan bog‘liq.) Doskada: kolba va tiqin sxemasi. Tipik xato: bug‘ naychasini ob’ekt sathidan yuqorida qoldirish.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Kutilayotgan natija: talaba apparatni yig‘ib, hamma ulanishlarning germetikligini ko‘rsatadi. Muhokama: bug‘ naychasi nega kolba tagiga yetishi kerak? Tipik xato: tiqinga naychalarni teskari o‘rnatish.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Kutilayotgan natija: ob’ekt indikator bilan pH 2,0-2,5 ga keltiriladi. Muhokama: nega tiqin ’tezda’ yopiladi? Doskada: pH 2,0-2,5. Tipik xato: ob’ektni mineral kislota bilan nordonlashtirish (keyingi slaydga qarang).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nega fenol mineral kislotadan hosil bo‘ladi? (Odam organizmida oqsil almashinuvidan hosil bo‘lgan fenolning sulfat yoki glyukuronid konyugati peshob bilan chiqariladi — kitob bo‘yicha.) Doskada: «organik kislota - xato yo‘q». Tipik xato: sianid va fenol misolini aralashtirib, ’mineral kislota doim xato‘ deb yozish: sirka kislotasi uchun istisno bor.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nega birinchi distillyat ishqorga yig‘iladi? Doskada: 3 ml / 2 ml 2% NaOH; ikkinchi 25 ml. Eslatma: nazariy qismda (toks 28) birinchi distillyat «2 ml 2% NaOH ga 5 ml gacha» deb berilgan — kitoblarda farq bor; amaliyotda toks 173 dagi miqdor olinadi. Kitob talabi: reaksiya tenglamasini talaba yozib tushuntiradi. Tipik xato: egik naycha uchini ishqordan tashqarida qoldirish.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Kitobdagi tenglama: HCN + NaOH = NaCN + H2O (toks 26). Muhokama: tuz hosil bo‘lishi nima uchun HCN yo‘qolishidan saqlaydi? Tipik xato: ikkinchi distillyatni ham sianidga ishlatib, uni sarflab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Kutilayotgan natija: ish daftariga hid, rang, ikkinchi suyuq faza bor-yo‘qligi yozilgan. Muhokama: suvdan og‘ir suyuqlik bo‘lsa, u qaysi guruh moddalarga ishora qilishi mumkin? (Kitob buni bu joyda aytmaydi.) Tipik xato: distillyatni ochiq idishda qoldirish.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miqdor uchun ob’ektning yangi qismi olinadi? (Ashyoviy dalil sifat tahlilida ishlatilgan; kitob sababini aytmaydi.) Doskada: 300 ml. Tipik xato: sifat tahlili qilingan distillyatdan miqdor aniqlash.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qaysi tartibda ajratiladi va nega? Doskada: «avval ajrat, keyin o‘chir». Xavfsizlik: sianid bug‘lari xavfli — kitobda alohida ko‘rsatma yo‘q, o‘qituvchi so‘rish shkafi va qo‘lqopni talab qiladi. Tipik xato: oldin alangani o‘chirib, keyin naychani ajratish. Manba malaka 117 (sanasi va raqami ko‘rsatilmagan qoidalar loyihasi) — lex.uz da amaldagi tahririni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meva danaklari bilan zaharlanish nega mumkin? Doskada: amigdalin -&gt; HCN. Tipik xato: achchiq bodom suvini zararsiz deb hisoblash — unda 0,1% HCN bo‘lishi mumkin. Malaka 089 da achchiq bodom suvining 60-100 ml miqdori o‘ldirishi mumkinligi aytiladi; bu kitobda yo‘qligi uchun slaydga kiritilmadi.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murdada xarakterli belgi bo‘lmasa, tashxis qanday qo‘yiladi? Doskada: «hid + tiniq qizil qon -&gt; HCN tekshiruvi». Eslatma: izotsian kislotasi haqidagi band kitobdan aynan olingan; mexanizm kitobda batafsil yozilmagan. Tipik xato: hid yo‘q bo‘lsa sianid yo‘q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ob’ekt chirigan bo‘lsa, sianid tahlilida nima e’tiborga olinadi? (Miqdoriy tahlil usuli 25-slaydda.) Doskada: 4 sabab. Kitobda: HCN «27 °C da qaynaydi» (toks 28, xato); to‘g‘ri qiymat 25,6 °C (malaka 054).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Reaktivlar: FeSO4 (40%), 10% HCl, indikator. Kutilayotgan natija: ko‘k-zangori rangli eritma yoki cho‘kma. Xavfsizlik: sianid bor — so‘rish shkafida, qo‘lqopda ishlang (kitobda ko‘rsatma yo‘q). Tipik xato: HCl ni ortiqcha qo‘shish — reaksiyani sekinlashtiradi.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Kutilayotgan natija: ko‘k-zangori (musbat) yoki 48 soatdan keyin ham rangsiz (manfiy). Muhokama: nega 48 soat kutiladi? (Kitob: «sababini izohlab bering»; mumkin javob — HCl ortiqchasi tufayli reaksiya sekinlashadi, toks 29.) Sud-kimyoviy ahamiyatni muhokama qiling: manfiy natija sianid yo‘q degani emas — 20-slayddagi sabablar. Tipik xato: 48 soatni kutmay manfiy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Kitob talabi: reaksiya tenglamalarini talaba yozadi. Tipik xato: Fe(OH)2 va Fe(OH)3 cho‘kmasini berlin zangorisi bilan adashtirish. Kitobda: oxirgi tenglamada FeCl3 oldida koeffitsient yo‘q (xato) — tenglashtirilgan shakli berildi.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berlin zangorisi va rodanid reaksiyasi nima bilan farq qiladi? Tipik xato: malaka reaksiyasini kitob reaksiyasi sifatida ko‘rsatish. Manba: malaka 089 (kitoblarda bu reaksiya yo‘q); kimyosi: CN- + polisulfid → SCN-, Fe3+ bilan qizil Fe(SCN)3.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bu usul chirimagan ob’ektlar uchun? (Chirishda H2S hosil bo‘ladi — keyingi slayd.) Doskada: teskari titrlash sxemasi. Eslatma: kitobdagi tenglamalar koeffitsientlarida noaniqliklar bor (masalan, HCN + AgNO3 qatori 29-bet ikki variantda), shu sababli tenglamalar slaydga kiritilmadi.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Ag2S ni qanday ajratamiz? (NH4OH da erimaydi.) Doskada: 4 bosqich. Tipik xato: chirigan ob’ektda argentometrik usul qo‘llash — H2S halaqit beradi.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Kutilayotgan natija: talabalar jadvalni to‘ldiradi: sianid -&gt; №1; formaldegid, aseton, xloroform, dixloretan, metil va etil spirti, fenol -&gt; №2. Sirka kislotasi, etilenglikol, TEQ bu usulda kam miqdorda haydaladi, ular uchun maxsus usullar qo‘llanadi (toks 26). Muhokama: nega sirka kislota uchun alohida usul? Tipik xato: sirka kislotasini oddiy ikkinchi distillyat moddasi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12 daqiqa. Kutilayotgan natija: talaba tartibni ketma-ket yozadi: ob’ektni maydalab, oksalat yoki tartrat bilan pH 2,0-2,5 ga keltirish; suv bug‘i bilan haydash; birinchi distillyatni 2% NaOH ga yig‘ish; berlin zangorisi (musbat); keyin miqdor uchun yangi qismdan 300 ml distillyat. Kitob keysga tayyor javob bermaydi; bu tartib 173-174-bet protokoliga asoslangan. Muhokama: ’noma’lum meva urug‘lari’ bilan sianid orasidagi bog‘liq nima? (Achchiq mag‘izli danaklarda amigdalin HCN hosil qiladi — toks 28.) Tipik xato: faqat hidga qarab xulosa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har bir savolga bittadan misol keltiring. Doskada: 18 savolni raqamlab yozing. Tipik xato: javobda ’uchuvchi’ va ’azeotrop’ tushunchalarini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Hisobot: talaba ish daftariga distillyatlar tavsifi (hid, rang), berlin zangorisi natijasi va xulosani yozadi. Muhokama: darsning 3 asosiy xulosasini ayting. Doskada: raqamlar — pH 2,0-2,5; 3 ml; 25 ml; 300 ml; 48 soat. Tipik xato: raqamlarni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Suv bug‘i bilan haydash; birinchi distillatni sianid kislotaga tekshirish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Mashg‘ulot rejasi va maqsadi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Suv bug‘i bilan haydash; birinchi distillatni sianid kislotaga tekshirish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4-laboratoriya mashg‘uloti: ob’ektdan zaharli moddalarni suv bug‘i yordamida haydab ajratib olish; birinchi distillyatni sianid kislotasi uchun tekshirish.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«uchuvchi» zaharlarni suv bug‘i bilan ajratishning nazariy asoslari; moslamani to‘liq yig‘ish; moddalarni ob’ektdan ajratib olish; distillyatlardan sianid kislotasini aniqlash.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Maqsad: sud-kimyo tahlil ish rejasini tuza bilish va haydash nazariy asoslarini amaliyotda ko‘rsatish, moslamani yig‘ish va sianid kislotasini distillyatlardan aniqlashga o‘rgatish.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172; Yuldashev Z.A., Nurmatova M.I., Toksikologik kimyo modulidan o‘quv-uslubiy majmua, betlar: 174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Kutilayotgan natijalar va jihozlar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Suv bug‘i bilan haydash; birinchi distillatni sianid kislotaga tekshirish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Talabalar suv bug‘i bilan haydash apparatini yig‘adilar va biologik ob’ektni haydash uchun tayyorlaydilar.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«Uchuvchi» zaharlarni haydab olishni, kimyoviy, farmakologik va fizik-kimyoviy usullarda tahlil qilishni o‘rganadilar.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Asbob-uskunalar: suv bug‘i bilan haydash apparati, voronka, probirkalar, reaktivlar, ko‘rgazmali materiallar, skotch, qog‘oz.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«Uchuvchi» zaharlar va haydash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Suv bug‘i bilan haydash; birinchi distillatni sianid kislotaga tekshirish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«Uchuvchi» zaharlarning umumiyligi — uchuvchanlik; ularni ajratishda haydash (distillyatsiya) qo‘llaniladi.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Haydash usullari: oddiy, vakuum yordamida va suv bug‘i yordamida haydash.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Biologik ob’ektlardan uchuvchan moddalarni ajratishda suv bug‘i bilan haydash qo‘llaniladi.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6369"/>
                <a:gridCol w="369160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Mohiyati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Oddiy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Vyurts kolbasida yuqori issiqlikda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Vakuum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Past bosimda, parchalanuvchilar uchun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Suv bug‘i bilan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Nisbatan past haroratda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Haydash usullari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22, 22-23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Suv bug‘i bilan haydashning nazariy asosi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Suv bug‘i bilan haydash; birinchi distillatni sianid kislotaga tekshirish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Moddalar nisbatan past haroratda haydalgani uchun struktura o‘zgarishlariga uchramaydi.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Bir-birida erimaydigan suyuqliklar aralashmasida ayrim par bosimlar yig‘indisi atmosfera bosimiga yetganda aralashma qaynay boshlaydi va haydaladi.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Aralashmadagi har bir moddaning qaynash harorati uning toza holdagi qaynash haroratidan past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Usul yuqori haroratda qaynaydigan va suvda erimaydigan moddalar (nitrobenzol, to‘rtetilqo‘rg‘oshin) uchun ayniqsa qulay.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Azeotrop aralashmalar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Suv bug‘i bilan haydash; birinchi distillatni sianid kislotaga tekshirish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Ba’zi moddalar haydalganda azeotrop, ya’ni o‘zaro ajralmasdan qaynaydigan aralashmalar hosil bo‘ladi; masalan, xloroform + suv, spirt + suv.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Azeotrop aralashma haydalganda distillyatdagi tarkibi o‘zgarmaydi, shu sababli suv bug‘i bilan haydashda ularni bir-biridan ajratib bo‘lmaydi.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Azeotroplarni oddiy yoki fraksiyalab haydash, bosimni kamaytirish yoki oshirish yo‘li bilan ajratish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Haydash qurilmasining qismlari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Suv bug‘i bilan haydash; birinchi distillatni sianid kislotaga tekshirish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Qurilma uch qismdan iborat: bug‘ hosil qiluvchi kolba, ob’ekt kolbasi, sovitgich va qabul kolbasi.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Bug‘ hosil qiluvchi kolbaga yarmigacha tozalangan suv quyiladi.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Bug‘ hosil qiluvchi kolba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Ob’ekt kolbasi (suv hammomida)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Suv sovitgichi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Qabul qiluvchi kolba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Qurilma qismlari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Bug‘ hosil qiluvchi kolbadagi himoya naychasi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Suv bug‘i bilan haydash; birinchi distillatni sianid kislotaga tekshirish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Bug‘ hosil qiluvchi idish tiqinida ikkita — himoya va bug‘ chiqaruvchi — naychalar uchun teshik bo‘lishi kerak.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Uzun himoya naychasining ostki qismi deyarli idish tubigacha tushib turadi, yuqorida qoladigan qismi 50 sm dan kam bo‘lmasligi shart.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Suv qattiq qaynab ketganda himoya naychasi bosimni va chayqalishni saqlab turadi; suv ko‘tarilsa, alanga pasaytiriladi.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Ob’ekt kolbasi va ulanishlar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Suv bug‘i bilan haydash; birinchi distillatni sianid kislotaga tekshirish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Ob’ekt solinadigan kolba og‘zi ikkita buklangan naychali tiqin bilan berkitiladi; naychalardan biri kolba tubigacha yetishi kerak.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Ob’ekt hajmi kolba hajmining yarmidan kam bo‘lishi kerak.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Haydash davomida bug‘ kondensatlanib hajm ko‘payib ketishi mumkin; shuni kamaytirish uchun ob’ektli kolba tagidan suv hammomi bilan qizdiriladi.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Apparatni yig‘ish tartibi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Suv bug‘i bilan haydash; birinchi distillatni sianid kislotaga tekshirish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Maydalangan ob’ekt tozalangan suv bilan bo‘tqa holiga keltirilib, kolbaga solinadi.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Kolba shtativda sovuq suv hammomiga tushiriladi; og‘zi ikki «Г» naychali tiqin bilan berkitiladi.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Bug‘ naychasi kolba tagigacha yetadi; ikkinchi naycha sovitgichga ulanadi.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Ob’ekt + suv: bo‘tqa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Kolba shtativda, suv hammomida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Tiqin va naychalar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Naycha sovitgichga ulanadi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Yig‘ish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Nordonlashtirish: nega organik kislota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Suv bug‘i bilan haydash; birinchi distillatni sianid kislotaga tekshirish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Asbob yig‘ilgach, bug‘ hosil qiluvchi kolbadagi suv qaynash darajasiga yetguncha qizdiriladi.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Ob’ekt oksalat yoki vino-tosh kislota bilan kislotali muhitga (pH 2,0-2,5) keltiriladi.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Tez uchuvchi sianid kislotani yo‘qotmaslik uchun kolba og‘zi ikki naychali tiqin bilan darhol berkitiladi.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Suv qaynaguncha qizdiriladi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Oksalat/tartrat bilan pH 2,0-2,5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Tiqin bilan darhol berkitiladi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Nordonlashtirish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173,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Mineral kislota bilan nordonlashtirish xatolari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Suv bug‘i bilan haydash; birinchi distillatni sianid kislotaga tekshirish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Ob’ekt sharoitini kuchli mineral kislotalar qo‘shib kerakli pH hosil qilish tavsiya etilmaydi: sianid kislota boshqa moddalarga o‘tib, aniqlanmay qolishi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Ob’ektni mineral kislotalar bilan nordonlashtirish natijasida zaharli modda bo‘lmaganda ham fenol hosil bo‘lishi mumkin: sulfat kislotali konyugat gidrolizlanadi.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 sababli nordonlashtirishda kuchsiz organik kislotalardan foydalanish tavsiya etiladi.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Istisno: sirka kislotasi bilan zaharlanganda kuchli mineral kislota uning dissotsialanishini to‘xtatadi va u suv bug‘i bilan osonroq haydaladi.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26,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Haydash tezligi va distillyatlar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Suv bug‘i bilan haydash; birinchi distillatni sianid kislotaga tekshirish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Haydash tezligi qabul qiluvchi kolbaga tushayotgan tomchilarni sanash mumkin bo‘lgan darajada olib boriladi.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Birinchi distillyat 3 ml miqdorda 2 ml 2% natriy ishqori eritmasi bor probirkaga yig‘iladi; sovitgichga ulangan egik naycha uchi ishqor eritmasiga tushib turishi zarur.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Ikkinchi distillyat 25 ml miqdorda bo‘sh toza kolbachaga yig‘iladi.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Sovitgichning qabul qiluvchi kolbaga tushirilgan tomoni kolba tagiga yetib turishi shart, aks holda oson uchuvchi moddalar uchib ketganini sezmay qolish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173,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Ishqorga yig‘ishning sababi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Suv bug‘i bilan haydash; birinchi distillatni sianid kislotaga tekshirish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Sianid kislotasi ishqor bilan reaksiyaga kirishib, uchmaydigan tuz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Birinchi distillyatning barchasi sianid kislotasini aniqlash uchun ishlatiladi.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Ikkinchi distillyatdan qolgan uchuvchi zaharli moddalar tekshiriladi.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HCN distillyatga o‘tadi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NaOH eritmasiga tushadi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NaCN (uchmaydigan tuz)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HCN ni ushlab qolish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26, 173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Distillyatni ko‘zdan kechirish va saqlash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Suv bug‘i bilan haydash; birinchi distillatni sianid kislotaga tekshirish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Yig‘ilgan distillyatlar ko‘zdan kechirilib, ish daftariga hidi, rangi, suv bilan aralashmaydigan suvdan yengil yoki og‘ir suyuqliklar bor-yo‘qligi yoziladi.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So‘ngra distillyat tarkibida bo‘lishi mumkin bo‘lgan «uchuvchi» zaharlar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Distillyatni tekshirish davrida uni tiqin bilan yopilgan kolbachalarda saqlash lozim.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Miqdor tahlili uchun haydash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Suv bug‘i bilan haydash; birinchi distillatni sianid kislotaga tekshirish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Zaharlarning miqdorini aniqlash kerak bo‘lsa, biologik ob’ektning yangi qismidan zaharli modda to‘liq haydab ajratib olinadi, so‘ngra miqdor tahlili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To‘liq haydab olish maqsadida 300 ml hajmda distillyat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Haydash distillyat shu moddaga tegishli eng sezgir sifat reaksiyasini bermaguncha davom ettiriladi.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173,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Haydashni tugatish va xavfsizlik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Suv bug‘i bilan haydash; birinchi distillatni sianid kislotaga tekshirish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Haydash tugagach, avval bug‘ hosil qiluvchi kolba naychasi bilan ob’ektli kolba naychasi orasi ajratiladi, so‘ng bug‘ hosil qiluvchi idishni qizdirish to‘xtatiladi.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Aks holda bug‘ hosil qiluvchi idishda vakuum hosil bo‘lib, suyuqlik naycha orqali so‘rilishi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Ehtiyotsizlik tufayli ishni olib boruvchi shaxs qaynoq suv bilan kuyib jarohatlanishi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 ventilyatsiya va so‘rish shkafi bor xonalarda o‘tkaziladi.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24, 24-25, 25; Malaka materiali №117 (O‘zR SSV, loyiha matni)., Sud-kimyo ekspertiza va tekshiruvlarini o‘tkazish qoidalari, betlar: 6-band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Sianid kislotasi: toksikologik ahamiyat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Suv bug‘i bilan haydash; birinchi distillatni sianid kislotaga tekshirish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Sianid kislotasi va uning tuzlari kuchli zaharli moddalardir, shunga qaramasdan xalq xo‘jaligida rangli metallarni rudadan ajratishda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Tibbiyotda achchiq bodom suvi ishlatiladi, unda 0,1% HCN saqlanishi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Achchiq mag‘izli danaklarda amigdalin gidrolizlanib, sianid kislotasini hosil qiladi.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Zaharlanish belgilari va murda ko‘rinishi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Suv bug‘i bilan haydash; birinchi distillatni sianid kislotaga tekshirish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HCN bilan zaharlanganda kishi baqirib yig‘laydi, hushidan ketadi, qorachig‘i kengayadi, nafas olish qiyinlashadi, tirishish va o‘lim sodir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 patomorfologik tahlil qilinganda xarakterli alomatlar sezilmaydi: vena qoni tiniq qizil rangli, ichki organlardan achchiq bodom mag‘izi hidi keladi.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Kitobga ko‘ra zaharlanishning kuchli kechishi izotsian kislotasi (H-N=C) hosil bo‘lishi hisobiga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HCN ning murda organlarida saqlanmasligi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Suv bug‘i bilan haydash; birinchi distillatni sianid kislotaga tekshirish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HCN va uning tuzlari murda organlarida uzoq saqlanmaydi.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Sabablar: HCN gidrolizlanadi; rodanidlarga aylanadi; aldegid saqlovchi qandlar bilan birikadi (siangidrin).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HCN CO2, glyukoza va havo ta’sirida ham o‘zgaradi.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Gidroliz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Rodanidlarga aylanish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Qandlar bilan birikish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CO2, glyukoza, havo ta’siri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HCN o‘zgarishlari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Berlin zangorisi reaksiyasi: bajarish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Suv bug‘i bilan haydash; birinchi distillatni sianid kislotaga tekshirish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Ishqoriy distillyatga temir (II) sulfatning 40% eritmasidan 1-3 tomchi solinadi.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Gaz alangasida qaynaguncha qizdiriladi, sovitilib, 10% HCl bilan nordonlashtiriladi.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Temir (II) sulfat tarkibida oz miqdorda temir (III) sulfat bo‘lishi inobatga olinadi.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Distillyat (ishqoriy) + FeSO4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Qaynaguncha qizdiriladi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Sovitilib, 10% HCl qo‘shiladi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Berlin zangorisi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Berlin zangorisi: natija va talqin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Suv bug‘i bilan haydash; birinchi distillatni sianid kislotaga tekshirish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Ko‘k-zangori rangli eritma yoki cho‘kma hosil bo‘lishi distillyat tarkibida sianid kislotasi borligidan dalolat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Rang yoki cho‘kma hosil bo‘lmasa, probirkadagi aralashma 48 soatga qo‘yiladi, so‘ngra xulosa chiqariladi.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Qo‘shilgan HCl ortiqchasi berlin zangorisi hosil bo‘lish reaksiyasini sekinlatishi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173, 174, 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Berlin zangorisi: reaksiya bosqichlari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Suv bug‘i bilan haydash; birinchi distillatni sianid kislotaga tekshirish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Ishqoriy sharoitdagi sianidlar eritmasi FeSO4 bilan temir (II)-sianid hosil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Ortiqcha sianid bilan u Na4[Fe(CN)6] ga o‘tadi; temir (III) tuzi bilan ko‘k cho‘kma yoki eritma (berlin lazuri)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To‘liq tenglama: 3Na4[Fe(CN)6] + 4FeCl3 → Fe4[Fe(CN)6]3↓ + 12NaCl.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Temir tuzlari va ishqor orasida oraliq Fe(OH)2 va Fe(OH)3 hosil bo‘lishi mumkin; ular HCl bilan nordonlashtirib yo‘qotiladi.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Qo‘shimcha tasdiq: rodanid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Suv bug‘i bilan haydash; birinchi distillatni sianid kislotaga tekshirish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Sianid tuzlariga ammoniy polisulfid qo‘shib qizdirilsa, rodanid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Hosil bo‘lgan rodanid FeCl3 bilan qizil rang (temir rodanidi)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HCN biologik ob’ektda rodanidlarga aylanadi.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№089 (TFI Toksikologik kimyo kafedrasi)., Sianid kislotasi, betlar: Chinligini aniqlash, 2-band; Yuldashev Z.A., Umarova G.Q., Toksikologik kimyo modulidan o‘quv-uslubiy majmua, betlar: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Sianid kislotasi miqdorini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Suv bug‘i bilan haydash; birinchi distillatni sianid kislotaga tekshirish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Sianid kislotasi miqdori 2 xil usulda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Hajmiy argentometrik usul chirimagan ob’ektlarda: distillyat titrlangan AgNO3 ga yig‘iladi.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Ortiqcha AgNO3 ammoniy rodanid bilan temir ammoniy achchiq toshi indikatorligida titrlanadi.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Distillyat AgNO3 ga yig‘iladi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Ortiqcha AgNO3 qoladi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NH4CNS bilan titrlanadi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Temir ammoniy achchiq tosh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Argentometriya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Chirigan ob’ekt: og‘irlik usuli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Suv bug‘i bilan haydash; birinchi distillatni sianid kislotaga tekshirish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Chirigan ob’ektdan sulfid (H2S) hosil bo‘lgani uchun HCN miqdori og‘irlik usulida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Cho‘kma NH4OH da eritilib (Ag2S erimaydi), konsentrlangan HNO3 bilan ishlanadi: AgCN cho‘kadi.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Cho‘kma filtrlanib, doimiy og‘irlikgacha qizdiriladi va Ag tortib aniqlanadi.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AgNO3: AgCN va Ag2S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NH4OH da eritiladi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HNO3: AgCN cho‘kadi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Qizdirilib, Ag tortiladi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Og‘irlik usuli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«Charxpalak»: qaysi distillyatda nima aniqlanadi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Suv bug‘i bilan haydash; birinchi distillatni sianid kislotaga tekshirish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Mashq: birinchi va ikkinchi distillyatdan qaysi zaharlar aniqlanishini ko‘rsating.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Moddalar: sianid kislota, formaldegid, sirka kislota, aseton, xloroform, dixloretan, spirtlar, fenol.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Birinchi distillyat faqat HCN ga tekshiriladi; ikkinchi distillyat boshqa moddalarga tekshiriladi.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4134"/>
                <a:gridCol w="3493840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Distillyat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Aniqlanadi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№1 (ishqorli, 3 ml)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Sianid kislotasi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№2 (25 ml)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Spirtlar, aldegid va ketonlar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№2 (25 ml)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Alkilgalogenidlar, aromatik hosilalar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Distillyatlar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174,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2-keys: achchiq bodom hidli oshqozon bo‘lagi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Suv bug‘i bilan haydash; birinchi distillatni sianid kislotaga tekshirish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Keys: sud-kimyo bo‘limiga 2 plastmassa idishda murda ichki a’zo bo‘laklari keltirildi; 1-bankadagi oshqozon bo‘lagidan achchiq bodom hidi kelib turibdi.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Voqea: sud-tibbiy ekspert murda ichki a’zolari (jigar, buyrak, oshqozon) va selofan paketda noma’lum meva urug‘larini taqdim etdi; pH muhiti lakmus qog‘ozi bilan 2,0-2,5.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Dastlabki tahlil: ajralmaga berlin zangorisi reaksiyasi qilinganda ko‘k-zangori mahsulot hosil bo‘ldi.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Vazifa: ichki a’zolardan noma’lum zaharli moddani ajratib olish va kimyo-toksikologik tahlil o‘tkazish tartibini ko‘rsating.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174, 175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Suv bug‘i bilan haydash; birinchi distillatni sianid kislotaga tekshirish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«Uchuvchi» zaharlarning organizmga tushishi, tarqalishi, metabolizmi va chiqib ketishi; suv bug‘i bilan qanday moddalar haydaladi; azeotrop aralashmalar.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Nima uchun «uchuvchi» zaharlarni ajratishda ob’ekt nordonlashtiriladi; nima uchun organik kislotalar eritmasi ishlatiladi; mineral kislotalar bilan qanday xatoliklar mumkin?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Nima uchun ob’ekt kolbasi alangada emas, suv hammomida qizdiriladi; nima uchun birinchi distillyat ishqor eritmasiga yig‘iladi?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Miqdorni aniqlash kerak bo‘lsa tahlil qanday olib boriladi; sianid kislotasini ajratish, chinligini aniqlash va chirigan hamda chirimagan ob’ektlarda miqdorini aniqlash.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hisobot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Suv bug‘i bilan haydash; birinchi distillatni sianid kislotaga tekshirish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Uchuvchi zaharlar suv bug‘i bilan, ob’ekt pH 2,0-2,5 ga oksalat yoki tartrat kislota bilan keltirilib, haydaladi.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Birinchi distillyat (3 ml, 2 ml 2% NaOH ga) to‘laligicha sianid kislotasiga tekshiriladi; ikkinchisi (25 ml) boshqa uchuvchi zaharlarga.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Berlin zangorisi: FeSO4 (40%) 1-3 tomchi, qizdirish, 10% HCl; ko‘k-zangori rang yoki cho‘kma — sianid; hosil bo‘lmasa 48 soat.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173, 173-174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Suv bug‘i bilan haydash; birinchi distillatni sianid kislotaga tekshirish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Tez uchuvchi sianid kislotani yo‘qotmaslik uchun kolba og‘zi ob’ekt kislotali muhitga keltirilgach darhol ikki naychali tiqin bilan berkitiladi.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Odam organizmida oqsil almashinuvidan hosil bo‘lgan fenolning sulfat kislotali yoki glyukuronidli konyugati peshob bilan chiqariladi; mineral kislota bilan nordonlashtirish uni gidrolizlab, distillyatda soxta fenol topilishiga olib kelishi mumkin.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Achchiq bodom suvida 0,1% gacha HCN bo‘lishi mumkin.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Haydash tugagach avval bug‘ hosil qiluvchi kolba naychasi ob’ekt kolbasidan ajratiladi, keyin qizdirish to‘xtatiladi.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Suv bug‘i bilan haydash; birinchi distillatni sianid kislotaga tekshirish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22-29, 172-175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Nurmatova M.I. Toksikologik kimyo modulidan o‘quv-uslubiy majmua (DVSSM). Toshkent farmatsevtika instituti, 2025. b. 174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№089 (TFI Toksikologik kimyo kafedrasi). Sianid kislotasi (HCN) ma’ruzasi. qo‘shimcha ma’lumot (kitobda bo‘lmagan joylar uchun)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№117 (O‘zR SSV, loyiha matni). Sud-kimyo ekspertiza va tekshiruvlarini o‘tkazish qoidalari (6-ilova; sanasi va raqami ko‘rsatilmagan loyiha).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