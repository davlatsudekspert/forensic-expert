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sianid birinchi distillyatda alohida tekshiriladi? Doskada: reja va maqsad. Tipik xato: mashg‘ulotni faqat sianid sinovi deb tushunish — avval moslama va haydash tartibi o‘rganiladi.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haydash apparatini ish boshlanishidan oldin tekshirish kerak? Doskada: kutilayotgan natijalar. Tipik xato: apparatni tekshirmasdan ob’ektni solish.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yuqori haroratda parchalanadigan modda uchun vakuum yoki suv bug‘i qulay? Doskada: uch usul. Tipik xato: oddiy haydashni suv bug‘i bilan haydash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bosim kamaysa qaynash harorati qanday o‘zgaradi? Doskada: P-t egri chizig‘i. Tipik xato: vakuum haydashda qizdirish shartini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aralashma qaynash harorati har bir toza moddanikidan past? (Par bosimlar yig‘indisi.) Doskada: P(umumiy) = P(modda) + P(suv). Eslatma: kitob modda va suvning distillyatdagi nisbatini W0/Wv = M0P0/MvPv formulasi bilan beradi; talaba formulani kitobdan o‘qiydi. Tipik xato: suv bug‘i bilan haydashni suvda eriydigan moddalar uchun yagona usul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suv bilan haydash parchalanuvchi moddalar uchun qulay? Doskada: W0/Wv = M0P0/(MvPv). Tipik xato: formulada massa va par bosimini faqat bittasi hal qiladi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azeotropni suv bug‘i bilan haydab ajratib bo‘ladimi? (Yo‘q.) Doskada: azeotrop ta’rifi. Eslatma: kitobda azeotrop tarkibi foizlari ham berilgan (23-bet), lekin bandlar noaniq yozilgani uchun slaydga kiritilmadi. Tipik xato: azeotropni toza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sxemadagi 5 raqamli qismni (kitobda 2-rasm) ko‘rsating. Doskada: 4 qism ketma-ketligi. Tipik xato: bug‘ hosil qiluvchi kolbani ob’ekt kolbasi deb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himoya naychasidagi suv ko‘tarilishi nimadan darak beradi? (Idish ichida bosim ortishi.) Doskada: naychaning 50 sm talabi. Tipik xato: himoya naychasini qisqa qilib o‘rnatish.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ob’ekt hajmi kolbaning yarmidan kam bo‘lishi kerak? (Kitob sababini aytmaydi; kondensat hajmi ko‘payishi ehtimoli bilan bog‘liq.) Doskada: kolba va tiqin sxemasi. Tipik xato: bug‘ naychasini ob’ekt sathidan yuqorida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talaba apparatni yig‘ib, hamma ulanishlarning germetikligini ko‘rsatadi. Muhokama: bug‘ naychasi nega kolba tagiga yetishi kerak? Tipik xato: tiqinga naychalarni teskari o‘rnatish.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ob’ekt indikator bilan pH 2,0-2,5 ga keltiriladi. Muhokama: nega tiqin ’tezda’ yopiladi? Doskada: pH 2,0-2,5. Tipik xato: ob’ektni mineral kislota bilan nordonlashtirish (keyingi slaydga qarang).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fenol mineral kislotadan hosil bo‘ladi? (Odam organizmida oqsil almashinuvidan hosil bo‘lgan fenolning sulfat yoki glyukuronid konyugati peshob bilan chiqariladi — kitob bo‘yicha.) Doskada: «organik kislota - xato yo‘q». Tipik xato: sianid va fenol misolini aralashtirib, ’mineral kislota doim xato‘ deb yozish: sirka kislotasi uchun istisno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organik kislota tanlanadi? Doskada: HCN + 3HOH → HC(OH)3 + NH3; so‘ng HCOOH. Tipik xato: sianid topilmasa ham ob’ektda yo‘q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sud kimyogari bunday xatoni bilishi kerak? Doskada: gidroliz sxemasi. Tipik xato: distillyatda fenol borligini darhol zaharlanish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ob’ekt pH ini hisobga olmasa nima bo‘ladi? (Zaharlar to‘liq ajralmaydi — 26-bet.) Doskada: jadval. Tipik xato: barcha moddalarni bitta pH da haydash.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distillyat 0,1 n HCl ga yig‘iladi? (asoslarni tuz holida ushlab qolish — 26-bet idish tarkibi.) Doskada: 5 qadam. Tipik xato: ishqor qo‘shishdan oldin kolbani sovitmaslik.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ba’zi moddalar suv bug‘i bilan yaxshi haydalmaydi? Doskada: daraxt. Tipik xato: etilenglikolni suv bug‘i bilan to‘liq ajratib olish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birinchi distillyat ishqorga yig‘iladi? Doskada: 3 ml / 2 ml 2% NaOH; ikkinchi 25 ml. Eslatma: nazariy qismda (toks 28) birinchi distillyat «2 ml 2% NaOH ga 5 ml gacha» deb berilgan — kitoblarda farq bor; amaliyotda toks 173 dagi miqdor olinadi. Kitob talabi: reaksiya tenglamasini talaba yozib tushuntiradi. Tipik xato: egik naycha uchini ishqordan tashqarida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Kitobdagi tenglama: HCN + NaOH = NaCN + H2O (toks 26). Muhokama: tuz hosil bo‘lishi nima uchun HCN yo‘qolishidan saqlaydi? Tipik xato: ikkinchi distillyatni ham sianidga ishlatib, uni sarflab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Kutilayotgan natija: ish daftariga hid, rang, ikkinchi suyuq faza bor-yo‘qligi yozilgan. Muhokama: suvdan og‘ir suyuqlik bo‘lsa, u qaysi guruh moddalarga ishora qilishi mumkin? (Kitob buni bu joyda aytmaydi.) Tipik xato: distillyatni ochiq idishda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birinchi distillyat butunlay HCN ga ketadi? Doskada: daraxt. Tipik xato: ikkala distillyatni aralashtirib tahlil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deflegmator nima vazifa bajaradi? Doskada: oqim sxemasi. Tipik xato: fraksion haydashni oddiy haydash bilan bir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miqdor uchun ob’ektning yangi qismi olinadi? (Ashyoviy dalil sifat tahlilida ishlatilgan; kitob sababini aytmaydi.) Doskada: 300 ml. Tipik xato: sifat tahlili qilingan distillyatdan miqdor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tartibda ajratiladi va nega? Doskada: «avval ajrat, keyin o‘chir». Xavfsizlik: sianid bug‘lari xavfli — kitobda alohida ko‘rsatma yo‘q, o‘qituvchi so‘rish shkafi va qo‘lqopni talab qiladi. Tipik xato: oldin alangani o‘chirib, keyin naychani ajratish.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meva danaklari bilan zaharlanish nega mumkin? Doskada: amigdalin -&gt; HCN. Tipik xato: achchiq bodom suvini zararsiz deb hisoblash — unda 0,1% HCN bo‘lishi mumkin. Malaka 089 da achchiq bodom suvining 60-100 ml miqdori o‘ldirishi mumkinligi aytiladi; bu kitobda yo‘qligi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murdada xarakterli belgi bo‘lmasa, tashxis qanday qo‘yiladi? Doskada: «hid + tiniq qizil qon -&gt; HCN tekshiruvi». Eslatma: izotsian kislotasi haqidagi band kitobdan aynan olingan; mexanizm kitobda batafsil yozilmagan. Tipik xato: hid yo‘q bo‘lsa sianid yo‘q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ob’ekt chirigan bo‘lsa, sianid tahlilida nima e’tiborga olinadi? (Miqdoriy tahlil usuli 25-slaydda.) Doskada: 4 sabab. Kitobda: HCN «27 °C da qaynaydi» (toks 28, xato); to‘g‘ri qiymat 25,6 °C (malaka 054).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Reaktivlar: FeSO4 (40%), 10% HCl, indikator. Kutilayotgan natija: ko‘k-zangori rangli eritma yoki cho‘kma. Xavfsizlik: sianid bor — so‘rish shkafida, qo‘lqopda ishlang (kitobda ko‘rsatma yo‘q). Tipik xato: HCl ni ortiqcha qo‘shish — reaksiyani sekinlashtiradi.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ko‘k-zangori (musbat) yoki 48 soatdan keyin ham rangsiz (manfiy). Muhokama: nega 48 soat kutiladi? (Kitob: «sababini izohlab bering»; mumkin javob — HCl ortiqchasi tufayli reaksiya sekinlashadi, toks 29.) Sud-kimyoviy ahamiyatni muhokama qiling: manfiy natija sianid yo‘q degani emas — 20-slayddagi sabablar. Tipik xato: 48 soatni kutmay manfiy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Kitob talabi: reaksiya tenglamalarini talaba yozadi. Tipik xato: Fe(OH)2 va Fe(OH)3 cho‘kmasini berlin zangorisi bilan adashtirish. Kitobda: oxirgi tenglamada FeCl3 oldida koeffitsient yo‘q (xato) — tenglashtirilgan shakli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berlin zangorisi va rodanid reaksiyasi nima bilan farq qiladi? Tipik xato: malaka reaksiyasini kitob reaksiyasi sifatida ko‘rsatish. Manba: malaka 089 (kitoblarda bu reaksiya yo‘q); kimyosi: CN- + polisulfid → SCN-, Fe3+ bilan qizil Fe(SCN)3.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bu usul chirimagan ob’ektlar uchun? (Chirishda H2S hosil bo‘ladi — keyingi slayd.) Doskada: teskari titrlash sxemasi. Eslatma: kitobdagi tenglamalar koeffitsientlarida noaniqliklar bor (masalan, HCN + AgNO3 qatori 29-bet ikki variantda), shu sababli tenglamalar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Ag2S ni qanday ajratamiz? (NH4OH da erimaydi.) Doskada: 4 bosqich. Tipik xato: chirigan ob’ektda argentometrik usul qo‘llash — H2S halaqit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talabalar jadvalni to‘ldiradi: sianid -&gt; №1; formaldegid, aseton, xloroform, dixloretan, metil va etil spirti, fenol -&gt; №2. Sirka kislotasi, etilenglikol, TEQ bu usulda kam miqdorda haydaladi, ular uchun maxsus usullar qo‘llanadi (toks 26). Muhokama: nega sirka kislota uchun alohida usul? Tipik xato: sirka kislotasini oddiy ikkinchi distillyat moddasi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Kutilayotgan natija: talaba tartibni ketma-ket yozadi: ob’ektni maydalab, oksalat yoki tartrat bilan pH 2,0-2,5 ga keltirish; suv bug‘i bilan haydash; birinchi distillyatni 2% NaOH ga yig‘ish; berlin zangorisi (musbat); keyin miqdor uchun yangi qismdan 300 ml distillyat. Kitob keysga tayyor javob bermaydi; bu tartib 173-174-bet protokoliga asoslangan. Muhokama: ’noma’lum meva urug‘lari’ bilan sianid orasidagi bog‘liq nima? (Achchiq mag‘izli danaklarda amigdalin HCN hosil qiladi — toks 28.) Tipik xato: faqat hidga qarab xulosa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rang paydo bo‘lmasa nima qilinadi? (48 soat kutiladi — 174.) Doskada: 5 qadam. Kitob keysga javob bermaydi; qadamlar mashg‘ulot matni (173) va 29-bet asosida o‘qituvchi uchun yo‘nalish.</a:t>
            </a:r>
          </a:p>
          <a:p/>
          <a:p>
            <a:r>
              <a:t>Tekshirish kerak (manbada noaniq):</a:t>
            </a:r>
          </a:p>
          <a:p>
            <a:r>
              <a:t>- Keys: 1-bankadagi oshqozon bo‘lagidan achchiq bodom hidi keladi; pH lakmus bilan 2,0-2,5 ko‘rsatdi.</a:t>
            </a:r>
          </a:p>
          <a:p>
            <a:r>
              <a:t>- Dastlabki tahlilda ajralmaga berlin zangorisi reaksiyasi qilinganda ko‘k-zangori mahsulot hosil bo‘ldi.</a:t>
            </a:r>
          </a:p>
          <a:p>
            <a:r>
              <a:t>- Vazifa: noma’lum zaharli moddani ajratib olish va kimyo-toksikologik tahlil o‘tkazish tartibini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 bir savolga bittadan misol keltiring. Doskada: 18 savolni raqamlab yozing. Tipik xato: javobda ’uchuvchi’ va ’azeotrop’ tushunchalarini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distillyatlar tavsifi (hid, rang), berlin zangorisi natijasi va xulosani yozadi. Muhokama: darsning 3 asosiy xulosasini ayting. Doskada: raqamlar — pH 2,0-2,5; 3 ml; 25 ml; 300 ml; 48 soat. Tipik xato: raqamlarni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Suv bug‘i bilan haydash; birinchi distillatni sianid kislotaga tekshirish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rejasi va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4-laboratoriya mashg‘uloti: ob’ektdan zaharli moddalarni suv bug‘i yordamida haydab ajratib olish; birinchi distillyatni sianid kislotasi uchun tekshirish.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«uchuvchi» zaharlarni suv bug‘i bilan ajratishning nazariy asoslari; moslamani yig‘ish; ob’ektdan ajratish; distillyatda sianid kislotasini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tahlil ish rejasini tuza bilish, haydash nazariyasini amaliyotda ko‘rsatish, moslamani yig‘ish va distillyatda sianid kislotasini aniqlash.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172; Yuldashev Z.A., Nurmatova M.I., Toksikologik kimyo modulidan o‘quv-uslubiy majmua, betlar: 174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suv bug‘i bilan haydash apparatini yig‘adilar va biologik ob’ektni haydash uchun tayyorlaydilar.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«Uchuvchi» zaharlarni haydab olishni, kimyoviy, farmakologik va fizik-kimyoviy usullarda tahlil qilishni o‘rganadilar.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Asbob-uskunalar: suv bug‘i bilan haydash apparati, voronka, probirkalar, reaktivlar, ko‘rgazmali materiallar, skotch, qog‘oz.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«Uchuvchi» zaharlar va haydash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«Uchuvchi» zaharlarning umumiyligi — uchuvchanlik; ularni ajratishda haydash (distillyatsiya)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Haydash usullari: oddiy, vakuum yordamida va suv bug‘i yordamida haydash.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ob’ektlardan uchuvchan moddalarni ajratishda suv bug‘i bilan haydash qo‘llaniladi.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369"/>
                <a:gridCol w="369160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Oddiy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Vyurts kolbasida yuqori issiqlikda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Vakuum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Past bosimda, parchalanuvchilar uchun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 bug‘i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Nisbatan past haroratda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Haydash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22, 22-23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Oddiy va vakuum yordamida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Oddiy haydashda ob’ekt Vyurts kolbasiga solinib, sovutgichga ulanadi va qum yoki yog‘ solingan idishda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Qaynash — modda par bosimi atmosfera bosimiga tenglashganda sodir bo‘ladigan holat; qaynash harorati bosim oshishi bilan oshadi.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Yuqori haroratda parchalanuvchi birikmalarni past bosimda, vakuum hosil qilib haydash maqsadga muvofiq.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Oddiy haydash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Vyurts kolbasi + sovutgich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Qum yoki yog‘ hammomi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Yuqori issiqlik ta’sirida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Vakuum haydash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Qabul idishi nasosga ulanadi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Past bosim — past harorat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Parchalanuvchi moddalar uchun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Haydash turlari (22-bet)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 bug‘i bilan haydashning nazariy asosi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Moddalar nisbatan past haroratda haydalgani uchun struktura o‘zgarishlariga uchramaydi.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Bir-birida erimaydigan suyuqliklar aralashmasida ayrim par bosimlar yig‘indisi atmosfera bosimiga yetganda aralashma qaynay boshlaydi va haydaladi.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Aralashmadagi har bir moddaning qaynash harorati uning toza holdagi qaynash haroratidan past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Usul yuqori haroratda qaynaydigan va suvda erimaydigan moddalar (nitrobenzol, to‘rtetilqo‘rg‘oshin) uchun ayniqsa qulay.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TEQ qaynash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TEQ parchalana boshlaydi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135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Misol modda 1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nitrobenzol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Misol modda 2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to‘rtetilqo‘rg‘oshin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Suv bug‘i bilan haydash uchun qulay moddalar (23-bet)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Haydash: o‘tish formulasi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Bir-birida erimaydigan suyuqliklar aralashmasi ayrim par bosimlar yig‘indisi atmosfera bosimiga yetganda qaynaydi.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Distillyatdagi organik modda va suv miqdorlari nisbati ularning molekulyar massasi va par bosimiga bog‘liq: W0/Wv = M0·P0/(Mv·Pv).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Aralashmadagi har bir modda toza holdagiga nisbatan past haroratda qaynaydi.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369"/>
                <a:gridCol w="369160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W0 va Wv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modda va suvning miqdori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M0 va Mv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Ularning molekulyar massasi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P0 va Pv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Ularning par bosimi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Qaynash harorati toza holdagidan past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Haydash formulasi (23-bet)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Azeotrop aralashmalar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Ba’zi moddalar haydalganda azeotrop, ya’ni o‘zaro ajralmasdan qaynaydigan aralashmalar hosil bo‘ladi; masalan, xloroform + suv, spirt + suv.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Azeotrop aralashma haydalganda distillyatdagi tarkibi o‘zgarmaydi, shu sababli suv bug‘i bilan haydashda ularni bir-biridan ajratib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Azeotroplarni oddiy yoki fraksiyalab haydash, bosimni kamaytirish yoki oshirish yo‘li bilan ajratish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Azeotropni ajratish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Fizik usul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Oddiy yoki fraksiyalab haydash  ·  Bosimni kamaytirish yoki oshirish  ·  100 mm gacha: spirt 99,6%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 usul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Natriy metali: absolyut spirt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Azeotroplarni ajratish (23-bet)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Haydash qurilmasining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Qurilma uch qismdan iborat: bug‘ hosil qiluvchi kolba, ob’ekt kolbasi, sovitgich va qabul kolbasi.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Bug‘ hosil qiluvchi kolbaga yarmigacha tozalangan suv quyiladi.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 hosil qiluvchi kolba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kolbasi (suv hammomida)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sovitgichi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Qabul qiluvchi kolba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Qurilma qismlari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Bug‘ hosil qiluvchi kolbadagi himoya naychasi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Bug‘ hosil qiluvchi idish tiqinida ikkita — himoya va bug‘ chiqaruvchi — naychalar uchun teshik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Uzun himoya naychasining ostki qismi deyarli idish tubigacha tushib turadi, yuqorida qoladigan qismi 50 sm dan kam bo‘lmasligi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qattiq qaynab ketganda himoya naychasi bosimni va chayqalishni saqlab turadi; suv ko‘tarilsa, alanga pasaytiriladi.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 hajmi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1/2</a:t>
            </a:r>
            <a:r>
              <a:rPr sz="1200" b="0">
                <a:solidFill>
                  <a:srgbClr val="6B7280"/>
                </a:solidFill>
                <a:latin typeface="Calibri"/>
              </a:rPr>
              <a:t>  kolba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Himoya naychasi (yuqori)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50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Bug‘ naychasi chiqishi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2-3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Raqamlar (24-bet)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 kolbasi va ulanishlar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solinadigan kolba og‘zi ikkita buklangan naychali tiqin bilan berkitiladi; naychalardan biri kolba tubigacha yetishi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hajmi kolba hajmining yarmidan kam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Haydash davomida bug‘ kondensatlanib hajm ko‘payib ketishi mumkin; shuni kamaytirish uchun ob’ektli kolba tagidan suv hammomi bilan qizdiriladi.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Tiqin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Ikkita buklangan naychali tiqin bilan berkitiladi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Uzun naycha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Kolba tubigacha yetadi, bug‘ naychasiga ulanadi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Qisqa naycha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Tiqin ostidan 2-3 sm chiqib, sovitgichga ulanadi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Hajm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Ob’ekt kolba hajmining yarmidan kam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Hammom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Kolba tagidan suv hammomida qizdiriladi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Ob’ekt kolbasi (24-bet)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Apparatni yig‘ish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Maydalangan ob’ekt tozalangan suv bilan bo‘tqa holiga keltirilib, kolbaga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Kolba shtativda sovuq suv hammomiga tushiriladi; og‘zi ikki «G» naychali tiqin bilan berkitiladi.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Bug‘ naychasi kolba tagigacha yetadi; ikkinchi naycha sovitgichga ulanadi.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+ suv: bo‘tqa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Kolba shtativda, suv hammomida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Tiqin va naychalar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Naycha sovitgichga ulanadi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Yig‘ish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Nordonlashtirish: nega organik kislota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Asbob yig‘ilgach, bug‘ hosil qiluvchi kolbadagi suv qaynash darajasiga yetguncha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oksalat yoki vino-tosh kislota bilan kislotali muhitga (pH 2,0-2,5)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 uchuvchi sianid kislotani yo‘qotmaslik uchun kolba og‘zi ikki naychali tiqin bilan darhol berkitiladi.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qaynaguncha qizdiriladi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Oksalat/tartrat bilan pH 2,0-2,5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Tiqin bilan darhol berkitiladi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Nordonlashtirish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173,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 kislota bilan nordonlashtirish xatolari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Ob’ekt sharoitini kuchli mineral kislotalar bilan kerakli pH ga keltirish tavsiya etilmaydi: sianid kislota boshqa moddalarga o‘tib, aniqlanmay qolishi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Mineral kislotalar bilan nordonlashtirish natijasida zaharli modda bo‘lmaganda ham fenol hosil bo‘lishi mumkin: sulfat kislotali konyugat gidrolizlanadi.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Shu sababli nordonlashtirishda kuchsiz organik kislotalardan foydalanish tavsiya etiladi.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Istisno: sirka kislotasi bilan zaharlanganda kuchli mineral kislota uning dissotsialanishini to‘xtatadi va u suv bug‘i bilan osonroq haydaladi.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Organik kislota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Oksalat yoki tartrat kislota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HCN saqlanib qoladi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Fenol artefakti hosil bo‘lmaydi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Mineral kislota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HCN boshqa moddaga o‘tadi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Zaharsiz ob’ektda fenol chiqadi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Istisno: sirka kislota uchun 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Kislota tanlash (26-27-betlar)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26,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Kuchli kislotada HCN o‘zgarishi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 kislotalar bilan nordonlashtirilganda sianid kislota boshqa moddalarga o‘tib, aniqlanmay qolishi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 kislotadan chumoli kislota va ammiak hosil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Bunday hol biologik ob’ektda sianid kislota kam bo‘lganda alohida ahamiyatga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HCN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H2SO4 (kuchli kislota)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Chumoli kislota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Ammiak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Kuchli mineral kislota ishtirokida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HCN aniqlanmay qolishi mumkin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HCN o‘zgarishi (26-27-betlar)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26,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 artefakti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 va hayvon organizmida oqsil almashinuvidan hosil bo‘lgan fenolning sulfat kislotali yoki glyukuronidli konyugati peshob bilan chiqarib turiladi.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Bunday ob’ektga kuchli mineral kislota qo‘shilsa, konyugat gidrolizlanib, distillyatdan fenol topilishi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nordonlashtirishda kuchsiz organik kislotalardan foydalanish tavsiya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Fenol sulfat konyugati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Mineral kislota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Fenol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Sulfat kislota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Gidroliz (kuchli kislotada)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Zaharsiz ob’ektda ham fenol topiladi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Fenol artefakti (27-bet)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Muhitga qarab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Ob’ektdan haydaladigan moddalar kimyoviy tuzilishiga ko‘ra kislotali, asosli yoki neytral xossali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 xossali moddalar kislotali muhitda, asos xossali moddalar ishqoriy muhitda, neytrallar har ikkala muhitda haydalishi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Amfoter birikmalarning maksimal ajralishi izoelektrik nuqtaga mos pH-muhitda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2700"/>
                <a:gridCol w="305527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 xossasi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Haydash muhiti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 xossali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Kislotali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 xossali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Ishqoriy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Neytral xossali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Ikkala muhitda ham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Amfoter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Izoelektrik nuqtaga mos pH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Muhit tanlash (26-bet)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 xossali moddalarni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muhitda uchuvchi zaharlar ajratilgach, ob’ektli kolba ajratib olinadi va sovitiladi.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Sovitilgach 5% natriy ishqori qo‘shilib, muhit ishqoriy qilinadi (indikator bilan tekshiriladi).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Olingan distillyat anilin, piridin, arekolin, koniin, nikotin, anabazin, efedrin, fenamin kabi asos xossali moddalarga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Kolbani ajratish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Kislotali muhitda haydalgach, ob’ektli kolba ajratiladi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Sovitish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Kolba sovitiladi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Ishqoriy muhit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5% natriy ishqori qo‘shiladi, indikator bilan tekshiriladi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Bug‘ naychasi va sovitgich oldingi tartibda birlashtiriladi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Yig‘ish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3-4 qism (10-15 ml) distillyat 0,1 n HCl li idishlarga olinadi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Asos xossali moddalar (26-bet)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Ikkinchi distillyat qismlari va kam haydaladigan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 ml li toza idishga 25 ml dan 1-2 qism distillyat haydab olinadi: spirtlar, aldegid va ketonlar, alkilgalogenidlar, aromatik uglevodorod hosilalari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Etilenglikol, sirka kislotasi, tetraetilqo‘rg‘oshin bu usulda kam miqdorda haydaladi, shu sababli ular uchun maxsus usullar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 uchun alohida distillyat shu moddaga tegishli eng sezgir sifat reaksiyasini bermaguncha haydaladi.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Ikkinchi distillyat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25 ml qismlar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Spirtlar, aldegid va ketonlar  ·  Alkilgalogenidlar  ·  Aromatik uglevodorod hosilalari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Kam haydaladi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Etilenglikol  ·  Sirka kislotasi  ·  Tetraetilqo‘rg‘oshin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Chora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Maxsus usullar qo‘llanadi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Ikkinchi distillyat (26-bet)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Haydash tezligi va distillyatlar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Haydash tezligi qabul qiluvchi kolbaga tushayotgan tomchilarni sanash mumkin bo‘lgan darajada olib boriladi.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Birinchi distillyat 3 ml miqdorda 2 ml 2% natriy ishqori bor probirkaga yig‘iladi; sovitgichga ulangan egik naycha uchi ishqor eritmasiga tushib turishi zarur.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Ikkinchi distillyat 25 ml miqdorda bo‘sh toza kolbachaga yig‘iladi.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Sovitgichning qabul qiluvchi kolbaga tushirilgan tomoni kolba tagiga yetib turishi shart, aks holda oson uchuvchi moddalar uchib ketganini sezmay qolish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426655"/>
                <a:gridCol w="240589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Distillyat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Hajmi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Qayerga yig‘iladi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№1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ml 2% NaOH li probirka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№2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Bo‘sh toza kolbacha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Miqdor uchun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300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Zahar to‘liq haydab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Distillyatlar (173-bet)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173,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Ishqorga yig‘ishning sababi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 kislotasi ishqor bilan reaksiyaga kirishib, uchmaydigan tuz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distillyatning barchasi sianid kislotasini aniqlash uchun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distillyatdan qolgan uchuvchi zaharli moddalar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HCN distillyatga o‘tadi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NaOH eritmasiga tushadi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NaCN (uchmaydigan tuz)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HCN ni ushlab qolish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26, 173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Distillyatni ko‘zdan kechirish va saqlash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Yig‘ilgan distillyatlar ko‘zdan kechirilib, ish daftariga hidi, rangi, suv bilan aralashmaydigan suvdan yengil yoki og‘ir suyuqliklar bor-yo‘qligi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So‘ngra distillyat tarkibida bo‘lishi mumkin bo‘lgan «uchuvchi» zaharlar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Distillyatni tekshirish davrida uni tiqin bilan yopilgan kolbachalarda saqlash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ko‘zdan kechiriladi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Hid, rang, qavatlar yoziladi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Uchuvchi zaharlar aniqlanadi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Tiqinli kolbachalarda saqlanadi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Distillyat bilan ishlash (173-bet)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Distillyat tahlili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distillyat faqat HCN ga, ikkinchi distillyat boshqa moddalarga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va xloralgidratni farqlash uchun distillyatdan sof holda efirli ajralma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Fenol, krezollar, anilin, nitrobenzol, amil spirti uchun distillyatga NaHCO3 qo‘shilib, efir bilan chayqatiladi; efir uchirilib konsentratsiya oshiriladi.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Distillyat tahlili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№1 distillyat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Faqat HCN ga tekshiriladi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№2 distillyat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Boshqa uchuvchi moddalarga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Efirli ajralma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Xloroform va xloralgidratni farqlash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NaHCO3 + efir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Fenol, krezol, anilin  ·  Nitrobenzol, amil spirti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Miqdor uchun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Alohida haydalma olinadi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Distillyat tahlili (27-28-betlar)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Fraksion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Distillyatda modda miqdori juda kam bo‘lishi mumkin; chirish mahsulotlari ham distillyatga o‘tib, tahlilga halaqit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Fraksion haydash deflegmatorli kolbalarda bajariladi; uchuvchi moddalar qaynash haroratiga qarab bir-biridan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distillyatni yot moddalardan ajratish va tekshiriladigan modda konsentratsiyasini oshirish imkonini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Distillyatda modda kam, yot moddalar bor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Deflegmatorli kolbada haydash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Qaynash haroratiga ko‘ra ajratish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Yot moddalardan tozalanadi, quyuqlashadi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Fraksion haydash (27-bet)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 tahlili uchun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Zaharlarning miqdori kerak bo‘lsa, ob’ektning yangi qismidan zaharli modda to‘liq haydab ajratib olinadi, so‘ngra miqdor tahlili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haydab olish maqsadida 300 ml hajmda distillyat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Haydash distillyat shu moddaga tegishli eng sezgir sifat reaksiyasini bermaguncha davom ettiriladi.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Ob’ektning yangi qismi olinadi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Zahar to‘liq haydab olinadi (300 ml)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Sezgir reaksiya chiqmaguncha haydaladi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 tahlili o‘tkaziladi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Miqdor uchun (173, 26-betlar)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173,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Haydashni tugatish va xavfsizlik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Haydash tugagach, avval bug‘ hosil qiluvchi kolba naychasi bilan ob’ektli kolba naychasi orasi ajratiladi, so‘ng bug‘ kolbasini qizdirish to‘xtatiladi.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 holda bug‘ hosil qiluvchi idishda vakuum hosil bo‘lib, suyuqlik naycha orqali so‘rilishi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Ehtiyotsizlik tufayli ishni olib boruvchi shaxs qaynoq suv bilan kuyib jarohatlanishi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ventilyatsiya va so‘rish shkafi bor xonalarda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Naychalar orasi ajratiladi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So‘ng bug‘ kolbasini qizdirish to‘xtaydi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Aks holda vakuum hosil bo‘ladi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Suyuqlik so‘rilib, kuyish xavfi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Tugatish tartibi (24-25-betlar)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24, 24-25, 25; Malaka materiali №117 (O‘zR SSV, loyiha matni)., Sud-kimyo ekspertiza va tekshiruvlarini o‘tkazish qoidalari, betlar: 6-band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Sianid kislotasi: toksikologik ahamiyat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 kislotasi va uning tuzlari kuchli zaharli moddalardir, shunga qaramasdan xalq xo‘jaligida rangli metallarni rudadan ajratishda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Tibbiyotda achchiq bodom suvi ishlatiladi, unda 0,1% HCN saqlanishi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Achchiq mag‘izli danaklarda amigdalin gidrolizlanib, sianid kislotasini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Sianid kislotasi (HCN)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Sanoat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Rangli metallarni rudadan ajratish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Achchiq bodom suvi: 0,1% HCN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Tabiiy manba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Achchiq mag‘izli danaklar  ·  Amigdalin gidrolizi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HCN manbalari (28-bet)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belgilari va murda ko‘rinishi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HCN bilan zaharlanganda kishi baqirib yig‘laydi, hushidan ketadi, qorachig‘i kengayadi, nafas olish qiyinlashadi, tirishish va o‘lim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patomorfologik tahlil qilinganda xarakterli alomatlar sezilmaydi: vena qoni tiniq qizil rangli, ichki organlardan achchiq bodom mag‘izi hidi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Kitobga ko‘ra zaharlanishning kuchli kechishi izotsian kislotasi (H-N=C) hosil bo‘lishi hisobiga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HCN ning murda organlarida saqlanmasligi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HCN va uning tuzlari murda organlarida uzoq saqlanmaydi.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Sabablar: HCN gidrolizlanadi; rodanidlarga aylanadi; aldegid saqlovchi qandlar bilan birikadi (siangidrin).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HCN CO2, glyukoza va havo ta’sirida ham o‘zgaradi.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Gidroliz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Rodanidlarga aylanish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Qandlar bilan birikish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CO2, glyukoza, havo ta’siri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HCN o‘zgarishlari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Berlin zangorisi reaksiyasi: bajarish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distillyatga temir (II) sulfatning 40% eritmasidan 1-3 tomchi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alangasida qaynaguncha qizdiriladi, sovitilib, 10% HCl bilan nordonlashtiriladi.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Temir (II) sulfat tarkibida oz miqdorda temir (III) sulfat bo‘lishi inobatga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(ishqoriy) + FeSO4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Qaynaguncha qizdiriladi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Sovitilib, 10% HCl qo‘shiladi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Berlin zangorisi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Berlin zangorisi: natija va talqin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Ko‘k-zangori rangli eritma yoki cho‘kma hosil bo‘lishi distillyat tarkibida sianid kislotasi borligidan dalolat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 yoki cho‘kma hosil bo‘lmasa, probirkadagi aralashma 48 soatga qo‘yiladi, so‘ngra xulosa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Qo‘shilgan HCl ortiqchasi berlin zangorisi hosil bo‘lish reaksiyasini sekinlatishi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Musbat natija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ko‘k-zangori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HCl konsentratsiyasi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Rang bo‘lmasa kutish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48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Natija (173-174-betlar)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173, 174, 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Berlin zangorisi: reaksiya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sharoitdagi sianidlar eritmasi FeSO4 bilan temir (II)-sianid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sianid bilan u Na4[Fe(CN)6] ga o‘tadi; temir (III) tuzi bilan ko‘k cho‘kma yoki eritma (berlin lazuri)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tenglama: 3Na4[Fe(CN)6] + 4FeCl3 → Fe4[Fe(CN)6]3↓ + 12NaCl.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Temir tuzlari va ishqor orasida oraliq Fe(OH)2 va Fe(OH)3 hosil bo‘lishi mumkin; ular HCl bilan nordonlashtirib yo‘qotiladi.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Na4[Fe(CN)6]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FeCl3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Fe4[Fe(CN)6]3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NaCl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Ishqoriy muhit, so‘ng HCl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Ko‘k cho‘kma (berlin zangorisi)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Berlin zangorisi (29-bet)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Qo‘shimcha tasdiq: rodanid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tuzlariga ammoniy polisulfid qo‘shib qizdirilsa, rodanid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Hosil bo‘lgan rodanid FeCl3 bilan qizil rang (temir rodanidi)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HCN biologik ob’ektda rodanidlarga aylanadi.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№089 (TFI Toksikologik kimyo kafedrasi)., Sianid kislotasi, betlar: Chinligini aniqlash, 2-band; Yuldashev Z.A., Umarova G.Q., Toksikologik kimyo modulidan o‘quv-uslubiy majmua, betlar: 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Sianid kislotasi miqdorini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 kislotasi miqdori 2 xil usulda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Hajmiy argentometrik usul chirimagan ob’ektlarda: distillyat titrlangan AgNO3 ga yig‘iladi.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AgNO3 ammoniy rodanid bilan temir ammoniy achchiq toshi indikatorligida titrlanadi.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AgNO3 ga yig‘iladi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Ortiqcha AgNO3 qoladi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NH4CNS bilan titrlanadi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Temir ammoniy achchiq tosh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Argentometriya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Chirigan ob’ekt: og‘irlik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Chirigan ob’ektdan sulfid (H2S) hosil bo‘lgani uchun HCN miqdori og‘irlik usulida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Cho‘kma NH4OH da eritilib (Ag2S erimaydi), konsentrlangan HNO3 bilan ishlanadi: AgCN cho‘kadi.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Cho‘kma filtrlanib, doimiy og‘irlikgacha qizdiriladi va Ag tortib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AgNO3: AgCN va Ag2S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NH4OH da eritiladi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HNO3: AgCN cho‘kadi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Qizdirilib, Ag tortiladi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Og‘irlik usuli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«Charxpalak»: qaysi distillyatda nima aniqlanadi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Mashq: birinchi va ikkinchi distillyatdan qaysi zaharlar aniqlanishini ko‘rsating.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Moddalar: sianid kislota, formaldegid, sirka kislota, aseton, xloroform, dixloretan, spirtlar, fenol.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distillyat faqat HCN ga tekshiriladi; ikkinchi distillyat boshqa moddalarga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4134"/>
                <a:gridCol w="349384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Distillyat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Aniqlanadi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№1 (ishqorli, 3 ml)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№2 (25 ml)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Spirtlar, aldegid va ketonlar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№2 (25 ml)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Alkilgalogenidlar, aromatik hosilalar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Distillyatlar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174, 28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2-keys: achchiq bodom hidli oshqozon bo‘lagi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Keys: sud-kimyo bo‘limiga 2 plastmassa idishda murda ichki a’zo bo‘laklari keltirildi; 1-bankadagi oshqozon bo‘lagidan achchiq bodom hidi kelib turibdi.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Voqea: sud-tibbiy ekspert murda ichki a’zolari (jigar, buyrak, oshqozon) va selofan paketda noma’lum meva urug‘larini taqdim etdi; lakmus bilan pH 2,0-2,5.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tahlil: ajralmaga berlin zangorisi reaksiyasi qilinganda ko‘k-zangori mahsulot hosil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Vazifa: ichki a’zolardan noma’lum zaharli moddani ajratib olish va kimyo-toksikologik tahlil o‘tkazish tartibini ko‘rsating.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174, 175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2-keys: yechish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Keys: 1-bankadagi oshqozon bo‘lagidan achchiq bodom hidi keladi; pH lakmus bilan 2,0-2,5 ko‘rsatdi.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tahlilda ajralmaga berlin zangorisi reaksiyasi qilinganda ko‘k-zangori mahsulot hosil bo‘ldi.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Vazifa: noma’lum zaharli moddani ajratib olish va kimyo-toksikologik tahlil o‘tkazish tartibini ko‘rsatish.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Hid va pH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Achchiq bodom hidi; pH 2,0-2,5 — sianidni taxmin qildiradi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Haydash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Oksalat/tartrat bilan nordonlashtirib, suv bug‘i bilan haydash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№1 distillyat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 ml, 2 ml 2% NaOH li probirkaga yig‘iladi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Berlin zangorisi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FeSO4 (40%), qizdirish, 10% HCl: ko‘k-zangori rang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Miqdor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Chirimagan ob’ektda argentometriya, chiriganda og‘irlik usuli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Keys yechimi (173-175, 29-betlar)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174, 175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«Uchuvchi» zaharlarning organizmga tushishi, tarqalishi, metabolizmi va chiqib ketishi; suv bug‘i bilan qanday moddalar haydaladi; azeotrop aralashmalar.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Nima uchun «uchuvchi» zaharlarni ajratishda ob’ekt nordonlashtiriladi; organik kislotalar nima uchun ishlatiladi; mineral kislotalar bilan qanday xato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Nima uchun ob’ekt kolbasi alangada emas, suv hammomida qizdiriladi; nima uchun birinchi distillyat ishqor eritmasiga yig‘iladi?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Miqdorni aniqlash kerak bo‘lsa tahlil qanday olib boriladi; sianid kislotasini ajratish, chinligi; chirigan va chirimagan ob’ektda miqdorini aniqlash.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Uchuvchi zaharlar suv bug‘i bilan, ob’ekt pH 2,0-2,5 ga oksalat yoki tartrat kislota bilan keltirilib, haydaladi.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distillyat (3 ml, 2 ml 2% NaOH ga) to‘laligicha sianid kislotasiga tekshiriladi; ikkinchisi (25 ml) boshqa uchuvchi zaharlarga.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Berlin zangorisi: FeSO4 (40%) 1-3 tomchi, qizdirish, 10% HCl; ko‘k-zangori rang yoki cho‘kma — sianid; hosil bo‘lmasa 48 soat.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173, 173-174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 uchuvchi sianid kislotani yo‘qotmaslik uchun kolba og‘zi ob’ekt kislotali muhitga keltirilgach darhol ikki naychali tiqin bilan berkitiladi.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 organizmida oqsil almashinuvidan hosil bo‘lgan fenolning sulfat kislotali yoki glyukuronidli konyugati peshob bilan chiqariladi; mineral kislota bilan nordonlashtirish uni gidrolizlab, distillyatda soxta fenol topilishiga olib kelishi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Achchiq bodom suvida 0,1% gacha HCN bo‘lishi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Haydash tugagach avval bug‘ hosil qiluvchi kolba naychasi ob’ekt kolbasidan ajratiladi, keyin qizdirish to‘xtatiladi.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bug‘i bilan haydash; birinchi distillatni sianid kislotaga tekshirish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22-29, 172-175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174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№089 (TFI Toksikologik kimyo kafedrasi). Sianid kislotasi (HCN) ma’ruzasi.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