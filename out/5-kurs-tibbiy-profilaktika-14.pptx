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 savoli: nima uchun bugungi vrach faqat tibbiy bilim bilan cheklanib qola olmaydi? Tibbiy profilaktika vrachining faoliyati huquqiy me’yorlar bilan qanday bog‘lanadi? Doskada chizish: ikki ustun – “ilgari” (bilim + axloq) va “hozir” (bilim + axloq + huquq). Tipik xato: talabalar huquqiy bilimni faqat jinoiy javobgarlik bilan cheklab qo‘yadi.”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 savoli: tibbiyot huquqida munosabat tomonlari kimlar? Nima uchun sanitariya va epidemiyaga qarshi tadbirlar ham shu fan doirasiga kiradi? Doskada chizish: bemor – xodim – muassasa uchburchagi va ular orasidagi o‘qlar. Diqqat: axloq va huquq bir narsa emas – axloqiy talablar ixtiyoriy bajariladi, huquqiy me’yorlar esa majburlash orqali ta’minlanadi. Tipik xato: tibbiyot huquqini faqat vrach va bemor munosabati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 savoli: nima uchun qilmish va jinoyatni farqlash vrach uchun muhim? Tibbiy yordam nuqsonini qanday hujjatlar asosida aniqlash mumkin? Doskada chizish: A, B, V, G harflari bilan to‘rt vazifaning qisqa sxemasi. Tipik xato: kasb huquqbuzarligi va jinoyatni bir tushuncha deb qabul qilish; talabalar ularni farqlash vazifasi (G) alohida ekanini unutadi.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Nega tibbiy hujjat tahlili ko‘nikmasi huquqiy bilimsiz mumkin emas? 2) Xizmat tekshiruvida talaba qanday rol o‘ynashi mumkin? Doskada: uch darajali zinapoya (xabardorlik – bilish – ko‘nikma) chizing va har biriga bittadan misol yozing. Tipik xato: talabalar xabardorlik bilan amaliy ko‘nikmani aralashtiradi.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Bemorni iste’molchi deb qarash vrach javobgarligiga qanday ta’sir qiladi? 2) Amosov fikri qonun zaruratini inkor etadimi? Doskada: ikki ustun – ilgari va hozirgi talablar ro‘yxatini chizing. Tipik xato: Amosov so‘zini qonunni keraksiz deb tushunish; bu yerda vijdon qonun o‘rnini bosa olmasligi aytilgan.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Vrach qonunni buzmasdan etikaga zid ish qilishi mumkinmi? Misol keltiring. 2) Nima uchun huquq ma’naviyatning minimumi deyiladi? Doskada: pog‘onali sxema – pastda huquq, tepada etika. Tipik xato: huquq va axloqni bir xil narsa deb hisoblash yoki ularni bir-biriga qarama-qarshi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daq. Muhokama: 1) Nima uchun tibbiy faoliyat faqat sog‘liqni saqlash qonunlari bilan cheklanmaydi? 2) Maxsus qonunlardan qaysilari profilaktika yo‘nalishiga yaqin? Doskada: jadvaldagi to‘rt darajani piramida shaklida chizdiring. Tipik xato: talabalar “Fuqarolar sog‘lig‘ini saqlash to‘g‘risida”gi Qonunni yagona manba deb o‘ylaydi; aslida u boshqa hujjatlar bilan bog‘liq.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Huquq ma’naviyatning minimumi, axloq esa yuqori darajasi degani nimani anglatadi? 2) Tibbiy yordam xizmatga tenglashtirilganda vrachning mas’uliyati qanday o‘zgaradi? Doskada: ikki pog‘onali zina chizing — pastda huquq (majburiy), yuqorida axloq (ixtiyoriy). Tipik xato: “axloq bor bo‘lsa, huquq kerak emas” yoki aksincha, ikkalasini qarama-qarshi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Nima uchun huquqni cheklash faqat sud qarori bilan mumkin? 2) Bemor huquqi buzilsa, 44-modda unga qanday yo‘l ochadi? Doskada: 18, 19, 20, 44, 45-moddalarni “tenglik – daxlsizlik – chegara – himoya” zanjiri sifatida yozdiring. Tipik xato: moddalar raqamlarini aralashtirish (masalan, 44-moddani 18-moddaga almashtirish).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huquq doim burch va javobgarlik bilan birga keladi? 2) 40- va 43-moddalar farqi nimada? Doskada: huquq → burch → javobgarlik zanjirini chizing, ostiga 4 xizmat turini yozing. Tipik xato: 40-moddani (fuqaro huquqi) 43-modda (davlat kafolati)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Qonun tuzilishini bilish amaliy ishda nimaga kerak? 2) Qaysi qismda bemor huquqlari joylashgan? (2-qism, 24-modda). Doskada: 6 qism jadvalini talabalar o‘zlari to‘ldirsin. Tipik xato: qabul qilingan sana bilan kuchga kirgan sanani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profilaktika (tibbiy profilaktika yo‘nalishi) ustuvor? 2) Turmush tarzini yaxshilash uchun qanday tadbirlar bor? Doskada: omillarni ulush bo‘yicha ustunli diagramma shaklida chizing. Tipik xato: tibbiy yordamni salomatlikning asosiy omili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Tezkor savol (yopiq kitob bilan, 1 daq): 5 tamoyilni ketma-ket sanang. Eslab qolish usuli (o‘qituvchi taklifi, manbada yo‘q): har tamoyilning bosh so‘zi — Huquq, Hamma, Profilaktika, Himoya, Fan. Muhokama: nima uchun profilaktika ustuvor deb belgilangan? Tibbiy yordam salomatlikning faqat kichik qismiga ta’sir qiladi-ku? Doskada chizish: 5 bosqichli zanjirni chizib, har biriga bittadan misol yozdiring. Tipik xato: tamoyillarni bemor huquqlari (24-modda)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davlat kafolatidagi yordam bilan qo‘shimcha xizmat o‘rtasidagi chegara nimada? Kim hajm va tartibni belgilaydi? Doskada chizish: ikki ustunli sxema — chapda bepul (kafolatlangan), o‘ngda pullik (qo‘shimcha). Tipik xato: Vazirlar Mahkamasi va Sog‘liqni saqlash vazirligi vakolatlarini aralashtirish. Vazirlar Mahkamasi bepul yordam oladigan guruhlar tarkibini, vazirlik birlamchi yordamning hajmi va tartibini belgilaydi.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Talabalar kichik guruhlarda ishlaydi, har guruh 2 savolga javob beradi. Muhokama: shartnoma asosidagi tekshiruv bilan shoshilinch yordam chegarasi qayerdan o‘tadi? Qaysi guruhlar xususiy muassasada ham bepul yordam oladi va ularni kim belgilaydi? Doskada chizish: ‘shartnoma → pullik’, ‘shoshilinch → bepul’ strelkalari. Tipik xato: shartnoma asosidagi pullik xizmatga shoshilinch yordamni ham kiritib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Kasalligi sababli kamsitishni qanday holatlarda uchratish mumkin? 2) Nikoh oldi tibbiy ko‘rigi nima uchun kerak? Doskada 17-23-moddalardagi toifalarni ro‘yxat qilib yozdiring. Tipik xato: 13-modda (kamsitishdan himoya) bilan 18-modda (bepul maslahat, oilaviy shifokor) farqini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1) Bemor shifokorni tanlash huquqidan qanday foydalanadi? 2) Nomaqbul prognozni bemorga qanday aytish kerak (tibbiy etika)? Doskada 24-moddadagi huquqlarni ikki ustunga ajratib yozdiring: tanlash huquqlari va ma’lumot/sir huquqlari. Tipik xato: 14 yoshga to‘lgan bolaning ma’lumot olish huquqini 14 yoshgacha bo‘lganlar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1) Bemor hushsiz holda kelsa, kim qaror qabul qiladi? 2) Qonuniy vakil bo‘lmasa nima qilinadi? Doskada sxemani o‘zlari chizsin va har bosqichni 26-modda bilan bog‘lasin. Tipik xato: konsilium tashkil etish mumkin bo‘lganda ham qarorni yakka navbatchi vrach chiqarishi mumkin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Tezkor savol: Qonuniy vakil rad etgan va bu bemorga og‘ir oqibat keltirishi mumkin bo‘lsa, vrach kimga xabar berishi shart? (Javob: vasiylik va homiylik organlariga, bet 15). Muhokama: nima uchun yuqumli kasallikda rozilik shart emas? Doskada chizish: ikki ustunli sxema, chapda bemorning rad etish huquqi, o‘ngda rozilikni talab qilmaydigan holat. Tipik xato: 27-moddadagi rad etishni 28-moddadagi majburiy yordam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Talabalar 3 kishilik guruhlarda vaziyatni yechadi. Muhokama savollari: 1) Rad etishni qanday rasmiylashtirish kerak? 2) Nima uchun vasiylik organiga xabar berish shart? Doskada chizish: harakatlar ketma-ketligi (rad etish, hujjat, xabar berish). Tipik xato: vrach jim turib, hech qanday hujjat tuzmasligi yoki vasiylik organini xabardor qilmasligi. Eslatma: vaziyat o‘quv maqsadida manbadagi me’yorlar asosida tuzilgan.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nima uchun birlamchi yordam eng asosiy tur hisoblanadi? Tibbiyot xodimlari yetib kelguncha birlamchi yordamni kim ko‘rsatishi shart? (bet 16). Doskada chizish: jadvalni daftarga ko‘chirib, har turga bitta misol yozish. Tipik xato: birlamchi yordamni ixtisoslashgan yordam bilan, shoshilinch yordamni esa har doim pullik deb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daqiqa. Muhokama: 1) Nega militsiya va yong‘in xizmati xodimlari ham birlamchi yordam ko‘rsatishi shart? 2) Nega bu kasalliklar ijtimoiy ahamiyatli deyiladi? Doskada: 30-modda bo‘yicha voqea joyidagi yordam ketma-ketligini chizdiring. Tipik xato: ijtimoiy ahamiyatli kasalliklar ro‘yxatini Vazirlar Mahkamasi belgilashini unutish. Shoshilinch yordamni shartnoma bilan chalkashtirish ham xato.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1) Sud-tibbiy ekspertiza boshqa turlardan nimasi bilan farq qiladi? 2) Patologo-anatomik tekshiruvning ekspertiza maqomini olishi nimani o‘zgartiradi? Doskada: 36–40-moddalar jadvalini talabalar bilan to‘ldiring. Tipik xato: patologo-anatomik tekshiruvni (40-modda) sud-tibbiy ekspertiza bilan bir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1) Qaysi faoliyat turlari uchun diplomdan tashqari litsenziya shart? 2) Xususiy amaliyot qanday hollarda to‘xtatilishi mumkin? Doskada: diplomdan amaliyotni to‘xtatishgacha zanjirni chizing. Tipik xato: diplom bor bo‘lsa, litsenziya shart emas deb o‘ylash. Litsenziya faqat Vazirlik belgilagan ayrim turlar uchun talab qilinadi.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Qasamyod va qonuniy javobgarlik o‘rtasida qanday bog‘liqlik bor? 2) Sirni olgan boshqa shaxs (masalan, qonuniy vakil) nima uchun sirni saqlashi shart? Doskaga chizing: markazda «Shifokor siri», atrofida 4 ta ma’lumot turi (murojaat, holat, tashxis, muolaja). Tipik xato: talabalar sirni mutlaq deb o‘ylaydi va istisnolarni unutadi.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Jadvalda oltita holat to‘rt qatorga jamlangan: birinchi qatorda ikkita, to‘rtinchi qatorda ikkita holat bor. Talabalar oltitasini to‘liq sanab chiqsin. Muhokama: 1) Nima uchun yuqumli kasallikda rozilik shart emas? 2) Jinoyat kodeksi 241-moddasi qaysi holatga tegishli? Doskaga chizing: oltita holatli ro‘yxat va yonida «xabar beriladigan idora». Tipik xato: istisnolarni cheksiz kengaytirish yoki ularni sanamay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Zarar qoplangan bo‘lsa, xodim yana qanday javobgarlikka tortilishi mumkin? 2) Nima uchun Qonun umumiy xarakterda, aniq jihatlar esa tarmoq hujjatlarida berilgan? Doskaga chizing: «Zarar o‘rnini qoplash» va unga parallel uchta javobgarlik turi (intizomiy, ma’muriy, jinoiy). Tipik xato: qoplash bilan javobgarlik tugaydi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6-7 daq. Muhokama: 1) Nega bu holat shifokor siri istisnolari qatoriga kiritilgan? 2) Xabar kimga beriladi (huquqni muhofaza etuvchi idoralarga) va nega o‘z vaqtida bo‘lishi shart? Doskada chizish: ikki ustun - «sir saqlanadi» va «sir istisno tartibida beriladi», har biriga 2-3 misol yozdiring. Tipik xato: talabalar shifokor sirini mutlaq taqiq deb o‘ylaydi yoki xabar berishni «ixtiyoriy» deb hisoblaydi. Istisnolar ro‘yxatini (6 holat) takrorlang.”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ko‘p pog‘onali tizim sifatni oshirmadi? 2) Moliyalash usuli vrach xulqiga qanday ta’sir qilgan (profilaktikaga e’tibor kamligi)? Doskada chizish: eski besh pog‘onali zanjir va yangi ikki pog‘onali sxemani yonma-yon chizdiring. Tipik xato: islohot sababini faqat «mablag‘ yetishmasligi» deb bilish; aslida muammo samarasiz tuzilma va rag‘batning yo‘qligi edi.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 (tezkor savol - 2 daq). Muhokama: 1) Tamoyillar ichida profilaktika ustuvorligi nima uchun tibbiy profilaktika yo‘nalishi talabalari uchun muhim? 2) Vazifa va ustuvor yo‘nalish farqi nimada? Doskada chizish: «maqsad - tamoyillar - vazifalar - ustuvor yo‘nalishlar» zanjirini chizdiring. Tipik xato: tamoyil, vazifa va ustuvor yo‘nalishni aralashtirish va yillarni (1998–2005)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xodim va tashrif soniga qarab moliyalash vrachni kasalxonaga jo‘natishga undagan? 2) Nega ayollar va bolalarga ko‘proq mablag‘ ajratiladi? Doskada: eski besh pog‘onali zanjir va yangi ikki pog‘onali sxemani yonma-yon chizdiring. Tipik xato: moliyaviy menejerni davolash sifati uchun javobgar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xususiylashtirish bepul yordam printsipini buzmasligi kerak? 2) Litsenziyalash va attestatsiya nima uchun uzluksiz ta’limning qismi? Doskada: bakalavriatdan magistraturagacha yo‘lni chizing. Tipik xato: bakalavriat va magistratura vazifalarini aralashtirish; 20% ni barcha xizmatga taalluqli deb o‘ylash (u imtiyozli bemorlar uchun).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2003-yil Farmoni islohotning qaysi bosqichini boshladi? 2) Tuman tibbiyot birlashmalari qanday vazifa bajaradi? Doskada: 2003 va 2007 yillar vaqt chizig‘ini chizing. Oltita markaz: akusherlik-ginekologiya, pediatriya, terapiya va tibbiy reabilitatsiya, dermatologiya va venerologiya, ftiziatriya va pulmonologiya, endokrinologiya. Tipik xato: 19-sentyabrdagi Farmon bilan 2-oktyabrdagi Qarorni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Nega jon boshiga moliyalash vrachni profilaktikaga undaydi? 2) Eski va yangi tizimda bemor yo‘li qanday farq qiladi? Doskaga chizish: besh pog‘onali zanjir va ikki pog‘onali tizim yonma-yon. Tipik xato: birlamchi yordamni faqat shifokor qabuli deb tushunish. Bu yordam profilaktika va sanitariya chora-tadbirlarini ham o‘z ichiga oladi.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Konstitutsiya, Qonun va islohot dasturi bir-birini qanday to‘ldiradi? 2) Bemor huquqi buzilganda qayerga murojaat qilinadi? Doskaga chizish: Konstitutsiya – Qonun – tarmoq hujjatlari zinasi. Tipik xato: axloqiy va huquqiy me’yorni bir xil deb o‘ylash. Axloq ixtiyoriy bajariladi, huquq majburlash bilan ta’minlanadi.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Amaliy mashg’ulot: Fuqarolar sog‘lig‘ini saqlash to‘g‘risidagi qonunchilik asoslari.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mavzu, maqsad va reja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Mavzu: fuqarolar sog‘lig‘ini saqlash to‘g‘risidagi qonunchilik asoslari. Fanning birinchi vazifasi aynan shu asoslarni o‘rganishdir.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Ilgari tibbiy bilim va axloqiy qoidalar yetarli deb qaralgan. Hozir huquqiy me’yorlarni bilish va ularga izchil amal qilish ham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Qonunchilikda tibbiy faoliyat xizmat ko‘rsatishga tenglashtirilgan: xodimlar xizmat ko‘rsatuvchi, bemorlar iste’molchi sifatida talqin etiladi.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tibbiyot huquqi tushunchasi, Konstitutsiya, “Fuqarolar sog‘lig‘ini saqlash to‘g‘risida”gi Qonun va sog‘liqni saqlash tizimini isloh qilish.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5, 6, 7; 9-10;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Tibbiyot huquqi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Tibbiyot huquqi diagnostika, davolash va profilaktika jarayonidagi munosabatlarni tartibga soladi.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Bunga davolash-profilaktika yordami, sanitariya va epidemiyaga qarshi tadbirlar kiradi.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Predmeti: tibbiy faoliyatdagi huquqiy munosabatlar va ishtirokchilarning huquqiy maqomi.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Bemor, xodim, muassasa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Ular o‘rtasidagi munosabatlar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Huquq, majburiyat, mas’uliyat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Me’yorlar majmuasi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Tibbiyot huquqi mantig‘i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5,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Fanning maqsadi va vazifalari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Maqsad: tibbiy faoliyatdagi huquqiy me’yorlar va nazariy bilim, ko‘nikmalarni o‘zlashtirish.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Talaba amaliyotda bahsli holatlar bo‘yicha xizmat tekshiruvlarida ishtirok etishi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Shuningdek, tibbiy yordam nuqsonlarini farqlash va tibbiy hujjatlarni tahlil etish talab qilinadi.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Band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Vazifa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Sog‘liqni saqlash qonunchiligi asoslari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Huquqiy munosabatlar xususiyatlari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Tibbiyot xodimlarining kasb huquqbuzarliklari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Qilmish va jinoyat mohiyatini farqlash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Fanning to‘rt vazifasi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5,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Talaba bilishi va qila olishi kerak bo‘lganlar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Talaba qonunchilik asoslari, bemor va xodimlarning huquq-majburiyatlaridan xabardor bo‘lishi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Fuqarolik, mehnat, ma’muriy va jinoyat huquqining tibbiy faoliyatga oid normalarini bilish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Amaliy ko‘nikma: xizmat tekshiruvi va sud-tibbiy ekspertizada mutaxassis yoki ekspert sifatida qatnashish.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Daraja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Xabardorlik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Qonunchilik asoslari, huquq va majburiyatlar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Bilish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Hujjat tahlili, yordam nuqsonlarini farqlash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Amaliy ko‘nikma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Xizmat tekshiruvi, ekspertizada ishtirok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O‘zlashtirish darajalari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5, 5-6,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 faoliyat – xizmat ko‘rsatish sifatida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Ilgari bilim va axloq qoidalari etarli deyilgan; endi huquqiy me’yorlarni bilish ham zarur.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Amaldagi qonunchilikda tibbiy faoliyat keng ma’noda fuqarolarga xizmat ko‘rsatishga tenglashtirilgan.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Xirurg N. I. Amosov: vrachning vijdoniga ishonish lozim, hech qanday qonun uning o‘rnini bosa olmaydi.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Ilgari: bilim, ko‘nikma, axloq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Hozir: + huquqiy me’yorlar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Xodim — xizmat ko‘rsatuvchi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Bemor — iste’molchi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Talqin o‘zgarishi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6, 6-7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Huquq va axloq-etika nisbati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Huquq — ma’naviyatning quyi darajasi (minimum), axloq va etika esa yuqori darajasi.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Axloqiy talab erkin, ixtiyoriy bajariladi; huquq me’yori majburlash orqali ta’minlanadi.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huquq ≠ axloq. Ikkalasi o‘zaro bog‘liq, ularni bir-biriga qarama-qarshi qo‘yib bo‘lmaydi.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3257"/>
                <a:gridCol w="2087358"/>
                <a:gridCol w="2087358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Mezon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Huquq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Axloq-etika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Daraja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Ma’naviyatning minimumi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Ma’naviyatning yuqori darajasi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Bajarilishi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Majburlash orqali ta’minlanadi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Erkin, ixtiyoriy bajariladi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Aloqasi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O‘zaro bog‘liq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Bir-biriga qarama-qarshi emas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Huquq va axloq farqi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Fan predmeti, tizimi va maxsus qonunlar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Predmet — huquqiy munosabatlar va ishtirokchilar maqomi; tizim — davolash, sanitariya-gigiena me’yorlari va hujjatlar.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Avvalo Konstitutsiya ko‘rsatiladi; unga tayanib sog‘liqni saqlash bo‘yicha maxsus qonunlar qabul qilingan.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faoliyat fuqarolik, mehnat, ma’muriy va jinoyat huquqi talablariga ham bevosita taalluqli.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Daraja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Tarkibi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Asos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O‘zbekiston Respublikasi Konstitutsiyasi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Asosiy qonun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“Fuqarolar sog‘lig‘ini saqlash to‘g‘risida”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Maxsus qonunlar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Sanitariya, dori, sil, donorlik, psixiatriya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Qo‘shni sohalar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Fuqarolik, mehnat, ma’muriy, jinoyat huquqi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Tibbiyot huquqi tizimi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7,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1: huquq va vijdon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 (o‘quv misoli): yosh vrach “vijdonim yetarli, qonunni bilish shart emas” deb, huquqiy me’yorlarni o‘rganishni keraksiz hisoblaydi.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Amosov fikricha, vrach vijdoniga ishonish lozim, qonun uning o‘rnini bosa olmaydi. Biroq axloq va huquqni bir-biriga qarama-qarshi qo‘yib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axloq ≠ huquq. Axloqiy talablar ixtiyoriy bajariladi, huquqiy me’yorlar esa bevosita yoki bilvosita majburlash bilan ta’minlanadi.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nega hozir faqat tibbiy bilim va axloq yetarli emas? Bemor iste’molchi, xodim xizmat ko‘rsatuvchi deb talqin etilishi nimani o‘zgartiradi?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6, 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Konstitutsiya: tenglik, daxlsizlik, himoya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18-modda: barcha fuqarolar jinsi, irqi, millati, tili, dini va ijtimoiy mavqeidan qat’i nazar teng va bir xil huquq, erkinliklarga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Huquq va erkinliklar daxlsiz: ulardan faqat sud qarori bilan mahrum etish yoki ularni cheklash mumkin (19-modda).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20-modda: huquqlarni amalga oshirish davlat, jamiyat va boshqa shaxslarning qonuniy manfaatlariga putur yetkazmasligi shart.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44-modda: huquqlarni sud orqali himoya qilish va g‘ayriqonuniy harakatlar ustidan shikoyat huquqi. 45-moddada voyaga yetmaganlar, mehnatga layoqatsizlar, yolg‘iz keksalar davlat himoyasida.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9,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Konstitutsiya: tibbiy xizmat huquqi va burch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40-moddada har bir fuqaroning malakali tibbiy xizmatdan foydalanish huquqi kafolatlangan.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43-modda: davlat barcha turdagi tibbiy xizmatdan foydalanish uchun shart-sharoit va imkoniyat yaratadi.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Huquq, majburiyat va javobgarlik o‘zaro uzviy bog‘liq; fuqarolar burchlari XI bobda berilgan.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Birlamchi tibbiy-sanitariya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Tez yordam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Shoshilinch yordam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Ixtisoslashtirilgan yordam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Malakali tibbiy xizmat turlari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9, 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“Fuqarolar sog‘lig‘ini saqlash to‘g‘risida”gi Qonun tuzilishi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 Oliy Majlis tomonidan 1996-yil 29-avgustda qabul qilingan va 14-sentyabrdan kuchga kirgan.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 6 qism va 47 moddadan iborat; keyinchalik unga qator o‘zgartish va qo‘shimchalar kiritilgan.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qabul qilingan sana (29-avgust) kuchga kirgan sanadan (14-sentyabr) farq qiladi.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72"/>
                <a:gridCol w="3629002"/>
              </a:tblGrid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Qismlar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1–2-qismlar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Umumiy qoidalar; huquqiy muhofaza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3–4-qismlar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Tibbiy-ijtimoiy yordam; ekspertiza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5-qism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Tibbiyot va farmatsevtika xodimlari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6-qism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Yakunlovchi: qasamyod, sir, zarar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Qonun qismlari mazmuni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Qonunning vazifalari va salomatlik omillari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2-modda vazifalari: huquqlar kafolati, sog‘lom turmush tarzi, faoliyatni huquqiy tartibga solish.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yordam salomatlikning taxminan faqat o‘ndan bir qismini ta’minlashi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Salomatlikka avvalo shaxsning o‘zi, so‘ng davlat idoralari va rahbarlar jiddiy e’tibor berishi lozim.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5262"/>
                <a:gridCol w="2362712"/>
              </a:tblGrid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Omil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Taxminiy ulushi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Turmush tarzi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48–52%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Nasl va irsiy xususiyatlar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18–20%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Ekologik omillar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18–20%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Tibbiy yordam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8–10%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Salomatlikka ta’sir omillari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10-11, 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Sog‘liqni saqlashning asosiy tamoyillari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Qonunning 3-moddasida fuqarolar sog‘lig‘ini saqlashning 5 ta asosiy tamoyili keltirilgan.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Profilaktika ustuvor: salomatlikning taxminan 8-10% tibbiy yordamga, 48-52% turmush tarziga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3-modda — tamoyillar, 24-modda — bemor huquqlari. Ikkalasini adashtirmang.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Inson huquqlariga rioya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Yordam hammaga ochiq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Profilaktika ustuvorligi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4. Ijtimoiy himoya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5. Fan va amaliyot birligi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3-moddadagi 5 tamoyil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11, 11; 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Vakolatli organlar va sog‘liqni saqlash tizimlari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Qonunga ko‘ra davlat, xususiy va boshqa sog‘liqni saqlash tizimlari farqlanadi (7-modda).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Davlat muassasalari kafolatlangan yordamni bepul ko‘rsatadi; hajmi va tartibi qonunchilikda belgilanadi.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Kafolatdan tashqari xizmatlar qo‘shimcha hisoblanadi; ular uchun belgilangan tartibda haq to‘lanadi.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1162"/>
                <a:gridCol w="1031800"/>
                <a:gridCol w="2515012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Sub’ekt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Roli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Vazirlar Mahkamasi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Imtiyozli guruhlar tarkibini belgilaydi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Sog‘liqni saqlash vazirligi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Yordam hajmi, tartibini belgilaydi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Mahalliy hokimiyat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Qonunda vakolatlari berilgan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Davlat/xususiy tizim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7-8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Kafolat bepul; qo‘shimcha — haq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Organlar va tizimlar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11, 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2: bepul va pullik xizmat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korxona o‘z xodimlarini dispanserizatsiyadan o‘tkazish uchun davlat poliklinikasi bilan shartnoma tuzdi va haq to‘ladi.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Tekshiruv paytida bir xodimning ahvoli keskin og‘irlashdi va shoshilinch yordam zarur bo‘lib qoldi (taxminiy vaziyat).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1: shoshilinch yordam uchun alohida haq olish mumkinmi? Javob: yo‘q, bunday kontingentga ham shoshilinch va tez yordam bepul ko‘rsatiladi.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2: xususiy muassasada birlamchi yordam qanday ko‘rsatiladi? Asosan shartnoma asosida; ayrim guruhlarga u yerda ham bepul.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26, 15-16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Kamsitmaslik, oila va alohida toifalar huquqlari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Davlat sog‘liqni saqlash huquqlarini yoshi, jinsi, millati, dini va mavqeidan qat’i nazar ta’minlaydi. Kasalligi sababli kamsitishdan ham himoya qiladi (13-modda).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Fuqaro davlat muassasalarida oila masalalari va xavfli kasallik bor-yo‘qligi bo‘yicha bepul maslahat va tekshiruv olishga haqli (18-modda).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Har bir oila oilaviy shifokorni o‘zi tanlaydi, bolali oilalar imtiyozlardan foydalanadi. Nikohdan o‘tuvchilar tibbiy ko‘rikdan o‘tkaziladi (Oila kodeksi, 17-modda).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Qonunda alohida toifalar ko‘rsatilgan: kasb egalari, voyaga etmaganlar, harbiy xizmatchilar, pensionerlar, nogironlar va favqulodda vaziyatda jabrlanganlar (17-23-moddalar).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12, 12-13, 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Bemor huquqlari va axborot olish huquqi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24-moddaga ko‘ra bemor hurmat va insoniy munosabatga, shifokor va muassasani tanlashga, sanitariya-gigiena talablariga mos sharoitga haqli.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Bemor konsilium so‘rashi, tibbiy sir saqlanishini talab qilishi, rozilik berishi yoki rad etishi mumkin. Zarar qoplanadi, advokat yoki qonuniy vakil qatnashadi.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Huquq buzilsa, bemor yoki qonuniy vakili muassasa rahbariyatiga, yuqori boshqaruv organiga yoki sudga shikoyat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25-modda: fuqaro tashxis, prognoz, davolash usullari va xavf-xatarlar haqida to‘liq ma’lumot oladi. 14 yoshgacha va layoqatsizlar uchun ma’lumot qonuniy vakilga beriladi.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13, 13-14, 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 aralashuvga rozilik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aralashuv kasallik haqida ma’lumot olgan fuqaroning ixtiyoriy roziligi bilan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Bemor irodasini ayta olmasa va aralashuvni kechiktirib bo‘lmasa, masalani konsilium hal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14 yoshgacha yoki layoqatsiz shaxslar uchun rozilikni qonuniy vakil beradi (26-modda).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Bemor irodasini bildira olmaydi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Kechiktirib bo‘lmaydi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Konsilium qaror qiladi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Imkon yo‘q: navbatchi vrach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Rahbariyat xabardor qilinadi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Rozilik olish imkoni bo‘lmaganda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Rad etish va rozilliksiz yordam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27-moddaga ko‘ra bemor yoki uning qonuniy vakili tibbiy aralashuvni rad etishi yoki uni to‘xtatishni talab qilishi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Rad etilsa, vrach yozma rad tasdiqnomasini oladi. Iloji bo‘lmasa, guvohlar ishtirokida dalolatnoma tuzadi.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qonun rad etilgan har bir holatda yozma tasdiqnomani shart qilib qo‘ymagan. Shuning uchun dalolatnoma ham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Kasallik atrofdagilarga xavf tug‘dirsa (masalan, yuqumli kasallik), 28-moddaga ko‘ra rozilik olinmasdan tekshiruv, yotqizish, kuzatish va yakkalab qo‘yish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3: rozilik va rad etish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14 yoshgacha bo‘lgan bolaga zarur muolaja belgilandi, lekin uning ota-onasi (qonuniy vakil) davolashni rad etdi.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holatda rozilikni kim beradi va vrach qanday harakat qilishi kerak?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14 yoshgacha bo‘lgan shaxslarga aralashuvga rozilikni qonuniy vakillari beradi. Rad etish huquqi ham ularda.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Vrach yozma rad tasdiqnomasi yoki guvohlar bilan dalolatnoma oladi. Oqibat og‘ir bo‘lsa, vasiylik va homiylik organlariga xabar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14-15, 15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Tibbiy-ijtimoiy yordam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Birlamchi yordam hajmi va tartibini Sog‘liqni saqlash vazirligi belgilaydi.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Shoshilinch yordam barcha davolash muassasalarida; hayot xavfida istalgan transport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Ixtisoslashgan yordamning turi, hajmi va sifat standartini vazirlik belgilaydi.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6168"/>
                <a:gridCol w="2053582"/>
                <a:gridCol w="1848224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Yordam turi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Kim belgilaydi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Birlamchi tibbiy-sanitariya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Asosiy, qulay, bepul; davlat muassasalarida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Sog‘liqni saqlash vazirligi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Shoshilinch va tez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Barcha davolash muassasalarida; hayot xavfida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Manbada ko‘rsatilmagan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Ixtisoslashgan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Maxsus usul va murakkab texnologiya kerak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Xuddi shu vazirlik: tur, hajm, sifat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29–31-moddalar bo‘yicha yordam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Shoshilinch yordam va ijtimoiy ahamiyatli kasalliklar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Fuqaro barcha davolash-profilaktika muassasalarida shoshilinch yordam olish huquqiga ega. Hayot xavf ostida bo‘lsa, xodimlar istalgan transportdan foydalanishi mumkin (30-modda).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Tibbiyot xodimlari yetib kelguncha voqea joyida birlamchi yordamni militsiya, yong‘indan saqlash, avariya xizmati va transport xodimlari ko‘rsatishi shart.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Ijtimoiy ahamiyatli kasalliklarga chalinganlarga davlat muassasalarida tibbiy-ijtimoiy yordam beriladi va doimiy tibbiy kuzatuv ta’minlanadi (32-modda).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Vazirlar Mahkamasining 1997 yil 20 martdagi 153-son Qarori ro‘yxatiga sil, onkologik va jinsiy yo‘l bilan o‘tadigan kasalliklar, moxov, ruhiy kasalliklar va OITS (orttirilgan immunotanqislik sindromi) kiradi.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16, 17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 ekspertiza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Qonunning to‘rtinchi qismi tibbiy ekspertizaning turli ko‘rinishlarini beradi (36–39-moddalar).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Patologo-anatomik tekshiruv qonunchilikda ilk bor tibbiy ekspertiza turi maqomini oldi (40-modda).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Tekshiruv o‘tkazish va o‘lim vaqtini aniqlash tartibini Sog‘liqni saqlash vazirligi belgilaydi.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Tibbiyot va farmatsevtika xodimlarining huquqiy asoslari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faoliyat bilan faqat tegishli oliy yoki o‘rta maxsus o‘quv yurti diplomiga ega shaxslar shug‘ullanadi (41-modda).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Sifatni kasbiy uyushmalar, mahalliy hokimiyat va Sog‘liqni saqlash vazirligi nazorat qiladi (42-modda).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Xodimlar ixtiyoriy kasbiy uyushmalar tuzib, amaliyot rivoji va huquqlar himoyasini ko‘zlaydi (43-modda).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17, 18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Shifokor qasamyodi va shifokor 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44-moddada O‘zbekiston Respublikasi shifokori qasamyodining matni berilgan. Tibbiyot oliy o‘quv yurtini bitirib, vrach diplomini olayotganlar uni qabul qiladi. Buzilsa, javobgarlik belgilangan.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45-modda: murojaat qilganlik, sog‘liq holati, tashxis, tekshiruv va davolash chog‘ida olingan ma’lumotlar shifokor sirini tashkil etadi.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Bu ma’lumotlar fuqaro yoki qonuniy vakilining roziligisiz oshkor qilinmaydi. Ruxsat etilgan tartibda sirni olgan boshqa shaxslar ham uni saqlashi shart.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xato qilish xavfi. Sir ≠ cheksiz maxfiylik: qonunda roziliksiz ma’lumot berish mumkin bo‘lgan istisno holatlar ko‘rsatilgan.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18, 19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Shifokor siri istisnolari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 oltita holatda roziliksiz ma’lumot berishga ruxsat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Jinoyat kodeksi 241-moddasi: jinoyat haqida xabar bermaslik yoki uni yashirish jinoiy javobgarlikka olib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Bunday holatda tibbiyot xodimi huquqni muhofaza idorasiga o‘z vaqtida rasmiy xabar berishi lozim.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7896"/>
                <a:gridCol w="3010078"/>
              </a:tblGrid>
              <a:tr h="4114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14 yoshgacha / layoqatsiz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Ota-ona yoki qonuniy vakil xabardor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Ahvoli og‘ir bemor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Tekshirish va davolash maqsadida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Atrofdagilarga xavf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Yuqumli kasallik, yalpi zaharlanish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Rasmiy so‘rov / zarar gumoni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</a:rPr>
                        <a:t>Idoralar so‘rovi; g‘ayriqonuniy zarar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Roziliksiz ma’lumot berish holatlari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Zararni qoplash va javobgarlik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46-modda: xizmat vazifasini lozim darajada bajarmaslik tufayli hayot va sog‘liqqa yetgan zarar qonun hujjatlarida belgilangan tartibda qoplanadi.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zararni qoplash ≠ javobgarlikdan ozod bo‘lish. U xodimni intizomiy, ma’muriy va jinoiy javobgarlikdan ozod etmaydi.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«Fuqarolar sog‘lig‘ini saqlash to‘g‘risida»gi Qonun boshqa qonun hujjatlari bilan chambarchas bog‘liq va asosan umumiy xarakterga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Xususiy jihatlar tarmoq me’yoriy hujjatlarida kengroq yoritilgan. Ularni bilish tibbiyot xodimlarining huquqiy savodxonligini oshiradi.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19, 19–20, 20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4: sir va xabar berish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bemor shifokorga murojaat qildi. Uning jarohati boshqa shaxsning g‘ayriqonuniy xatti-harakati natijasida yetkazilgan, degan gumon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Murojaat faktini, sog‘liq holati, tashxis va tekshiruv ma’lumotlari shifokor siri hisoblanadi. Ular fuqaroning roziligisiz oshkor etilmaydi.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sir mutlaq emas. Zarar g‘ayriqonuniy harakat yoki baxtsiz tasodifdan yetgan (yoki shunday gumon bor) bo‘lsa, rozilik shart emas. Jinoyatni yashirish uchun Jinoyat kodeksining 241-moddasida javobgarlik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holatda vrach nima qiladi va kimga, qanday tartibda xabar beradi?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19, 18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Sog‘liqni saqlash islohotining zarurati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Sobiq tizimning birlamchi bo‘g‘ini zamon talabiga javob bermay qo‘ydi, sarf-xarajat oshdi, yordam sifati pasaydi.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Ambulatoriyada davolanishi mumkin bo‘lganlar ham kasalxonaga yotqizilar, jihozsiz kasalxonalar va o‘rinlar ko‘payib borardi.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 sababli tizimni tubdan isloh qilish va mablag‘dan omilkorlik bilan foydalanish zarur bo‘ldi.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863"/>
                <a:gridCol w="2091946"/>
                <a:gridCol w="2208165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Jihat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Sobiq tizim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Islohot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Birlamchi bo‘g‘in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Besh pog‘onali, ko‘p muassasa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Ikki pog‘onali tizim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Qishloqda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Kamquvvat ko‘p bosqichli muassasalar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Qishloq vrachlik punktlari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Bemor oqimi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Ambulatoriya bemori yotqizilgan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Murojaatning qariyib 90% i birlamchida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Moliyalash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Xodim soni, maydon, tashrif bo‘yicha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Aholi soniga qarab (jon boshiga)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Sobiq tizim va islohot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22, 22-23, 23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Davlat dasturi: tamoyil va vazifalar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Prezidentning 1998-yil 10-noyabrdagi Farmoni bilan tasdiqlangan Davlat dasturi 1998–2005 yillardagi islohot kontseptsiyasini, maqsad va vazifalarni belgiladi.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Maqsad - aholi sog‘lig‘ini saqlash va sog‘lom avlod tarbiyasi uchun sharoit yaratish. Tamoyillar: konstitutsion huquqqa rioya, teng bahramandlik, davlat nazorati, profilaktika ustuvorligi.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Vazifalardan biri - kafolatlangan birlamchi yordam sifatini ta’minlash. Ustuvor yo‘nalishlar: birlamchi va shoshilinch yordam, moliyalashtirish, onalar va bolalar, tibbiy ta’lim.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Tezkor savol: dastur qaysi yillarni qamragan va ustuvor yo‘nalishlardan ikkitasini ayta olasizmi?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23-24, 24, 25, 27, 24, 27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Birlamchi bo‘g‘in va moliyalashtirish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Besh pog‘onali birlamchi bo‘g‘in o‘rniga ikki pog‘onali tizim yaratilishi belgilandi.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Jon boshiga moliyalashtirishda har bir biriktirilgan kishiga yagona me’yor qo‘llanadi; ayollar va bolalarga ko‘proq ajratiladi.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rahbar davolash sifatiga, moliyaviy menejer zahira va hisob-kitobga javob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0185"/>
                <a:gridCol w="2014466"/>
                <a:gridCol w="2203322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Ko‘rsatkich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Ilgari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Yangi tizim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Pog‘onalar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Besh pog‘onali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Ikki pog‘onali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Qishloqda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Feldsher-akusherlik punkti va b.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Vrachlik punkti, markaziy kasalxona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Mablag‘ ajratish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Xodim, maydon, tashrif soni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Biriktirilgan aholi soni bo‘yicha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Iqtisodiy rag‘bat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Bo‘lmagan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Xizmat sifatiga qiziqish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Eski va yangi tizim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28, 29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Shoshilinch yordam, ta’lim va xususiy sektor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Respublika shoshilinch tibbiy yordam ilmiy markazi, viloyatlarda filiallar, tuman va shaharlarda bo‘limlar ishlaydi. Tizimga tez yordam va sanitariya aviatsiyasi kiradi.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Oliy tibbiy ta’lim ikki bosqichli: bakalavriatda umumiy amaliyot shifokorlari, magistraturada tegishli sohalar mutaxassislari tayyorlanadi.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Sog‘liqni saqlash vazirligi qoshida vrach va farmatsevtlarni litsenziyalash va attestatsiya markazi tashkil etildi. Oliy ma’lumotli hamshiralar fakultetlari ochildi.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Xususiy va aralash moliyalashtirilgan nodavlat muassasalar faoliyatining 20% gacha hajmida imtiyozli bemorlarga bepul xizmat ko‘rsatadi.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30, 31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2003 va 2007 yillar Farmonlari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2003-yil Farmoni ixtisoslashgan klinika va tibbiy markazlar yaratishni ko‘zda tutdi.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2007-yil Farmoniga ko‘ra oltita yangi respublika ilmiy-amaliy tibbiyot markazi tashkil etildi.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Tuman tibbiyot birlashmalari vrachlik punktlari va oilaviy poliklinikalarga uslubiy yordam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0126"/>
                <a:gridCol w="1198607"/>
                <a:gridCol w="2679240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Sana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Hujjat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2003-yil 26-fevral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Prezident Farmoni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Islohotning ikkinchi bosqichi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2007-yil 19-sentyabr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Prezident Farmoni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Oltita yangi ilmiy-amaliy markaz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2007-yil 19-sentyabr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Prezident Farmoni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Tuman (shahar) tibbiyot birlashmalari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2007-yil 2-oktyabr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Prezident Qarori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</a:rPr>
                        <a:t>Boshqaruv tashkilini takomillashtirish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Islohot hujjatlari xronologiyasi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31, 32, 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5: islohot natijalari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Vaziyat: qishloqda feldsher-akusherlik punkti, ambulatoriya, uchastka kasalxonasi, tuman kasalxonasi bor. Besh pog‘onali tizim qimmat, yordam sifati esa past edi.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Ambulatoriyada davolanishi mumkin bemorlar ham kasalxonaga yotqizilardi. Mablag‘ xodimlar va tashriflar soniga qarab ajratilgani uchun sifatga rag‘bat yo‘q edi.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Yangi tizim: qishloq vrachlik punkti va tuman markaziy kasalxonasi, shaharda oilaviy poliklinika. Mablag‘ biriktirilgan aholi soniga qarab, jon boshiga ajratiladi.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Jahon sog‘liqni saqlash tashkilotiga ko‘ra, birlamchi yordam murojaatlarning qariyb 90% ini qondira oladi. Bu yotqizish va xarajatga qanday ta’sir qiladi?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22, 28, 22-23, 29, 28-29, 27-28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Konstitutsiyaning 40-moddasi malakali tibbiy xizmat huquqini beradi, 43-moddasi davlat kafolatini belgilaydi. “Fuqarolar sog‘lig‘ini saqlash to‘g‘risida”gi Qonun 1996 yilda qabul qilingan.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Qonunda bemor huquqlari (24-modda), ma’lumot olish, ixtiyoriy rozilik yoki rad etish (26-27-moddalar) va shifokor siri (45-modda) belgilangan. Zararni qoplash javobgarlikdan ozod etmaydi.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Islohot Davlat dasturi (1998) bilan boshlandi. Ustuvor yo‘nalish: birlamchi yordam, shoshilinch yordam, moliyalashtirish, xususiy tarmoq. Keyin 2003 va 2007 yillardagi farmonlar chiqdi.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Nazorat savollari: Qonunning asosiy printsiplari nima? Qaysi holatda rozilik shart emas? Shifokor siri istisnolari qaysilar? Islohot nega zarur bo‘ldi?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53328"/>
            <a:ext cx="109115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Calibri"/>
              </a:rPr>
              <a:t>Manba: G‘iyosov Z.A., Vrach faoliyatining huquqiy asoslari: darslik, betlar: 9-10, 13-15, 18-20, 24, 27, 31, 21, 34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Inson salomatligining taxminan 48-52% i turmush tarziga, 18-20% i nasl va irsiyatga, 18-20% i ekologik omillarga bog‘liq. Tibbiy yordamning ulushi esa atigi 8-10%. Shuning uchun profilaktika va sog‘lom turmush tarzi ustuvor hisoblanadi.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muallif huquqni ma’naviyatning eng quyi darajasi (minimum), axloq va etikani esa uning yuqori darajasi deb hisoblaydi. Axloqiy talablar ixtiyoriy bajariladi, huquqiy me’yorlar esa majburlash orqali ta’minlanadi. Shuning uchun ikkalasini bir-biriga qarama-qarshi qo‘yib bo‘lmaydi.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(Konstitutsiya moddalari): 40 — malakali tibbiy xizmat huquqi; 43 — davlat kafolati; 44 — sud orqali himoya; 45 — voyaga yetmaganlar, mehnatga layoqatsizlar va yolg‘iz keksalar himoyasi. Sxema: huquq → kafolat → himoya.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(14 yosh qoidasi): 14 yoshgacha bo‘lgan va layoqatsiz deb topilgan shaxslar nomidan ma’lumotni oladi va tibbiy aralashuvga rozilikni beradi qonuniy vakil. Vakil bo‘lmasa masalani konsilium, u yig‘ilmasa davolovchi yoki navbatchi vrach hal qiladi.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JSST va Jahon oila vrachlari tashkiloti ma’lumotiga ko‘ra, samarali birlamchi yordam aholi murojaatlarining qariyb 90% ini qondira oladi. Shu sababli dasturda besh pog‘onali birlamchi tizim o‘rniga ikki pog‘onali tizim joriy etish belgilangan.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0"/>
            <a:ext cx="10911535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Georgia"/>
              </a:rPr>
              <a:t>Bilimingizni sinang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749039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C9A227"/>
                </a:solidFill>
                <a:latin typeface="Calibri"/>
              </a:rPr>
              <a:t>20 ta test savoli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1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Talaba amaldagi qonunchilikda tibbiy faoliyat keng ma’noda fuqarolarga xizmat ko‘rsatishga tenglashtirilganini o‘qidi. Shu talqinda bemor kim hisoblanadi?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Xizmat iste’molchisi sifatida talqin etiladi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Xizmat ko‘rsatuvchi sifatida talqin etiladi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Davlat xizmatchisi sifatida talqin etiladi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Tibbiy yordam ijrochisi sifatida talqin etiladi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2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Bir shifokor: “Vijdon yetarli, qonunning keragi yo‘q”, deydi. Darslikka ko‘ra huquq va axloq nisbati qaysi javobda to‘g‘ri berilgan?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Axloq va huquq doimo bir-biriga qarama-qarshi qo‘yiladi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Huquq — ma’naviyatning minimumi, axloq esa uning yuqori darajasi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Huquq — ma’naviyatning yuqori darajasi, axloq esa minimumi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Axloqiy talablar ham huquqiy me’yorlar kabi majburlanadi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3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Kafedrada tibbiyot huquqi fanining vazifalari muhokama qilinmoqda. Quyidagilardan qaysi biri fanning belgilangan vazifalaridan biri?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Yangi dori vositalarining klinik sinovlarini o‘tkazish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Tibbiy muassasalarni moliyalashtirish tizimini tuzish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Qilmish va jinoyat ko‘rinishidagi huquqbuzarlikni farqlash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Davolashning yangi jarrohlik usullarini ishlab chiqish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4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Talaba tibbiyot huquqining maxsus qonunlari ro‘yxatini tuzmoqda. Quyidagilardan qaysi biri darslikda keltirilgan maxsus qonun?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“Tibbiy sug‘urta to‘g‘risida” gi qonun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“Bemor huquqlari to‘g‘risida” gi qonun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“Xususiy tibbiyot to‘g‘risida” gi qonun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“Psixiatrik yordam to‘g‘risida” gi qonun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5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Kasalxonada davolash sifati yuzasidan bahsli holat yuz berdi va xizmat tekshiruvi o‘tkazilmoqda. Fan bo‘yicha talaba qaysi amaliy ko‘nikmaga ega bo‘lishi kerak?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Bemorga mustaqil ravishda jarrohlik amaliyotini o‘tkazish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Bahsli holatlardagi xizmat tekshiruvlarida ishtirok etish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Tibbiy muassasalarni litsenziyalash qarorini chiqarish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Sud-tibbiy ekspertiza xulosasini sud nomidan tasdiqlash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6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44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Fuqaro poliklinika mansabdor shaxsining g‘ayriqonuniy xatti-harakatidan norozi. Konstitutsiyaning qaysi moddasi unga sudga shikoyat qilish huquqini kafolatlaydi?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43-modda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44-modda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45-modda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19-modda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7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45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Tibbiy profilaktika mutaxassisi aholi salomatligiga eng ko‘p ta’sir qiluvchi omilni aniqlamoqchi. Umum qabul qilingan fikrga ko‘ra, salomatlikning eng katta ulushi qaysi omilga bog‘liq?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Nasl va irsiy xususiyatlar ulushi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Ekologik omillar ulushi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Ko‘rsatiladigan tibbiy yordam ulushi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Turmush tarzi ulushi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8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46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Kasallik tufayli sog‘lig‘ini yo‘qotgan fuqaroga davlat ijtimoiy himoya ko‘rsatmoqda. Bu holat Qonunning qaysi tamoyiliga mos keladi?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Sog‘liq yo‘qolganda fuqarolarni ijtimoiy himoya qilish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Profilaktika chora-tadbirlarining ustuvorligi tamoyili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Aholi barcha qatlamlarining tibbiy yordamdan bahramandligi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Tibbiyot fanining amaliyot bilan birligi tamoyili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9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47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Oddiy fuqaro xususiy klinikaga birlamchi tibbiy-sanitariya yordami uchun murojaat qildi. Bu yordam odatda qanday asosda ko‘rsatiladi?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Har doim davlat hisobidan bepul asosda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Faqat ixtiyoriy sug‘urta polisi asosida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Asosan shartnoma asosida, haq to‘lab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Faqat sud qarori asosida, majburiy tartibda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10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48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Nikohlanuvchi juftlik nikoh va oilaning tibbiy-irsiy jihatlari haqida davlat muassasasida maslahat olmoqchi. Qonunning 18-moddasiga ko‘ra ular qanday huquqqa ega?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Faqat shartnoma asosida pullik maslahat olish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Bepul maslahat olish va tekshiruvdan o‘tish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Faqat sud ruxsati bilan tekshiruvdan o‘tish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Maslahatni faqat xususiy klinikadan olish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11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49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Sakkiz yoshli bolaga rejali jarrohlik amaliyoti tavsiya etildi. Tibbiy aralashuvga rozilikni kim beradi?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Bolaning o‘zi yozma ariza orqali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Bolaning qonuniy vakili (ota-onasi)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Maktab direktorining ruxsatnomasi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Mahalla qo‘mitasi raisining qarori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12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50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Hushsiz bemor keltirildi. Aralashuvni kechiktirib bo‘lmaydi, konsilium yig‘ishning imkoni yo‘q. Qaror kim tomonidan qabul qilinadi?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Faqat muassasa rahbarining oldindan ruxsati bilan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Bemorning qarindoshi kelgunicha kutib turiladi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Sud qarori chiqqandan keyingina qaror qilinadi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Davolovchi yoki navbatchi vrach o‘zi hal qiladi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13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51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Bemor operatsiyadan voz kechdi, lekin yozma rad tasdiqnomasini yozishdan bosh tortdi. Vrach qonunga ko‘ra qanday yo‘l tutishi mumkin?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Guvohlar ishtirokida tegishli dalolatnoma tuzadi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Bemor roziligiga qaramay operatsiyani o‘tkazadi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Bemorni muassasadan chiqarib yuboradi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Rad etilgani haqida hech qanday hujjat tuzmaydi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14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52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Vazirlar Mahkamasining 153-son qaroriga ko‘ra qaysi kasallik ijtimoiy ahamiyatga molik kasalliklar qatoriga kiritilgan?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Arterial gipertoniya kasalligi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O‘tkir respirator virusli infeksiya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Sil kasalligi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Surunkali gastrit kasalligi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15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53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Sog‘liqni saqlash qonunchiligida ilk bor tibbiy ekspertiza turi maqomini olgan tekshiruv qaysi?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Dispanser kuzatuvga olish tekshiruvi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Patologo-anatomik tekshiruv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Sanitariya-epidemiologik nazorat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Ixtiyoriy tibbiy sug‘urta tekshiruvi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16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54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Surishtiruv organi fuqaro sog‘lig‘i bo‘yicha rasmiy so‘rov yubordi. Shifokorning qonuniy harakati qaysi?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Fuqaro roziligi bo‘lmasa, so‘rovga umuman javob bermaydi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Fuqaro roziligisiz ham rasmiy so‘rov bo‘yicha ma’lumot beradi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Ma’lumotni faqat bemorning yaqin qarindoshlariga topshiradi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Ma’lumotni faqat bosh vrachning og‘zaki ruxsati bilan beradi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17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55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Vrach xizmat vazifasini lozim bajarmay bemor sog‘lig‘iga zarar yetkazdi va uni qopladi. Bu javobgarligiga qanday ta’sir qiladi?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Zarar qoplangani uchun faqat intizomiy javobgarlik qoladi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Zarar qoplangani uchun xodim har qanday javobgarlikdan ozod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Qoplash intizomiy, ma’muriy, jinoiy javobgarlikni bekor qilmaydi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Qoplash faqat jinoiy javobgarlikni bekor qiladi, qolganini emas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18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56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Eski tizimda ambulatoriyada davolanishi mumkin bo‘lgan bemorlar ko‘pincha kasalxonaga yotqizilgan. Asosiy sabab qaysi?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Aholi ehtiyojiga mos yordam ko‘rsatishning aniq mezoni yo‘q edi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Ambulatoriyalarda zamonaviy asbob-uskunalar haddan ziyod ko‘p edi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Kasalxonalarda bemor o‘rinlari doimiy kamaytirib borilgan edi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Qishloqlarda mutaxassis vrachlar ehtiyojdan ortiq bo‘lgan edi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19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57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Poliklinikaga biriktirilgan aholi orasida tug‘ish yoshidagi ayollar va bolalar ko‘p. Jon boshiga moliyalashtirishda mablag‘ qanday taqsimlanadi?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Barcha biriktirilgan aholiga mablag‘ butunlay teng bo‘linadi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Mablag‘ ko‘proq muassasadagi xodimlar soniga qarab taqsimlanadi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Mablag‘ muassasa maydoni va tashriflar soniga bog‘lab beriladi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Ayollar va bolalar uchun mablag‘ning ko‘proq qismi ajratiladi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Savol 20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58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2007 yil 19 sentyabrdagi Farmonga ko‘ra yangi tashkil etilgan markazlardan qaysi biri to‘g‘ri ko‘rsatilgan?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17520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017520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017520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Jarrohlik va urologiya respublika ixtisoslashtirilgan markazi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67328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67328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67328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Dermatologiya va venerologiya ilmiy-amaliy tibbiyot markazi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17136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17136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17136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Kardiologiya va ko‘z mikroxirurgiyasi respublika markazlari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66944"/>
            <a:ext cx="640080" cy="621792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66944"/>
            <a:ext cx="6400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1F3A"/>
                </a:solidFill>
                <a:latin typeface="Calibri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5266944"/>
            <a:ext cx="10088575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Onkologiya va gematologiya ilmiy-amaliy tibbiyot markazi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1: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59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A. Xizmat iste’molchisi sifatida talqin etiladi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Darslikda tibbiy faoliyat xizmat ko‘rsatishga tenglashtirilgani aytilgan. Unda tibbiyot xodimlari xizmat ko‘rsatuvchi, bemorlar esa iste’molchi sifatida talqin etiladi. Shu sababli huquqiy bilim zarurati ortadi.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Vrach faoliyatining huquqiy asoslari: darslik, 6-bet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2: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60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B. Huquq — ma’naviyatning minimumi, axloq esa uning yuqori darajasi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Huquq ma’naviyatning eng quyi darajasi (minimumi), axloq-etika esa yuqori darajasi hisoblanadi. Ularni bir-biriga qarama-qarshi qo‘yib bo‘lmaydi. Axloqiy talablar ixtiyoriy bajariladi, huquqiy me’yorlar esa majburlash orqali ta’minlanadi.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Vrach faoliyatining huquqiy asoslari: darslik, 7-bet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3: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61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C. Qilmish va jinoyat ko‘rinishidagi huquqbuzarlikni farqlash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Fanning vazifalari: sog‘liqni saqlash qonunchiligi asoslarini o‘rganish, huquqiy munosabatlar xususiyatlarini o‘rganish, kasb huquqbuzarliklari bilan tanishish va qilmish bilan jinoyat ko‘rinishidagi huquqbuzarliklar mohiyatini farqlash.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Vrach faoliyatining huquqiy asoslari: darslik, 5-bet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4: 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62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D. “Psixiatrik yordam to‘g‘risida” gi qonun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Darslikda “Fuqarolar sog‘lig‘ini saqlash”, “Davlat sanitariya nazorati”, “Psixiatrik yordam”, “Radiatsion xavfsizlik” va boshqa qonunlar sanalgan. Boshqa variantlar nomi bilan ro‘yxatda yo‘q.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Vrach faoliyatining huquqiy asoslari: darslik, 7-bet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5: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63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B. Bahsli holatlardagi xizmat tekshiruvlarida ishtirok etish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Talaba tibbiy yordam ko‘rsatish bilan bog‘liq bahsli holatlarda o‘tkaziladigan xizmat tekshiruvlarida ishtirok etish, yo‘l qo‘yilgan kamchiliklarni tahlil etish ko‘nikmalariga ega bo‘lishi kerak.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Vrach faoliyatining huquqiy asoslari: darslik, 6-bet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6: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64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B. 44-modda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44-moddaga ko‘ra har bir shaxs o‘z huquq va erkinliklarini sud orqali himoya qilish, davlat organlari va mansabdor shaxslarning g‘ayriqonuniy xatti-harakatlari ustidan sudga shikoyat qilish huquqiga ega. 43-modda davlat kafolatini, 45-modda zaif guruhlar himoyasini, 19-modda huquqlarning daxlsizligini belgilaydi.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Vrach faoliyatining huquqiy asoslari: darslik, 10-bet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7: 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65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D. Turmush tarzi ulushi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Salomatlikning taxminan 48-52% qismi turmush tarziga bog‘liq. Nasl va irsiyat hamda ekologik omillar har biri 18-20%, tibbiy yordam esa atigi 8-10% ni tashkil etadi.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Vrach faoliyatining huquqiy asoslari: darslik, 11-bet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8: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66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A. Sog‘liq yo‘qolganda fuqarolarni ijtimoiy himoya qilish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Qonunning 3-moddasidagi beshta tamoyildan biri — sog‘liqni yo‘qotgan taqdirda fuqarolarning ijtimoiy himoya qilinishi. Boshqa variantlar ham shu moddada bor, lekin bu vaziyatga mos kelmaydi.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Vrach faoliyatining huquqiy asoslari: darslik, 11-bet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9: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67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C. Asosan shartnoma asosida, haq to‘lab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Xususiy va boshqa tizimlarda birlamchi yordam asosan shartnoma asosida ko‘rsatiladi. Ayrim guruhlarga u bepul bo‘ladi, ularning tarkibini Vazirlar Mahkamasi belgilaydi. Davlat tizimida esa davlat kafolatlagan yordam bepul beriladi.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Vrach faoliyatining huquqiy asoslari: darslik, 15-16-bet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10: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68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B. Bepul maslahat olish va tekshiruvdan o‘tish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18-moddaga binoan fuqarolar davlat sog‘liqni saqlash muassasalarida oila masalalari, nikoh va oila munosabatlarining tibbiy-ruhiy, tibbiy-irsiy jihatlari bo‘yicha bepul maslahat olish va tekshiruvdan o‘tish huquqiga ega.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Vrach faoliyatining huquqiy asoslari: darslik, 12-bet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11: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69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B. Bolaning qonuniy vakili (ota-onasi)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14 yoshgacha bo‘lgan shaxslarga nisbatan tibbiy aralashuvga rozilikni ularning qonuniy vakillari beradi (26-modda). Bola o‘zi rozilik bera olmaydi, boshqa tashkilot rahbarlariga bunday vakolat berilmagan.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Vrach faoliyatining huquqiy asoslari: darslik, 14-bet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12: 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70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D. Davolovchi yoki navbatchi vrach o‘zi hal qiladi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Bemor irodasini bildira olmasa va aralashuvni kechiktirib bo‘lmasa, masalani konsilium hal qiladi. Konsilium yig‘ish imkoni bo‘lmasa, davolovchi yoki navbatchi vrach qaror qiladi va keyin muassasa rahbariyatini xabardor qiladi.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Vrach faoliyatining huquqiy asoslari: darslik, 14-bet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13: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71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A. Guvohlar ishtirokida tegishli dalolatnoma tuzadi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Bemor tibbiy aralashuvni rad etishga haqli. Vrach yozma rad tasdiqnomasi olishi, buning iloji bo‘lmasa guvohlar ishtirokida dalolatnoma tuzishi mumkin (27-modda).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Vrach faoliyatining huquqiy asoslari: darslik, 15-bet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14: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72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C. Sil kasalligi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Qarorga binoan sil, onkologik kasalliklar, jinsiy yo‘l bilan o‘tadigan kasalliklar, moxov, ruhiy kasalliklar va OITS ijtimoiy ahamiyatga molik hisoblanadi. Boshqa variantlar bu ro‘yxatda ko‘rsatilmagan.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Vrach faoliyatining huquqiy asoslari: darslik, 17-bet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15: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73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B. Patologo-anatomik tekshiruv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Darslikda ta’kidlanishicha, sog‘liqni saqlash qonunchiligida ilk bor patologo-anatomik tekshiruvlar aks etdi va tibbiy ekspertiza turi maqomini oldi (40-modda).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Vrach faoliyatining huquqiy asoslari: darslik, 17-bet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16: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74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B. Fuqaro roziligisiz ham rasmiy so‘rov bo‘yicha ma’lumot beradi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Qonunning 45-moddasiga ko‘ra surishtiruv, tergov, prokuratura va sud organlarining rasmiy so‘rovi shifokor sirini fuqaro roziligisiz berishga ruxsat etilgan istisno holatlardan biridir.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Vrach faoliyatining huquqiy asoslari: darslik, 19-bet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17: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75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C. Qoplash intizomiy, ma’muriy, jinoiy javobgarlikni bekor qilmaydi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Qonunning 46-moddasiga ko‘ra zararning o‘rnini qoplash tibbiyot va farmatsevtika xodimlarini intizomiy, ma’muriy va jinoiy javobgarlikdan ozod etmaydi.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Vrach faoliyatining huquqiy asoslari: darslik, 19-20-bet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18: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76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A. Aholi ehtiyojiga mos yordam ko‘rsatishning aniq mezoni yo‘q edi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Manbada aholi ehtiyojiga mutanosib yordam ko‘rsatishning aniq mezoni bo‘lmagani, xodimlarda esa buning uchun malaka va manfaatdorlik yo‘qligi ta’kidlangan; shu sababli bemorlar kasalxonaga yotqizilgan.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Vrach faoliyatining huquqiy asoslari: darslik, 22-bet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19: 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77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D. Ayollar va bolalar uchun mablag‘ning ko‘proq qismi ajratiladi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Jon boshiga moliyalashtirishda yagona me’yor bilan birga aholi soni, zichligi, jinsi va yoshi bo‘yicha koeffitsientlar qo‘llanadi. Ayollar va bolalar tez-tez murojaat qilgani uchun ularga ko‘proq mablag‘ ajratiladi.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Vrach faoliyatining huquqiy asoslari: darslik, 29-bet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Javob 20: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78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1F3A"/>
                </a:solidFill>
                <a:latin typeface="Calibri"/>
              </a:rPr>
              <a:t>B. Dermatologiya va venerologiya ilmiy-amaliy tibbiyot markazi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F2937"/>
                </a:solidFill>
                <a:latin typeface="Calibri"/>
              </a:rPr>
              <a:t>2007 yilgi Farmonga binoan oltita markaz tashkil etildi, jumladan dermatologiya va venerologiya markazi. Jarrohlik, urologiya, kardiologiya va ko‘z mikroxirurgiyasi markazlari esa 2003 yilgi Farmonga ko‘ra tajriba tariqasida ochilgan.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Manba: G‘iyosov Z.A., Vrach faoliyatining huquqiy asoslari: darslik, 31-32-bet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Fuqarolar sog‘lig‘ini saqlash to‘g‘risidagi qonunchilik asoslari.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79 /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Vrach faoliyatining huquqiy asoslari: darslik, Toshkent: Tafakkur-Bo‘stoni (egasi taqdim etgan; yopiq foydalanish). 2012. 1-2-boblar. Tibbiyot huquqi fani; fuqarolar sog‘lig‘ini saqlash qonunchiligi asoslari; bet 5-21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Vrach faoliyatining huquqiy asoslari: darslik, Toshkent: Tafakkur-Bo‘stoni (egasi taqdim etgan; yopiq foydalanish). 2012. 3-bob. O‘zbekiston Respublikasida sog‘liqni saqlash qonunchiligi; bet 22-34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