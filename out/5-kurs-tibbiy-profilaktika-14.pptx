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 savoli: nima uchun bugungi vrach faqat tibbiy bilim bilan cheklanib qola olmaydi? Tibbiy profilaktika vrachining faoliyati huquqiy me’yorlar bilan qanday bog‘lanadi? Doskada chizish: ikki ustun – “ilgari” (bilim + axloq) va “hozir” (bilim + axloq + huquq). Tipik xato: talabalar huquqiy bilimni faqat jinoiy javobgarlik bilan cheklab qo‘yadi.”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savoli: tibbiyot huquqida munosabat tomonlari kimlar? Nima uchun sanitariya va epidemiyaga qarshi tadbirlar ham shu fan doirasiga kiradi? Doskada chizish: bemor – xodim – muassasa uchburchagi va ular orasidagi o‘qlar. Diqqat: axloq va huquq bir narsa emas – axloqiy talablar ixtiyoriy bajariladi, huquqiy me’yorlar esa majburlash orqali ta’minlanadi. Tipik xato: tibbiyot huquqini faqat vrach va bemor munosabati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 savoli: nima uchun qilmish va jinoyatni farqlash vrach uchun muhim? Tibbiy yordam nuqsonini qanday hujjatlar asosida aniqlash mumkin? Doskada chizish: A, B, V, G harflari bilan to‘rt vazifaning qisqa sxemasi. Tipik xato: kasb huquqbuzarligi va jinoyatni bir tushuncha deb qabul qilish; talabalar ularni farqlash vazifasi (G) alohida ekanini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tibbiy hujjat tahlili ko‘nikmasi huquqiy bilimsiz mumkin emas? 2) Xizmat tekshiruvida talaba qanday rol o‘ynashi mumkin? Doskada: uch darajali zinapoya (xabardorlik – bilish – ko‘nikma) chizing va har biriga bittadan misol yozing. Tipik xato: talabalar xabardorlik bilan amaliy ko‘nikmani aralashtiradi.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Bemorni iste’molchi deb qarash vrach javobgarligiga qanday ta’sir qiladi? 2) Amosov fikri qonun zaruratini inkor etadimi? Doskada: ikki ustun – ilgari va hozirgi talablar ro‘yxatini chizing. Tipik xato: Amosov so‘zini qonunni keraksiz deb tushunish; bu yerda vijdon qonun o‘rnini bosa olmasligi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Vrach qonunni buzmasdan etikaga zid ish qilishi mumkinmi? Misol keltiring. 2) Nima uchun huquq ma’naviyatning minimumi deyiladi? Doskada: pog‘onali sxema – pastda huquq, tepada etika. Tipik xato: huquq va axloqni bir xil narsa deb hisoblash yoki ularni bir-biriga qarama-qarshi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Nima uchun tibbiy faoliyat faqat sog‘liqni saqlash qonunlari bilan cheklanmaydi? 2) Maxsus qonunlardan qaysilari profilaktika yo‘nalishiga yaqin? Doskada: jadvaldagi to‘rt darajani piramida shaklida chizdiring. Tipik xato: talabalar “Fuqarolar sog‘lig‘ini saqlash to‘g‘risida”gi Qonunni yagona manba deb o‘ylaydi; aslida u boshqa hujjatlar bilan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Huquq ma’naviyatning minimumi, axloq esa yuqori darajasi degani nimani anglatadi? 2) Tibbiy yordam xizmatga tenglashtirilganda vrachning mas’uliyati qanday o‘zgaradi? Doskada: ikki pog‘onali zina chizing — pastda huquq (majburiy), yuqorida axloq (ixtiyoriy). Tipik xato: “axloq bor bo‘lsa, huquq kerak emas” yoki aksincha, ikkalasini qarama-qarshi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Nima uchun huquqni cheklash faqat sud qarori bilan mumkin? 2) Bemor huquqi buzilsa, 44-modda unga qanday yo‘l ochadi? Doskada: 18, 19, 20, 44, 45-moddalarni “tenglik – daxlsizlik – chegara – himoya” zanjiri sifatida yozdiring. Tipik xato: moddalar raqamlarini aralashtirish (masalan, 44-moddani 18-moddaga almashtirish).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huquq doim burch va javobgarlik bilan birga keladi? 2) 40- va 43-moddalar farqi nimada? Doskada: huquq → burch → javobgarlik zanjirini chizing, ostiga 4 xizmat turini yozing. Tipik xato: 40-moddani (fuqaro huquqi) 43-modda (davlat kafolati)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Qonun tuzilishini bilish amaliy ishda nimaga kerak? 2) Qaysi qismda bemor huquqlari joylashgan? (2-qism, 24-modda). Doskada: 6 qism jadvalini talabalar o‘zlari to‘ldirsin. Tipik xato: qabul qilingan sana bilan kuchga kirgan sanani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profilaktika (tibbiy profilaktika yo‘nalishi) ustuvor? 2) Turmush tarzini yaxshilash uchun qanday tadbirlar bor? Doskada: omillarni ulush bo‘yicha ustunli diagramma shaklida chizing. Tipik xato: tibbiy yordamni salomatlikning asosiy omili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Tezkor savol (yopiq kitob bilan, 1 daq): 5 tamoyilni ketma-ket sanang. Eslab qolish usuli (o‘qituvchi taklifi, manbada yo‘q): har tamoyilning bosh so‘zi — Huquq, Hamma, Profilaktika, Himoya, Fan. Muhokama: nima uchun profilaktika ustuvor deb belgilangan? Tibbiy yordam salomatlikning faqat kichik qismiga ta’sir qiladi-ku? Doskada chizish: 5 bosqichli zanjirni chizib, har biriga bittadan misol yozdiring. Tipik xato: tamoyillarni bemor huquqlari (24-modda)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davlat kafolatidagi yordam bilan qo‘shimcha xizmat o‘rtasidagi chegara nimada? Kim hajm va tartibni belgilaydi? Doskada chizish: ikki ustunli sxema — chapda bepul (kafolatlangan), o‘ngda pullik (qo‘shimcha). Tipik xato: Vazirlar Mahkamasi va Sog‘liqni saqlash vazirligi vakolatlarini aralashtirish. Vazirlar Mahkamasi bepul yordam oladigan guruhlar tarkibini, vazirlik birlamchi yordamning hajmi va tartibini belgilaydi.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Talabalar kichik guruhlarda ishlaydi, har guruh 2 savolga javob beradi. Muhokama: shartnoma asosidagi tekshiruv bilan shoshilinch yordam chegarasi qayerdan o‘tadi? Qaysi guruhlar xususiy muassasada ham bepul yordam oladi va ularni kim belgilaydi? Doskada chizish: ‘shartnoma → pullik’, ‘shoshilinch → bepul’ strelkalari. Tipik xato: shartnoma asosidagi pullik xizmatga shoshilinch yordamni ham kiritib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Kasalligi sababli kamsitishni qanday holatlarda uchratish mumkin? 2) Nikoh oldi tibbiy ko‘rigi nima uchun kerak? Doskada 17-23-moddalardagi toifalarni ro‘yxat qilib yozdiring. Tipik xato: 13-modda (kamsitishdan himoya) bilan 18-modda (bepul maslahat, oilaviy shifokor) farqini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Kasalligi sababli kamsitishni qanday holatlarda uchratish mumkin? 2) Nikoh oldi tibbiy ko‘rigi nima uchun kerak? Doskada 17-23-moddalardagi toifalarni ro‘yxat qilib yozdiring. Tipik xato: 13-modda (kamsitishdan himoya) bilan 18-modda (bepul maslahat, oilaviy shifokor) farqini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Bemor shifokorni tanlash huquqidan qanday foydalanadi? 2) Nomaqbul prognozni bemorga qanday aytish kerak (tibbiy etika)? Doskada 24-moddadagi huquqlarni ikki ustunga ajratib yozdiring: tanlash huquqlari va ma’lumot/sir huquqlari. Tipik xato: 14 yoshga to‘lgan bolaning ma’lumot olish huquqini 14 yoshgacha bo‘lganlar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Bemor hushsiz holda kelsa, kim qaror qabul qiladi? 2) Qonuniy vakil bo‘lmasa nima qilinadi? Doskada sxemani o‘zlari chizsin va har bosqichni 26-modda bilan bog‘lasin. Tipik xato: konsilium tashkil etish mumkin bo‘lganda ham qarorni yakka navbatchi vrach chiqarishi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Tezkor savol: Qonuniy vakil rad etgan va bu bemorga og‘ir oqibat keltirishi mumkin bo‘lsa, vrach kimga xabar berishi shart? (Javob: vasiylik va homiylik organlariga, bet 15). Muhokama: nima uchun yuqumli kasallikda rozilik shart emas? Doskada chizish: ikki ustunli sxema, chapda bemorning rad etish huquqi, o‘ngda rozilikni talab qilmaydigan holat. Tipik xato: 27-moddadagi rad etishni 28-moddadagi majburiy yordam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Talabalar 3 kishilik guruhlarda vaziyatni yechadi. Muhokama savollari: 1) Rad etishni qanday rasmiylashtirish kerak? 2) Nima uchun vasiylik organiga xabar berish shart? Doskada chizish: harakatlar ketma-ketligi (rad etish, hujjat, xabar berish). Tipik xato: vrach jim turib, hech qanday hujjat tuzmasligi yoki vasiylik organini xabardor qilmasligi. Eslatma: vaziyat o‘quv maqsadida manbadagi me’yorlar asosida tuzilgan.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nima uchun birlamchi yordam eng asosiy tur hisoblanadi? Tibbiyot xodimlari yetib kelguncha birlamchi yordamni kim ko‘rsatishi shart? (bet 16). Doskada chizish: jadvalni daftarga ko‘chirib, har turga bitta misol yozish. Tipik xato: birlamchi yordamni ixtisoslashgan yordam bilan, shoshilinch yordamni esa har doim pullik deb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Muhokama: 1) Nega militsiya va yong‘in xizmati xodimlari ham birlamchi yordam ko‘rsatishi shart? 2) Nega bu kasalliklar ijtimoiy ahamiyatli deyiladi? Doskada: 30-modda bo‘yicha voqea joyidagi yordam ketma-ketligini chizdiring. Tipik xato: ijtimoiy ahamiyatli kasalliklar ro‘yxatini Vazirlar Mahkamasi belgilashini unutish. Shoshilinch yordamni shartnoma bilan chalkashtirish ham xato.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Sud-tibbiy ekspertiza boshqa turlardan nimasi bilan farq qiladi? 2) Patologo-anatomik tekshiruvning ekspertiza maqomini olishi nimani o‘zgartiradi? Doskada: 36–40-moddalar jadvalini talabalar bilan to‘ldiring. Tipik xato: patologo-anatomik tekshiruvni (40-modda) sud-tibbiy ekspertiza bilan bir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Qaysi faoliyat turlari uchun diplomdan tashqari litsenziya shart? 2) Xususiy amaliyot qanday hollarda to‘xtatilishi mumkin? Doskada: diplomdan amaliyotni to‘xtatishgacha zanjirni chizing. Tipik xato: diplom bor bo‘lsa, litsenziya shart emas deb o‘ylash. Litsenziya faqat Vazirlik belgilagan ayrim turlar uchun talab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Qasamyod va qonuniy javobgarlik o‘rtasida qanday bog‘liqlik bor? 2) Sirni olgan boshqa shaxs (masalan, qonuniy vakil) nima uchun sirni saqlashi shart? Doskaga chizing: markazda «Shifokor siri», atrofida 4 ta ma’lumot turi (murojaat, holat, tashxis, muolaja). Tipik xato: talabalar sirni mutlaq deb o‘ylaydi va istisnolarni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Jadvalda oltita holat to‘rt qatorga jamlangan: birinchi qatorda ikkita, to‘rtinchi qatorda ikkita holat bor. Talabalar oltitasini to‘liq sanab chiqsin. Muhokama: 1) Nima uchun yuqumli kasallikda rozilik shart emas? 2) Jinoyat kodeksi 241-moddasi qaysi holatga tegishli? Doskaga chizing: oltita holatli ro‘yxat va yonida «xabar beriladigan idora». Tipik xato: istisnolarni cheksiz kengaytirish yoki ularni sanamay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Zarar qoplangan bo‘lsa, xodim yana qanday javobgarlikka tortilishi mumkin? 2) Nima uchun Qonun umumiy xarakterda, aniq jihatlar esa tarmoq hujjatlarida berilgan? Doskaga chizing: «Zarar o‘rnini qoplash» va unga parallel uchta javobgarlik turi (intizomiy, ma’muriy, jinoiy). Tipik xato: qoplash bilan javobgarlik tugaydi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bu holat shifokor siri istisnolari qatoriga kiritilgan? 2) Xabar kimga beriladi (huquqni muhofaza etuvchi idoralarga) va nega o‘z vaqtida bo‘lishi shart? Doskada chizish: ikki ustun - «sir saqlanadi» va «sir istisno tartibida beriladi», har biriga 2-3 misol yozdiring. Tipik xato: talabalar shifokor sirini mutlaq taqiq deb o‘ylaydi yoki xabar berishni «ixtiyoriy» deb hisoblaydi. Istisnolar ro‘yxatini (6 holat) takrorlang.”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ko‘p pog‘onali tizim sifatni oshirmadi? 2) Moliyalash usuli vrach xulqiga qanday ta’sir qilgan (profilaktikaga e’tibor kamligi)? Doskada chizish: eski besh pog‘onali zanjir va yangi ikki pog‘onali sxemani yonma-yon chizdiring. Tipik xato: islohot sababini faqat «mablag‘ yetishmasligi» deb bilish; aslida muammo samarasiz tuzilma va rag‘batning yo‘qligi 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 (tezkor savol - 2 daq). Muhokama: 1) Tamoyillar ichida profilaktika ustuvorligi nima uchun tibbiy profilaktika yo‘nalishi talabalari uchun muhim? 2) Vazifa va ustuvor yo‘nalish farqi nimada? Doskada chizish: «maqsad - tamoyillar - vazifalar - ustuvor yo‘nalishlar» zanjirini chizdiring. Tipik xato: tamoyil, vazifa va ustuvor yo‘nalishni aralashtirish va yillarni (1998–2005)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 (tezkor savol - 2 daq). Muhokama: 1) Tamoyillar ichida profilaktika ustuvorligi nima uchun tibbiy profilaktika yo‘nalishi talabalari uchun muhim? 2) Vazifa va ustuvor yo‘nalish farqi nimada? Doskada chizish: «maqsad - tamoyillar - vazifalar - ustuvor yo‘nalishlar» zanjirini chizdiring. Tipik xato: tamoyil, vazifa va ustuvor yo‘nalishni aralashtirish va yillarni (1998–2005)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xodim va tashrif soniga qarab moliyalash vrachni kasalxonaga jo‘natishga undagan? 2) Nega ayollar va bolalarga ko‘proq mablag‘ ajratiladi? Doskada: eski besh pog‘onali zanjir va yangi ikki pog‘onali sxemani yonma-yon chizdiring. Tipik xato: moliyaviy menejerni davolash sifati uchun javobgar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xususiylashtirish bepul yordam printsipini buzmasligi kerak? 2) Litsenziyalash va attestatsiya nima uchun uzluksiz ta’limning qismi? Doskada: bakalavriatdan magistraturagacha yo‘lni chizing. Tipik xato: bakalavriat va magistratura vazifalarini aralashtirish; 20% ni barcha xizmatga taalluqli deb o‘ylash (u imtiyozli bemorlar uchun).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xususiylashtirish bepul yordam printsipini buzmasligi kerak? 2) Litsenziyalash va attestatsiya nima uchun uzluksiz ta’limning qismi? Doskada: bakalavriatdan magistraturagacha yo‘lni chizing. Tipik xato: bakalavriat va magistratura vazifalarini aralashtirish; 20% ni barcha xizmatga taalluqli deb o‘ylash (u imtiyozli bemorlar uchun).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2003-yil Farmoni islohotning qaysi bosqichini boshladi? 2) Tuman tibbiyot birlashmalari qanday vazifa bajaradi? Doskada: 2003 va 2007 yillar vaqt chizig‘ini chizing. Oltita markaz: akusherlik-ginekologiya, pediatriya, terapiya va tibbiy reabilitatsiya, dermatologiya va venerologiya, ftiziatriya va pulmonologiya, endokrinologiya. Tipik xato: 19-sentyabrdagi Farmon bilan 2-oktyabrdagi Qarorni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Nega jon boshiga moliyalash vrachni profilaktikaga undaydi? 2) Eski va yangi tizimda bemor yo‘li qanday farq qiladi? Doskaga chizish: besh pog‘onali zanjir va ikki pog‘onali tizim yonma-yon. Tipik xato: birlamchi yordamni faqat shifokor qabuli deb tushunish. Bu yordam profilaktika va sanitariya chora-tadbirlarini ham o‘z ichiga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Nega jon boshiga moliyalash vrachni profilaktikaga undaydi? 2) Eski va yangi tizimda bemor yo‘li qanday farq qiladi? Doskaga chizish: besh pog‘onali zanjir va ikki pog‘onali tizim yonma-yon. Tipik xato: birlamchi yordamni faqat shifokor qabuli deb tushunish. Bu yordam profilaktika va sanitariya chora-tadbirlarini ham o‘z ichiga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Konstitutsiya, Qonun va islohot dasturi bir-birini qanday to‘ldiradi? 2) Bemor huquqi buzilganda qayerga murojaat qilinadi? Doskaga chizish: Konstitutsiya – Qonun – tarmoq hujjatlari zinasi. Tipik xato: axloqiy va huquqiy me’yorni bir xil deb o‘ylash. Axloq ixtiyoriy bajariladi, huquq majburlash bilan ta’minlanadi.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Fuqarolar sog‘lig‘ini saqlash to‘g‘risidagi qonunchilik asoslari.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fuqarolar sog‘lig‘ini saqlash to‘g‘risidagi qonunchilik asoslari. Fanning birinchi vazifasi aynan shu asoslarni o‘rganishdir.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Ilgari tibbiy bilim va axloqiy qoidalar yetarli deb qaralgan. Hozir huquqiy me’yorlarni bilish va ularga izchil amal qilish ham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Qonunchilikda tibbiy faoliyat xizmat ko‘rsatishga tenglashtirilgan: xodimlar xizmat ko‘rsatuvchi, bemorlar iste’molchi sifatida talqin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tibbiyot huquqi tushunchasi, Konstitutsiya, “Fuqarolar sog‘lig‘ini saqlash to‘g‘risida”gi Qonun va sog‘liqni saqlash tizimini isloh qilish.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5, 6, 7; 9-10;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Tibbiyot huquqi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 huquqi diagnostika, davolash va profilaktika jarayonidagi munosabatlarni tartibga soladi.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Bunga davolash-profilaktika yordami, sanitariya va epidemiyaga qarshi tadbirlar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Predmeti: tibbiy faoliyatdagi huquqiy munosabatlar va ishtirokchilarning huquqiy maqomi.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Bemor, xodim, muassasa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Ular o‘rtasidagi munosabatlar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Huquq, majburiyat, mas’uliyat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Me’yorlar majmuasi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Tibbiyot huquqi mantig‘i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5,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maqsadi va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tibbiy faoliyatdagi huquqiy me’yorlar va nazariy bilim, ko‘nikmalarni o‘zlashtirish.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Talaba amaliyotda bahsli holatlar bo‘yicha xizmat tekshiruvlarida ishtirok etishi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Shuningdek, tibbiy yordam nuqsonlarini farqlash va tibbiy hujjatlarni tahlil etish talab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Fanning to‘rt vazifasi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A: qonunchilik asoslari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Sog‘liqni saqlash qonunchiligi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B: huquqiy munosabatlar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Xususiyatlari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V: kasb huquqbuzarliklari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Tibbiyot xodimlari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G: qilmish va jinoyat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Mohiyatini farqlash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Fan vazifalari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5,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Talaba bilishi va qila olishi kerak bo‘lganlar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Talaba qonunchilik asoslari, bemor va xodimlarning huquq-majburiyatlaridan xabardor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Fuqarolik, mehnat, ma’muriy va jinoyat huquqining tibbiy faoliyatga oid normalarini bilish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ko‘nikma: xizmat tekshiruvi va sud-tibbiy ekspertizada mutaxassis yoki ekspert sifatida qatnashish.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Xabardorlik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Qonunchilik asoslari, huquq va majburiyatlar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Hujjat tahlili, yordam nuqsonlarini farqlash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Amaliy ko‘nikma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Xizmat tekshiruvi, ekspertizada ishtirok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O‘zlashtirish darajalari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5, 5-6,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faoliyat – xizmat ko‘rsatish sifatida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Ilgari bilim va axloq qoidalari etarli deyilgan; endi huquqiy me’yorlarni bilish ham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Amaldagi qonunchilikda tibbiy faoliyat keng ma’noda fuqarolarga xizmat ko‘rsatishga tenglashtirilgan.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Xirurg N. I. Amosov: vrachning vijdoniga ishonish lozim, hech qanday qonun uning o‘rnini bosa olmaydi.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Ilgari: bilim, ko‘nikma, axloq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Hozir: + huquqiy me’yorlar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Xodim — xizmat ko‘rsatuvchi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Bemor — iste’molchi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Talqin o‘zgarishi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6, 6-7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 va axloq-etika nisbati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— ma’naviyatning quyi darajasi (minimum), axloq va etika esa yuqori darajasi.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Axloqiy talab erkin, ixtiyoriy bajariladi; huquq me’yori majburlash orqali ta’minlanadi.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huquq ≠ axloq. Ikkalasi o‘zaro bog‘liq, ularni bir-biriga qarama-qarshi qo‘yib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Huquq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Ma’naviyatning minimumi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Majburlash orqali ta’minlanadi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Axloq bilan o‘zaro bog‘liq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Axloq-etika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Ma’naviyatning yuqori darajasi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Erkin, ixtiyoriy bajariladi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Huquqqa qarama-qarshi 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Huquq va axloq farqi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 predmeti, tizimi va maxsus qonunlar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Predmet — huquqiy munosabatlar va ishtirokchilar maqomi; tizim — davolash, sanitariya-gigiena me’yorlari va hujjatlar.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Avvalo Konstitutsiya ko‘rsatiladi; unga tayanib sog‘liqni saqlash bo‘yicha maxsus qonunlar qabul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faoliyat fuqarolik, mehnat, ma’muriy va jinoyat huquqi talablariga ham bevosita taalluqli.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Tibbiyot huquqi tizimi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O‘zbekiston Konstitutsiyasi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Asosiy qonun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Sog‘liqni saqlash to‘g‘risidagi Qonun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qonunlar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Sanitariya, dori, sil  ·  Donorlik, psixiatriya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Qo‘shni sohalar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Fuqarolik, mehnat  ·  Ma’muriy, jinoyat huquqi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Daraja va tarkib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7,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huquq va vijdon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(o‘quv misoli): yosh vrach “vijdonim yetarli, qonunni bilish shart emas” deb, huquqiy me’yorlarni o‘rganishni keraksiz hisoblaydi.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Amosov fikricha, vrach vijdoniga ishonish lozim, qonun uning o‘rnini bosa olmaydi. Biroq axloq va huquqni bir-biriga qarama-qarshi qo‘yib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axloq ≠ huquq. Axloqiy talablar ixtiyoriy bajariladi, huquqiy me’yorlar esa bevosita yoki bilvosita majburlash bilan ta’minlanadi.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nega hozir faqat tibbiy bilim va axloq yetarli emas? Bemor iste’molchi, xodim xizmat ko‘rsatuvchi deb talqin etilishi nimani o‘zgartiradi?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6,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Konstitutsiya: tenglik, daxlsizlik, himoya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18-modda: barcha fuqarolar jinsi, irqi, millati, tili, dini va ijtimoiy mavqeidan qat’i nazar teng va bir xil huquq, erkinliklarga ega.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Huquq va erkinliklar daxlsiz: ulardan faqat sud qarori bilan mahrum etish yoki ularni cheklash mumkin (19-modda).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20-modda: huquqlarni amalga oshirish davlat, jamiyat va boshqa shaxslarning qonuniy manfaatlariga putur yetkazmasligi shart.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44-modda: huquqlarni sud orqali himoya qilish va g‘ayriqonuniy harakatlar ustidan shikoyat huquqi.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45-moddada voyaga yetmaganlar, mehnatga layoqatsizlar, yolg‘iz keksalar davlat himoyasida.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Konstitutsiya moddalari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18-modda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Fuqarolar teng huquqli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19-modda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Huquqlar daxlsiz  ·  Faqat sud qarori bilan cheklanadi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20-modda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Huquqni amalga oshirish chegarasi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44-modda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 orqali himoya  ·  Shikoyat huquqi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45-modda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Voyaga yetmaganlar, layoqatsizlar  ·  Yolg‘iz keksalar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9–10-betlar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9,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Konstitutsiya: tibbiy xizmat huquqi va burch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40-moddada har bir fuqaroning malakali tibbiy xizmatdan foydalanish huquqi kafolatlangan.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43-modda: davlat barcha turdagi tibbiy xizmatdan foydalanish uchun shart-sharoit va imkoniyat yaratadi.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Huquq, majburiyat va javobgarlik o‘zaro uzviy bog‘liq; fuqarolar burchlari XI bobda berilgan.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Malakali tibbiy xizmat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Birlamchi yordam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Tez yordam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Shoshilinch yordam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Ixtisoslashtirilgan yordam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40 va 43-moddalar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9,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“Fuqarolar sog‘lig‘ini saqlash to‘g‘risida”gi Qonun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Oliy Majlis tomonidan 1996-yil 29-avgustda qabul qilingan va 14-sentyabrdan kuchga kirgan.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6 qism va 47 moddadan iborat; keyinchalik unga qator o‘zgartish va qo‘shimchalar kiritilgan.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qabul qilingan sana (29-avgust) kuchga kirgan sanadan (14-sentyabr) farq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Qonun: 6 qism, 47 modda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1–2-qismlar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qoidalar  ·  Huquqiy muhofaza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3–4-qismlar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Tibbiy-ijtimoiy yordam  ·  Ekspertiza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5-qism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Tibbiyot va farmatsevtika xodimlari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6-qism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Qasamyod, sir, zarar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Qonun qismlari mazmuni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Qonunning vazifalari va salomatlik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2-modda vazifalari: huquqlar kafolati, sog‘lom turmush tarzi, faoliyatni huquqiy tartibga solish.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yordam salomatlikning taxminan faqat o‘ndan bir qismini ta’minlashi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Salomatlikka avvalo shaxsning o‘zi, so‘ng davlat idoralari va rahbarlar jiddiy e’tibor berishi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Turmush tarzi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48–52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Nasl, irsiyat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18–20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Ekologik omillar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18–20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Tibbiy yordam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Salomatlikka ta’sir omillari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10-11,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Sog‘liqni saqlashning asosiy tamoyillari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Qonunning 3-moddasida fuqarolar sog‘lig‘ini saqlashning 5 ta asosiy tamoyili keltirilgan.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Profilaktika ustuvor: salomatlikning taxminan 8-10% tibbiy yordamga, 48-52% turmush tarziga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3-modda — tamoyillar, 24-modda — bemor huquqlari. Ikkalasini adashtirmang.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Inson huquqlari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Rioya qilish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Yordam hammaga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Hammaga ochiq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Profilaktika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Ustuvorlik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Ijtimoiy himoya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Ijtimoiy himoya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Fan va amaliyot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3-moddadagi 5 tamoyil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11, 11;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Vakolatli organlar va sog‘liqni saqlash tizimlari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Qonunga ko‘ra davlat, xususiy va boshqa sog‘liqni saqlash tizimlari farqlanadi (7-modda).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Davlat muassasalari kafolatlangan yordamni bepul ko‘rsatadi; hajmi va tartibi qonunchilikda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Kafolatdan tashqari xizmatlar qo‘shimcha hisoblanadi; ular uchun belgilangan tartibda haq to‘lanadi.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003683"/>
                <a:gridCol w="235643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Sub’ekt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Vazirlar Mahkamasi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Imtiyozli guruhlar tarkibini belgilaydi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Sog‘liqni saqlash vazirligi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Yordam hajmi, tartibini belgilaydi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Mahalliy hokimiyat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Qonunda vakolatlari berilgan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Davlat/xususiy tizim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7-8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Kafolat bepul; qo‘shimcha — haq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Organlar va tizimlar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11,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bepul va pullik xizmat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korxona o‘z xodimlarini dispanserizatsiyadan o‘tkazish uchun davlat poliklinikasi bilan shartnoma tuzdi va haq to‘ladi.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paytida bir xodimning ahvoli keskin og‘irlashdi va shoshilinch yordam zarur bo‘lib qoldi (taxminiy vaziyat).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shoshilinch yordam uchun alohida haq olish mumkinmi? Javob: yo‘q, bunday kontingentga ham shoshilinch va tez yordam bepul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xususiy muassasada birlamchi yordam qanday ko‘rsatiladi? Asosan shartnoma asosida; ayrim guruhlarga u yerda ham bepul.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26, 15-16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Kamsitmaslik, oila va alohida toifalar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Davlat sog‘liqni saqlash huquqlarini yoshi, jinsi, millati, dini va mavqeidan qat’i nazar ta’minlaydi.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Kasalligi sababli kamsitishdan ham himoya qiladi (13-modda).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Fuqaro davlat muassasalarida oila masalalari va xavfli kasallik bor-yo‘qligi bo‘yicha bepul maslahat va tekshiruv olishga haqli (18-modda).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oila oilaviy shifokorni o‘zi tanlaydi, bolali oilalar imtiyozlardan foydalanadi.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12, 12-13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Kamsitmaslik, oila va alohida toifalar huquqlari (davomi)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Nikohdan o‘tuvchilar tibbiy ko‘rikdan o‘tkaziladi (Oila kodeksi, 17-modda).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Alohida toifalar: kasb egalari, voyaga etmaganlar, harbiy xizmatchilar, pensionerlar, nogironlar va favqulodda vaziyatda jabrlanganlar (17-23-moddalar).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12-13,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Bemor huquqlari va axborot olish huquqi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24-moddaga ko‘ra bemor hurmat va insoniy munosabatga, shifokor va muassasani tanlashga, sanitariya-gigiena talablariga mos sharoitga haqli.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Bemor konsilium so‘rashi, tibbiy sir saqlanishini talab qilishi, rozilik berishi yoki rad etishi mumkin. Zarar qoplanadi, advokat yoki qonuniy vakil qatnashadi.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Huquq buzilsa, bemor yoki qonuniy vakili muassasa rahbariyatiga, yuqori boshqaruv organiga yoki sudga shikoyat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25-modda: fuqaro tashxis, prognoz, davolash usullari va xavf-xatarlar haqida to‘liq ma’lumot oladi.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14 yoshgacha va layoqatsizlar uchun ma’lumot qonuniy vakilga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Bemor huquqlari (24–25)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Munosabat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Hurmat va insoniy munosabat  ·  Sharoit talablarga mos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Tanlov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Shifokor va muassasani tanlash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Axborot va sir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Tashxis, prognoz, xavf haqida  ·  Tibbiy sirni saqlash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Himoya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Zararni qoplash  ·  Shikoyat, advokat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13–14-betlar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13, 13-14, 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aralashuvga rozilik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aralashuv kasallik haqida ma’lumot olgan fuqaroning ixtiyoriy roziligi bilan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 irodasini ayta olmasa va aralashuvni kechiktirib bo‘lmasa, masalani konsilium hal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14 yoshgacha yoki layoqatsiz shaxslar uchun rozilikni qonuniy vakil beradi (26-modda).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Irodani bildira olmaydi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Bemor ifoda etolmaydi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Kechiktirib bo‘lmaydi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Shoshilinch holat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Konsilium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Konsilium qaror qiladi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Imkon yo‘q bo‘lsa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Navbatchi vrach hal qiladi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Xabar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Rahbariyat xabardor qilinadi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Rozilik olish imkoni bo‘lmaganda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Rad etish va rozilliksiz yordam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27-moddaga ko‘ra bemor yoki uning qonuniy vakili tibbiy aralashuvni rad etishi yoki uni to‘xtatishni talab qilishi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Rad etilsa, vrach yozma rad tasdiqnomasini oladi. Iloji bo‘lmasa, guvohlar ishtirokida dalolatnoma tuzadi.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qonun rad etilgan har bir holatda yozma tasdiqnomani shart qilib qo‘ymagan. Shuning uchun dalolatnoma ham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Kasallik atrofdagilarga xavf tug‘dirsa (masalan, yuqumli), 28-moddaga ko‘ra rozilik olinmasdan tekshiruv, yotqizish, kuzatish va yakkalab qo‘yish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27-modda: rad etish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Bemor yoki vakili rad etishi mumkin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Yozma tasdiqnoma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Rad tasdiqnomasi olinadi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Iloji bo‘lmasa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Guvohlar ishtirokida dalolatnoma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28-modda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Xavfli kasallikda rozilik shart emas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Rad etish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rozilik va rad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14 yoshgacha bo‘lgan bolaga zarur muolaja belgilandi, lekin uning ota-onasi (qonuniy vakil) davolashni rad etdi.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holatda rozilikni kim beradi va vrach qanday harakat qilishi kerak?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14 yoshgacha bo‘lgan shaxslarga aralashuvga rozilikni qonuniy vakillari beradi. Rad etish huquqi ham ularda.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yozma rad tasdiqnomasi yoki guvohlar bilan dalolatnoma oladi. Oqibat og‘ir bo‘lsa, vasiylik va homiylik organlariga xabar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14-15, 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Tibbiy-ijtimoiy yordam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yordam hajmi va tartibini Sog‘liqni saqlash vazirligi belgilaydi.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Shoshilinch yordam barcha davolash muassasalarida; hayot xavfida istalgan transport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Ixtisoslashgan yordamning turi, hajmi va sifat standartini vazirlik belgilaydi.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Birlamchi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Asosiy, qulay, bepul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Vazirlik hajm va tartibni belgilaydi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Shoshilinch va tez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Barcha davolash muassasalarida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Hayot xavfida istalgan transport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Ixtisoslashgan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Maxsus usul, murakkab texnologiya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Vazirlik: tur, hajm, sifat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29–31-moddalar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Shoshilinch yordam va ijtimoiy ahamiyatli kasalliklar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Fuqaro barcha davolash-profilaktika muassasalarida shoshilinch yordam olish huquqiga ega.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Hayot xavf ostida bo‘lsa, xodimlar istalgan transportdan foydalanishi mumkin (30-modda).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Tibbiyot xodimlari yetib kelguncha voqea joyida birlamchi yordamni militsiya, yong‘indan saqlash, avariya xizmati va transport xodimlari ko‘rsatishi shart.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Ijtimoiy ahamiyatli kasalliklarga chalinganlarga davlat muassasalarida tibbiy-ijtimoiy yordam beriladi va doimiy tibbiy kuzatuv ta’minlanadi (32-modda).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Vazirlar Mahkamasi 1997 yil 20 martdagi 153-son Qarori ro‘yxati: sil, onkologik, jinsiy yo‘l bilan o‘tadigan kasalliklar, moxov, ruhiy kasalliklar, OITS.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16, 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ekspertiza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Qonunning to‘rtinchi qismi tibbiy ekspertizaning turli ko‘rinishlarini beradi (36–39-moddalar).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Patologo-anatomik tekshiruv qonunchilikda ilk bor tibbiy ekspertiza turi maqomini oldi (40-modda).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o‘tkazish va o‘lim vaqtini aniqlash tartibini Sog‘liqni saqlash vazirligi belgilaydi.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Tibbiyot va farmatsevtika xodimlarining huquqiy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faoliyat bilan faqat tegishli oliy yoki o‘rta maxsus o‘quv yurti diplomiga ega shaxslar shug‘ullanadi (41-modda).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Sifatni kasbiy uyushmalar, mahalliy hokimiyat va Sog‘liqni saqlash vazirligi nazorat qiladi (42-modda).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Xodimlar ixtiyoriy kasbiy uyushmalar tuzib, amaliyot rivoji va huquqlar himoyasini ko‘zlaydi (43-modda).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17, 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Shifokor qasamyodi va shifokor 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44-moddada O‘zbekiston Respublikasi shifokori qasamyodining matni berilgan. Tibbiyot oliy o‘quv yurtini bitirib, vrach diplomini olayotganlar uni qabul 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Buzilsa, javobgarlik belgilangan.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45-modda: murojaat qilganlik, sog‘liq holati, tashxis, tekshiruv va davolash chog‘ida olingan ma’lumotlar shifokor sirini tashkil etadi.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Bu ma’lumotlar fuqaro yoki qonuniy vakilining roziligisiz oshkor qilinmaydi. Ruxsat etilgan tartibda sirni olgan boshqa shaxslar ham uni saqlashi shart.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xato qilish xavfi. Sir ≠ cheksiz maxfiylik: qonunda roziliksiz ma’lumot berish mumkin bo‘lgan istisno holatlar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18, 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Shifokor siri istisnolari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oltita holatda roziliksiz ma’lumot berishga ruxsat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kodeksi 241-moddasi: jinoyat haqida xabar bermaslik yoki uni yashirish jinoiy javobgarlikka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holatda tibbiyot xodimi huquqni muhofaza idorasiga o‘z vaqtida rasmiy xabar berishi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Roziliksiz ma’lumot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Bola, layoqatsiz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Ota-ona yoki vakil xabardor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Og‘ir bemor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Tekshirish va davolash uchun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Atrofga xavf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Yuqumli kasallik, yalpi zaharlanish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Rasmiy so‘rov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Idoralar so‘rovi  ·  Zarar gumoni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Oltita holatdan to‘rt guruh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Zararni qoplash va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46-modda: xizmat vazifasini lozim darajada bajarmaslik tufayli hayot va sog‘liqqa yetgan zarar qonun hujjatlarida belgilangan tartibda qoplanadi.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zararni qoplash ≠ javobgarlikdan ozod bo‘lish. U xodimni intizomiy, ma’muriy va jinoiy javobgarlikdan ozod etmaydi.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«Fuqarolar sog‘lig‘ini saqlash to‘g‘risida»gi Qonun boshqa qonun hujjatlari bilan chambarchas bog‘liq va asosan umumiy xarakterga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Xususiy jihatlar tarmoq me’yoriy hujjatlarida kengroq yoritilgan. Ularni bilish tibbiyot xodimlarining huquqiy savodxonligini oshiradi.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19, 19–20, 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4: sir va xabar berish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bemor shifokorga murojaat qildi. Uning jarohati boshqa shaxsning g‘ayriqonuniy xatti-harakati natijasida yetkazilgan, degan gumon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Murojaat faktini, sog‘liq holati, tashxis va tekshiruv ma’lumotlari shifokor siri hisoblanadi. Ular fuqaroning roziligisiz oshkor etilmaydi.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sir mutlaq emas. Zarar g‘ayriqonuniy harakat yoki baxtsiz tasodifdan yetgan (yoki shunday gumon bor) bo‘lsa, rozilik shart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Jinoyatni yashirish uchun Jinoyat kodeksining 241-moddasida javobgarlik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holatda vrach nima qiladi va kimga, qanday tartibda xabar beradi?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19, 18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Sog‘liqni saqlash islohotining zarurati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Sobiq tizimning birlamchi bo‘g‘ini zamon talabiga javob bermay qo‘ydi, sarf-xarajat oshdi, yordam sifati pasaydi.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Ambulatoriyada davolanishi mumkin bo‘lganlar ham kasalxonaga yotqizilar, jihozsiz kasalxonalar va o‘rinlar ko‘payib borardi.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tizimni tubdan isloh qilish va mablag‘dan omilkorlik bilan foydalanish zarur bo‘ldi.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Sobiq tizim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Besh pog‘onali, ko‘p muassasa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Kamquvvat ko‘p bosqichli qishloq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Ambulatoriya bemori yotqizilgan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Xodim, maydon, tashrif bo‘yicha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Islohot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Ikki pog‘onali tizim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Qishloq vrachlik punktlari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Murojaatning ~90% i birlamchida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Aholi soniga qarab (jon boshiga)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Sobiq tizim va islohot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22, 22-23, 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Davlat dasturi: tamoyil va vazifalar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Prezidentning 1998-yil 10-noyabrdagi Farmoni bilan tasdiqlangan Davlat dasturi 1998–2005 yillardagi islohot kontseptsiyasini, maqsad va vazifalarni belgiladi.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 — aholi sog‘lig‘ini saqlash va sog‘lom avlod tarbiyasi uchun sharoit yaratish.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Tamoyillar: konstitutsion huquqqa rioya, teng bahramandlik, davlat nazorati, profilaktika ustuvorligi.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Vazifalardan biri — kafolatlangan birlamchi yordam sifatini ta’minlash.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23-24, 24, 25,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Davlat dasturi: tamoyil va vazifalar (davomi)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Ustuvor yo‘nalishlar: birlamchi va shoshilinch yordam, moliyalashtirish, onalar va bolalar, tibbiy ta’lim.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dastur qaysi yillarni qamragan va ustuvor yo‘nalishlardan ikkitasini ayta olasizmi?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25, 27, 24,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Birlamchi bo‘g‘in va moliyalashtirish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Besh pog‘onali birlamchi bo‘g‘in o‘rniga ikki pog‘onali tizim yaratilishi belgilandi.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Jon boshiga moliyalashtirishda har bir biriktirilgan kishiga yagona me’yor qo‘llanadi; ayollar va bolalarga ko‘proq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rahbar davolash sifatiga, moliyaviy menejer zahira va hisob-kitobga javob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518410"/>
                <a:gridCol w="119603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Ilgari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Yangi tizim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Pog‘onalar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Besh pog‘onali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 pog‘onali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Qishloqda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Feldsher-akusherlik punkti va b.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Vrachlik punkti, markaziy kasalxona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Mablag‘ ajratish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Xodim, maydon, tashrif soni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Biriktirilgan aholi soni bo‘yicha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Iqtisodiy rag‘bat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Xizmat sifatiga qiziqish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Eski va yangi tizim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28, 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Shoshilinch yordam, ta’lim va xususiy sektor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Respublika shoshilinch tibbiy yordam ilmiy markazi, viloyatlarda filiallar, tuman va shaharlarda bo‘limlar ishlaydi.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Tizimga tez yordam va sanitariya aviatsiyasi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Oliy tibbiy ta’lim ikki bosqichli: bakalavriatda umumiy amaliyot shifokorlari, magistraturada tegishli sohalar mutaxassislari tayyorlanadi.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Sog‘liqni saqlash vazirligi qoshida vrach va farmatsevtlarni litsenziyalash va attestatsiya markazi tashkil etildi.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Shoshilinch yordam, ta’lim va xususiy sektor (davomi)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Oliy ma’lumotli hamshiralar fakultetlari ochildi.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Xususiy va aralash moliyalashtirilgan nodavlat muassasalar faoliyatining 20% gacha hajmida imtiyozli bemorlarga bepul xizmat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30, 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2003 va 2007 yillar Farmonlari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2003-yil Farmoni ixtisoslashgan klinika va tibbiy markazlar yaratishni ko‘zda tutdi.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2007-yil Farmoniga ko‘ra oltita yangi respublika ilmiy-amaliy tibbiyot markazi tashkil etildi.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Tuman tibbiyot birlashmalari vrachlik punktlari va oilaviy poliklinikalarga uslubiy yordam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2003-yil 26-fevral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Prezident Farmoni: ikkinchi bosqich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2007-yil 19-sentyabr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Farmon: oltita ilmiy-amaliy markaz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2007-yil 19-sentyabr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Farmon: tuman tibbiyot birlashmalari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2007-yil 2-oktyabr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Qaror: boshqaruvni takomillashtirish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Islohot hujjatlari xronologiyasi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31, 32, 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5: islohot natijalari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qishloqda feldsher-akusherlik punkti, ambulatoriya, uchastka kasalxonasi, tuman kasalxonasi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Besh pog‘onali tizim qimmat, yordam sifati esa past edi.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Ambulatoriyada davolanishi mumkin bemorlar ham kasalxonaga yotqizilardi. Mablag‘ xodimlar va tashriflar soniga qarab ajratilgani uchun sifatga rag‘bat yo‘q edi.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Yangi tizim: qishloq vrachlik punkti va tuman markaziy kasalxonasi, shaharda oilaviy poliklinika.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22, 28, 22-23, 29, 28-29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5: islohot natijalari (davomi)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Mablag‘ biriktirilgan aholi soniga qarab, jon boshiga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Jahon sog‘liqni saqlash tashkilotiga ko‘ra, birlamchi yordam murojaatlarning qariyb 90% ini qondira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yotqizish va xarajatga qanday ta’sir qiladi?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28-29, 27-28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40-modda malakali tibbiy xizmat huquqini, 43-modda davlat kafolatini beradi. “Fuqarolar sog‘lig‘ini saqlash to‘g‘risida”gi Qonun 1996 yilda qabul qilingan.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Qonunda bemor huquqlari (24-modda), axborot, rozilik yoki rad etish (26-27) va shifokor siri (45) belgilangan; zararni qoplash javobgarlikdan ozod etmaydi.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Islohot Davlat dasturi (1998) bilan boshlandi; ustuvor yo‘nalishlar: birlamchi va shoshilinch yordam, moliyalashtirish, xususiy tarmoq.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Keyin 2003 va 2007 yillar farmonlari chiqdi.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Nazorat savollari: Qonunning asosiy printsiplari nima? Qaysi holatda rozilik shart emas? Shifokor siri istisnolari qaysilar? Islohot nega zarur bo‘ldi?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9-10, 13-15, 18-20, 24, 27, 31, 21,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Inson salomatligining taxminan 48-52% i turmush tarziga, 18-20% i nasl va irsiyatga, 18-20% i ekologik omillarga bog‘liq. Tibbiy yordamning ulushi esa atigi 8-10%. Shuning uchun profilaktika va sog‘lom turmush tarzi ustuvor hisoblanadi.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muallif huquqni ma’naviyatning eng quyi darajasi (minimum), axloq va etikani esa uning yuqori darajasi deb hisoblaydi. Axloqiy talablar ixtiyoriy bajariladi, huquqiy me’yorlar esa majburlash orqali ta’minlanadi. Shuning uchun ikkalasini bir-biriga qarama-qarshi qo‘yib bo‘lmaydi.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(Konstitutsiya moddalari): 40 — malakali tibbiy xizmat huquqi; 43 — davlat kafolati; 44 — sud orqali himoya; 45 — voyaga yetmaganlar, mehnatga layoqatsizlar va yolg‘iz keksalar himoyasi. Sxema: huquq → kafolat → himoya.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(14 yosh qoidasi): 14 yoshgacha bo‘lgan va layoqatsiz deb topilgan shaxslar nomidan ma’lumotni oladi va tibbiy aralashuvga rozilikni beradi qonuniy vakil. Vakil bo‘lmasa masalani konsilium, u yig‘ilmasa davolovchi yoki navbatchi vrach hal 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JSST va Jahon oila vrachlari tashkiloti ma’lumotiga ko‘ra, samarali birlamchi yordam aholi murojaatlarining qariyb 90% ini qondira oladi. Shu sababli dasturda besh pog‘onali birlamchi tizim o‘rniga ikki pog‘onali tizim joriy etish belgilangan.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Fuqarolar sog‘lig‘ini saqlash to‘g‘risidagi qonunchilik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1-2-boblar. Tibbiyot huquqi fani; fuqarolar sog‘lig‘ini saqlash qonunchiligi asoslari; bet 5-21; 3-bob. O‘zbekiston Respublikasida sog‘liqni saqlash qonunchiligi; bet 22-34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