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sud biokimyosi va sud kimyosining farqi nima? Doskada: ma’ruzaning uch bandi. Tipik xato: immunotahlilni identifikatsiyaning yakuniy usuli deb o‘ylash. Izoh: kitobda reja 3-bandi (narkotik moddalar tahlilida qo‘llash) matnda batafsil yoritilmagan; shu bo‘lim malaka 107/042 va gmt ma’lumotlari bilan to‘ldirildi.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o‘lim vaqtini biokimyo bilan baholash mumkin? Doskada: postmortal tahlil ta’rifi. Tipik xato: sud biokimyosini toksikologik tahlil bilan bir xil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avval glyukoza tekshiriladi? Doskada: ob’ektlar ro‘yxati. Tipik xato: faqat qonni ob’ekt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anaerob glikoliz nima? Doskada: normal va postmortal qiymatlar. Tipik xato: o‘limdan keyin glyukoza oshadi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agoniya nima va u glyukozaga qanday ta’sir qiladi? Doskada: tez o‘lim va uzoq agoniyani solishtiring. Tipik xato: bitta ko‘rsatkichga tayanib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diabet bu baholashga qanday xalaqit beradi? Doskada: shishasimon tana — glyukoza juftligi. Tipik xato: bitta biokimyoviy ko‘rsatkich asosida jinoyat turi haqida xulosa chiqarish — bu xulosa boshqa dalillar bilan birgalikda baholanadi. Kitobda: «glyukoza aniqlanmasa — suitsid, ko‘p bo‘lsa — boshqa shaxs tomonidan bo‘g‘ib o‘ldirilgan» (ilmiy asossiz) — slayddan olib tashlandi. Glyukoza o‘limdan keyin glikoliz tufayli pasayadi; yuqori qiymat faqat o‘lim oldi giperglikemiyani ko‘rsatadi, o‘lim turi (suitsid/qotillik) biokimyoviy ko‘rsatkich bilan aniqlanmaydi.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reaksiya maxsus? Doskada: kalit-qulf o‘xshatishi. Tipik xato: antigenni faqat mikrob deb o‘ylash — kitobda aniqlanuvchi modda ham antigen.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antitelo qanday himoya vazifasini bajaradi? Doskada: Ig sinfi. Tipik xato: antitelo va antigenni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kam miqdorni aniqlashda immunotahlil afzal? Doskada: «sezgirlik» va «spesifiklik» atamalari. Tipik xato: immunotahlilni har qanday modda uchun tayyor deb o‘ylash — avval antitelo olinishi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immunogenlik va antigenlikning farqi. Doskada: ikki atamani qarama-qarshi yozing. Tipik xato: bu ikki atamani sinonim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klon nima va u nega bir xil antitelo beradi? Doskada: seleksiya sxemasi. Tipik xato: bitta B-limfotsit hamma antigenga javob beradi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poliklonli antitelo tahlil sezgirligiga qanday ta’sir qiladi? Doskada: bitta antigen — ko‘p klon. Tipik xato: poliklonli antitelolarni bitta klon mahsuli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beshta sinf mavjud? Doskada: Ig belgilari. Tipik xato: IgG ni yagona immunoglobulin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nishonsiz AG-AT reaksiyasi ko‘rinadimi? Doskada: nishon turi — usul nomi. Tipik xato: nishonlash va identifikatsiyani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 laboratoriyada ko‘proq qo‘llaniladi va nima uchun? Doskada: uch usulning nishonlari. Tipik xato: RIA va IFT ni bir xil nishonli usul deb o‘ylash. Izoh: immunoxromatografik testlar (tez-testlar) kitoblarda alohida tavsiflanmagan;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ikkilamchi antitelo nima uchun kerak? Doskada: ikki sxema. Tipik xato: usullar nomini bosqichlar soni bilan aralashtirish. Izoh: kitobdagi ta’rif qisqa, shu sababli bu yerda tavsiya darajasida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to‘g‘ri usul sezgirligi past? Doskada: afzallik va kamchilik ustunlari. Tipik xato: to‘g‘ri usul har doim yaxshiroq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«tor doiradagi spesifiklik» skriningda nimani anglatadi? Doskada: afzallik/kamchilik jadvalini to‘ldiring. Tipik xato: skrining natijasini tasdiqlovchi usulsiz yakuniy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skriningdan keyin GX-MS bilan tasdiqlash kerak? Doskada: skrining -&gt; tasdiqlash sxemasi. Tipik xato: immunotahlil natijasini ekspertiza xulosasi sifatida taqdim etish. Izoh: gmt 132-136 betlari 1,4-benzodiazepinlarga bag‘ishlangan va immunotahlil, RIA yoki cutoff tavsifini o‘z ichiga olmaydi.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skrining cutoff si tasdiqlovchi cutoff dan nega farq qiladi? Doskada: skrining — tasdiqlash juftliklari. Tipik xato: cutoff dan past natijani «modda yo‘q» deb talqin qilish. Izoh: bu jadval malaka 107 faylidan (xorijiy ma’lumotnoma); O‘zbekistonda amaldagi me’yor emas, ma’lumot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kokain uchun tasdiqlanadigan modda nega benzoilekgonin? Doskada: jadvaldagi raqamlarni o‘qing. Tipik xato: mkg va ng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geroin uchun 6-MAM chegarasi nega past (10 ng/ml)? Doskada: geroin tahlili — 6-MAM belgisi. Tipik xato: TGK ni metabolit bilan aralashtirish. Malaka 107 da «TGK*» deb belgilangan; tasdiqlovchi 15 ng/ml chegara TGK ning asosiy metaboliti — 11-nor-9-karboksi-TGK uchun (SAMHSA chegarasi).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skrining chegarasi ko‘pincha yuqoriroq? Doskada: 1000 va 500; 200 farqini ko‘rsating. Tipik xato: skrining chegarasidan past natijani manfiy deb e’lon qilish. Izoh: oxirgi band jadvaldan olingan umumiy xulosa.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skriningda nega ko‘pincha siydik, o‘limni baholashda esa qon tanlanadi? Doskada: qon — holat/sabab, siydik — yuqori konsentratsiya. Tipik xato: bitta ob’ekt natijasini ikkinchisiga bevosita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aniqlanish muddati modda va iste’mol chastotasiga bog‘liq? Doskada: muddatlar jadvali. Tipik xato: muddatni kafolatlangan chegara deb hisoblash. Izoh: bu ma’lumotlar bir martalik iste’mol uchun; kitoblarda jadval yo‘q, faqat malaka 042.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siydikda TGK ning o‘zi emas, uning metaboliti aniqlanadi? Doskada: TGK -&gt; 9-karboksi-TGK. Tipik xato: TGK ni o‘zgarmagan holda siydikda qidirish. Izoh: yuqoridagi ma’lumot UNODC (1993) usullar qo‘llanmasidan ruscha ma’lumotnoma orqali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yog‘ to‘qimasi TGK ni sekin chiqaradi? Doskada: 50% / 25% / 65% raqamlarini yozing. Tipik xato: surunkali iste’molchi va tasodifiy iste’molchi natijalarini bir xil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ob’ekt uchun qanday modda mos? Doskada: ob’ekt — modda juftliklari. Tipik xato: faqat qon va siydikka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kitobda cutoff tushunchasi yo‘q? Doskada: manba — mavzu jadvali. Tipik xato: malaka jadvallarini O‘zbekistondagi rasmiy me’yor deb hisoblash. Izoh: immunoxromatografik tez-testlar va RIA ning amaliy bajarilishi kitoblarda tavsiflanmagan — ularni slaydga o‘zimiz qo‘shmadik.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skrining va tasdiqlashning mantiqiy ketma-ketligini ayting. Doskada: skrining -&gt; tasdiqlash -&gt; xulosa. Tipik xato: immunotahlilni yakuniy usul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Sud biokimyosi va immunokimyoviy tahlil (IFT, RIA, immunoxromatografik testlar, cutoff tushunchasi)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immunokimyoviy ekspress tahlil usulining nazariy asoslari.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Immunoferment ekspress tahlil usulining nazariy asoslari.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Immunokimyoviy va immunoferment ekspress tahlil usullarini narkotik moddalar tahlilida qo‘llash.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biokimyosi nimani o‘rganadi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biokimyosi organizmning o‘limdan keyingi holati va jarayonlarini o‘rganadi va postmortal tahlil deb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qisqa vaqt ichida biokimyoviy izlanishlar asosida organizmning o‘limdan keyingi ichki holatini yoritib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Uning asosida o‘limning aniq vaqti va sababi aniqlanadi; bu jinoyat sababini aniqlashga yordam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Postmortal tahlil ob’ektlari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Postmortal biokimyoviy diagnostika uchun ixtiyoriy biologik ashyolarni olish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ko‘p keltiriladigan ob’ektlar: qon, peshob, perikardial suyuqlik; jigar va muskullardan olingan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Qonning postmortal biokimyoviy tahlili uning tarkibida uglevodlarni aniqlashga asoslangan; avvalo glyukoza miqdoriga e’tibor qaratiladi.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Qondagi glyukoza va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organizmda qondagi glyukoza 3,3-5,5 mmol/l, ovqatdan so‘ng 10 mmol/l gacha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so‘ng glyukoza pasayadi: eritrotsitlardagi anaerob glikoliz sababli.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Qondagi glyukoza miqdori o‘limning sababiga ko‘ra o‘zgaradi.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Miqdor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Tirik, normal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3,3-5,5 mmol/l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Ovqatdan keyin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 mmol/l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O‘limdan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Pasayadi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Glyukoza (qon)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Glyukoza va laktat: o‘lim sababi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 yuzaga kelgan (bevaqt) o‘limda glyukoza miqdori uzoq davom etgan o‘limga nisbatan kamroq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Sababi: eritrotsitlarning glyukozaga ehtiyoji ko‘payadi va jigardagi zahira tez tugaydi.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Qonni organizmning turli qismlaridan olib glyukoza va laktatni aniqlab, o‘lim sababi kasallik yoki tashqi ta’sir ekanligi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Agoniyaning uzoq davom etishi qonda qand miqdorini 20-30 marta ko‘p bo‘lishiga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Ko‘z shishasimon tanasida glyukoza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Ko‘z shishasimon tanasida ham glyukoza miqdori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Qandli diabet holatida ham ko‘z shishasimon tanasida glyukoza miqdori ko‘p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530"/>
                <a:gridCol w="3357444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Talqin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Glyukoza yuqori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 oldi giperglikemiya (masalan, diabet)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Glyukoza past yoki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Talqin qilinmaydi: o‘limdan keyin pasayadi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Ko‘z shishasimon tanasi: glyukoza talqini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Immunotahlil: antigen va antitelo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Immunotahlil antigen va antitelo o‘rtasidagi maxsus ta’sirga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Antigen — ifloslantiruvchi modda; antitelo — aynan aniqlanuvchi moddaga qarshi ishlab chiqarilgan oqsil.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Asosida antigenning antitelo bilan maxsus va o‘ta sezgir immun reaksiyasi yotadi.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Antigen (aniqlanuvchi)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Maxsus antitelo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Kompleks AG-AT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Immun reaksiya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Antitelo va antigenning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Antitelo — immunoglobulin sinfiga mansub oqsil; yot modda — antigenning organizmga kirishi natijasida immun tizimida himoya funksiyasi sifatida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Antigen — antitelolar ishlab chiqarishga olib keladigan modda.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Immun tahlili zamonaviy tibbiyotning hamma sohasida tashxis qo‘yish va tahlillar o‘tkazish uchun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Immunotahlil imkoniyatlari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gormonlar, fermentlar, neyropeptidlar, immun tizimi mahsulotlari, antigenlar va boshqalarni juda kam miqdorda aniqlashda katta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Hamma antitelo olish mumkin bo‘lgan mahsulot va moddalarni shu usullar yordamida aniqlash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 yot moddalar kirgach, ularni chiqarib yuborishga qaratilgan maxsus (spesifik) jarayonlarni boshlaydi.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83, 84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 tizimi va immunogenlik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yot moddalarni chiqarishga qaratilgan vazifalarni bajaruvchi tizim immun tizimi, jarayonlar esa immunologik jarayonlar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zarur jarayon — maxsus qon oqsillari antitelolarning (immunoglobulin) hosil bo‘lishi.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Antigenlarning immun javob chaqirish xususiyati immunogenlik, antitelolar bilan kompleks hosil qilishi antigenlik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Antigenlarga toza yoki turli biologik tuzilishdagi (to‘qima, hujayra, viruslar) oqsillar, polisaxaridlar, nuklein kislotalar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Antitelolarni ishlab chiqarish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Antitelolar maxsus hujayralar — B-limfotsitlar tomonidan ishlab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B-limfotsit yuzasida har qanday yot antigenni aniqlaydigan 100.000 ga yaqin bir xil retseptor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Antigen mos B-limfotsitni tanlaydi (seleksiya); u bo‘linib, plazmatik klon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Antigen retseptorga tushadi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B-limfotsit seleksiyasi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Plazmatik klon hosil bo‘ladi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Antitelo ishlab chiqariladi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Antitelo hosil bo‘lishi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Poliklonli antitelolar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Plazmatik to‘qimaning har bir klonidan gomogen tuzilishli antitelo ishlab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Antigen qonda bir vaqtda ko‘p B-limfotsitlarni faollashtiradi; ular birlamchi antigenga nisbatan turli spesifiklikdagi retseptorlarni saqlaydi.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immun javob va antitelolar poliklonli deb ataladi.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Immunoglobulinlar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Immunoglobulinlar — oligosaxaridlar saqlovchi oqsillar (glikoproteidlar) sinfiga mansub.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Antitelolarning xilma-xilligiga qaramasdan ular umumiy tuzilishga ega; shu asosiy faoliyatlarini ta’minlaydi.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Immunoglobulinlar beshta asosiy sinfga bo‘linadi: IgA, IgD, IgE, IgG va IgM.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459"/>
                <a:gridCol w="222651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Sinf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Immunoglobulin 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Immunoglobulin 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IgD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Immunoglobulin E, G, 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IgE, IgG, IgM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Ig sinflari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 tahlilning mohiyati va nishonlash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Immun tahlil AG va AT o‘rtasidagi o‘zaro ta’sirga asoslanadi; bunda biror komponent (AG yoki AT) nishonlanadi.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Nishon: ferment, radionuklid, fluoressent bo‘yoq va boshqalar.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Reaksiyani baholash maxsus avtomatlashtirilgan asbob-uskunada olib boriladi va standart holatga keltiriladi.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 tahlil turlari: IFT, RIA, immunofluoressent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Komponentga biriktirilgan nishon turiga va sinov sharoitiga qarab immun tahlil quyidagicha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Immunoferment tahlil (IFT) — nishon ferment.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Radioimmun tahlil (RIA) — nishon radionuklid; immunofluoressent tahlil — nishon fluoressent bo‘yoq.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7371"/>
                <a:gridCol w="244060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Nishon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IFT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Ferment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Radionuklid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Immunofluoressent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Fluoressent bo‘yoq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Immun tahlil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Immunokimyoviy tahlilning ikki turi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Immunokimyoviy tahlilning ikki turi mavjud: to‘g‘ri va to‘g‘ri bo‘lmagan usullar.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usul: antitelolar qattiq fazaga o‘tkazilgan ferment nishonli antigenga biriktiriladi.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bo‘lmagan usul: antigen qattiq fazaga o‘tkaziladi, ferment nishonli ikkilamchi antitelo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To‘g‘ri usul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Bosqichlar kam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To‘g‘ri bo‘lmagan usul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Ikkilamchi antitelo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usul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To‘g‘ri va to‘g‘ri bo‘lmagan usul: farqlar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usulning afzalligi — bosqichlarning kamligi va aniqlashni avtomatlashtirish imkoniyati.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ferment konyugatlari sintezi universal emas, sezgirligi past.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bo‘lmagan usulning afzalligi — fermentlarning katalitik xossalariga turli ta’sirlarning yo‘qligi.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671"/>
                <a:gridCol w="337530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To‘g‘ri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Bosqich kam, sezgirlik past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To‘g‘ri bo‘lmagan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Ferment faolligiga ta’sir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Immunotahlilning umumiy afzallik va kamchiliklari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Afzalliklari: aniqlashlarning tezligi va soddaligi; ko‘plab tahlillarni avtomatlashtirish imkoniyati.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 tayyorlashning oddiyligi; yuqori darajadagi aniqlik; murakkab va qimmatbaho asbob-uskunalar talab etilmaydi.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Kamchiligi: juda tor doiradagi spesifiklik va matritsa komponentlarining ta’siri.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84-85, 85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Giyohvand moddalar skriningida immunotahlil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Hozirgi davrda geroin gaz-suyuqlik xromatografiya, GX-MS va immunobiologik usullar yordamida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 yoki uning metabolitlari 6-monoasetilmorfin va morfin GX-MS va YuSSX-MS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moddalarning miqdori immunoferment tahlil usullarida ham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37,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Cutoff tushunchasi: skrining va tasdiqlash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Siydikda tipik ahamiyatli konsentratsiyalar (cutoff) skrining va tasdiqlovchi tekshiruvlar uchun alohida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Skrining va tasdiqlovchi tekshiruvlar uchun aniqlanadigan modda va uning konsentratsiyasi alohida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Konsentratsiyalar ng/ml birligida berilgan (siydik namunasi uchun).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Cutoff: amfetamin, barbiturat, benzodiazepin, kokain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Skrining konsentratsiyasi va tasdiqlanadigan modda bilan konsentratsiya (ng/ml).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va benzodiazepinlar uchun skrining va tasdiqlash chegarasi bir xil: 200 ng/ml.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Kokain: skrining 300, tasdiqlash — benzoilekgonin 150 ng/ml.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4080"/>
                <a:gridCol w="1196036"/>
                <a:gridCol w="192785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Skrining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Tasdiqlash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Amfetamin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Amfetamin 500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Benzodiazepinlar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Kokain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Benzoilekgonin 150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Cutoff, ng/ml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Cutoff: kodein, geroin, marixuana, metadon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Kodein: skrining 300; tasdiqlash — kodein va morfin (300; 300) ng/ml.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Geroin: skrining 300; tasdiqlash — morfin 300 va 6-MAM 10 ng/ml.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Marixuana: skrining 100; 50; 20; tasdiqlash — 11-nor-9-karboksi-TGK 15 ng/ml.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320"/>
                <a:gridCol w="1538320"/>
                <a:gridCol w="221133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Skrining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Tasdiqlash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Kodein, morfin 300; 300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Morfin 300; 6-MAM 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Marixuana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100; 50; 20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Karboksi-TGK 15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Metadon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Metadon 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Cutoff, ng/ml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Cutoff: metamfetamin va fensiklidin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Metamfetamin: skrining 1000; tasdiqlash — metamfetamin 500; 200 ng/ml.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Fensiklidin: skrining 25; tasdiqlash 25 ng/ml.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Skrining va tasdiqlash chegaralari alohida beriladi; ikkalasi ham ng/ml da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siydikning sud-kimyoviy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barcha sud-kimyoviy tekshiruvlarda birlamchi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Qondagi ksenobiotik miqdorini baholash odamning holati yoki o‘lim sababi haqida xulosa chiqarishga imkon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Siydik maxsus ahamiyatga ega: buyrak orqali chiqadigan ko‘p moddalar siydikda yuqori konsentratsiyada, o‘zgarmagan holda yoki metabolitlar ko‘rinishida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Siydikda aniqlanish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Jadval bir martalik iste’moldan keyin siydikda musbat natija olish intervallarini ko‘rsatadi (CDRH, 1997).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Kannabinoidlar: 1-3 soatdan keyin topiladi; 1-7 kun davomida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Fensiklidin: 4-6 soatdan keyin topiladi; 7-14 kun davomida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1726685"/>
                <a:gridCol w="1834603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Topiladi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2-6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24-72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Metamfetamin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4-6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48-72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Kokain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2-6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48-72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Siydikda aniqlash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№042 (TFI Toksikologik kimyo kafedrasi)., Siydikda giyohvand moddalarni aniqlash muddatlari, betlar: jadval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TGK metabolizmi va chiqarilishi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Kannabisni suiiste’mol qilishning eng keng tarqalgani — chekish; ba’zan og‘iz orqali ham iste’mol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TGK organizmda keng metabolizmga uchraydi va siydik bilan o‘zgarmagan holda 1% dan kamrog‘i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Chekilganda dastlabki metabolizm o‘pkada, og‘iz orqali iste’mol qilinganda esa jigarda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TGK metabolizmi va chiqarilishi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Chekishdan 72 soat o‘tgach, inhalyatsiya qilingan TGK ning taxminan 50% metabolit sifatida chiqariladi, qolgan 50% tanaga tarqalib, asosan yog‘ to‘qimasida yig‘iladi.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Chiqarilish asosan siydik (25%) va najas (65%) orqali amalga oshiriladi.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Plazmada TGK konsentratsiyasi tez kamayadi, lekin yarim chiqarilish davri uzun va odatda 20 soatdan ortiq.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Tasodifiy iste’molchida metabolit 1-3 kun, surunkali chekuvchida esa oxirgi iste’moldan keyin bir hafta va undan ko‘p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Qo‘shimcha biologik ob’ektlar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 suyuqligi bilan 1,4-benzodiazepin hosilalari, morfin va boshqa moddalar kengroq doirada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Shishasimon tanada spirt va ko‘pchilik dori hamda giyohvand moddalarni aniqlash mumkin; oshqozon mazmuni to‘liq olinib saqlanishi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Miya-orqa miya suyuqligi shishasimon tana mavjud bo‘lmaganda tanlov ob’ektlaridan biri; sochda moddalar to‘planib, takroriy iste’molni isbotlashga yoki inkor etishga yordam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Kitoblar va malaka ma’lumotlari: nima yoritilmagan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kitobida immunokimyoviy usul nazariy asoslari (antigen, antitelo, IFT, RIA nomi, to‘g‘ri va to‘g‘ri bo‘lmagan usul) berilgan.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Gmt kitobida geroin va metabolitlari uchun immunobiologik hamda IFT usullari qisqa eslatilgan.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Cutoff va siydikda aniqlanish muddatlari faqat malaka ma’lumotnomalarida mavjud.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83-85; Yuldashev Z.A., Zulfikariyeva D.A., Usmanaliyeva Z.U., Nurmatova M.I., Giyohvand moddalar tahlili. O‘quv qo‘llanma. Toshkent, betlar: 37-38;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biokimyosi postmortal tahlil: qon, peshob, perikardial suyuqlik; avvalo glyukoza.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Immunotahlil antigen-antitelo reaksiyasiga asoslangan; nishon turiga qarab IFT, RIA, immunofluoressent.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Afzallik: tezlik, soddalik; kamchilik: tor spesifiklik va matritsa ta’siri.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Skrining natijasi cutoff bilan taqqoslanadi, so‘ng tasdiqlovchi usul bilan tasdiqlanadi.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83, 84, 85; Malaka materiali №107 (TFI Toksikologik kimyo kafedrasi)., TGK metabolizmi va chiqarilishi; siydikda cutoff konsentratsiyalari; qo‘shimcha biologik ob’ektlar, betlar: jadval va matn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Ko‘z shishasimon tanada glyukoza topilishi yoki topilmasligi bilan o‘lim sharoitlari haqida kitobda xulosa keltirilgan, ammo qandli diabet holatida ham glyukoza ko‘p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B-limfotsit yuzasida yot antigenni aniqlaydigan 100.000 ga yaqin bir xil retseptor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Immunoglobulinlar beshta sinfga bo‘linadi: IgA, IgD, IgE, IgG va IgM.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Geroin: skrining konsentratsiyasi 300 ng/ml, tasdiqlashda morfin uchun 300 va 6-MAM uchun 10 ng/ml.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biokimyosi va immunokimyoviy tahlil (IFT, RIA, immunoxromatografik testlar, cutoff 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83-85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37-38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№042 (TFI Toksikologik kimyo kafedrasi). Siydikda giyohvand moddalarni aniqlash muddatlari (CDRH, 1997; ruscha ma’lumotnoma).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№107 (TFI Toksikologik kimyo kafedrasi). TGK metabolizmi va chiqarilishi; siydikda cutoff konsentratsiyalari; qo‘shimcha biologik ob’ektlar (ruscha ma’lumotnoma).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