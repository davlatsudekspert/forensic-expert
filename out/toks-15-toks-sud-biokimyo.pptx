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sud biokimyosi va sud kimyosining farqi nima? Doskada: ma’ruzaning uch bandi. Tipik xato: immunotahlilni identifikatsiyaning yakuniy usuli deb o‘ylash. Izoh: kitobda reja 3-bandi (narkotik moddalar tahlilida qo‘llash) matnda batafsil yoritilmagan; shu bo‘lim malaka 107/042 va gmt ma’lumotlari bilan to‘ldirildi.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o‘lim vaqtini biokimyo bilan baholash mumkin? Doskada: postmortal tahlil ta’rifi. Tipik xato: sud biokimyosini toksikologik tahlil bilan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avval glyukoza tekshiriladi? Doskada: ob’ektlar ro‘yxati. Tipik xato: faqat qonni ob’ekt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anaerob glikoliz nima? Doskada: normal va postmortal qiymatlar. Tipik xato: o‘limdan keyin glyukoza oshadi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agoniya nima va u glyukozaga qanday ta’sir qiladi? Doskada: tez o‘lim va uzoq agoniyani solishtiring. Tipik xato: bitta ko‘rsatkichga tayanib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diabet bu baholashga qanday xalaqit beradi? Doskada: shishasimon tana — glyukoza juftligi. Tipik xato: bitta biokimyoviy ko‘rsatkich asosida jinoyat turi haqida xulosa chiqarish — bu xulosa boshqa dalillar bilan birgalikda baholanadi. Kitobda: «glyukoza aniqlanmasa — suitsid, ko‘p bo‘lsa — boshqa shaxs tomonidan bo‘g‘ib o‘ldirilgan» (ilmiy asossiz) — slayddan olib tashlandi. Glyukoza o‘limdan keyin glikoliz tufayli pasayadi; yuqori qiymat faqat o‘lim oldi giperglikemiyani ko‘rsatadi, o‘lim turi (suitsid/qotillik) biokimyoviy ko‘rsatkich bilan aniqlanmaydi.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reaksiya maxsus? Doskada: kalit-qulf o‘xshatishi. Tipik xato: antigenni faqat mikrob deb o‘ylash — kitobda aniqlanuvchi modda ham antigen.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antitelo qanday himoya vazifasini bajaradi? Doskada: Ig sinfi. Tipik xato: antitelo va antigenni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kam miqdorni aniqlashda immunotahlil afzal? Doskada: «sezgirlik» va «spesifiklik» atamalari. Tipik xato: immunotahlilni har qanday modda uchun tayyor deb o‘ylash — avval antitelo olinishi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immunogenlik va antigenlikning farqi. Doskada: ikki atamani qarama-qarshi yozing. Tipik xato: bu ikki atamani sinonim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klon nima va u nega bir xil antitelo beradi? Doskada: seleksiya sxemasi. Tipik xato: bitta B-limfotsit hamma antigenga javob beradi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poliklonli antitelo tahlil sezgirligiga qanday ta’sir qiladi? Doskada: bitta antigen — ko‘p klon. Tipik xato: poliklonli antitelolarni bitta klon mahsuli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beshta sinf mavjud? Doskada: Ig belgilari. Tipik xato: IgG ni yagona immunoglobulin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nishonsiz AG-AT reaksiyasi ko‘rinadimi? Doskada: nishon turi — usul nomi. Tipik xato: nishonlash va identifikatsiyani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laboratoriyada ko‘proq qo‘llaniladi va nima uchun? Doskada: uch usulning nishonlari. Tipik xato: RIA va IFT ni bir xil nishonli usul deb o‘ylash. Izoh: immunoxromatografik testlar (tez-testlar) kitoblarda alohida tavsiflanmagan;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ikkilamchi antitelo nima uchun kerak? Doskada: ikki sxema. Tipik xato: usullar nomini bosqichlar soni bilan aralashtirish. Izoh: kitobdagi ta’rif qisqa, shu sababli bu yerda tavsiya darajasida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to‘g‘ri usul sezgirligi past? Doskada: afzallik va kamchilik ustunlari. Tipik xato: to‘g‘ri usul har doim yaxshiroq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«tor doiradagi spesifiklik» skriningda nimani anglatadi? Doskada: afzallik/kamchilik jadvalini to‘ldiring. Tipik xato: skrining natijasini tasdiqlovchi usulsiz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skriningdan keyin GX-MS bilan tasdiqlash kerak? Doskada: skrining -&gt; tasdiqlash sxemasi. Tipik xato: immunotahlil natijasini ekspertiza xulosasi sifatida taqdim etish. Izoh: gmt 132-136 betlari 1,4-benzodiazepinlarga bag‘ishlangan va immunotahlil, RIA yoki cutoff tavsifini o‘z ichiga olmaydi.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skrining uchun peshob muhim ob’ekt? Izoh: bu bo‘lim gmt kitobining immunokimyoviy va YuQX-skrining qismidan (2.4).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uch bosqich. Tipik xato: zaharlanish va o‘lim miqdorlarini (5-20 va 50 mg/l)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benzodiazepinlar to‘g‘ridan-to‘g‘ri emas, gidroliz mahsulotlari bo‘yicha aniqlanadi?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Izoh: kitobning bir joyida nitrazepam gidrolizi AXB deb yozilgan; ro‘yxat va jadvalga ko‘ra ANB qabul qilindi (muharrir qarori).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va UB-maksimumlar yordamida moddani qanday farqlaymiz? Tipik xato: DAB ning start nuqtasini yo‘qolgan dog‘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Tipik xato: MXB ni «reaksiya chiqmadi» deb baholash — uning dog‘i sariq qolishi yoki rangsizlanishi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Doskada: nisbatni yozing. Tipik xato: nisbatni hajm emas, foiz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avval kislotali, keyin ishqoriy muhitda ekstraksiya qilinadi?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skrining cutoff si tasdiqlovchi cutoff dan nega farq qiladi? Doskada: skrining — tasdiqlash juftliklari. Tipik xato: cutoff dan past natijani «modda yo‘q» deb talqin qilish. Izoh: bu jadval malaka 107 faylidan (xorijiy ma’lumotnoma); O‘zbekistonda amaldagi me’yor emas, ma’lumot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kokain uchun tasdiqlanadigan modda nega benzoilekgonin? Doskada: jadvaldagi raqamlarni o‘qing. Tipik xato: mkg va ng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geroin uchun 6-MAM chegarasi nega past (10 ng/ml)? Doskada: geroin tahlili — 6-MAM belgisi. Tipik xato: TGK ni metabolit bilan aralashtirish. Malaka 107 da «TGK*» deb belgilangan; tasdiqlovchi 15 ng/ml chegara TGK ning asosiy metaboliti — 11-nor-9-karboksi-TGK uchun (SAMHSA chegarasi).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skrining chegarasi ko‘pincha yuqoriroq? Doskada: 1000 va 500; 200 farqini ko‘rsating. Tipik xato: skrining chegarasidan past natijani manfiy deb e’lon qilish. Izoh: oxirgi band jadvaldan olingan umumiy xulosa.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skriningda nega ko‘pincha siydik, o‘limni baholashda esa qon tanlanadi? Doskada: qon — holat/sabab, siydik — yuqori konsentratsiya. Tipik xato: bitta ob’ekt natijasini ikkinchisiga bevosita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aniqlanish muddati modda va iste’mol chastotasiga bog‘liq? Doskada: muddatlar jadvali. Tipik xato: muddatni kafolatlangan chegara deb hisoblash. Izoh: bu ma’lumotlar bir martalik iste’mol uchun; kitoblarda jadval yo‘q, faqat malaka 042.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siydikda TGK ning o‘zi emas, uning metaboliti aniqlanadi? Doskada: TGK -&gt; 9-karboksi-TGK. Tipik xato: TGK ni o‘zgarmagan holda siydikda qidirish. Izoh: yuqoridagi ma’lumot UNODC (1993) usullar qo‘llanmasidan ruscha ma’lumotnoma orqali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yog‘ to‘qimasi TGK ni sekin chiqaradi? Doskada: 50% / 25% / 65% raqamlarini yozing. Tipik xato: surunkali iste’molchi va tasodifiy iste’molchi natijalarini bir xil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ob’ekt uchun qanday modda mos? Doskada: ob’ekt — modda juftliklari. Tipik xato: faqat qon va siydikka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kitobda cutoff tushunchasi yo‘q? Doskada: manba — mavzu jadvali. Tipik xato: malaka jadvallarini O‘zbekistondagi rasmiy me’yor deb hisoblash. Izoh: immunoxromatografik tez-testlar va RIA ning amaliy bajarilishi kitoblarda tavsiflanmagan — ularni slaydga o‘zimiz qo‘shmadik.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skrining va tasdiqlashning mantiqiy ketma-ketligini ayting. Doskada: skrining -&gt; tasdiqlash -&gt; xulosa. Tipik xato: immunotahlilni yakuniy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 biokimyosi va immunokimyoviy tahlil (IFT, RIA, immunoxromatografik testlar, cutoff tushunchasi)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immunokimyoviy ekspress tahlil usulining nazariy asoslari.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Immunoferment ekspress tahlil usulining nazariy asoslari.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Immunokimyoviy va immunoferment ekspress tahlil usullarini narkotik moddalar tahlilida qo‘llash.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biokimyosi nimani o‘rganadi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biokimyosi organizmning o‘limdan keyingi holati va jarayonlarini o‘rganadi va postmortal tahlil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qisqa vaqt ichida biokimyoviy izlanishlar asosida organizmning o‘limdan keyingi ichki holatini yoritib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Uning asosida o‘limning aniq vaqti va sababi aniqlanadi; bu jinoyat sababini aniqlashga yordam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Postmortal tahlil ob’ektlari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Postmortal biokimyoviy diagnostika uchun ixtiyoriy biologik ashyolarni olish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ko‘p keltiriladigan ob’ektlar: qon, peshob, perikardial suyuqlik; jigar va muskullardan olingan materiallar.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Qonning postmortal biokimyoviy tahlili uning tarkibida uglevodlarni aniqlashga asoslangan; avvalo glyukoza miqdoriga e’tibor qaratiladi.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Postmortal ob’ektlar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Glyukoza (uglevodlar) tahlili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Peshob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Perikardial suyuqlik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Jigar va muskullar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Olingan materiallar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Eng ko‘p keltiriladigan ob’ektlar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Qondagi glyukoza va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organizmda qondagi glyukoza 3,3-5,5 mmol/l, ovqatdan so‘ng 10 mmol/l gacha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so‘ng glyukoza pasayadi: eritrotsitlardagi anaerob glikoliz sababli.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glyukoza miqdori o‘limning sababiga ko‘ra o‘zgaradi.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Miqdor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Tirik, normal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3,3-5,5 mmol/l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Ovqatdan keyin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 mmol/l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O‘limdan keyin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Glyukoza (qon)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Glyukoza va laktat: o‘lim sababi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yuzaga kelgan (bevaqt) o‘limda glyukoza miqdori uzoq davom etgan o‘limga nisbatan kamroq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Sababi: eritrotsitlarning glyukozaga ehtiyoji ko‘payadi va jigardagi zahira tez tugaydi.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Qonni organizmning turli qismlaridan olib glyukoza va laktatni aniqlab, o‘lim sababi kasallik yoki tashqi ta’sir ekanligi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Agoniyaning uzoq davom etishi qonda qand miqdorini 20-30 marta ko‘p bo‘lishiga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Tez (bevaqt) o‘lim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Glyukoza kamroq bo‘ladi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Eritrotsitlar ehtiyoji ko‘payadi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Jigardagi zahira tez tugaydi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Uzoq agoniya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Qand miqdori 20-30 marta ko‘p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Glyukoza va laktat aniqlanadi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Glyukoza va o‘lim tezligi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Ko‘z shishasimon tanasida glyukoza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shishasimon tanasida ham glyukoza miqdori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Qandli diabet holatida ham ko‘z shishasimon tanasida glyukoza miqdori ko‘p bo‘lishi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955"/>
                <a:gridCol w="319101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Talqin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Glyukoza yuqori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O‘lim oldi giperglikemiya (diabet)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Glyukoza past yoki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Talqin qilinmaydi: o‘limda pasayadi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Ko‘z shishasimon tanasi: glyukoza talqini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Immunotahlil: antigen va antitelo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Immunotahlil antigen va antitelo o‘rtasidagi maxsus ta’sirga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Antigen — ifloslantiruvchi modda; antitelo — aynan aniqlanuvchi moddaga qarshi ishlab chiqarilgan oqsil.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Asosida antigenning antitelo bilan maxsus va o‘ta sezgir immun reaksiyasi yotadi.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Antigen (aniqlanuvchi)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Maxsus antitelo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Kompleks AG-AT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Immun reaksiya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Antitelo va antigenning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Antitelo — immunoglobulin sinfiga mansub oqsil; yot modda — antigenning organizmga kirishi natijasida immun tizimida himoya funksiyasi sifatida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Antigen — antitelolar ishlab chiqarishga olib keladigan modda.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 tahlili zamonaviy tibbiyotning hamma sohasida tashxis qo‘yish va tahlillar o‘tkazish uchun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Antitelolar ishlab chiqarishga olib keladi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Organizmga yot modda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Antitelo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Immunoglobulin sinfiga mansub oqsil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Himoya funksiyasini bajaradi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Antigen va antitelo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Immunotahlil imkoniyatlari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gormonlar, fermentlar, neyropeptidlar, immun tizimi mahsulotlari, antigenlar va boshqalarni juda kam miqdorda aniqlashda katta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Hamma antitelo olish mumkin bo‘lgan mahsulot va moddalarni shu usullar yordamida aniqlash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 yot moddalar kirgach, ularni chiqarib yuborishga qaratilgan maxsus (spesifik) jarayonlarni boshlaydi.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83, 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 tizimi va immunogenlik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Organizmda yot moddalarni chiqarishga qaratilgan vazifalarni bajaruvchi tizim immun tizimi, jarayonlar esa immunologik jarayonlar deyiladi.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Eng zarur jarayon — maxsus qon oqsillari antitelolarning (immunoglobulin) hosil bo‘lishi.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Antigenlarning immun javob chaqirish xususiyati immunogenlik, antitelolar bilan kompleks hosil qilishi antigenlik deyiladi.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Antigenlarga toza yoki turli biologik tuzilishdagi (to‘qima, hujayra, viruslar) oqsillar, polisaxaridlar, nuklein kislotalar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Antigenlar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Oqsillar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Polisaxaridlar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Nuklein kislotalar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Biologik tuzilmalar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To‘qima  ·  Hujayra  ·  Viruslar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Antigenlarga kiradi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Antitelolarni ishlab 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Antitelolar maxsus hujayralar — B-limfotsitlar tomonidan ishlab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B-limfotsit yuzasida har qanday yot antigenni aniqlaydigan 100.000 ga yaqin bir xil retseptor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Antigen mos B-limfotsitni tanlaydi (seleksiya); u bo‘linib, plazmatik klon hosil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Antigen retseptorga tushadi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B-limfotsit seleksiyasi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Plazmatik klon hosil bo‘ladi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Antitelo ishlab chiqariladi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Antitelo hosil bo‘lishi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Poliklonli antitelolar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Plazmatik to‘qimaning har bir klonidan gomogen tuzilishli antitelo ishlab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Antigen qonda bir vaqtda ko‘p B-limfotsitlarni faollashtiradi; ular birlamchi antigenga nisbatan turli spesifiklikdagi retseptorlarni saqlaydi.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immun javob va antitelolar poliklonli deb ataladi.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Antigen qonga tushadi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Ko‘p B-limfotsitlar faollashadi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Retseptorlari turlicha spesifiklikda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Poliklonli immun javob va antitelolar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Poliklonli javob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Immunoglobulinlar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Immunoglobulinlar — oligosaxaridlar saqlovchi oqsillar (glikoproteidlar) sinfiga mansub.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Antitelolarning xilma-xilligiga qaramasdan ular umumiy tuzilishga ega; shu asosiy faoliyatlarini ta’minlaydi.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Immunoglobulinlar beshta asosiy sinfga bo‘linadi: IgA, IgD, IgE, IgG va IgM.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Immunoglobulin 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Immunoglobulin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IgD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Immunoglobulin E, G, 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IgE, IgG, IgM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Ig sinflari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 tahlilning mohiyati va nishonlash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 tahlil AG va AT o‘rtasidagi o‘zaro ta’sirga asoslanadi; bunda biror komponent (AG yoki AT) nishonlanadi.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Nishon: ferment, radionuklid, fluoressent bo‘yoq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Reaksiyani baholash maxsus avtomatlashtirilgan asbob-uskunada olib boriladi va standart holatga keltiriladi.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 va AT o‘zaro ta’sirlashadi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Biror komponent nishonlanadi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Nishon: ferment, radionuklid, bo‘yoq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Avtomatlashtirilgan asbobda baholanadi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Immun tahlil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 tahlil turlari: IFT, RIA, immunofluoressent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Komponentga biriktirilgan nishon turiga va sinov sharoitiga qarab immun tahlil quyidagicha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Immunoferment tahlil (IFT) — nishon ferment.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Radioimmun tahlil (RIA) — nishon radionuklid; immunofluoressent tahlil — nishon fluoressent bo‘yoq.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371"/>
                <a:gridCol w="244060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Nishon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IFT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Ferment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Radionuklid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Immunofluoressent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Fluoressent bo‘yoq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Immun tahlil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Immunokimyoviy tahlilning ikki 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Immunokimyoviy tahlilning ikki turi mavjud: to‘g‘ri va to‘g‘ri bo‘lmagan usullar.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usul: antitelolar qattiq fazaga o‘tkazilgan ferment nishonli antigenga biriktiriladi.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bo‘lmagan usul: antigen qattiq fazaga o‘tkaziladi, ferment nishonli ikkilamchi antitelo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To‘g‘ri usul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Bosqichlar kam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To‘g‘ri bo‘lmagan usul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Ikkilamchi antitelo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usul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To‘g‘ri va to‘g‘ri bo‘lmagan usul: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usulning afzalligi — bosqichlarning kamligi va aniqlashni avtomatlashtirish imkoniyati.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ferment konyugatlari sintezi universal emas, sezgirligi past.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bo‘lmagan usulning afzalligi — fermentlarning katalitik xossalariga turli ta’sirlarning yo‘qligi.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671"/>
                <a:gridCol w="337530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Bosqich kam, sezgirlik past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bo‘lmagan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Ferment faolligiga ta’sir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Immunotahlilning umumiy afzallik va kamchiliklari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Afzalliklari: aniqlashlarning tezligi va soddaligi; ko‘plab tahlillarni avtomatlashtirish imkoniyati.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tayyorlashning oddiyligi; yuqori darajadagi aniqlik; murakkab va qimmatbaho asbob-uskunalar talab etilmaydi.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juda tor doiradagi spesifiklik va matritsa komponentlarining ta’siri.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Afzalliklari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Tezlik va soddalik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Avtomatlashtirish imkoniyati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Namuna tayyorlash oddiy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Yuqori darajadagi aniqlik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Qimmat asbob talab etilmaydi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Juda tor doiradagi spesifiklik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Matritsa komponentlarining ta’siri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Immunotahlil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84-85,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Giyohvand moddalar skriningida immunotahlil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Hozirgi davrda geroin gaz-suyuqlik xromatografiya, GX-MS va immunobiologik usullar yordamida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 yoki uning metabolitlari 6-monoasetilmorfin va morfin GX-MS va YuSSX-MS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moddalarning miqdori immunoferment tahlil usullarida ham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Geroinni aniqlash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GSX (gaz-suyuqlik)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GX-MS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YuSSX-MS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6-MAM va morfin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Immunoferment tahlil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Miqdorini ham aniqlaydi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Geroin va metabolitlari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37,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Benzodiazepinlar: narkologik ahamiyati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Xlordiazepoksid, diazepam, oksazepam, nitrazepam toksikologik va narkologik ahamiyatga ega; 2 mingdan ortiq hosilasidan 12-15 tasi tibbiyotda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Benzodiazepinlarning qonda yarim parchalanish davri o‘rtacha 1-2 sutka; oksazepam 4 soat ichida maksimal konsentratsiyaga yetadi.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va xlordiazepoksid jigarda N-demetillanadi; oksazepam glyukuron kislotasi bilan bog‘lanib peshob orqali chiqariladi.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Metabolizm / chiqarilish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N-demetillanish; metabolit — oksazepam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Gidroksillanish va dealkillanish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Glyukuronid, peshob orqali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20%: 7-amino va 7-asetilamino, peshobda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Benzodiazepinlar metabolizmi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133-134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Benzodiazepinlar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5-20 mg/l miqdor zaharlanishga, 50 mg/l esa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Zaharlanishda 3 klinik bosqich: mudrash va yengil uxlab qolish; yuzaki koma; hushdan ketish.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Hushdan ketish 12 soatdan ortiq davom etsa, bronxopnevmoniya, kollaps, jigar va buyrak faoliyatining ishdan chiqishi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Mudrash, yengil uxlab qolish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Yuzaki koma: behushlik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Hushdan ketish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&gt;12 soat: bronxopnevmoniya, kollaps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Klinik bosqichlar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Gidroliz: skrining uchun namuna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Benzodiazepinlarni gidroliz mahsulotlari bo‘yicha tahlil qilishni B.N. Izotov, I.V. Volkova va boshqalar taklif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(2 ml qon) ustiga shuncha hajmda kons. HCl qo‘shilib, qaytar sovutgichli kolbada 1 soat suv hammomida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 tugagach to‘yingan NaOH bilan pH = 8-10 ga keltirilib, 10 ml xloroform bilan 2 marta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peshob (yoki 2 ml qon)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Shuncha hajmda kons. HCl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Gidroliz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Qaytar sovutgichda 1 soat suv hammomida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To‘yingan NaOH bilan pH = 8-10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xloroform bilan 2 marta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Tahlil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Organik qatlam bug‘latilib, qoldiq YuQX da tekshiriladi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Gidroliz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134, 134-135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 mahsulotlari: benzofenonlar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 va oksazepam gidrolizida AXB (2-amino-5-xlorbenzofenon)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Diazepamdan MXB (2-metilamino-5-xlorbenzofenon), nitrazepamdan ANB (2-amino-5-nitrobenzofenon) va DAB, fenazepamdan BXB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«Guvox» eritmalari ham 1,4-benzodiazepin hosilalari bo‘lgan preparatlarni gidroliz qilib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Benzodiazepin -&gt; benzofenon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Xlordiazepoksid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AXB: 2-amino-5-xlorbenzofenon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Oksazepam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AXB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Diazepam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MXB: 2-metilamino-5-xlorbenzofenon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Nitrazepam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ANB: 2-amino-5-nitrobenzofenon  ·  DAB: 2,5-diaminobenzofenon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Fenazepam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BXB (R2 = Br, R3 = Cl)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Gidroliz mahsulotlari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Benzofenonlar: Rf va UB-spektr (17-jadval)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Benzol sistemasida plastinkada turli intensivlikdagi sariq dog‘lar ko‘rinadi; intensivlik konsentratsiyaga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Nitrazepam: ANB Rf 0,17-0,18, DAB startda qoladi; fenazepam BXB Rf 0,43-0,45; diazepam MXB Rf 0,57.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AXB (diazepam va xlordiazepoksid) Rf 0,35-0,37, UB maksimumlari 238 va 390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198325"/>
                <a:gridCol w="1237242"/>
                <a:gridCol w="1042656"/>
              </a:tblGrid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ANB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0,17-0,18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238; 358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Fenazepam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BXB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0,43-0,45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230; 400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0,57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238; 410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AXB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0,35-0,37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238; 390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AXB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0,35-0,37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238; 390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17-jadval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135, 136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Diazotizatsiya: dog‘lar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Plastinkaga natriy nitrit, 0,1% HCl, 0,5% sulfanil kislota va naftolning ishqordagi eritmasi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AXB dog‘i qizil, ANB yorqin zarg‘aldoq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MXB dog‘i sariqligicha qoladi, ba’zan esa rang yo‘qoladi.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Benzofenon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Purkagichdan keyin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Sariq; ba’zan rang yo‘qoladi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135-136, 136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Benzodiazepinlar YuQX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Yupqa qatlam uchun KSK markali silikagel yoki «silufol» plastinkalari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Erituvchilar sistemasi: etilasetat, metil spirti va 25% ammiak eritmasining 85:10:5 nisbatdagi aralashmasi.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Plastinkadagi dog‘lar Dragendorf reaktivi purkab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Etilasetat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85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Metil spirti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25% ammiak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qism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Sistema 85:10:5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ob’ektdan ajratish (Izotov)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sifatida oshqozon, ingichka ichak, jigar, buyrak olinishi mumkin; ajratish B.N. Izotov usulida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Maydalangan ob’ekt HCl bilan nordonlashtirilgan suv (pH = 2) bilan 1 soat qoldiriladi; suvli ajratma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qavati tashlanadi; suvli qatlam pH = 9-10 gacha ishqorlanib, dietil efir bilan 3 marta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Ob’ekt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Maydalangan to‘qima + HCl li suv (pH = 2), 1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Xloroform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ajratma ekstraksiyalanadi; xloroform tashlanadi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Suvli qatlam pH = 9-10 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Dietil efir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marta ekstraksiya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Efirlar birlashtirilib bug‘latiladi; qoldiq xloroformda eritiladi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Izotov usuli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Cutoff tushunchasi: skrining va tasdiqlash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Siydikda tipik ahamiyatli konsentratsiyalar (cutoff) skrining va tasdiqlovchi tekshiruvlar uchun alohida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va tasdiqlovchi tekshiruvlar uchun aniqlanadigan modda va uning konsentratsiyasi alohida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Konsentratsiyalar ng/ml birligida berilgan (siydik namunasi uchun).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Siydik namunasi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Skrining: aniqlanadigan modda va cutoff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Tasdiqlovchi tekshiruv (alohida cutoff)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Konsentratsiya: ng/ml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Skrining va tasdiqlash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Cutoff: amfetamin, barbiturat, benzodiazepin, kokain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konsentratsiyasi va tasdiqlanadigan modda bilan konsentratsiya (ng/ml).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va benzodiazepinlar uchun skrining va tasdiqlash chegarasi bir xil: 200 ng/ml.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Kokain: skrining 300, tasdiqlash — benzoilekgonin 150 ng/ml.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1196036"/>
                <a:gridCol w="192785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Skrining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Tasdiqlash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Amfetamin 500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Benzodiazepinlar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Benzoilekgonin 150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Cutoff, ng/ml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Cutoff: kodein, geroin, marixuana, metadon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Kodein: skrining 300; tasdiqlash — kodein va morfin (300; 300) ng/ml.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Geroin: skrining 300; tasdiqlash — morfin 300 va 6-MAM 10 ng/ml.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Marixuana: skrining 100; 50; 20; tasdiqlash — 11-nor-9-karboksi-TGK 15 ng/ml.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1538320"/>
                <a:gridCol w="221133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Skrining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Tasdiqlash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Kodein, morfin 300; 300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Morfin 300; 6-MAM 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Marixuana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100; 50; 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Karboksi-TGK 15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Metadon 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Cutoff, ng/ml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Cutoff: metamfetamin va fensiklidin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Metamfetamin: skrining 1000; tasdiqlash — metamfetamin 500; 200 ng/ml.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Fensiklidin: skrining 25; tasdiqlash 25 ng/ml.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va tasdiqlash chegaralari alohida beriladi; ikkalasi ham ng/ml da ko‘rsatilgan.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550347"/>
                <a:gridCol w="204598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Skrining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Tasdiqlash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 500; 200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Fensiklidin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ng/ml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siydikning sud-kimyoviy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barcha sud-kimyoviy tekshiruvlarda birlamchi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ksenobiotik miqdorini baholash odamning holati yoki o‘lim sababi haqida xulosa chiqarishga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 maxsus ahamiyatga ega: buyrak orqali chiqadigan ko‘p moddalar siydikda yuqori konsentratsiyada, o‘zgarmagan yoki metabolit holida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Siydikda aniqlanish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Jadval bir martalik iste’moldan keyin siydikda musbat natija olish intervallarini ko‘rsatadi (CDRH, 1997).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Kannabinoidlar: 1-3 soatdan keyin topiladi; 1-7 kun davomida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Fensiklidin: 4-6 soatdan keyin topiladi; 7-14 kun davomida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726685"/>
                <a:gridCol w="183460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Topiladi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Davomiyligi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24-72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Metamfetamin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4-6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48-72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Kokain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2-6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48-72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Siydikda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№042 (TFI Toksikologik kimyo kafedrasi)., Siydikda giyohvand moddalarni aniqlash muddatlari, betlar: jadval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TGK metabolizmi va chiqarilishi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Kannabisni suiiste’mol qilishning eng keng tarqalgani — chekish; ba’zan og‘iz orqali ham iste’mol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TGK organizmda keng metabolizmga uchraydi va siydik bilan o‘zgarmagan holda 1% dan kamrog‘i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Chekilganda dastlabki metabolizm o‘pkada, og‘iz orqali iste’mol qilinganda esa jigarda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TGK metabolizmi va chiqarilishi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Chekishdan 72 soat o‘tgach, inhalyatsiya qilingan TGK ning taxminan 50% metabolit sifatida chiqariladi, qolgani asosan yog‘ to‘qimasida yig‘iladi.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Chiqarilish asosan siydik (25%) va najas (65%) orqali amalga oshiriladi.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Plazmada TGK konsentratsiyasi tez kamayadi, lekin yarim chiqarilish davri uzun va odatda 20 soatdan ortiq.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Tasodifiy iste’molchida metabolit 1-3 kun, surunkali chekuvchida esa oxirgi iste’moldan keyin bir hafta va undan ko‘p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72 soatdan so‘ng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~50</a:t>
            </a:r>
            <a:r>
              <a:rPr sz="1200" b="0">
                <a:solidFill>
                  <a:srgbClr val="6B7280"/>
                </a:solidFill>
                <a:latin typeface="Calibri"/>
              </a:rPr>
              <a:t>  % metabolit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Siydik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Najas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Plazma yarim chiqarilish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 dan ko‘p</a:t>
            </a:r>
            <a:r>
              <a:rPr sz="11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TGK (malaka ma’lumoti)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Qo‘shimcha biologik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 suyuqligi bilan 1,4-benzodiazepin hosilalari, morfin va boshqa moddalar kengroq doirada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Shishasimon tanada spirt va ko‘pchilik dori hamda giyohvand moddalarni aniqlash mumkin; oshqozon mazmuni to‘liq olinib saqlanishi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Miya-orqa miya suyuqligi shishasimon tana bo‘lmaganda tanlov ob’ekti; sochda moddalar to‘planib, takroriy iste’molni isbotlash yoki inkor etishga yordam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Qo‘shimcha ob’ektlar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O‘t suyuqligi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1,4-benzodiazepinlar, morfin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Shishasimon tana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Spirt, dori, giyohvand moddalar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Oshqozon mazmuni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To‘liq olinib saqlanadi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Miya-orqa miya suyuqligi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Takroriy iste’molni isbotlaydi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Tanlov ob’ektlari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Kitoblar va malaka ma’lumotlari: nima yoritilmagan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kitobida immunokimyoviy usul nazariy asoslari (antigen, antitelo, IFT, RIA nomi, to‘g‘ri va to‘g‘ri bo‘lmagan usul)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Gmt kitobida geroin va metabolitlari uchun immunobiologik hamda IFT usullari qisqa eslatilgan.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Cutoff va siydikda aniqlanish muddatlari faqat malaka ma’lumotnomalarida mavjud.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83-85; Yuldashev Z.A., Zulfikariyeva D.A., Usmanaliyeva Z.U., Nurmatova M.I., Giyohvand moddalar tahlili. O‘quv qo‘llanma. Toshkent, betlar: 37-38;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biokimyosi postmortal tahlil: qon, peshob, perikardial suyuqlik; avvalo glyukoza.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Immunotahlil antigen-antitelo reaksiyasiga asoslangan; nishon turiga qarab IFT, RIA, immunofluoressent.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Afzallik: tezlik, soddalik; kamchilik: tor spesifiklik va matritsa ta’siri.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Skrining natijasi cutoff bilan taqqoslanadi, so‘ng tasdiqlovchi usul bilan tasdiqlanadi.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83, 84, 85; Malaka materiali №107 (TFI Toksikologik kimyo kafedrasi)., TGK metabolizmi va chiqarilishi; siydikda cutoff konsentratsiyalari; qo‘shimcha biologik ob’ektlar, betlar: jadval va matn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 shishasimon tanada glyukoza topilishi yoki topilmasligi bilan o‘lim sharoitlari haqida kitobda xulosa keltirilgan, ammo qandli diabet holatida ham glyukoza ko‘p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B-limfotsit yuzasida yot antigenni aniqlaydigan 100.000 ga yaqin bir xil retseptor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Immunoglobulinlar beshta sinfga bo‘linadi: IgA, IgD, IgE, IgG va IgM.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Geroin: skrining konsentratsiyasi 300 ng/ml, tasdiqlashda morfin uchun 300 va 6-MAM uchun 10 ng/ml.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biokimyosi va immunokimyoviy tahlil (IFT, RIA, immunoxromatografik testlar, cutoff 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83-85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37-38, 133-136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№042 (TFI Toksikologik kimyo kafedrasi). Siydikda giyohvand moddalarni aniqlash muddatlari (CDRH, 1997; ruscha ma’lumotnoma).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№107 (TFI Toksikologik kimyo kafedrasi). TGK metabolizmi va chiqarilishi; siydikda cutoff konsentratsiyalari; qo‘shimcha biologik ob’ektlar (ruscha ma’lumotnoma).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