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Zaharlanish nega uchinchi o‘rinda? 2) Ekspertiza nima uchun zaharlanishda laboratoriyasiz mumkin emas? Doskada: 5 savol rejasi. Tipik xato: zaharlanishni eng ko‘p uchraydigan zo‘ravon o‘lim deb bilish.</a:t>
            </a:r>
          </a:p>
          <a:p/>
          <a:p>
            <a:r>
              <a:t>Tekshirish kerak (manbada noaniq):</a:t>
            </a:r>
          </a:p>
          <a:p>
            <a:r>
              <a:t>- Ma’ruzada: maqsadlar, zaharlar tasnifi, kimyoviy tahlil usullari, zaharlanish belgilari va ekspert baholashi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Klinik va sud-tibbiy toksikologiya maqsadlari qanday farq qiladi? Doskada: ikki ustun. Tipik xato: sud-tibbiy toksikologiyani davolash fani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Funksional zaharlarda nega tibbiy hujjatlar muhim? (asosiy dalillar manbai bo‘lishi mumkin). Doskada: 3 bosqich. Tipik xato: faqat murda tekshiruviga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Ekspert-kimyogar nimani isbotlaydi va nimani isbotlamaydi? Doskada: «aniqlash + miqdor». Tipik xato: kimyoviy natijani yagona dalil deb bilish (Giyosov: boshqa ma’lumotlar bilan baholanadi, 180–181).</a:t>
            </a:r>
          </a:p>
          <a:p/>
          <a:p>
            <a:r>
              <a:t>Tekshirish kerak (manbada noaniq):</a:t>
            </a:r>
          </a:p>
          <a:p>
            <a:r>
              <a:t>- Ekspert zamonaviy usullardan foydalanadi; tekshiruv borishi ish jurnalida qayd etilib, xulosa tuzishda ishlatiladi. Manba Qozog‘iston amaliyotini tavsiflaydi.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Mahalliy zahar umumiy reaksiya keltirmaydimi? (manbaga ko‘ra keltiradi). Doskada: tasnif daraxti. Tipik xato: mahalliy va rezorbtiv guruhlarni bir-biridan to‘liq ajratish.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Bu moddalar dastlabki kontaktda nima qiladi? Doskada: 3 guruh. Tipik xato: yod tindirmasini mahalliy ta’sir ro‘yxatidan tashqarida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gemotrop zahar sud-tibbiy amaliyotda ko‘proq uchraydi? (is gazi va metgemoglobin hosil qiluvchilar, 149–150). Doskada: jadval. Tipik xato: gemolitik va gemoglobinotrop zaharlarni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Funksional zaharlarda nega murdada xos o‘zgarish topilmaydi? (135–136). Doskada: 4 guruh. Tipik xato: sianidlarni qon zahari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metabolit asl moddadan zaharliroq bo‘lishi mumkin? Doskada: metanol → formaldegid. Tipik xato: biotransformatsiyani doim zararsizlantirish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Ta’sirning uch bosqichini misol bilan ayting. Doskada: birlamchi → keyingi → metatoksik. Tipik xato: bu ta’sirlarni bir vaqtda sodir bo‘ladi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KTTda tezlik muhim? Doskada: ta’rif + ro‘yxat. Tipik xato: KTTni faqat murda uchun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usul uchuvchan moddalar uchun? (gaz xromatografiyasi, 159). Doskada: usullar ro‘yxati. Tipik xato: xromatografiyani faqat identifikatsiya usuli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Namunani olgan shifokor nimani hisobga olishi kerak? Doskada: ro‘yxat. Tipik xato: faqat qon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Yolg‘on manfiy natijaning 3 sababini ayting. Doskada: manfiy / musbat ustunlari. Tipik xato: manfiy natijani zaharlanish yo‘q degan xulosa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teri etanol bilan artilmaydi? Doskada: «yolg‘on musbat manbalari». Tipik xato: sovutkichda saqlangan namunani har doim o‘zgarmagan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Yo‘naltirilgan va yo‘naltirilmagan tahlil farqi? Doskada: sxema. Tipik xato: tashxisni faqat kimyogar qo‘yadi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Qon va siydikdagi konsentratsiyalar nisbati nimani ko‘rsatadi? Doskada: ikki faza. Tipik xato: fazalarni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soch va tirnoq tekshiriladi? (manba sababini keltirmaydi). Doskada: obyekt → hajm. Tipik xato: bir namuna turi bilan chegaralanish.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Muddat bilan natija qanday bog‘liq? Doskada: jadval. Tipik xato: barcha moddalar bir xil muddat aniqlanadi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obyekt almashganiga ishonch shart? Doskada: 6 bosqich. Tipik xato: izolyatsiya usulini obyekt turiga qarab tanlash (manba: zahar guruhiga qarab).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metabolit topilishi muhim? Doskada: «morfin + 6-MAM → geroin». Tipik xato: metabolitni asl moddaga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Chirigan murdada nimalar xalaqit beradi? Doskada: 3 jihat. Tipik xato: majburiy ro‘yxatni Qozog‘iston buyrug‘i bo‘yicha bizga to‘g‘ridan-to‘g‘ri tatbiq etish (manba shu davlat hujjatiga tayanadi).</a:t>
            </a:r>
          </a:p>
          <a:p/>
          <a:p>
            <a:r>
              <a:t>Tekshirish kerak (manbada noaniq):</a:t>
            </a:r>
          </a:p>
          <a:p>
            <a:r>
              <a:t>- Reanimatsiyadan keyin o‘lim sabablarini aniqlash va organizmdagi toksik elementlar (mikroelementlar)ni to‘g‘ri baholash zarur.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ish jurnali ahamiyatli? Doskada: «jurnal → xulosa». Tipik xato: jurnalsiz xulosa tuzish.</a:t>
            </a:r>
          </a:p>
          <a:p/>
          <a:p>
            <a:r>
              <a:t>Tekshirish kerak (manbada noaniq):</a:t>
            </a:r>
          </a:p>
          <a:p>
            <a:r>
              <a:t>- Usullar sezgirligi taxmin qilingan toksik dozalardan past bo‘lmasligi kerak; odatda aniqlash chegarasi 10⁻³–10⁻⁶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zahar guruhiga qaysi usul mos? Doskada: jadval. Tipik xato: bitta usulni barcha zaharlar uchun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Rang bo‘yicha ekspert qanday xulosaga keladi? Doskada: jadval. Tipik xato: rang asosida yakuniy tashxis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Belgilar bo‘lmasa, zaharlanishni qanday isbotlaysiz? (laboratoriya va klinika). Doskada: 2 guruh. Tipik xato: belgi yo‘q — zaharlanish yo‘q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Yashinsimon shaklda qonning qaysi qismida karboksigemoglobin topiladi? (chap qorincha va aorta boshlang‘ich qismi). Doskada: 25–30% / 60%. Tipik xato: faqat periferik qonni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Dastlabki sinamalar qayerda qo‘llanadi? (murda tekshiruvi va klinika; murakkab asbob talab etilmaydi). Doskada: 3 usul. Tipik xato: sinamani yakuniy tasdiq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achchiq bodom hidi tez yo‘qolishi mumkin? (uchuvchanlik). Doskada: letal dozalar. Tipik xato: hidni har doim aniqlanadigan belgi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Qon va siydikdagi konsentratsiya nisbati nimani ko‘rsatadi? Doskada: rezorbsiya / eliminatsiya. Tipik xato: Vidmark konstantasini doimiy deb bilish (turlicha: 0,10–0,24).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zaharlanishga qaysi tekshiruv mos? Doskada: jadval. Tipik xato: bir turdagi tekshiruv bilan cheklanish.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Og‘iz orqali kirgan zaharda qaysi a’zolar olinadi? (oshqozon massasi, jigar bo‘lagi, buyrak siydik bilan). Doskada: «kirish — ta’sir — chiqish». Tipik xato: faqat oshqozon massasini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tez namuna olish muhim? Doskada: «soxta musbat / soxta manfiy». Tipik xato: zahar topilmasa, zaharlanish bo‘lmagan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Kimyoviy natija va klinika o‘rtasida ziddiyat bo‘lsa nima qilasiz? Doskada: «natija + voqea + klinika + makroskopiya». Tipik xato: bitta laboratoriya natijasiga tayanib xulosa tuzish.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Bugungi ma’ruzaning 3 xulosasi. Doskada: umumiy sxema. Tipik xato: faqat tasnifni yodlash va tahlilni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 tibby toksikologiyasi. 1. Asosiy maqsadlar2. Zaharli moddalar tasnifi3. Kimyoviy tahlil usullari. 4. Zaharlanish belgilari. 5. Ekspert baholashining o‘ziga xos jihatlari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sud-tibbiy toksikologiya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omillardan sog‘liq buzilishi va o‘lim murda va tirik shaxslar ekspertizasida nisbatan keng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Zo‘raki o‘lim tarkibida zaharlanishlar mexanik jarohatlar va mexanik asfiksiyadan keyin uchinchi o‘rinda.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Ma’ruzada: maqsadlar, zaharlar tasnifi, kimyoviy tahlil usullari, zaharlanish belgilari va ekspert baholashi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Asosiy maqsad va vazifalar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Toksikologiyaning yo‘nalishlari: sanoat, qishloq xo‘jaligi, harbiy, oziq-ovqat, maishiy va sud-tibbiy.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turlar zaharlanish sabablari, malakali yordam va oldini olishni o‘rgansa, sud-tibbiy toksikologiya huquqni muhofaza idoralari qo‘ygan vazifalarni hal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tibbiyotining fan sifatida shakllanishi aynan sud-tibbiy toksikologiyadan boshlangan.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Asosiy yo‘nalish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 toksikologiya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Sabablar, yordam, oldini olish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Sud-tibbiy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Huquqiy vazifalarni hal etish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Maqsadlar farqi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Zaharlanishning sud-tibbiy diagnostikasi: 3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Diagnostika uch bosqichda to‘planadigan dalillarga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1-bosqich: hodisa joyi yoki murda topilgan joyni mutaxassis ishtirokida ko‘zdan kechirish; ish materiallari, katamnez, tibbiy hujjatlar bilan tanishish.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2-bosqich: murdaning tashqi va ichki tekshiruvi; 3-bosqich: qo‘shimcha laboratoriya tekshiruvlari.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Hodisa joyi va hujjatlar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tekshiruvi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 tekshiruvlari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Diagnostika bosqichlari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135, 135–136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Sud-kimyoviy tekshiruvning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Ekspert-kimyogar vazifasi: taqdim etilgan obyektlarda zaharli va kuchli ta’sir qiluvchi moddalarni aniqlash va miqdorini topish; maqsad — huquqiy organlar uchun obyektiv ma’lumot.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surishtiruv, tergov, sud taklifi bilan hamda ekspertlar, toksikologik markaz va narkologiya shifokorlari yo‘llanmasiga ko‘ra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zamonaviy usullardan foydalanadi; tekshiruv borishi ish jurnalida qayd etilib, xulosa tuzishda ishlatiladi. Manba Qozog‘iston amaliyotini tavsiflaydi.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sud-tibbiy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zaharlar shartli ravishda ikki guruhga bo‘linadi: asosan mahalliy va asosan umumiy ta’sir etuvchilar.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Mahalliylar kontakt joyida jiddiy morfologik o‘zgarish, to‘qima nekrozini chaqiradi; umumiylar qonga so‘rilgach zaharlaydi (rezorbtiv zaharlar).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guruhda uch tur: destruktiv, qon va funksional zaharlar.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Mahalliy ta’sir etuvchilar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Umumiy: destruktiv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Umumiy: qon zaharlari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Umumiy: funksional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Tasnif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Mahalliy ta’sir etuvchi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Anorganik (xlorid, sulfat, nitrat) va organik (sirka, oksalat, karbol) kislotalar.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Ishqorlar (natriy, kaliy, ammoniy), vodorod peroksid, formaldegid.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permanganat va yod tindirmasi.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Destruktiv va qon zaharlari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Destruktiv: simob, qo‘rg‘oshin, rux, margimush, fosfor va ularning birikmalari — ichki a’zolarda to‘qima strukturasini buzadi.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Gemoglobinotrop: karboksigemoglobin va metgemoglobin hosil qiluvchilar; gemolitik: arsin, sirka kislotasi, mis sulfat.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qon zaharlari: gemagglyutinatsiya (ritsin, fazin), gemopoez (dikumarin), qon ivishi (benzol, sitostatiklar).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Gemoglobinotrop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 gazi, metgemoglobin hosil qiluvchilar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Gemolitik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Arsin, sirka kislotasi, mis sulfat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Ritsin, dikumarin, benzol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 zaharlari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Funksional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MNTni falajlovchi: sianidlar, fosfor organik birikmalar, vodorod sulfid.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MNTni qo‘zg‘atuvchi: strixnin, ergotamin, antidepressantlar, kofein, amfetaminlar, kokain, opiatlar, anasha.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MNTni so‘ndiruvchi: etil va boshqa spirtlar, barbituratlar, trankvilizatorlar; asosan periferik nerv tizimiga ta’sir etuvchilar (xolinergik, adrenoergik, antixolinesteraza).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MNTni falajlovchi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Sianidlar, FOB, vodorod sulfid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MNTni qo‘zg‘atuvchi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Strixnin, kofein, kokain, opiatlar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MNTni so‘ndiruvchi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Spirtlar, 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Funksional zaharlar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139, 139–140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Toksikokinetika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Toksikokinetika — modda organizmga kirishi, taqsimlanishi, metabolizmi va chiqarilishi jarayonlari majmui.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 yo‘llari: og‘iz, nafas yo‘llari, teri, to‘g‘ri ichak, jinsiy a’zolar va in’eksiyalar; qonga qanchalik tez o‘tsa, toksik ta’sir kuchliroq.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Biotransformatsiya jigarda: fosfororganik birikmalar oksidlanganda toksikligi kuchayadi; metanol, etanol, etilenglikol oksidlanganda kuchliroq toksik moddalar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Metabolit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Formaldegid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Atsetaldegid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Oksalat kislotasi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136–137, 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Toksikodinamika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Toksikodinamika — zaharli modda va organizmning o‘zaro ta’sir mexanizmi, javob reaksiyalari majmui.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Ta’sirlar: birlamchi toksik, keyingi toksik va metatoksik. Misol: sirka kislotasi — kuyish, keyin gemoliz, so‘ng toksik gepatit va nefroz.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Toksikodinamika toksikokinetika bilan uzviy bog‘liq: etilenglikol molekulasi narkotik, metaboliti oksalat kislotasi gepato- va nefrotoksik ta’sir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Kimyoviy-toksikologik tahlil (KTT)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KTT — tirik shaxs namunalari, murda materiali va ashyoviy dalillarda zaharli va kuchli ta’sir qiluvchi moddalar hamda ularning metabolitlarini aniqlash va miqdorini topishning ilmiy asoslangan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ishonchli natija tashxis va davolash yoki o‘lim sababi haqidagi sud-tibbiy xulosa uchun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spirt va surrogatlari, alkaloidlar, uyqu va psixotrop dorilar, yurak glikozidlari, pestitsidlar, toksik metallar, is gazi, o‘yuvchi suyuqliklar uchun usullarni egallashi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jihozlari va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Laboratoriya turli xromatografiyalar (yupqa qatlamli, gaz, gaz-suyuqlik, yuqori samarali suyuqlik) bilan jihozlanishi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 spektrofotometrik usullar (ultrabinafsha va ko‘rinish sohalarida elektron spektrometriya).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usullar ishonchli, ekspress va kam miqdordagi biomaterial hamda ashyoviy dalil bilan ishlashga imkon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Yupqa qatlamli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Gaz-suyuqlik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Yuqori samarali suyuqlik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Spektrofotometriya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usullar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obyektlari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Obyektlar: qon, orqa miya suyuqligi, siydik, qusuq massalar, oshqozon yuvindisi.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dalillar: dori vositalari, o‘simlik obyektlari (ko‘knori somoni), organik erituvchilar, maishiy kimyo vositalari, ovqat qoldiqlari, noma’lum suyuqliklar.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obyektlarda zahar kam (klofelin, rezerpin, yurak glikozidlari); maxsus izolyatsiya va yuqori sezgir ekspress usullar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121, 121–122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 ishonchligi va yolg‘on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Hisobga olinadi: zaharlanish turi (o‘tkir yoki surunkali), doza va tana vazni, biokirimlilik va oqsillar bilan bog‘lanish, sinergizm/antagonizm, jins, sog‘liq holati.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Yolg‘on manfiy: kichik doza, past sezgir usul, «uchuvchan zahar» namunasini noto‘g‘ri saqlash, toksikokinetika ma’lumoti yo‘qligi, ataylab suyultirish yoki almashtirish.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Yolg‘on musbat: davolash maqsadida oldin ishlatilgan dorilar topilishi mumkin. Manbaga ko‘ra manfiy xulosalar ishonchliligi ~70%, musbatlariniki 90% dan yuqori.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Namunalar olish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Noma’lum zaharda siydik va oshqozon yuvindisi (birinchi 200 ml) olinadi; qon 10 ml antikoagulyantli quruq idishga; idish markalanadi.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Qonni alkogolga tekshirishda teri etanol yoki organik erituvchi bilan dezinfeksiya qilinmaydi; xona haroratida 1 sutkadan ko‘p saqlansa, qonda 1‰ gacha etanol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Namunalar sovutkichda saqlanadi; ammo sovuq har doim biotransformatsiyani to‘xtatmaydi (siydikda sutkada 0,5‰, diabetda 1,1‰ gacha etanol).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Yo‘naltirilmagan tahlil kerak bo‘ladi, chunki yo‘llanmada ko‘pincha «noma’lum zahar» yoziladi; yo‘naltirilgan tahlil esa klinik tashxis asosida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siydik: tomchi reaksiyalar, xromatografik skrining; so‘ng toksikant izolyatsiyasi (ekstraksiya, reekstraksiya, distillyatsiya, sorbsiya, mineralizatsiya).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So‘ng sifat aniqlash va (imkon bo‘lsa) bir namunada miqdor aniqlash; yakuniy tashxisni shifokor-toksikolog klinik ma’lumotlar bilan qo‘yadi.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123, 124–125, 125–126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fazalari va sezgirlik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Taqsimlanish fazasi qon va siydikdagi konsentratsiyani solishtirib aniqlanadi: qonda yuqori bo‘lsa — rezorbsiya, siydikda yuqori bo‘lsa — eliminatsiya fazasi.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davr (so‘rilish va chiqarilish) toksikogen bosqich deyiladi; detoksikatsiya usullarini tanlash uchun tahlil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O‘tkir zaharlanishda usullar sezgirligi nano- va pikogramm miqdorda bo‘lishi kerak (10⁻⁹ va 10⁻¹² 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126–127, 127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Mastlik ekspertizasi uchun namunalar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Obyektlar: qon, siydik, soch, tirnoq, ter-yog‘ ajralmalari; qon kamida 10 ml; gaz-suyuqlik xromatografiyasida alkogol uchun 2–3 ml yetarli.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Siydik: alkogol uchun 2–5 ml; narkotik va psixotrop moddalar uchun kamida 200 ml; olish xodim nazoratida, almashtirish va suyultirishni istisno qilish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Soch: kamida 15–20 tola turli sohalardan, teriga yaqin kesiladi; tirnoq har bir qo‘ldan; namunalar alohida konvertda muhrlanadi.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127, 127–128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baholash: aniqlanish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moddalar (masalan, opiatlar) faqat yuqori konsentratsiyada aniqlanadi, tez parchalanadi va taxminan 8 soatda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bir necha kun aniqlanadi; tetragidrokannabinol siydikda 3 sutka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Alkogolga tekshiruv namuna olinganidan keyin 1 soat ichida; steril olingan namuna 0°C sovutkichda 1 sutkadan ko‘p saqlanmaydi; namunani soxtalashtirish ehtimoli bor.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550"/>
                <a:gridCol w="29664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Opiatlar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~8 soat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necha kun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THC (siydikda)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 sutka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Alkogol tekshiruvi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Namunadan 1 soat ichida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Aniqlanish muddatlari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KTT ekspertizasi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Obyektni qabul qilish: ekspert obyekt aynan yo‘llangani va tashishda o‘zgarmaganiga ishonch hosil qilgandagina tahlil boshlanadi.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 va miqdorini tanlash: zahar to‘planadigan obyekt, odatda 100 yoki 50 g; sezgir usullarda 20 g; izolyatsiya usuli taxminiy zaharga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So‘ng tozalash va konsentratsiya, aniqlash va miqdor, talqin (rasmiy manbalar bo‘yicha) va xulosa tuzish.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Qabul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1877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151888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Tanlash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566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840736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Izolyatsiya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529584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Aniqlash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394411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218432"/>
            <a:ext cx="5287975" cy="396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Talqin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770467" y="463296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907280"/>
            <a:ext cx="5287975" cy="396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Xulosa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Bosqichlar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KTT ekspertizasining o‘ziga xos jihatlari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Obyektlar xilma-xil: murda a’zolari, suyuqliklar, ovqat, ichimlik, kosmetika, pestitsidlar, havo, tuproq, kiyim.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navesga yoki hajmga nisbatan kam (ko‘pincha iz) miqdordagi zaharni izolyatsiya qilish zarur; natija izolyatsiya usuliga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toza modda bilan emas, endogen birikmalar va metabolitlar aralashmasi bilan; morfin va 6-MAM topilishi geroin qabul qilinganini asoslaydi.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130–131, 131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KTT ekspertizasining o‘ziga xos jihatlari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Reanimatsiyadan keyin o‘lim sabablarini aniqlash va organizmdagi toksik elementlar (mikroelementlar)ni to‘g‘ri baholash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Chirigan obyektlarda tahlil murda zaharlari (ptomainlar) va to‘qima parchalanishi mahsulotlari tufayli qiyinlashadi.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Tahlil yo‘naltirilmagan (majburiy ro‘yxat bo‘yicha) yoki yo‘naltirilgan (taxmin qilingan modda tasdiqlanadi yoki istisno qilinadi)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131, 132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Sezgirlik va hujjatlashtirish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Usullar sezgirligi taxmin qilingan toksik dozalardan past bo‘lmasligi kerak; odatda aniqlash chegarasi 10⁻³–10⁻⁶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ish jurnaliga navesga olish, izolyatsiya, sifat reaksiyalari va hisob-kitoblarni yozadi; xulosa shu asosda tuziladi.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Xulosaga imkon bo‘lsa kristallar, nalyotlar va reaksiya mahsulotlarining (masalan, «berlin lazuri», «kumush ko‘zgu») mikrofotosuratlari ilova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Zaharni ajratib olish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Obyektivlik shartlari: obyektni to‘g‘ri qabul qilish, tadqiqot rejasi, sifatli izolyatsiya (eng mas’uliyatli bosqich).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tanlovi: savollar, voqea holatlari va dastlabki sinovlar natijalari hamda usulning ajratish imkoniyatiga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Guruhlar: ekstraksiya va sorbsiya (dorilar, narkotiklar, pestitsidlar), distillyatsiya («uchuvchan» zaharlar), mineralizatsiya (metall zaharlar), suv bilan ekstraksiya va dializ (kislota, ishqor, nitritlar).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5854"/>
                <a:gridCol w="273212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Ekstraksiya, sorbsiya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Dori, narkotik, pestitsid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Distillyatsiya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«Uchuvchan» zaharlar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Mineralizatsiya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Metall zaharlar, ftor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bilan ekstraksiya, dializ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Kislota, ishqor, nitrit, nitrat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Izolyatsiya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Baizoldanov T. (Байзолданов Т.)., Токсикологическая химия: учебник, betlar: 133, 133–134, 134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va hodisa joyidagi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joyida shart-sharoit, yot hid, dori idishlari, shpritslar, retseptlar, ajratmalar va qusuq moddalar; tanada in’eksiya izlari e’tiborga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O‘yuvchi zaharlarda og‘iz atrofida kimyoviy kuyish izlari va oqmalar; sianidlarda ichki a’zolardan achchiq bodom hidi, sirka kislotasida o‘tkir hid.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 rangi: is gazida pushti, sianidda yorqin olcha, metgemoglobinda jigarrang, gemolizda sarg‘ish.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7813"/>
                <a:gridCol w="180016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 gazi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Yorqin olcha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Metgemoglobin hosil qiluvchilar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Gemoliz chaqiruvchilar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Sarg‘ish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Murda dog‘lari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135, 135–136, 136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Mushak qotishi va funksional zaharlar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Strixnin va boshqa talvasa chaqiruvchi zaharlarda mushak qotishi tez va kuchli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Xloral gidrat, kurare, miorelaksantlarda mushak qotishi sust va kuchsiz.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Funksional zaharlarning ko‘pchiligida murdaning tashqi va ichki tekshiruvida xos o‘zgarishlar aniqlanmasligi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gazi: mexanizm va klinika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 rang va hidsiz; toksik ta’siri karboksigemoglobin hosil qilishi va temir saqlovchi fermentlarga ta’siri tufayli; organizmda metabolizmga uchramaydi.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Belgilar: bosh og‘rig‘i, quloqda shovqin, ko‘ngil aynishi, qusish, yuz qizarishi, keyin hush yo‘qolishi va talvasali koma.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Karboksigemoglobin 25–30% dan oshganda dastlabki belgilar; 60% dan oshganda nafas markazi falajidan o‘lim; havoda 1% dan ortiq bo‘lsa yashinsimon shakl.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gazi: murda belgilari va sinamalar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pushti-qizg‘ish: murda dog‘lari, mushaklar, suyuq qon, ichki a’zolar shu rangda; havoda 0,4% da 20–30 min ichida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sinamalar: ishqor 33% (Goppe-Zeyler) yoki formaldegid (Libman) — normal qon qo‘ng‘ir-qora, karboksigemoglobinli qon rangi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Spektroskopiyada ikki yutish yo‘lakchasi natriy gidrosulfitdan keyin ham saqlanadi; tasdiq uchun miqdoriy spektrofotometriya zarur.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Goppe-Zeyler (ishqor)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Karboksigemoglobinda rang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Libman (formaldegid)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Karboksigemoglobinda rang o‘zgarmaydi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Spektroskopiya + gidrosulfit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 yutish yo‘lakchasi saqlanadi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Spektrofotometriya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Miqdoriy tasdiq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 gazini aniqlash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Sianidlar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 kislotasining letal dozasi 0,05 g, kaliy sianidniki 0,1–0,2 g; zaharlanish ko‘proq o‘rik, shaftoli, olxo‘ri danagi mag‘izidan.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 anioni sitoxromoksidazadagi temirni bog‘lab, to‘qima gipoksiyasi va hayotiy markazlar falajiga olib keladi; antidot — metgemoglobin hosil qiluvchilar.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olcha rang-qizg‘ish dog‘lar, achchiq bodom hidi, suyuq to‘q qizil qon; sud-kimyoviy tekshiruvning ahamiyati katta.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153, 153–154, 154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Etil spirti: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sinamalari: chiqarilayotgan havoda kaliy permanganat yoki bixromat rangi o‘zgarishi (Moxov-Shinkarenko); qonda 0,3–0,4‰ da ham sezadi.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Soxta musbat natija tish kariesi, o‘pkaning surunkali kasalliklari va qandli diabetda bo‘lishi mumkin; miqdoriy usul asosan gaz-xromatografik.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va siydik namunalari kamida 5 ml, idish to‘la bo‘lishi; Vidmark konstantasi (eliminatsiya) o‘rtacha 0,13–0,15‰/soat; Vidmark-Balyakin formulasi qabul qilingan miqdorni hisoblaydi.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159, 159–160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tekshiruvlari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Isbotlash yoki inkor etishda laboratoriya muhim: sud-kimyoviy, biokimyoviy, gistologik, gistokimyoviy, fizik, biologik, botanik, farmakologik, bakteriologik, mikologik.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Amaliyotda eng ko‘p sud-kimyoviy va gistologik; gistologiya makroskopik tekshiruvni to‘ldirib, xos mikroskopik o‘zgarishlarni aniqlaydi.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 saqlovchilarda fizik (spektral), ovqatdan zaharlanishda bakteriologik, biologik, fermentlarga ta’sir etuvchilarda biokimyoviy; o‘simliklarda botanik, qo‘ziqorinlarda mikologik tekshiruv.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179–180, 180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olish: «uch nuqta» qoidasi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ma’lum bo‘lganda obyektlar «uch nuqta» qoidasi bo‘yicha olinadi: zahar kirgan, asosan ta’sir etgan va organizmdan chiqqan joylar.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Manba noma’lum bo‘lsa: bosh miyaning 1/3, o‘pkaning 1/4, jigarning 1/3 (o‘t qopi va o‘t bilan), butun buyrak siydik bilan, oshqozon massasi, ichak, 100–200 ml qon (alohida idishda).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Chuqur chirishda ko‘krak-qorin bo‘shliqlari a’zolari aralashmasidan 1,5–2,0 kg «o‘rta sinama»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topilmasligi va soxta musbat natija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bo‘lmasa ham modda topilishi mumkin: dori sifatida qo‘llanganda, chirishda hosil bo‘lganda, kasbiy faoliyatda; obyekt olish va tekshirishdagi kamchiliklar soxta musbatga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zahar topilmasligi mumkin: modda tez parchalanganda, intensiv infuzion muolajada, uzoq vaqt o‘tganda, kamchiliklarda; ayrim moddalarni aniqlash usuli ishlab chiqilmagan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muassasada zaharlanishga shubha bo‘lsa, obyektlar imkon qadar tez olinadi: qon, siydik, oshqozon yuvmasi, qusuq, axlat, zahar qoldiqlari yoki idishi.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baholashi: yakuniy tamoyil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Sud-kimyoviy tekshiruv natijalari hamisha boshqa ma’lumotlar bilan birgalikda baholanishi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natijalari voqea tafsilotlari, katamnestik yoki klinik ma’lumotlar va murdaning makroskopik tekshiruvi bilan birgalikda tanqidiy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xulosasining ishonchliligi va asoslanganligi laboratoriya tekshiruvlari ko‘lami va natijalariga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180, 181, 136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toksikologiya huquqni muhofaza idoralari vazifalarini hal etadi; zaharlar mahalliy va umumiy (destruktiv, qon, funksional) guruhlarga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Kimyoviy-toksikologik tahlil: namuna olish, izolyatsiya, aniqlash, miqdor, talqin; usullar xromatografiya va spektrofotometriya.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 va laboratoriya natijalari boshqa ma’lumotlar bilan tanqidiy baholanadi; soxta musbat va manfiy natijalar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132–138, 180–181; Baizoldanov T. (Байзолданов Т.)., Токсикологическая химия: учебник, betlar: 120–125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Yoz mevalari danagi mag‘izidagi amigdalin ichakda fermentlar ta’sirida sianid kislotasiga aylanadi.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Spirtli ichimlik iste’mol qilingan vaqtni baholashda qon va siydikdagi alkogol konsentratsiyalarini taqqoslash imkon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namunasi alkogolga olinganda teri etanol bilan artilsa, yolg‘on musbat natija bo‘lishi mumkin; xona haroratida 1 sutkadan ko‘p saqlansa, qonda 1‰ gacha etanol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jurnali kimyoviy-toksikologik laboratoriyada yuridik hujjat hisoblanadi: u tikilgan, sahifalari raqamlangan bo‘lishi kerak.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 tibby toksikologiyasi. 1. Asosiy maqsadlar2. Zaharli moddalar tasnifi3. Kimyoviy tahli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6. Sud-tibbiy toksikologiya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Baizoldanov T. (Байзолданов Т.). Токсикологическая химия: учебник, Almaty: Evero, 2021 (new.krmu.edu.kz ochiq repozitoriy; litsenziya ko‘rsatilmagan — faqat ichki foydalanish). 2021. 1-qism, 3-bob: zaharlanishlar tasnifi va toksikokinetika, s.53-119; 1-qism, 4-bob: kimyoviy-toksikologik tahlil metodologiyasi, s.120-151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XIII-bob. Sud-tibbiy toksikologiya; bet 284-350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5-modul. Zaharlovchi moddalar ta’siridan jarohat va o‘lim; bet 375-407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 bo‘lim, 15-bob. Zaharlar va zaharlanishlar haqida umumiy ma’lumot; test nazorati; bet 129-138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Пиголкин Ю.И. (ред.), Богомолов Д.В., Богомолова И.Н. va boshq. (Pigolkin Yu.I.). Морфологическая диагностика наркотических интоксикаций в судебной медицине: руководство для врачей, М.: Медицина. 2004. 2-bob. Narkotik intoksikatsiyalarni sud-tibbiy diagnostika qilishning yangi metodologik yondashuvlari (kitob beti 89-124); bet 89-124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18. Principles of toxicology, pp. 181–187; Chapter 17. Heat, cold and electrical trauma, pp. 169–180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