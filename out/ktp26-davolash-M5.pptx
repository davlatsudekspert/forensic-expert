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Zaharlanish nega uchinchi o‘rinda? 2) Ekspertiza nima uchun zaharlanishda laboratoriyasiz mumkin emas? Doskada: 5 savol rejasi. Tipik xato: zaharlanishni eng ko‘p uchraydigan zo‘ravon o‘lim deb bilish.</a:t>
            </a:r>
          </a:p>
          <a:p/>
          <a:p>
            <a:r>
              <a:t>Tekshirish kerak (manbada noaniq):</a:t>
            </a:r>
          </a:p>
          <a:p>
            <a:r>
              <a:t>- Ma’ruzada: maqsadlar, zaharlar tasnifi, kimyoviy tahlil usullari, zaharlanish belgilari va ekspert baholashi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Klinik va sud-tibbiy toksikologiya maqsadlari qanday farq qiladi? Doskada: ikki ustun. Tipik xato: sud-tibbiy toksikologiyani davolash fani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Funksional zaharlarda nega tibbiy hujjatlar muhim? (asosiy dalillar manbai bo‘lishi mumkin). Doskada: 3 bosqich. Tipik xato: faqat murda tekshiruviga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Ekspert-kimyogar nimani isbotlaydi va nimani isbotlamaydi? Doskada: «aniqlash + miqdor». Tipik xato: kimyoviy natijani yagona dalil deb bilish (Giyosov: boshqa ma’lumotlar bilan baholanadi, 180–181).</a:t>
            </a:r>
          </a:p>
          <a:p/>
          <a:p>
            <a:r>
              <a:t>Tekshirish kerak (manbada noaniq):</a:t>
            </a:r>
          </a:p>
          <a:p>
            <a:r>
              <a:t>- Ekspert zamonaviy usullardan foydalanadi; tekshiruv borishi ish jurnalida qayd etilib, xulosa tuzishda ishlatiladi. Manba Qozog‘iston amaliyotini tavsiflaydi.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Mahalliy zahar umumiy reaksiya keltirmaydimi? (manbaga ko‘ra keltiradi). Doskada: tasnif daraxti. Tipik xato: mahalliy va rezorbtiv guruhlarni bir-biridan to‘liq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Bu moddalar dastlabki kontaktda nima qiladi? Doskada: 3 guruh. Tipik xato: yod tindirmasini mahalliy ta’sir ro‘yxatidan tashqarida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gemotrop zahar sud-tibbiy amaliyotda ko‘proq uchraydi? (is gazi va metgemoglobin hosil qiluvchilar, 149–150). Doskada: jadval. Tipik xato: gemolitik va gemoglobinotrop zaharlarni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Funksional zaharlarda nega murdada xos o‘zgarish topilmaydi? (135–136). Doskada: 4 guruh. Tipik xato: sianidlarni qon zahari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metabolit asl moddadan zaharliroq bo‘lishi mumkin? Doskada: metanol → formaldegid. Tipik xato: biotransformatsiyani doim zararsizlantirish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Ta’sirning uch bosqichini misol bilan ayting. Doskada: birlamchi → keyingi → metatoksik. Tipik xato: bu ta’sirlarni bir vaqtda sodir bo‘ladi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KTTda tezlik muhim? Doskada: ta’rif + ro‘yxat. Tipik xato: KTTni faqat murda uchun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usul uchuvchan moddalar uchun? (gaz xromatografiyasi, 159). Doskada: usullar ro‘yxati. Tipik xato: xromatografiyani faqat identifikatsiya usuli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Namunani olgan shifokor nimani hisobga olishi kerak? Doskada: ro‘yxat. Tipik xato: faqat qon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Yolg‘on manfiy natijaning 3 sababini ayting. Doskada: manfiy / musbat ustunlari. Tipik xato: manfiy natijani zaharlanish yo‘q degan xulosa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teri etanol bilan artilmaydi? Doskada: «yolg‘on musbat manbalari». Tipik xato: sovutkichda saqlangan namunani har doim o‘zgarmagan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Yo‘naltirilgan va yo‘naltirilmagan tahlil farqi? Doskada: sxema. Tipik xato: tashxisni faqat kimyogar qo‘yadi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Qon va siydikdagi konsentratsiyalar nisbati nimani ko‘rsatadi? Doskada: ikki faza. Tipik xato: fazalarni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soch va tirnoq tekshiriladi? (manba sababini keltirmaydi). Doskada: obyekt → hajm. Tipik xato: bir namuna turi bilan chegaralanish.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Muddat bilan natija qanday bog‘liq? Doskada: jadval. Tipik xato: barcha moddalar bir xil muddat aniqlanadi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obyekt almashganiga ishonch shart? Doskada: 6 bosqich. Tipik xato: izolyatsiya usulini obyekt turiga qarab tanlash (manba: zahar guruhiga qarab).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metabolit topilishi muhim? Doskada: «morfin + 6-MAM → geroin». Tipik xato: metabolitni asl moddaga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Chirigan murdada nimalar xalaqit beradi? Doskada: 3 jihat. Tipik xato: majburiy ro‘yxatni Qozog‘iston buyrug‘i bo‘yicha bizga to‘g‘ridan-to‘g‘ri tatbiq etish (manba shu davlat hujjatiga tayanadi).</a:t>
            </a:r>
          </a:p>
          <a:p/>
          <a:p>
            <a:r>
              <a:t>Tekshirish kerak (manbada noaniq):</a:t>
            </a:r>
          </a:p>
          <a:p>
            <a:r>
              <a:t>- Reanimatsiyadan keyin o‘lim sabablarini aniqlash va organizmdagi toksik elementlar (mikroelementlar)ni to‘g‘ri baholash zarur.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ish jurnali ahamiyatli? Doskada: «jurnal → xulosa». Tipik xato: jurnalsiz xulosa tuzish.</a:t>
            </a:r>
          </a:p>
          <a:p/>
          <a:p>
            <a:r>
              <a:t>Tekshirish kerak (manbada noaniq):</a:t>
            </a:r>
          </a:p>
          <a:p>
            <a:r>
              <a:t>- Usullar sezgirligi taxmin qilingan toksik dozalardan past bo‘lmasligi kerak; odatda aniqlash chegarasi 10⁻³–10⁻⁶ 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zahar guruhiga qaysi usul mos? Doskada: jadval. Tipik xato: bitta usulni barcha zaharlar uchun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Rang bo‘yicha ekspert qanday xulosaga keladi? Doskada: jadval. Tipik xato: rang asosida yakuniy tashxis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Belgilar bo‘lmasa, zaharlanishni qanday isbotlaysiz? (laboratoriya va klinika). Doskada: 2 guruh. Tipik xato: belgi yo‘q — zaharlanish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Yashinsimon shaklda qonning qaysi qismida karboksigemoglobin topiladi? (chap qorincha va aorta boshlang‘ich qismi). Doskada: 25–30% / 60%. Tipik xato: faqat periferik qonni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Dastlabki sinamalar qayerda qo‘llanadi? (murda tekshiruvi va klinika; murakkab asbob talab etilmaydi). Doskada: 3 usul. Tipik xato: sinamani yakuniy tasdiq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achchiq bodom hidi tez yo‘qolishi mumkin? (uchuvchanlik). Doskada: letal dozalar. Tipik xato: hidni har doim aniqlanadigan belgi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Qon va siydikdagi konsentratsiya nisbati nimani ko‘rsatadi? Doskada: rezorbsiya / eliminatsiya. Tipik xato: Vidmark konstantasini doimiy deb bilish (turlicha: 0,10–0,24).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murdada va tirikda qiymatlar farqlanadi? Doskada: shkalani chizing. Tipik xato: 3,0‰ ni “o‘lim chegarasi”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Vidmark—Balyakin formulasida qaysi kattaliklar bor (A = R·r·(Ct + pT))? Doskada: uch ustunni chizing. Tipik xato: konstantani barcha holatlarda bir xil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yashirin davr xavfli? Doskada: beshta bosqichni ketma-ket yozing. Tipik xato: ko‘rish buzilishini etil spirtiga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belgilar spetsifik bo‘lmasa, tashxis nimaga tayanadi? Doskada: uch ustunni chizing. Tipik xato: murdadagi alkogol hidini yagona tashxis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zaharlanishga qaysi tekshiruv mos? Doskada: jadval. Tipik xato: bir turdagi tekshiruv bilan cheklanish.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Og‘iz orqali kirgan zaharda qaysi a’zolar olinadi? (oshqozon massasi, jigar bo‘lagi, buyrak siydik bilan). Doskada: «kirish — ta’sir — chiqish». Tipik xato: faqat oshqozon massasini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tez namuna olish muhim? Doskada: «soxta musbat / soxta manfiy». Tipik xato: zahar topilmasa, zaharlanish bo‘lmagan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Kimyoviy natija va klinika o‘rtasida ziddiyat bo‘lsa nima qilasiz? Doskada: «natija + voqea + klinika + makroskopiya». Tipik xato: bitta laboratoriya natijasiga tayanib xulosa tuzish.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Bugungi ma’ruzaning 3 xulosasi. Doskada: umumiy sxema. Tipik xato: faqat tasnifni yodlash va tahlilni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 tibby toksikologiyasi. 1. Asosiy maqsadlar2. Zaharli moddalar tasnifi3. Kimyoviy tahlil usullari. 4. Zaharlanish belgilari. 5. Ekspert baholashining o‘ziga xos jihatlari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toksikologiya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omillardan sog‘liq buzilishi va o‘lim murda va tirik shaxslar ekspertizasida nisbatan keng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Zo‘raki o‘lim tarkibida zaharlanishlar mexanik jarohatlar va mexanik asfiksiyadan keyin uchinchi o‘rinda.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Ma’ruzada: maqsadlar, zaharlar tasnifi, kimyoviy tahlil usullari, zaharlanish belgilari va ekspert baholashi ko‘riladi.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Ma’ruza rejasi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Maqsadlar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Sud-tibbiy toksikologiya vazifasi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Tasnif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Zaharlar guruhlari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Tahlil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Kimyoviy-toksikologik usullar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Baholash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Belgilar va ekspert xulosasi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Ma’ruza rejasi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Asosiy maqsad va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Toksikologiyaning yo‘nalishlari: sanoat, qishloq xo‘jaligi, harbiy, oziq-ovqat, maishiy va sud-tibbiy.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turlar zaharlanish sabablari, malakali yordam va oldini olishni o‘rgansa, sud-tibbiy toksikologiya huquqni muhofaza idoralari vazifalarini hal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tibbiyotining fan sifatida shakllanishi aynan sud-tibbiy toksikologiyadan boshlangan.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Boshqa toksikologiya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Sanoat, qishloq xo‘jaligi, harbiy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Oziq-ovqat, maishiy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Sabab, yordam, oldini olish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Sud-tibbiy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Huquqni muhofaza vazifalari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 tibbiyoti shundan shakllangan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Maqsadlar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sud-tibbiy diagnostikasi: 3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Diagnostika uch bosqichda to‘planadigan dalillarga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hodisa joyi yoki murda topilgan joyni mutaxassis ishtirokida ko‘zdan kechirish; ish materiallari, katamnez, tibbiy hujjatlar bilan tanishish.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2-bosqich: murdaning tashqi va ichki tekshiruvi; 3-bosqich: qo‘shimcha laboratoriya tekshiruvlari.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1: Hodisa joyi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Mutaxassis ishtirokida ko‘rik; hujjatlar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2: Murda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Tashqi va ichki tekshiruv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3: Laboratoriya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Qo‘shimcha tekshiruvlar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Diagnostika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135–136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Sud-kimyoviy tekshiruvning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Ekspert-kimyogar vazifasi: obyektlardagi zaharli va kuchli moddalarni aniqlash, miqdorini topish; maqsad — huquqiy organlar uchun obyektiv ma’lumot.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Ekspertiza surishtiruv, tergov, sud taklifi bilan hamda ekspertlar, toksikologik markaz va narkologiya shifokorlari yo‘llanmasiga ko‘ra o‘tkaziladi.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 zamonaviy usullardan foydalanadi; tekshiruv borishi ish jurnalida qayd etilib, xulosa tuzishda ishlatiladi. Manba Qozog‘iston amaliyotini tavsiflaydi.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Sud-kimyoviy tekshiruv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Vazifa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Zaharli moddalarni topish va miqdori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Surishtiruv, tergov, sud taklifi  ·  Toksikologik markaz, narkologlar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 tartibi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Zamonaviy usullar  ·  Ish jurnaliga yoziladi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Ekspert-kimyogar (Baizoldanov)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zaharlar shartli ravishda ikki guruhga bo‘linadi: asosan mahalliy va asosan umumiy ta’sir etuvchilar.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Mahalliylar kontakt joyida jiddiy morfologik o‘zgarish, to‘qima nekrozini chaqiradi; umumiylar qonga so‘rilgach zaharlaydi (rezorbtiv zaharlar).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guruhda uch tur: destruktiv, qon va funksional zaharlar.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Zaharlar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Mahalliy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Kontakt joyida nekroz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Umumiy (rezorbtiv)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Destruktiv  ·  Qon zaharlari  ·  Funksional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Mahalliy va umumiy zaharlar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Mahalliy ta’sir etuvchi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Anorganik (xlorid, sulfat, nitrat) va organik (sirka, oksalat, karbol) kislotalar.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Ishqorlar (natriy, kaliy, ammoniy), vodorod peroksid, formaldegid.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permanganat va yod tindirmasi.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Mahalliy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Kislotalar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Anorganik: xlorid, sulfat, nitrat  ·  Organik: sirka, oksalat, karbol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Ishqorlar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Natriy, kaliy, ammoniy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Vodorod peroksid, formaldegid  ·  KMnO4, yod tindirmasi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Mahalliy zaharlar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Destruktiv va qon zaharlari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Destruktiv: simob, qo‘rg‘oshin, rux, margimush, fosfor va ularning birikmalari — ichki a’zolarda to‘qima strukturasini buzadi.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Gemoglobinotrop: karboksigemoglobin va metgemoglobin hosil qiluvchilar; gemolitik: arsin, sirka kislotasi, mis sulfat.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qon zaharlari: gemagglyutinatsiya (ritsin, fazin), gemopoez (dikumarin), qon ivishi (benzol, sitostatiklar).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Destruktiv va qon zaharlari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Destruktiv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Simob, qo‘rg‘oshin, rux  ·  Margimush, fosfor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Gemoglobinotrop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Karboksi-, metgemoglobin hosil qiluvchi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Gemolitik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Arsin, sirka kislotasi, mis sulfat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qon zaharlari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Ritsin, fazin  ·  Dikumarin, benzol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Destruktiv va qon zaharlari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Funksional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MNTni falajlovchi: sianidlar, fosfor organik birikmalar, vodorod sulfid.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MNTni qo‘zg‘atuvchi: strixnin, ergotamin, antidepressantlar, kofein, amfetaminlar, kokain, opiatlar, anasha.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MNTni so‘ndiruvchi: etil va boshqa spirtlar, barbituratlar, trankvilizatorlar; periferik nervga ta’sir etuvchilar (xolinergik, adrenoergik, antixolinesteraza).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Funksional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MNT falajlovchi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Sianidlar, FOB  ·  Vodorod sulfid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MNT qo‘zg‘atuvchi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Strixnin, kofein, kokain  ·  Amfetamin, opiatlar, anasha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MNT so‘ndiruvchi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Spirtlar, barbituratlar  ·  Trankvilizatorlar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Periferik nerv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Xolinergik, adrenoergik  ·  Antixolinesteraza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Funksional zaharlar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139, 139–140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 — modda organizmga kirishi, taqsimlanishi, metabolizmi va chiqarilishi jarayonlari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 yo‘llari: og‘iz, nafas yo‘llari, teri, to‘g‘ri ichak, jinsiy a’zolar va in’eksiyalar; qonga qanchalik tez o‘tsa, toksik ta’sir kuchliroq.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jigarda: fosfororganiklar oksidlanganda toksikligi kuchayadi; metanol, etanol, etilenglikol oksidlanganda toksikroq moddalar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Metabolit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 spirti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Atsetaldegid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Etilenglikol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Oksalat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136–137, 137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— zaharli modda va organizmning o‘zaro ta’sir mexanizmi, javob reaksiyalari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Ta’sirlar: birlamchi toksik, keyingi toksik va metatoksik. Misol: sirka kislotasi — kuyish, keyin gemoliz, so‘ng toksik gepatit va nefroz.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toksikokinetika bilan uzviy bog‘liq: etilenglikol molekulasi narkotik, metaboliti oksalat kislotasi gepato- va nefrotoksik ta’sir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Ta’rif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Zahar va organizm o‘zaro ta’siri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Birlamchi toksik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Dastlabki ta’sir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Keyingi toksik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Keyingi o‘zgarishlar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Metatoksik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Kechki ta’sir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Misol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Sirka kislota: kuyish → gemoliz → gepatit, nefroz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Toksikodinamika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Kimyoviy-toksikologik tahlil (KTT)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KTT — tirik shaxs namunasi, murda materiali va ashyoviy dalildagi zaharli va kuchli moddalar hamda metabolitlarini aniqlash, miqdorini topish usullari.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Tezkor ishonchli natija tashxis va davolash yoki o‘lim sababi haqidagi sud-tibbiy xulosa uchun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 spirt va surrogatlari, alkaloid, uyqu va psixotrop dori, yurak glikozidi, pestitsid, metall, is gazi, o‘yuvchi suyuqlik usullarini bilishi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KTT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Maqsad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 va metabolitlarni aniqlash  ·  Miqdorini topish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Tirik shaxs, murda  ·  Ashyoviy dalil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Ahamiyati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Tez ishonchli natija zarur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Laboratoriya usullari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Spirt, alkaloid, dori, pestitsid  ·  Metall, is gazi, o‘yuvchi suyuqlik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Kimyoviy-toksikologik tahlil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jihozlari va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 turli xromatografiyalar (yupqa qatlamli, gaz, gaz-suyuqlik, yuqori samarali suyuqlik) bilan jihozlanishi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 spektrofotometrik usullar (ultrabinafsha va ko‘rinish sohalarida elektron spektrometriya).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usullar ishonchli, ekspress va kam miqdordagi biomaterial hamda ashyoviy dalil bilan ishlashga imkon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Asosiy usullar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Xromatografiya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Yupqa qatlamli, gaz  ·  Gaz-suyuqlik  ·  Yuqori samarali suyuqlik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Spektrofotometriya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UB va ko‘rinish sohalari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Afzalliklari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Ishonchli, ekspress  ·  Kam namunada ishlaydi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KTT jihozlari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obyektlari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Obyektlar: qon, orqa miya suyuqligi, siydik, qusuq massalar, oshqozon yuvindisi.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dalillar: dori vositalari, ko‘knori somoni, organik erituvchilar, maishiy kimyo vositalari, ovqat qoldiqlari, noma’lum suyuqliklar.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obyektlarda zahar kam (klofelin, rezerpin, yurak glikozidlari); maxsus izolyatsiya va yuqori sezgir ekspress usullar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Biologik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Qon, orqa miya suyuqligi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Qusuq, oshqozon yuvindisi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Ashyoviy dalil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Dori, ko‘knori somoni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Erituvchi, maishiy kimyo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Ovqat qoldig‘i, noma’lum suyuqlik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Muammo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Klofelin, rezerpin, glikozid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Maxsus izolyatsiya kerak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Tahlil obyektlari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121, 121–122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 ishonchligi va yolg‘on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Hisobga olinadi: zaharlanish turi (o‘tkir/surunkali), doza va tana vazni, biokirimlilik, oqsil bilan bog‘lanish, sinergizm/antagonizm, jins, sog‘liq holati.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Yolg‘on manfiy: kichik doza, past sezgir usul, «uchuvchan zahar»ni noto‘g‘ri saqlash, toksikokinetika ma’lumoti yo‘qligi, ataylab suyultirish/almashtirish.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Yolg‘on musbat: davolash maqsadida oldin ishlatilgan dorilar topilishi mumkin. Manbaga ko‘ra manfiy xulosalar ishonchliligi ~70%, musbatlariniki 90% dan yuqori.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Hisobga olinadi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Zaharlanish turi, doza, vazn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Sinergizm/antagonizm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Jins, sog‘liq holati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Yolg‘on manfiy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Kichik doza, past sezgirlik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Noto‘g‘ri saqlash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Ataylab suyultirish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Yolg‘on musbat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Oldin ishlatilgan dorilar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Manfiy ~70%, musbat &gt;90%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Natija ishonchligi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Namunalar olish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Noma’lum zaharda siydik va oshqozon yuvindisi (birinchi 200 ml) olinadi; qon 10 ml antikoagulyantli quruq idishga; idish markalanadi.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Alkogolga qon olishda teri etanol yoki erituvchi bilan dezinfeksiya qilinmaydi; xona haroratida 1 sutkadan ko‘p saqlansa, qonda 1‰ gacha etanol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Namunalar sovutkichda saqlanadi; ammo sovuq har doim biotransformatsiyani to‘xtatmaydi (siydikda sutkada 0,5‰, diabetda 1,1‰ gacha etanol).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Noma’lum zahar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Siydik va oshqozon yuvindisi (200 ml)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ml, antikoagulyantli quruq idish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Alkogolga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Teri etanol bilan dezinfeksiya qilinmaydi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Sovutkichda; xona haroratida 1‰ gacha etanol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Ehtiyot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Sovuq biotransformatsiyani doim to‘xtatmaydi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 olish qoidalari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Yo‘naltirilmagan tahlil kerak bo‘ladi, chunki yo‘llanmada ko‘pincha «noma’lum zahar» yoziladi; yo‘naltirilgan tahlil esa klinik tashxis asosida bajariladi.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Avval siydik: tomchi reaksiyalar, xromatografik skrining; so‘ng toksikant izolyatsiyasi (ekstraksiya, reekstraksiya, distillyatsiya, sorbsiya, mineralizatsiya).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So‘ng sifat aniqlash va (imkon bo‘lsa) bir namunada miqdor aniqlash; yakuniy tashxisni shifokor-toksikolog klinik ma’lumotlar bilan qo‘yadi.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Yo‘llanma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Ko‘pincha «noma’lum zahar»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Skrining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Siydik: tomchi reaksiya, xromatografiya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Izolyatsiya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Ekstraksiya, distillyatsiya, sorbsiya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Sifat, imkon bo‘lsa miqdor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Tashxis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Shifokor-toksikolog klinika bilan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Tahlil sxemasi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123, 124–125, 125–126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fazalari va sezgirlik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Taqsimlanish fazasi qon va siydikdagi konsentratsiyani solishtirib aniqlanadi: qonda yuqori bo‘lsa — rezorbsiya, siydikda yuqori bo‘lsa — eliminatsiya fazasi.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davr (so‘rilish va chiqarilish) toksikogen bosqich deyiladi; detoksikatsiya usullarini tanlash uchun tahlil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zaharlanishda usullar sezgirligi nano- va pikogramm miqdorda bo‘lishi kerak (10⁻⁹ va 10⁻¹² 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Rezorbsiya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Qonda konsentratsiya yuqori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Eliminatsiya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Siydikda konsentratsiya yuqori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Sezgirlik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O‘tkir zaharlanishda nano-/pikogramm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10⁻⁹ va 10⁻¹²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fazalari va usul sezgirligi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126–127, 127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Mastlik ekspertizasi uchun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Obyektlar: qon, siydik, soch, tirnoq, ter-yog‘ ajralmalari; qon kamida 10 ml; gaz-suyuqlik xromatografiyasida alkogol uchun 2–3 ml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Siydik: alkogol uchun 2–5 ml; narkotik va psixotrop moddalar uchun kamida 200 ml; olish xodim nazoratida, almashtirish va suyultirishni istisno qilish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Soch: kamida 15–20 tola turli sohalardan, teriga yaqin kesiladi; tirnoq har bir qo‘ldan; namunalar alohida konvertda muhrlanadi.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GSX uchun qon (alkogol)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2–3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Siydik (alkogol)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2–5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Siydik (narkotik)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tola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Mastlik ekspertizasi namunalari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127, 127–128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baholash: aniqlanish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moddalar (masalan, opiatlar) faqat yuqori konsentratsiyada aniqlanadi, tez parchalanadi va taxminan 8 soatda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bir necha kun aniqlanadi; tetragidrokannabinol siydikda 3 sutka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Alkogolga tekshiruv namuna olingach 1 soat ichida; steril namuna 0°C sovutkichda 1 sutkadan ko‘p saqlanmaydi; namunani soxtalashtirish ehtimoli bor.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550"/>
                <a:gridCol w="29664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Opiatlar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~8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THC (siydikda)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sutka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Alkogol tekshiruvi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Namunadan 1 soat ichida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Aniqlanish muddatlari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KTT ekspertizasi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Obyektni qabul qilish: ekspert obyekt aynan yo‘llangani va tashishda o‘zgarmaganiga ishonch hosil qilgandagina tahlil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 va miqdorini tanlash: zahar to‘planadigan obyekt, odatda 100 yoki 50 g; sezgir usullarda 20 g; izolyatsiya usuli taxminiy zaharga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tozalash va konsentratsiya, aniqlash va miqdor, talqin (rasmiy manbalar bo‘yicha) va xulosa tuzish.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Qabul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Obyekt aynan yo‘llanganiga ishonch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Tanlash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Zahar to‘planadigan obyekt: 100 yoki 50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Izolyatsiya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Usul taxminiy zaharga bog‘liq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Sifat va miqdor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Talqin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Rasmiy manbalar bo‘yicha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 jurnali asosida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KTT bosqichlari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KTT ekspertizasining o‘ziga xos jihatlari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Obyektlar xilma-xil: murda a’zolari, suyuqliklar, ovqat, ichimlik, kosmetika, pestitsidlar, havo, tuproq, kiyim.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 navesga yoki hajmga nisbatan kam (ko‘pincha iz) miqdordagi zaharni izolyatsiya qilish zarur; natija izolyatsiya usuliga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toza modda bilan emas, endogen birikmalar va metabolitlar aralashmasi bilan; morfin va 6-MAM topilishi geroin qabul qilinganini asoslaydi.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Xususiyatlar (1)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Obyektlar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a’zolari, ovqat, ichimlik  ·  Kosmetika, pestitsid, tuproq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Iz miqdor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Kam miqdorni izolyatsiya qilish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Aralashma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Endogen birikmalar, metabolitlar  ·  Morfin + 6-MAM → geroin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Xususiyatlar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130–131, 131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KTT ekspertizasining o‘ziga xos jihatlari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Reanimatsiyadan keyin o‘lim sabablarini aniqlash va organizmdagi toksik elementlar (mikroelementlar)ni to‘g‘ri baholash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Chirigan obyektlarda tahlil murda zaharlari (ptomainlar) va to‘qima parchalanishi mahsulotlari tufayli qiyinlashadi.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yo‘naltirilmagan (majburiy ro‘yxat bo‘yicha) yoki yo‘naltirilgan (taxmin qilingan modda tasdiqlanadi yoki istisno qilinadi)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Xususiyatlar (2)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Reanimatsiyadan keyin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 sabablari, mikroelementlar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Chirigan obyekt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Ptomainlar tahlilni qiyinlashtiradi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Tahlil turi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Yo‘naltirilmagan: majburiy ro‘yxat  ·  Yo‘naltirilgan: taxminni tasdiqlash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Xususiyatlar (2)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131, 132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Sezgirlik va hujjatlashtirish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sezgirligi taxmin qilingan toksik dozalardan past bo‘lmasligi kerak; odatda aniqlash chegarasi 10⁻³–10⁻⁶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ish jurnaliga navesga olish, izolyatsiya, sifat reaksiyalari va hisob-kitoblarni yozadi; xulosa shu asosda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Xulosaga imkon bo‘lsa kristallar, nalyotlar va reaksiya mahsulotlarining (masalan, «berlin lazuri», «kumush ko‘zgu») mikrofotosuratlari ilova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Aniqlash chegarasi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10⁻³–10⁻⁶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Jurnal: navesga olish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yoziladi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Jurnal: izolyatsiya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yoziladi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Jurnal: reaksiyalar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yoziladi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Xulosaga ilova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mikrofotosurat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Sezgirlik va hujjatlar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Zaharni ajratib olish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Obyektivlik shartlari: obyektni to‘g‘ri qabul qilish, tadqiqot rejasi, sifatli izolyatsiya (eng mas’uliyatli bosqich).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tanlovi: savollar, voqea holatlari va dastlabki sinovlar natijalari hamda usulning ajratish imkoniyatiga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Guruhlar: ekstraksiya, sorbsiya (dori, narkotik, pestitsid); distillyatsiya («uchuvchan» zahar); mineralizatsiya (metall); dializ (kislota, ishqor, nitrit).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5854"/>
                <a:gridCol w="273212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Ekstraksiya, sorbsiya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Dori, narkotik, pestitsid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Distillyatsiya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«Uchuvchan» zaharlar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Mineralizatsiya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 zaharlar, ftor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bilan ekstraksiya, dializ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Kislota, ishqor, nitrit, nitrat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Izolyatsiya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Baizoldanov T. (Байзолданов Т.)., Токсикологическая химия: учебник, betlar: 133, 133–134, 134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va hodisa joyidagi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joyida shart-sharoit, yot hid, dori idishlari, shpritslar, retseptlar, ajratmalar va qusuq moddalar; tanada in’eksiya izlari e’tiborga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O‘yuvchi zaharlarda og‘iz atrofida kimyoviy kuyish izlari va oqmalar; sianidlarda ichki a’zolardan achchiq bodom hidi, sirka kislotasida o‘tkir hid.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rangi: is gazida pushti, sianidda yorqin olcha, metgemoglobinda jigarrang, gemolizda sarg‘ish.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Belgilar → taxmin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Hodisa joyi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Yot hid, dori idishi  ·  Shprits, retsept, qusuq  ·  Inyeksiya izi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O‘yuvchi zahar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Og‘iz atrofi oqmalari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Sianid: achchiq bodom  ·  Sirka kislotasi: o‘tkir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Dog‘ rangi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gazi — pushti, sianid — olcha  ·  Metgemoglobin — jigarrang  ·  Gemoliz — sarg‘ish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va joydagi 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135–136, 136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Mushak qotishi va funksional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 va boshqa talvasa chaqiruvchi zaharlarda mushak qotishi tez va kuchli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 gidrat, kurare, miorelaksantlarda mushak qotishi sust va kuchsiz.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Funksional zaharlarning ko‘pchiligida murdaning tashqi va ichki tekshiruvida xos o‘zgarishlar aniqlanmasligi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Tez va kuchli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Strixnin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Talvasa chaqiruvchi zaharlar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Sust va kuchsiz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Xloral gidrat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Kurare, miorelaksantlar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Funksional zaharda xos o‘zgarish bo‘lmasligi mumkin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Mushak qotishi va zaharlar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gazi: mexanizm va klinika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rang va hidsiz; toksik ta’siri karboksigemoglobin hosil qilishi va temir saqlovchi fermentlarga ta’siri tufayli; organizmda metabolizmga uchramaydi.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Belgilar: bosh og‘rig‘i, quloqda shovqin, ko‘ngil aynishi, qusish, yuz qizarishi, keyin hush yo‘qolishi va talvasali koma.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25–30% dan oshganda dastlabki belgilar; 60% dan oshganda nafas markazi falajidan o‘lim; havoda 1% dan ortiq bo‘lsa yashinsimon shakl.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Dastlabki belgilar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COHb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markazi falaji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&gt;60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COHb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Yashinsimon shakl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&gt;1</a:t>
            </a:r>
            <a:r>
              <a:rPr sz="1500" b="0">
                <a:solidFill>
                  <a:srgbClr val="6B7280"/>
                </a:solidFill>
                <a:latin typeface="Calibri"/>
              </a:rPr>
              <a:t>  % havoda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 gazi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rang va hidsiz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 gazi: kritik ko‘rsatkichlar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gazi: murda belgilari va sinamalar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pushti-qizg‘ish: murda dog‘lari, mushaklar, suyuq qon, ichki a’zolar shu rangda; havoda 0,4% da 20–30 min ichida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sinamalar: ishqor 33% (Goppe-Zeyler) yoki formaldegid (Libman) — normal qon qo‘ng‘ir-qora, karboksigemoglobinli qon rangi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Spektroskopiyada ikki yutish yo‘lakchasi natriy gidrosulfitdan keyin ham saqlanadi; tasdiq uchun miqdoriy spektrofotometriya zarur.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Goppe-Zeyler (ishqor)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Karboksigemoglobinda rang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Libman (formaldegid)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Karboksigemoglobinda rang 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Spektroskopiya + gidrosulfit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yutish yo‘lakchasi saqlanadi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Spektrofotometriya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Miqdoriy tasdiq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 gazini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kislotasining letal dozasi 0,05 g, kaliy sianidniki 0,1–0,2 g; zaharlanish ko‘proq o‘rik, shaftoli, olxo‘ri danagi mag‘izidan.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 anioni sitoxromoksidazadagi temirni bog‘lab, to‘qima gipoksiyasi va hayotiy markazlar falajiga olib keladi; antidot — metgemoglobin hosil qiluvchilar.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olcha rang-qizg‘ish dog‘lar, achchiq bodom hidi, suyuq to‘q qizil qon; sud-kimyoviy tekshiruvning ahamiyati katta.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Sianid kislotasi (letal)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Kaliy sianid (letal)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0,1–0,2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Mexanizm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sitoxromoksidaza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Antidot ta’siri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metgemoglobin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Murdada</a:t>
            </a:r>
          </a:p>
          <a:p>
            <a:pPr algn="l">
              <a:spcAft>
                <a:spcPts val="100"/>
              </a:spcAft>
            </a:pPr>
            <a:r>
              <a:rPr sz="2100" b="1">
                <a:solidFill>
                  <a:srgbClr val="0B1F3A"/>
                </a:solidFill>
                <a:latin typeface="Calibri"/>
              </a:rPr>
              <a:t>achchiq bodom hidi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Sianid ko‘rsatkichlari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153, 153–154, 154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sinamalari: chiqarilayotgan havoda kaliy permanganat yoki bixromat rangi o‘zgarishi (Moxov-Shinkarenko); qonda 0,3–0,4‰ da ham sezadi.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musbat natija tish kariesi, o‘pkaning surunkali kasalliklari va qandli diabetda bo‘lishi mumkin; miqdoriy usul asosan gaz-xromatografik.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va siydik kamida 5 ml, idish to‘la; Vidmark konstantasi o‘rtacha 0,13–0,15‰/soat; Vidmark-Balyakin formulasi qabul qilingan miqdorni hisoblaydi.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Etil spirtini aniqlash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Sifat sinamasi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KMnO4 yoki bixromat  ·  Moxov-Shinkarenko  ·  0,3–0,4‰ da sezadi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musbat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Kariyes, o‘pka kasalligi  ·  Qandli diabet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Miqdoriy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Gaz-xromatografik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va siydik ≥5 ml  ·  Idish to‘la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Etil spirti: usullar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159–160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Mastlik darajalari va qondagi etil spirti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Mastlik darajasi qondagi etil spirti konsentratsiyasi bo‘yicha aniqlanadi: 0,5–1,5‰ — yengil, 1,5–2,5‰ — o‘rta, 2,5–3,0‰ — kuchli daraja.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3,0‰ dan yuqori bo‘lsa zaharlanish deb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qonida 5,0‰ va undan ortiq etil spirti o‘tkir zaharlanishdan o‘lim sababi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Ichimlikda yuqori molekulyar spirtlar bo‘lsa, o‘lim 4,0‰ dan past konsentratsiyada ham yuz berishi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0,5–1,5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1,5–2,5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929128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020568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929128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2,5–3,0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929128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020568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929128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Zaharlanish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440936"/>
            <a:ext cx="2973171" cy="1365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532376"/>
            <a:ext cx="64008" cy="11826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440936"/>
            <a:ext cx="2863443" cy="13655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 sababi (murda)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≥5,0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Vidmark konstantasi va reduksiya omili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Eliminatsiyada spirt kamayish tezligi Vidmark konstantasi (P) bilan: boshida 0,10–0,13, o‘rtacha yuklamada 0,15–0,18, kuchli yuklamada 0,20–0,24‰/soat.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va komada past (0,10–0,12 va 0,10 dan kam); sovuq urishda hamda tolerantlikda yuqori (0,20–0,25 va 0,3–0,4).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 qiymat topilmasa, o‘rtacha ko‘rsatkich 0,13–0,15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Reduksiya omili erkaklarda o‘rtacha 0,68, ayollarda 0,55; ozg‘inlarda 0,70–0,75, to‘laroqlarda 0,55–0,65.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Vidmark (‰/soat)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Boshida: 0,10–0,13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O‘rtacha yuklama: 0,15–0,18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yuklama: 0,20–0,24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O‘rtacha: 0,13–0,15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Past / yuqori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Uyqu: 0,10–0,12; koma &lt;0,10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Sovuq urish: 0,20–0,25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Tolerantlik: 0,3–0,4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Reduksiya omili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Erkak 0,68; ayol 0,55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Ozg‘in 0,70–0,75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To‘la 0,55–0,65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 (metanol)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Surrogatlar: metil, propil, butil, amil spirtlari, etilenglikol, spirt-denaturat, tetraetil qo‘rg‘oshin.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 ko‘pincha etil spirti o‘rniga iste’mol qilinadi; letal doza 30–100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 formaldegid va chumoli kislotasiga oksidlanadi: atsidoz va to‘qima nafasining keskin buzilishi.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Oksidlanish sekin kechgani uchun metabolitlar uzoq saqlanadi; o‘lim ko‘pincha 2–3 kunda nafas markazi falajidan.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1: Mastlik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Kuchsiz, qisqa; bosh og‘rig‘i, uyqu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2: Yashirin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Ahvol yaxshi; soatlar–kunlar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3: Belgilar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Qusish, og‘riq, qo‘zg‘alish, hush yo‘qolishi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4: Ko‘rish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Qorachiq kengayadi, ko‘rish yo‘qoladi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5: 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Nafas markazi falaji: 2–3 kun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Metanol zaharlanishi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spirtidan o‘lim: murda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bilan o‘tkir zaharlanishda murda tekshiruvida spetsifik o‘zgarish aniqlanmaydi.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Tashqi: yuz ko‘kimtirligi, shishinqirashi, subkonyunktival ekximozlar.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Ichki: bo‘shliqlardan xos hid, bosh miya va a’zolar to‘laqonligi, miya shishi, mayda nuqtasimon qon quyilishlar, siydik qopi to‘la.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Diagnostikada birinchi navbatda sud-kimyo va gistologik tekshiruvlar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Tashqi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Yuz ko‘kimtir, shishgan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Subkonyunktival ekximoz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Ichki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Bo‘shliqlarda xos hid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Miya va a’zolar to‘laqonligi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Nuqtasimon qon quyilishi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 qopi to‘la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Laboratoriya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78561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Sud-kimyo: qonda yuqori spirt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Gistologiya: boshqa sabablar istisno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160-161, 161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tekshiruvlari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Laboratoriya: sud-kimyoviy, biokimyoviy, gistologik, gistokimyoviy, fizik, biologik, botanik, farmakologik, bakteriologik, mikologik tekshiruvlar.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Amaliyotda eng ko‘p sud-kimyoviy va gistologik; gistologiya makroskopik tekshiruvni to‘ldirib, xos mikroskopik o‘zgarishlarni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Metallarda fizik (spektral), ovqatdan zaharlanishda bakteriologik, biologik, fermentga ta’sir etuvchida biokimyoviy; o‘simlikda botanik, qo‘ziqorinda mikologik.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Laboratoriya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Eng ko‘p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Sud-kimyoviy  ·  Gistologik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Metall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Fizik (spektral)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Ovqatdan zaharlanish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Bakteriologik, biologik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Biokimyoviy (ferment)  ·  Botanik, mikologik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Laboratoriya tekshiruvlari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179–180, 180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olish: «uch nuqta»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ma’lum bo‘lganda obyektlar «uch nuqta» qoidasi bo‘yicha olinadi: zahar kirgan, asosan ta’sir etgan va organizmdan chiqqan joylar.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 noma’lum bo‘lsa: miya 1/3, o‘pka 1/4, jigar 1/3 (o‘t qopi va o‘t bilan), butun buyrak siydik bilan, oshqozon massasi, ichak, 100–200 ml qon.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Chuqur chirishda ko‘krak-qorin bo‘shliqlari a’zolari aralashmasidan 1,5–2,0 kg «o‘rta sinama»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Zahar ma’lum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Uch nuqta: kirgan, ta’sir etgan, chiqqan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Noma’lum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1/3, o‘pka 1/4, jigar 1/3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Jigar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O‘t qopi va o‘t bilan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Buyrak (siydik), oshqozon massasi, ichak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Qon va chirish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100–200 ml qon; chirishda 1,5–2,0 kg «o‘rta sinama»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 olish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topilmasligi va soxta musbat natija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Zaharlanishsiz ham modda topilishi mumkin: dori sifatida, chirishda, kasbiy faoliyatda; olish va tekshirish kamchiligi soxta musbatga olib keladi.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Zahar topilmasligi mumkin: tez parchalansa, intensiv infuzion muolajada, uzoq vaqt o‘tganda; ayrim moddalarni aniqlash usuli ishlab chiqilmagan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Tibbiy muassasada zaharlanishga shubha bo‘lsa, obyektlar imkon qadar tez olinadi: qon, siydik, oshqozon yuvmasi, qusuq, axlat, zahar qoldiqlari yoki idishi.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musbat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 sifatida qo‘llangan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Chirishda hosil bo‘lgan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Kasbiy faoliyat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Olish/tekshirish kamchiligi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Zahar topilmaydi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 parchalangan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Infuzion muolaja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Uzoq vaqt o‘tgan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Usul ishlab chiqilmagan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Soxta musbat va zahar topilmasligi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baholashi: yakuniy tamoyil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Sud-kimyoviy tekshiruv natijalari hamisha boshqa ma’lumotlar bilan birgalikda baholanishi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natijalari voqea tafsilotlari, katamnestik yoki klinik ma’lumotlar va murdaning makroskopik tekshiruvi bilan birgalikda tanqidiy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xulosasining ishonchliligi va asoslanganligi laboratoriya tekshiruvlari ko‘lami va natijalariga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180, 181, 136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toksikologiya huquqni muhofaza idoralari vazifalarini hal etadi; zaharlar mahalliy va umumiy (destruktiv, qon, funksional) guruhlarga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Kimyoviy-toksikologik tahlil: namuna olish, izolyatsiya, aniqlash, miqdor, talqin; usullar xromatografiya va spektrofotometriya.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 va laboratoriya natijalari boshqa ma’lumotlar bilan tanqidiy baholanadi; soxta musbat va manfiy natijalar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132–138, 180–181; Baizoldanov T. (Байзолданов Т.)., Токсикологическая химия: учебник, betlar: 120–125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Yoz mevalari danagi mag‘izidagi amigdalin ichakda fermentlar ta’sirida sianid kislotasiga aylanadi.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ichimlik iste’mol qilingan vaqtni baholashda qon va siydikdagi alkogol konsentratsiyalarini taqqoslash imkon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namunasi alkogolga olinganda teri etanol bilan artilsa, yolg‘on musbat natija bo‘lishi mumkin; xona haroratida 1 sutkadan ko‘p saqlansa, qonda 1‰ gacha etanol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 jurnali kimyoviy-toksikologik laboratoriyada yuridik hujjat hisoblanadi: u tikilgan, sahifalari raqamlangan bo‘lishi kerak.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tibby toksikologiyasi. 1. Asosiy maqsadlar2. Zaharli moddalar tasnifi3. Kimyoviy tahli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Baizoldanov T. (Байзолданов Т.). Токсикологическая химия: учебник, Almaty: Evero, 2021 (new.krmu.edu.kz ochiq repozitoriy; litsenziya ko‘rsatilmagan — faqat ichki foydalanish). 2021. 1-qism, 3-bob: zaharlanishlar tasnifi va toksikokinetika, s.53-119; 1-qism, 4-bob: kimyoviy-toksikologik tahlil metodologiyasi, s.120-151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XIII-bob. Sud-tibbiy toksikologiya; bet 284-350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5-modul. Zaharlovchi moddalar ta’siridan jarohat va o‘lim; bet 375-407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 bo‘lim, 15-bob. Zaharlar va zaharlanishlar haqida umumiy ma’lumot; test nazorati; bet 129-138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Пиголкин Ю.И. (ред.), Богомолов Д.В., Богомолова И.Н. va boshq. (Pigolkin Yu.I.). Морфологическая диагностика наркотических интоксикаций в судебной медицине: руководство для врачей, М.: Медицина. 2004. 2-bob. Narkotik intoksikatsiyalarni sud-tibbiy diagnostika qilishning yangi metodologik yondashuvlari (kitob beti 89-124); bet 89-124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18. Principles of toxicology, pp. 181–187; Chapter 17. Heat, cold and electrical trauma, pp. 169–180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