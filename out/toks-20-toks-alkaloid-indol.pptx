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alkaloidlar tahlili sud kimyosida eng murakkab bo‘limlardan? Doskada: dars rejasi. Eslatma: rezerpin kitoblarning ko‘rsatilgan betlarida faqat nom sifatida tilga olinadi (tahlil usuli berilmagan) — shu sababli alohida slaydga to‘qib yozilmadi. Tipik xato: alkaloidlarni faqat o‘simlik zaharlari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«ishqorsimon» atamasi alkaloidning qaysi xossasiga ishora qiladi? Doskada: 1819, ma’no. Tipik xato: alkaloidlarni hayvon zaharlari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ro‘yxatdagi alkaloidlarni kimyoviy guruhlarga ajrating. Doskada: guruhlar jadvali (purin, opiy, tropan, indol va h.k.). Tipik xato: efedrinni ham sinfdoshi deb hisoblash — kitob uni shu ro‘yxatda alohida keltiradi.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tuz va asos holatining eruvchanligi qanday farq qiladi? Doskada: asos – suvda yomon, tuz – suvda yaxshi. Tipik xato: barcha alkaloidlar kristall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tozalash umumiy reaktivlardan oldin turadi? Doskada: bosqichlar ketma-ketligi. Tipik xato: bosqichlarni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farmakologik tekshiruv qaysi alkaloidlarda ayniqsa qimmatli? Doskada: bosqichlar. Tipik xato: farmakologik tekshiruvni barcha alkaloidlar uchun majburiy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bu uch reaksiya yagona isbot bo‘la olmaydi? Doskada: modda – reaksiya – ehtimoliy xalaqit jadvali. Tipik xato: bitta musbat reaksiyani yakuniy xulosa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xususiy va selektiv reaksiyalar farqi nimada? Doskada: ikki ustun. Tipik xato: selektiv reaksiyani xususiy deb hisoblash. Kitobda: simob misolidagi formula buzilgan («Cu2 NqI4», to‘g‘risi Cu2[HgI4]) — formula slaydga yozilmadi.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tuz va kompleks hosil qiluvchi reaktivlar farqi. Doskada: tasnif daraxti. Tipik xato: Dragendorf reaktivini oddiy tuz hosil qiluvchilar qatoriga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reaktiv metall, qaysi metalloid saqlaydi? Doskada: jadvalni yodlang. Tipik xato: Mayer va Dragendorf tarkibini almashtirish. Eslatma: PDF matnida «CdI2» yozuvi «SdI2» ko‘rinishida chiqqan.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«manfiy ahamiyat» nimani bildiradi? Doskada: cho‘kma yo‘q — alkaloid yo‘q; cho‘kma bor — hali isbot emas. Tipik xato: cho‘kma tushganini alkaloid borligi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bu faktni bilish ekspertiza uchun muhim? Doskada: sxema. Tipik xato: chirigan ob’ektdagi cho‘kmani sof alkaloid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rangning kelib chiqishi (suv tortib olish, oksidlanish, kondensatsiya). Doskada: 3 mexanizm. Tipik xato: rangni faqat oksidlanish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har bir reaktivning asosiy tarkibiy qismini ayting. Doskada: jadvalni to‘ldiring. Kitobda xato: toks 103 va dvssm 104 da Mandelin reaktivi «ammoniy volframat va sulfat kislota» deb yozilgan; to‘g‘risi ammoniy vanadat va konsentrlangan sulfat kislota (toks 107; dvssm 105) — slaydda to‘g‘ri variant berildi. Tipik xato: Mandelin va Sheybler (volframat) reaktivlarini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«guruh» va «xususiy» reaksiya farqi. Doskada: jadval. Tipik xato: guruh reaksiyasini bitta modda uchun yagona isbot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rangli reaksiyani qanday tasdiqlash mumkin? Doskada: tasdiqlash usullari. Tipik xato: rangli reaksiyani tasdiqlovchi usul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farmakologik tekshiruv nima uchun hal qiluvchi? Doskada: tabiiy va murda alkaloidi taqqoslash jadvali. Tipik xato: kimyoviy reaksiyani farmakologik tekshiruvsiz yakuniy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ikki alkaloid birga uchraydi va birga tahlil qilinadi? Doskada: kuchala – strixnin + brutsin. Eslatma: rezerpin kitoblarning ko‘rsatilgan betlarida faqat nom sifatida bor; ajratish, reaksiya va miqdoriy usul keltirilmagan — slaydga to‘qib yozilmadi. Tipik xato: rezerpinni strixnin kabi tahlil qilinadi deb taxmin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asos va tuz eruvchanligi ekstraksiya muhitini qanday belgilaydi? Doskada: jadval. Tipik xato: strixnin asosini suvda yaxshi eriydi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strixnin kislotali ajralmada ham qidiriladi? Doskada: ikki ajralma. Tipik xato: faqat ishqoriy ajralmaga e’tibor qaratish.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tetanik tirishishning klinik belgisi nima? (kitobda yo‘q — o‘qituvchi ma’lumoti). Doskada: sababiyat zanjiri. Tipik xato: strixnin tibbiyotda umuman qo‘llanilmaydi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murdada uzoq saqlanishi ekspertiza uchun nimani anglatadi? Doskada: 80 % va yillar. Tipik xato: peshobdan o‘zgarmagan strixninni qidirmaslik.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brutsin xalaqitini qanday bartaraf etamiz? Doskada: bixromat reaksiyasi sxemasi. Tipik xato: brutsinni parchalamasdan bixromat sinovini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baqa sinovi nimani isbotlaydi? Doskada: 3 reaksiya. Tipik xato: Mandelin reaktivini ammoniy volframat bilan tuzishda adashish (to‘g‘ri: vanadat).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Rf=0,33 qaysi tizimda olingan? Doskada: tizim tarkibi. Izoh: tizim va UB qiymati malaka 009 dan (kitobda tizim ko‘rsatilmagan). Tipik xato: Rf ni tizimsiz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Malaken-Denije reaksiyasining bosqichlari. Doskada: qaytarish → nitrit → qizil rang. Tipik xato: reaktiv tartibini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brutsin nega kuchala bilan zaharlanishda aniqlanadi? Doskada: struktura farqi (2 OCH3). Tipik xato: brutsin tibbiyotda dori sifatida ishlatiladi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metabolitlarni qidirish nima uchun kerak? Doskada: metabolit nomlari. Izoh: metabolit nomlari malaka 009 dan. Tipik xato: faqat o‘zgarmagan brutsinni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aralashmada ikkalasini qanday ajratamiz? Doskada: jadvalni to‘ldiring. Tipik xato: Rf qiymatlarini tizimini ko‘rsatmay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mikrokristallarni qanday kuzatamiz? Doskada: shakl: prizma. Izoh: mikrokristall va sezgirlik malaka 009 dan. Tipik xato: sezgirlikni boshqa reaksiyaga ham tegishli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noma’lum alkaloid ajralmasi uchun tahlil rejasini tuzing. Doskada: 6 bosqichli reja. Tipik xato: umumiy cho‘ktiruvchi reaktivlarga tayanib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Alkaloidlar haqida umumiy ma’lumot; umumiy cho‘ktiruvchi va rang hosil qiluvchi reaktivlar. Indol alkaloidlari: strixnin, brutsin, rezerpin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alkaloidlar haqida ma’lumot; umumiy cho‘ktiruvchi va rang hosil qiluvchi reaktivlar; indol alkaloidlari — strixnin, brutsin, rezerpin.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alkaloidlar, indol alkaloidlari, strixnin, brutsin, rezerpin.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asosan o‘simlik a’zolarida uchraydi va ko‘pchiligi kuchli farmakologik ta’sirga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102; Yuldashev Z.A., Umarova G.Q., Toksikologik kimyo modulidan o‘quv-uslubiy majmua, betlar: 101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Alkaloidlar: ta’rif va qo‘llanilishi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asosan o‘simlik a’zolarida uchraydi va ularning ko‘pchiligi kuchli farmakologik ta’sirga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xalq xo‘jaligi va tibbiyotda dori sifatida, qishloq xo‘jaligida zaharli ximikat sifatida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«Alkaloid» so‘zi «ishqorga o‘xshash», ishqorsimon degan ma’noni bildiradi; birinchi vakili 1819 yilda aniqlangan.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Toksikologik ahamiyatli alkaloidlar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Ko‘pchilik alkaloidlar odam va hayvon organizmiga zaharli ta’sir etadi; ular organik erituvchilar yordamida kislotali va ishqoriy muhitda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Ahamiyatli alkaloidlar: kofein, teobromin, teofillin, xinin, morfin, kodein, papaverin, galantamin, anabazin, nikotin, arekolin, koniin, paxikarpin.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atropin, skopolamin, kokain, strixnin, brutsin, rezerpin, efedrin.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Alkaloidlarning umumiy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Alkaloidlarni ajratish usullari ularning kislotalar bilan tuz hosil qilishi, so‘ng efir, xloroform va boshqa erituvchilarda ekstraksiyaga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Deyarli barcha alkaloidlar asos holida kristall moddalar bo‘lib, suvda yomon, organik erituvchilarda oson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Ayrimlari asos holida suyuqlik bo‘lib, suv va organik erituvchilarda yaxshi eriydi.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 tahlili: bosqichlar (1-3)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1. Biologik ob’ekt tarkibidan alkaloidlarni ajratib 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2. Kislotali va ishqoriy sharoitda organik erituvchi bilan olingan ajratmani turli usullar bilan tozalash.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3. Qoldiqni alkaloidlar bilan umumiy cho‘kma va rang hosil qiluvchi reaktivlar bilan tekshirish.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Ajratib olish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Umumiy reaktivlar bilan sinash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Birinchi uch bosqich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102; Yuldashev Z.A., Nurmatova M.I., Toksikologik kimyo modulidan o‘quv-uslubiy majmua, betlar: 103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Alkaloidlar tahlili: bosqichlar (4-6)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4. Fizik-kimyoviy tahlil usullari yordamida tekshirish.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5. Ba’zi alkaloidlarga nisbatan qo‘shimcha farmakologik tekshiruv o‘tkazish.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6. Aniqlangan alkaloidning miqdorini aniqlash.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Fizik-kimyoviy usullar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Farmakologik tekshiruv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Miqdorni aniqlash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Keyingi uch bosqich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 reaksiya yetarli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tahlilida kimyogar faqat bitta reaksiya natijasiga asoslanmasdan, 2 yoki undan ortiq reaksiya va usulni qo‘llashi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 sezgirligi past bo‘lsa, kam miqdordagi moddani aniqlab bo‘lmaydi; reaksiya xos bo‘lmasa, bir modda o‘rniga boshqasi aniqlangan deb ko‘rsatilishi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Masalan: atropin uchun faqat Vitali-Moren, purin alkaloidlari uchun faqat mureksid, opiy alkaloidlari uchun faqat Marki reaktividan foydalanish to‘g‘ri natija bermaydi.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Xususiy va selektiv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Xususiy reaksiya faqat bitta modda uchun xarakterli bo‘lib, boshqa moddalar bermasligi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Misollar: yodning kraxmal bilan ko‘k rangi, simob uchun qizil cho‘kma, sianid kislota uchun berlin zangorisi.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Selektiv reaktiv bir nechta moddada o‘xshash natija beradi: FeCl3 fenol gidroksilli moddalar uchun, azobo‘yoq anilin hosilalari uchun.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Cho‘ktiruvchi reaksiyalarning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Dorivor moddalar va ob’ektdan ajratilgan alkaloidlarni aniqlashda qo‘llanadigan umumiy cho‘ktiruvchi reaktivlar ikki katta guruhga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1-guruh: alkaloidlar bilan oddiy tuz hosil qiluvchilar — tanin, KMnO4, pikrin, pikrolon kislotalari, xromatlar (H2CrO4) va boshqalar.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2-guruh: kompleks birikmalar hosil qiluvchi reaktivlar; ular metalloid saqlovchi va metall saqlovchi guruhchalarga bo‘linadi.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102; Yuldashev Z.A., Nurmatova M.I., Toksikologik kimyo modulidan o‘quv-uslubiy majmua, betlar: 103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Kompleks hosil qiluvchi 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Metalloid saqlovchilar: I2/KI, Br2/KBr, ICl, H3PO4·12MoO3·2H2O (Zonnenshteyn), H3PO4·12WO3·2H2O (Sheybler).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 saqlovchilar: CdI2/KI (Marme), HgI2/KI (Mayer), BiI3/KI (Dragendorf), HgCl2, K3[Fe(CN)6]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Sheybler, Zonnenshteyn, Dragendorf reaktivlari, pikrin va pikrolon kislotalari sezgir reaktivlar hisoblanadi.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Mayer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HgI2/KI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Dragendorf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BiI3/KI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Marme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CdI2/KI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Sheybler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H3PO4·12WO3·2H2O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Reaktivlar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cho‘ktiruvchi reaktivlarning manfiy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cho‘ktiruvchi reaktivlar manfiy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Bioob’ekt chirishida oqsil metabolitlari — gistidin, gistamin kabi yot moddalar ham alkaloidlar kabi cho‘kma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moddalar «murda alkaloidlari» deb ataladi (murda atropini, murda nikotini, murda strixnini).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Tekshiriluvchi eritma bilan birga toza alkaloidlar bilan ham reaksiyani takrorlab, natijalarni solishtirish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alkaloidlari: kelib chiqishi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 jarayonida lizin dekarboksillanib kadaverin, gistidin esa gistaminga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Bunday birikmalar alkaloidlar uchun tavsiya etilgan ba’zi kimyoviy reaksiyalarni berishi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Misollar: murda atropini, murda nikotini, murda strixnini.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Lizin / gistidin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Dekarboksillanish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Kadaverin / gistamin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Alkaloidga o‘xshash cho‘kma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Murda alkaloidi hosil bo‘lishi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 hosil qiluvchi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Ko‘pchilik alkaloidlar va azotli sintetik moddalar ayrim reaktivlar bilan rangli moddalar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reaksiyalarda reaktiv moddadan suv tortib olishi, uni oksidlashi yoki kondensatsiya mahsulotlari hosil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reaktivlari sifatida nitrat, xlorid va sulfat kislotalar hamda ularning aralashmalari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 reaktivlarining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Erdman reaktivi — sulfat va nitrat kislota aralashmasi; Marki reaktivi — formaldegid va sulfat kislota.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Frede — ammoniy molibdat va sulfat kislota; kaliy bixromat + sulfat kislota ham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— ammoniy vanadat va konsentrlangan sulfat kislota.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190"/>
                <a:gridCol w="3172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Erdman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H2SO4 + HNO3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Formaldegid +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Frede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(NH4)2MoO4 + H2SO4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Mandelin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NH4VO3 + konsentr. H2SO4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reaktivlari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104; Yuldashev Z.A., Umarova G.Q., Toksikologik kimyo modulidan o‘quv-uslubiy majmua, betlar: 107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 va xususiy rang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morfin hosilalari uchun umumiy reaksiya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Mureksid reaksiyasi purin hosilalari uchun, kobalt ammiakati barbituratlar uchun umumiy reaksiyadir.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kislota — brutsin uchun, xlorid, sulfat, nitrat kislotalar — veratrin uchun xususiy.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Qaysi 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Morfin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Mureksid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Purin hosilalari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Kobalt ammiakati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HNO3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Brutsin (xususiy)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Reaksiya va modda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 reaksiyalari va ularning xatosi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reaktivlari ba’zi yot moddalar bilan ham rang berib, xato xulosaga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mikrokristalloskopik reaksiyalar va farmakologik tekshiruv o‘tkazish tavsiya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reaksiyalar asosida butun bir guruh alkaloidlar bor yoki yo‘qligi haqida xulosa chiqarish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105, 104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Farmakologik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Atropin tabiiy o‘simlik alkaloidi sifatida farmakologik reaksiyani va Vitali-Moren reaksiyasini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«Murda atropini» Vitali-Moren reaksiyasini bersa ham, ko‘z qorachig‘ini kengaytirmaydi.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farmakologik ta’siri bo‘yicha va Dragendorf reaktivi bilan aniqlanadi; «murda nikotini» kristall hosil qilsa ham farmakologik ta’sir bermaydi.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Indol alkaloidlari: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 indol alkaloidlari — strixnin, brutsin va rezerpin va ularni ajratib olish hamda tahlil usullarini o‘z ichiga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 kuchala o‘simligi, qustiruvchi yong‘oq va boshqa o‘simliklarda brutsin bilan birga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 ham, brutsin ham ishqoriy va kislotali sharoitda organik erituvchiga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102, 105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Strixnin eng zaharli moddalardan biri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holida xloroform va etil spirtida yaxshi, suvda va dietil efirida kam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Nitrat tuzi suvda, xloroformda, etil spirtida eriydi; sulfat tuzi suvda va etil spirtida yaxshi eriydi.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Shakl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Yaxshi eriydi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Xloroform, 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Nitrat tuzi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Suv, xloroform, spirt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tuzi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Suv, 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Strixnin eruvchanligi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ajratish va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ob’ektdan nordonlashtirilgan suv, nordonlashtirilgan spirt va elektrodializ usulida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Ham ishqoriy, ham kislotali sharoitda organik erituvchiga o‘tadi, asosiy qismi ishqoriy sharoitda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olingan ajralmada kuchsiz asosli alkaloidlar (kofein, papaverin, narkotin, strixnin va boshqalar) ham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105;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tibbiyot va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strixnin nitrat va qustiruvchi yong‘oqning spirtli eritmasi (chilibuxa) darmonsizlanish, past qon bosimi, yurak faoliyati bo‘shashganda, parez va falajlikda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markaziy asab tizimi qo‘zg‘aladi va tez qaytariladigan tetanik tirishishlar yuz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markaziy asab tizimining falajlanishidan sodir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xavfli holatlar va farmakokinetika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jigar, buyrak, yurak kasalliklarida va bolalarda ayniqsa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tez so‘rilib, 80 % ga yaqini metabolizmga uchraydi; qolgani peshob orqali o‘zgarmagan holda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Metabolitlari yaxshi o‘rganilmagan; strixnin organizmda yig‘ilib qolishi va murda a’zolarida bir necha yil saqlanishi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cho‘ktirish va bixromat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Alkaloidlarni umumiy cho‘ktiruvchi reaktivlari bilan cho‘kma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Kaliy bixromat va konsentrlangan H2SO4 bilan binafsha rangli, tez yo‘qolib ketuvchi rang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Brutsin bu reaksiyaga xalaqit beradi; shuning uchun brutsin konsentrlangan H2SO4 va HNO3 bilan parchalangach, strixninga reaksiya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Mandelin va Vitali-Moren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Mandelin reaktivi (ammoniy vanadat va konsentrlangan sulfat kislota) bilan qizil rangga o‘tuvchi ko‘k-binafsha birikma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Vitali-Moren reaksiyasini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Farmakologik tekshiruv: baqada tetanik tirishish holatini chaqiradi.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105, 106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YuQX va 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bo‘yicha Rf = 0,33.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 va IQ-spektrlari bo‘yicha aniqlash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Malaka: xloroform – aseton – 25 % ammiak (30:30:2) tizimi, Dragendorf reaktivi bilan pushti-qo‘ng‘ir dog‘, Rf = 0,33; UB: 0,1 n H2SO4 da 255 nm.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106;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Strixnin: mikrokristallar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Pikrin kislota bilan sariq rangli, qayrilgan igna shaklidagi mikrokristallar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FEK usulida, Malaken-Denije reaksiyasi yordamida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 HCl va Zn kukuni ishtirokida qaytariladi; qaytarilish mahsulotiga NaNO2 eritmasi qo‘shilsa, qizil rang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matni; Yuldashev Z.A., Nurmatova M.I., Toksikologik kimyo modulidan o‘quv-uslubiy majmua, betlar: 106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Brutsin: xossalari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Brutsin kimyoviy jihatdan strixninga o‘xshash, faqat 2 ta metoksil guruhi borligi bilan farq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 holida etil spirti, xloroform va dietil efirida yaxshi, suvda yomon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Ishqoriy va kislotali sharoitda organik erituvchiga o‘tadi (pH 7,5-12); tibbiyotda qo‘llanilmaydi, nitrat kislotani aniqlashda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Brutsin: metabolizm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Kuchala yoki undan olingan preparatlar bilan zaharlanganda brutsin bioob’ektdan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brutsinning asosiy qismi metabolizmga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metabolitlari: metoksi-2-oksistrixnin va uning izomeri; qisman o‘zgarmagan holda peshob bilan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106; Malaka materiali №009 (TFI Toksikologik kimyo kafedrasi)., 3-ma’ruza: Fenatsetin, betlar: ma’ruza matni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Brutsin: strixnindan farqlovchi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Qalay(II) xlorid va nitrat kislota bilan qizil rang beradi (strixnin bermaydi).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Erdman reaktivi bilan qizil rang beradi (strixnin bermaydi).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bo‘yicha Rf = 0,21; spirtli eritmasi UB-spektrda 267 va 301 nm da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Strixnin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Brutsin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SnCl2 + HNO3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Erdman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Bermaydi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YuQX, Rf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Strixnin va brutsin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Brutsin: mikrokristallar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Ammoniy bixromat bilan prizma shaklidagi och sariq mikrokristallar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Erdman reaktivi bilan qizil rang beradi (sezgirlik 20 mkg ko‘rsatilgan); strixnin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 kabi, brutsin ham nordonlashtirilgan suv yoki spirt bilan ajratilib, xloroformli ajralmaning ikkalasidan qidiriladi.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FEK va SF (spektrofotometrik) usullarda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№009 (TFI Toksikologik kimyo kafedrasi)., 3-ma’ruza: Fenatsetin, betlar: ma’ruza matni; Yuldashev Z.A., Nurmatova M.I., Toksikologik kimyo modulidan o‘quv-uslubiy majmua, betlar: 106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 tahlili ketma-ketligi: ajratish, tozalash, umumiy reaktivlar, fizik-kimyoviy usullar, farmakologik tekshiruv, miqdor.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cho‘ktiruvchi reaktivlar manfiy ahamiyatga ega: chirish natijasida «murda alkaloidlari» ham cho‘kma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Strixnin va brutsin kuchala bilan birga uchraydi; brutsin SnCl2+HNO3 va Erdman bilan qizil rang beradi, strixnin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Mandelin reaktivi tarkibini ayting; murda alkaloidlari nima uchun hosil bo‘ladi?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102, 103, 107; Yuldashev Z.A., Nurmatova M.I., Toksikologik kimyo modulidan o‘quv-uslubiy majmua, betlar: 106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Alkaloidlarning birinchi vakili 1819 yilda aniqlangan; «alkaloid» so‘zi «ishqorga o‘xshash» ma’nosini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«Murda atropini» Vitali-Moren reaksiyasini bersa ham, ko‘z qorachig‘ini kengaytirmaydi.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Strixnin organizmda yig‘ilib qolishi va murda a’zolarida bir necha yil saqlanishi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materialiga ko‘ra brutsin ammoniy bixromat bilan prizma shaklidagi och sariq mikrokristallar beradi.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Alkaloidlar haqida umumiy ma’lumot; umumiy cho‘ktiruvchi va rang hosil qiluvchi reaktivlar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96, 101-104, 107-108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102-106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№009 (TFI Toksikologik kimyo kafedrasi). 3-ma’ruza: Fenatsetin, salitsil kislota (ma’ruza).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