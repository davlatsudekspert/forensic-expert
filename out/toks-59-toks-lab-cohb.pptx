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is gazi bilan zaharlanishni aniqlashda aynan qon tahlil qilinadi? Doskada: mashg‘ulot rejasi. Tipik xato: mashg‘ulotni faqat rang reaksiyalari deb tushunish; kitobda SF usul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SF usul uchun qo‘shimcha qanday asbob kerak? (Spektrofotometr va kyuveta, toks 83.) Doskada: jihozlar ro‘yxati. Tipik xato: kitobdagi jihozlar ro‘yxatida spektrofotometr yo‘q; uni o‘qituvchi qo‘shimcha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miqdoriy, qaysi sifat? Doskada: daraxt sxemasi. Tipik xato: faqat rang reaksiyalarini mashg‘ulot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hidsizlik xavfni oshiradi? Doskada: reaksiya 2CO + O2 → 2CO2. Tipik xato: portlash chegarasini ’16-73%’ o‘rniga boshqa son bilan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uyda zaharlanishning oldini olish choralari. Doskada: jadvaldagi 3 manba. Tipik xato: tabiiy gaz tarkibida is gazi umuman yo‘q deb o‘ylash (kitobda 4-30%).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son qaysi hodisaga tegishli? Doskada: qiymatlar jadvali. Tipik xato: 300 va 3600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uyda qaysi omillar xavfli? Doskada: 3 omil. Tipik xato: tabiiy gazda is gazi yo‘q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300 va 3600 raqamlari nimani bildiradi? Doskada: HbO2 + CO → HbCO + O2. Tipik xato: 300 va 3600 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darajalar murda tekshiruvida emas, tirik qoldirilganda ahamiyatli? Doskada: jadval. Tipik xato: darajalarni aralashtirish. Eslatma: malaka 015 (RIP.G.244.2013) da o‘lim konsentratsiyasi o‘rtacha 60% (40-80%) deb berilgan; kitob esa 70-80% deydi: ikkalasini solishtirib, ekspert xulosasida manbani ko‘rsating.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murda dog‘lari to‘q qizil, chirish bilan bu belgi qanday o‘zgaradi? Doskada: 4 shakl qisqartmalari. Tipik xato: MtHb ni COHb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ikki qarama-qarshi fikr tahlil muddatiga qanday ta’sir qiladi? Doskada: 0,07-0,08% va 0,02 mg/l. Tipik xato: foiz va mg/l birliklarini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havo hayvon qoni orqali o‘tkaziladi? Doskada: ikki yo‘l (ob’ekt, havo). Tipik xato: is gazini bevosita ob’ekt to‘qimasidan ajratib olishga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nazorat sifatida toza (COHb saqlamagan) qon olinadi? Doskada: ’zaharlangan qon rangi o‘zgarmaydi, toza qon o‘zgaradi’. Tipik xato: bitta reaksiyaga asoslanib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qon avval 100 ml gacha suyultiriladi? Doskada: protsedura bosqichlari. Tipik xato: kitobdagi javob jadvalida (220-bet) formulasi K3[Fe(CN)4] deb yozilgan; kitobda xato: to‘g‘risi K3[Fe(CN)6] (218-bet).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ranglar farqini ikkita probirkada yonma-yon ko‘rsating. Doskada: 1:100, 3 ml, 3 tomchi, 10%. Tipik xato: 10% o‘rniga boshqa konsentratsiya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chirigan qon bu reaksiyada qanday xato natija beradi? Doskada: 0,5 ml va 1 ml 30% NaOH. Tipik xato: toks 85 da toza qon bu reaksiyada ’ko‘kimtir qora’ deb yozilgan, 218-betda esa ’qo‘ng‘ir’; mashg‘ulotda 218-bet tavsifiga amal qiling va farqni daftarga yozing.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formaldegid konsentratsiyasi vaqtga qanday ta’sir qiladi? Doskada: 40% - 5-10 daqiqa; 20% - 40-60 daqiqa. Tipik xato: kuzatish vaqtini qisqa olib, o‘zgarishni ko‘rmay qolish.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 reaksiyani boshqalar bilan solishtirib, qaysi biri tezroq? Doskada: 0,5 ml qon + 2 ml 5% atsetat. Tipik xato: hajmlarni (0,5 ml va 2 ml)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birinchi ikki reaksiyada qon suyultiriladi? Doskada: jadval. Tipik xato: miqdorlarni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manfiy natija zaharlanishni inkor qiladimi? Doskada: daraxt sxemasi. Tipik xato: rang natijasidan miqdoriy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jadvaldagi qaysi reaktiv aniq farq beradi? Doskada: to‘ldirilgan jadval. Tipik xato: kitobdagi ’charxpalak’ jadvalida (219-bet) ustunlar qo‘ng‘ir, yashil, jigarrang-qora, sariq: talaba rang ustunini reaktivga to‘g‘ri biriktirishi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manfiy natija zaharlanish yo‘q degan ma’noni bildiradimi? (Yo‘q: yengil zaharlanishda ham shunday.) Doskada: 3 cheklov. Tipik xato: rang reaksiyasi natijasidan miqdoriy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bir reaktiv uchun turli manbalarda ranglar farq qilishi mumkin? Doskada: tanin - kulrang. Tipik xato: 85-bet va 218-bet ranglarini aralashtirish; qo‘rg‘oshin atsetat uchun 85-bet ’iflos-ko‘k’, 218-bet ’qo‘ng‘ir’ deydi; slaydda faqat 218-bet varianti.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COHb ammoniy sulfid ta’sirida gemoglobingacha qaytarilmaydi? (Barqaror birikma.) Doskada: 4 diapazon. Tipik xato: OHb va COHb diapazonlarini almashtirish. Kitobda: OHb uchun «577-556 nm» (xato); to‘g‘ri — 577-589 va 536-556 nm (malaka 014).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B va V eritmalarda nima uchun ditionit qo‘shiladi? (Hb ni qaytarish.) Doskada: A-B-V sxemasi. Tipik xato: reagent nomini ’gidrosulfat’ deb yozish; ditionit Na2S2O4 gidrosulfit (toks 83 da ’gidrosulfat’ deb noto‘g‘ri nomlangan); malaka 014 dagi ’Na2S2O8’ formulasi ham xato.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ketma-ket idishlar nima vazifa bajaradi? Doskada: 4 bosqichli sxema. Tipik xato: ishqor idishini suvdan keyin qo‘yish. Xavfsizlik: malaka 015 bo‘yicha moslama so‘rish shkafida yig‘iladi.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B va V eritmalar nima bilan farq qiladi? Doskada: 3 ustunli taqqoslash. Tipik xato: ditionit miqdorlarini (3-4 va 5-7 mg)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qaysi bosqich qaytarish? Doskada: 6 qadam. Tipik xato: izobestik nuqtani boshqa to‘lqin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Doskada: 557, 541, 571, 550. Tipik xato: izobestik nuqta qiymatini boshqa uzunlik bilan almashtirish. Kitobda: p.84 da 534 nm, p.85 da 538 nm (boshqa variant). Egasi qarori: COHb 538 nm; izobestik nuqta 550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bufer o‘rniga ammiak qo‘llanishining afzalligi? Doskada: sxema. Tipik xato: solishtiruvchi eritma sifatida suv olish (kitobda 0,1% ammiak). Kitobda: 534 nm (p.84) — boshqa variant; egasi qarori 538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formulani kitobdagi rasmdan oling (matnda formula yo‘q, shuning uchun slaydga yozilmadi). Doskada: belgilar va K = 0,372. Kitobda: D(HbCOHb) uchun 534 nm (p.85) — boshqa variant; egasi qarori 538 nm. Malaka 015 dagi 535/560 nm qo‘llanmaydi.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yorug‘lik va havo ta’siridan saqlanadi? Doskada: 2 talab. Tipik xato: eritma loyqa bo‘lsa ham o‘lchash. Malaka 015 dagi 535/560 nm va formulalardagi xatolar qo‘llanmaydi; o‘lchov qiymatlari kitobdan (538/550 nm).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chinlik ushlanish vaqti bo‘yicha tasdiqlanadi? Doskada: 500 mkl, 500 mg, 10 daqiqa, 3 daqiqa. Tipik xato: kitobda kolonka uzunligi ’100 mm’ va tasma tezligi ’720 mm/s’ deb yozilgan; bu qiymatlar shubhali (o‘lchov birligi xatosi bo‘lishi mumkin),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dalillarning qaysi biri COHb ni taxmin qildiradi? Doskada: kerakli reaktivlar ro‘yxati (5 ta). Tipik xato: kitobda masalaning yechimi berilmagan; talaba o‘z natijasini 3-4 reaksiya bilan asoslashi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qondagi COHb bu savolga qanday javob beradi? Doskada: muammo-sabab-yechim jadvali. Tipik xato: javob kitobda berilgan deb o‘ylash: javob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javoblarni slaydlar bilan bog‘lang. Doskada: 5 savol. Tipik xato: savollar javobini kitobdan izlash: javoblar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savollarga javoblarni slaydlar bilan bog‘lang. Doskada: 4 savol. Tipik xato: faqat rang reaksiyalarini sanash, SF usulni tushuntirmaslik.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5 reaksiya jadvali, SF o‘lchovlari va xulosani yozadi. Muhokama: 3 asosiy xulosa. Tipik xato: faqat bitta reaksiyaga asoslangan xulosa yozish. Kitobda: 534 nm ham uchraydi; egasi qarori 538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Qonda karboksigemoglobin (kimyoviy va SF)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karboksigemoglobinning toksikologik ahamiyati hamda uni qondan tahlil qilish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is gazi bilan zaharlanishning toksikologik ahamiyati; 2) karboksigemoglobinni qondan kimyoviy va fizik-kimyoviy usullarda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mavzu SF-UB usulida miqdor tahlili bilan to‘ldirilgan.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217; Yuldashev Z.A., Nurmatova M.I., Toksikologik kimyo modulidan o‘quv-uslubiy majmua, betlar: 221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Natija: talabalar karboksigemoglobinni qondan kimyoviy va fizik-kimyoviy usullarda tahlil qilish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Dars xaritasi: COHb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is gazi bilan zaharlanishning ahamiyati va karboksigemoglobinni qondan kimyoviy va fizik-kimyoviy usullarda tahlil qilish.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usullar: besh rang reaksiyasi, zaharlangan va toza qon ranglari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Fizik-kimyoviy usullar: spektroskopik, spektrofotometrik, fotometrik va gaz xromatografik.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SF usulida optik zichlik 538 nm va 550 nm (izobestik nuqta) to‘lqin uzunliklarida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COHb tahlili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 (rang)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Besh reaksiya  ·  Toza qon bilan solishtirish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Spektroskopik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Fraungofer chiziqlari  ·  (NH4)2S bilan sinov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SF usuli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A, B, V eritmalar  ·  538 va 550 nm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GSX (metan)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500 mkl qon  ·  Ushlanish vaqti 3 daqiqa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COHb tahlili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217, 218, 82, 85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gazi: xossalari va xavfi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Uglerod (II) oksidi (is gazi) rangsiz, hidsiz, mazasiz, tez ta’sir etuvchi zaharli modda; suvda juda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Zangori alanga bilan yonadi: 2CO + O2 → 2CO2.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gazining havo bilan 16 dan 73% gacha aralashmasi portlashi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Hidi bo‘lmagani uchun zaharlanish tez va to‘satdan ro‘y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81, 82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 manbalari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moddalar, ko‘mir, gaz va boshqa yoqilg‘i mahsulotlari to‘liq yonmaganda is gazi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Zaharlanish: domna pechi noto‘g‘ri ishlashi, pechka eshikchasini barvaqt yopish, sandalga ko‘mir solish.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Avtomobil nosozligi tufayli ajralayotgan gaz tarkibidagi is gazi bilan zaharlanish ham uchraydi.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549"/>
                <a:gridCol w="21694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CO miqdori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Tabiiy gaz (yoqilg‘i)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4-30%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«Suv gazi» (C + H2O)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40-50%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Snaryad, mina portlashi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30% ga yaqin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 gazi miqdori manbalarda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gazi: asosiy sonlar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gazining havo bilan 16 dan 73% gacha aralashmasi portlashi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Birikish tezligi kislorodnikidan 300 marta kuchli; COHb dan CO ajralishi 3600 barobar sekin.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70-80% ga yetganda o‘lim sodir bo‘ladi; havoda 0,07-0,08% xavfli, ruxsat etilgani 0,02 mg/l.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Havoda portlash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16-73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Birikish tezligi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CO ajralishi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3600</a:t>
            </a:r>
            <a:r>
              <a:rPr sz="1100" b="0">
                <a:solidFill>
                  <a:srgbClr val="6B7280"/>
                </a:solidFill>
                <a:latin typeface="Calibri"/>
              </a:rPr>
              <a:t>  marta sekin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O‘lim: COHb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70-80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Xavfli konsentratsiya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0,07-0,08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Ruxsat etilgan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0,02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 gazi: asosiy sonlar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81, 82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oldini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Pechka, o‘choq, gaz plitasi yonida uzoq turish ko‘ngilsiz hodisalarga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Domna pechlarining noto‘g‘ri ishlashi, uy pechkasi eshikchasini barvaqt yopish va sandalga ko‘mir solish zaharlanishga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Tabiiy gaz tarkibida 4-30% is gazi bo‘lishi mumkin; gazdan to‘g‘ri foydalana bilish ham oldini olish choralaridan biri.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 gemoglobin bilan oson birikib, barqaror karboksigemoglobin hosil qiladi: HbO2 + CO → HbCO + O2.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Gemoglobin kislorod tashish xususiyatini yo‘qotadi; bemor kislorod yetishmovchiligidan halok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 ning gemoglobin bilan birikish tezligi kislorodnikidan 300 marta kuchli.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dan CO ajralishi oksigemoglobindan kislorod ajralishiga nisbatan 3600 barobar sekin.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HbO2 (oksigemoglobin)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 (is gazi)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HbCO (karboksigemoglobin)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Barqaror birikma hosil bo‘ladi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CO ning birikish tezligi kislorodnikidan 300 marta kuchli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CO va gemoglobin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COHb miqdori va zaharlanish darajasi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COHb 70-80% ga yetganda o‘lim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COHb aniqlansa, bemorning is gazi bilan zaharlanganini isbotlaydi.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356128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COHb, %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Zaharlanish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20-30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30-35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35-50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50-60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kuchli: tirishish, hushdan ketish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COHb miqdori va daraja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Qondagi gemoglobin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 qonda: dezoksigemoglobin (Hb), oksigemoglobin (OHb), karboksigemoglobin (COHb), qisman metgemoglobin (MtHb).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MtHb is gazi bilan birikmaydi.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 to‘q qizil, qon karboksigemoglobin hisobiga to‘q qizil; jigar, buyrak, o‘pkalar qizargan.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Gemoglobin shakllari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Dezoksigemoglobin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OHb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Oksigemoglobin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COHb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Karboksigemoglobin  ·  CO bilan birikkan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MtHb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Metgemoglobin  ·  CO bilan birikmaydi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Qondagi gemoglobin shakllari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Organizmdan chiqishi va havo me’yori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organizmdan faqat nafas yo‘li orqali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saqlanishi haqida fikrlar turlicha: 122 kungacha saqlanadi yoki 25-40 soatdan so‘ng aniqlab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 0,07-0,08% is gazi hayot uchun xavfli; ruxsat etilgan konsentratsiya 0,02 mg/l.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1-fikr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 gazi 122 kungacha saqlanadi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2-fikr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25-40 soatdan so‘ng aniqlab bo‘lmaydi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Havoda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0,07-0,08% — hayot uchun xavfli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Ruxsat etilgan: 0,02 mg/l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Saqlanish va havo me’yori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gazini qon orqali aniqlash tamoyili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is gazini aniqlash qondagi karboksigemoglobinni kimyoviy va fizik-kimyoviy usullarda aniqlashga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Ob’ektdan aniqlash uchun ob’ekt ezilib, qoni ajratiladi va qon tarkibi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Havodagi is gazini aniqlash uchun havo hayvon qoni orqali o‘tkazilib, qonga yig‘iladi, so‘ng qon tahlil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82, 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usullarning umumiy tamoyili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Qondagi is gazini aniqlash uchun juda ko‘p kimyoviy reaksiyalar tavsiya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 va toza qonlarning ranglari o‘zgarishi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usullar COHb ning oksigemoglobinga qaraganda barqaror ekanligiga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uchun bir nechta reaksiya natijasi solishtiriladi; faqat bittasiga tayanish xatoga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218, 85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1-reaksiya: qizil qon tuzi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Reaktiv: K3[Fe(CN)6] ning 1% eritmasi, 5 tomchi.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saqlagan qon qizil rangini o‘zgartirmaydi, toza qon sarg‘ayadi.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Ish: 1 ml qonga 100 ml gacha suv qo‘shilib, shundan 5 ml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qon + suv (100 ml gacha)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Eritmadan 5 ml 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1% K3[Fe(CN)6], 5 tomchi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 solishtiriladi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Qizil qon tuzi bilan reaksiya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2-reaksiya: mis sulfat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suv bilan 1:100 suyultiriladi; 3 ml olinib, 10% mis sulfat eritmasidan 3 tomchi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COHb saqlagan qon to‘q-qizil rangini saqlab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qon yashil rangga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3-reaksiya: o‘yuvchi natriy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0,5 ml suyultirilmagan qonga 30% o‘yuvchi natriy eritmasidan 1 ml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COHb saqlagan qon to‘q qizil rangini o‘zgartirmaydi, toza qon qo‘ng‘ir rangga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Chirish boshlangan qonda is gazi bo‘lmasa ham yorqin qizil rang (gemoxromogen)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4-reaksiya: formaldegid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suyultirilmagan qonga 1 ml 40% formaldegid eritmasi qo‘shilib, yaxshilab chayqatiladi.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COHb saqlagan qon qizil rangini o‘zgartirmaydi; toza qon 5-10 daqiqadan so‘ng qo‘ng‘ir-qoramtir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20% formaldegid qo‘shilsa, rang o‘zgarishi 40-60 daqiqa oralig‘ida seziladi.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5-reaksiya: qo‘rg‘oshin atsetat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0,5 ml suyultirilmagan qonga 5% qo‘rg‘oshin atsetat eritmasidan 2 ml qo‘shilib, bir daqiqa chayqatiladi.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COHb saqlagan qon qizil rangini saqlaydi.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qon qo‘ng‘ir rangga bo‘yaladi.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va hajmlar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Qizil qon tuzi va mis sulfat uchun qon suv bilan suyultiriladi (1:100); NaOH, formaldegid va qo‘rg‘oshin atsetatda suyultirilmagan qon.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Reaktivlar: 1% K3[Fe(CN)6], 10% CuSO4, 30% NaOH, 40% formaldegid, 5% qo‘rg‘oshin atsetat.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Hamma reaksiyada COHb saqlagan qon rangini o‘zgartirmaydi, toza qon esa o‘zgaradi.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K3[Fe(CN)6] 1%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 ml (1:100)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 tomchi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CuSO4 10%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ml (1:100)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tomchi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NaOH 30%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Formaldegid 40%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Pb atsetat 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va reagent miqdorlari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usul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boshlangan qonda is gazi bo‘lmasa ham NaOH bilan yorqin qizil rang (gemoxromogen)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Qisman yengil zaharlanishda reaktivlar xuddi zaharlanmagan qon kabi natija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bitta reaksiya natijasiga asoslanish xatolikka olib keladi; bir nechta reaksiya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Cheklovlar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Chirigan qon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NaOH: yorqin qizil rang  ·  Gemoxromogen hosil bo‘ladi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Yengil zaharlanish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Toza qon kabi natija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Kam miqdor COHb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Usul ahamiyatli emas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Bitta reaksiya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Xatolikka olib keladi  ·  Bir nechtasi solishtiriladi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Kimyoviy usul cheklovlari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Reaksiya natijalari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Ranglar jadvali ish daftariga yoziladi: COHb saqlagan qon va toza qon yonma-yon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bilan: COHb qizil, toza qon 5-10 daqiqadan so‘ng qo‘ng‘ir-qoramtir.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COHb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Toza 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K3[Fe(CN)6]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sarg‘ayadi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CuSO4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to‘q-qizil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NaOH, 30%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Pb atsetat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COHb va toza qon ranglari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reaksiyalar talqini va cheklovi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Reaktivlar bilan toza qon reaksiyaga kirishadi, zaharlangan qonda sezilarli o‘zgarish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Qisman yengil zaharlanishda reaktivlar xuddi zaharlanmagan qon kabi natija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kimyoviy tekshirish usullari kam miqdor karboksigemoglobinni aniqlash uchun ahamiyatli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218, 219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kimyoviy sinovlar (qon rangi)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Zaharlanmagan qon suv bilan suyultirilsa qo‘ng‘ir rang hosil bo‘ladi; COHb to‘q qizil rangini o‘zgartirmaydi.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Normal qonga tanin ta’sir ettirilsa kulrang modda hosil bo‘ladi; COHb saqlagan qon rangi o‘zgarmaydi.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 qon tuzi va sirka kislota aralashmasi normal qon bilan qo‘ng‘ir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Formalin normal qon bilan iflos qo‘ng‘ir rangli modda hosil qiladi; COHb saqlagan qon o‘zgarmaydi.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2827"/>
                <a:gridCol w="1364638"/>
                <a:gridCol w="1620508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Toza 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COHb saqlagan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bilan suyultirish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Kulrang 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 qon tuzi + sirka k-ta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Formalin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Iflos 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Mis sulfat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To‘q-qizil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Toza qon va COHb: qo‘shimcha sinovlar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Spektroskopik usul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saqlovchi qon spektroskopda tekshirilganda spektrning D va E sohasidagi Fraungofer chiziqlari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Oksigemoglobin D va E sohalari orasida ikki yutilish sohasi beradi: 577-589 va 536-556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Karboksigemoglobin 564-579 va 523-536 nm sohalarda spektr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Ammoniy sulfid ta’sirida OHb spektrlari 543-596 nm da kengaygan yo‘lga birlashadi; COHb spektri o‘zgarmaydi.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Yutilish sohasi,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Oksigemoglobin (OHb)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577-589 va 536-556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Karboksigemoglobin (COHb)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564-579 va 523-536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OHb + (NH4)2S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543-596 (keng yo‘l)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COHb + (NH4)2S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Spektr sohalari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83; Malaka materiali №014 (TFI Toksikologik kimyo kafedrasi)., 14-ma’ruza: Is gazi bilan zaharlanish; karboksigemoglobinni qondan kimyoviy va fizik-kimyoviy usullarda tahlil qilish, betlar: spektroskopiya bo‘limi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SF usuli: uchta qon eritmasi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oksi- va karboksigemoglobinni dezoksigemoglobingacha qaytarib, optik zichlikni o‘lchashga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A: 1 ml qon + pH 7,38 fosfat bufer yoki 0,1% ammiak (100 ml gacha); eritma tiniq bo‘lishi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B: A eritmaga 3-4 mg natriy ditionit (Na2S2O4·2H2O); V: CO bilan to‘yintirilgan, 5-7 mg ditionit.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A: qon 1 ml → 100 ml bufer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B: A + 3-4 mg ditionit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V: CO + 5-7 mg ditionit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450-620 nm spektr o‘lchanadi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A, B va V eritmalarni tayyorlash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CO olish va qonni to‘yintirish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Kons. H2SO4 va chumoli kislotadan olingan CO avval 10% ishqordan o‘tkaziladi (HCOOH ni ushlaydi).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suvdan (NaOH dan tozalash) o‘tkazilib, A eritma saqlovchi idishga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qondagi oksigemoglobin to‘liq karboksigemoglobinga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H2SO4 (kons.) + HCOOH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10% ishqor (HCOOH ushlaydi)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(ishqordan tozalash)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 eritma idishi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 gazini olish moslamasi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A, B va V eritmalarni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 eritma: 1 ml quyqasiz qon 100 ml gacha pH 7,38 fosfat bufer yoki 0,1% ammiak bilan; rangi tiniq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 eritma: kyuvetadagi A eritmaga 3-4 mg natriy ditionit; oksigemoglobin to‘liq dezoksigemoglobingacha qaytariladi.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 eritma: A eritma CO bilan to‘yintiriladi, so‘ng 5-7 mg ditionit qo‘shilib, yana CO bilan to‘yintiriladi.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(tekshiriluvchi)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 ml qon → 100 ml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pH 7,38 bufer yoki 0,1% ammiak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Tiniq bo‘lishi shart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 (qaytarilgan)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 + 3-4 mg ditionit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OHb → dezoksigemoglobin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Tiniqlik nazorat qilinadi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 (CO bilan)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 + CO: OHb → HbCO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5-7 mg ditionit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Qo‘shimcha CO bilan to‘yintirish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A, B va V eritmalar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SF usuli: bosqichlar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Eritmalar tayyorlangach, B va V eritmalarning nur yutish spektri 450-620 nm sohasida o‘lchanadi va bitta chizmaga chiziladi.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Optik zichlik ikki monoxromatik nurda — 538 nm va 550 nm (izobestik nuqta) 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foizi formula bo‘yicha hisoblanadi (K = 0,372); natija sud-tibbiy baholashga xizmat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 eritma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qon + 100 ml bufer yoki 0,1% ammiak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 eritma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+ 3-4 mg natriy ditionit (qaytarish)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 eritma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 bilan to‘yintirish, 5-7 mg ditionit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Spektr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 va V uchun 450-620 nm sohasida o‘lchanadi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Optik zichlik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538 nm va 550 nm (izobestik nuqta)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R, %: koeffitsient K = 0,372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SF usuli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83, 85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 ko‘rsatkichlari va to‘lqin uzunliklari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Dezoksigemoglobin (B eritma) 557 nm da bitta spektral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Karboksigemoglobin 541 va 571 nm da ikkita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Egri chiziqlar 550, 565 va 580 nm da kesishadi (izobestik nuqtalar).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Optik zichlik ikki to‘lqin uzunligida o‘lchanadi: 538 nm (D1) va 550 nm — izobestik nuqta (D2).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Dezoksigemoglobin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557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COHb maksimumlari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541; 571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Kesishish nuqtalari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550; 565; 580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D1 (COHb)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538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D2 (izobestik nuqta)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550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Koeffitsient 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0,372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Spektr ko‘rsatkichlari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84, 84-85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Aniqlash tartibi (ammiak variantida)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Tekshiriladigan qon 100 ml li o‘lchov kolbasiga solinib, belgigacha 0,1% ammiak eritmasi bilan to‘ldiriladi.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1 sm li kyuvetaga solinadi; natriy gidrosulfit kristallari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Optik zichlik 538 nm va 550 nm da o‘lchanadi; solishtiruvchi eritma - 0,1% ammiak.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+ 0,1% ammiak (100 ml)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Kyuveta 1 sm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 gidrosulfit qo‘shiladi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 (538 nm) va A (550 nm)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Aniqlash tartibi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Hisoblash: belgilar va koeffitsient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 - qondagi karboksigemoglobin miqdori,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D(COHb): CO bilan to‘yintirilgan V eritmadagi qonning 538 nm dagi optik zichligi.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D(HbCOHb): ditionit qo‘shilgan B eritmaning 538 nm dagi optik zichligi.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D(Hbi): B eritmaning 550 nm (izobestik nuqta) dagi optik zichligi; koeffitsient K = 0,372.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COHb miqdori,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D(COHb)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 eritma (CO bilan to‘yingan), 538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D(HbCOHb)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 eritma (ditionit), 538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D(Hbi)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 eritma, 550 nm (izobestik)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Koeffitsient 0,372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Formuladagi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talqin va ishonchlilik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Olingan natija is gazi bilan zaharlanishni sud-tibbiy baholashga xizmat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COHb aniqlansa, bemorning is gazi bilan zaharlanganligini isbotlaydi.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bilan ishlash havo bilan minimal tegishda, tabiiy va sun’iy yorug‘lik manbalaridan uzoqda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Fotometrlash uchun tayyorlangan qon eritmalari tiniq bo‘lishi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85, 82; Malaka materiali №015 (O‘zR SSV Bosh byuro)., Muolajani bajarish yo‘riqnomasi № RIP.G.244.2013: Qonda karboksigemoglobinni sud-kimyoviy aniqlash, betlar: matn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Metan: GSX bilan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 chinligi va miqdori asosan gaz-suyuqlik xromatografiyasi bilan tahlil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500 mkl qon va 500 mg maydalangan biomaterial penitsillin flakoniga solinadi, rezina qopqoq bilan berkitiladi.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Flakon qaynoq suv hammomida 10 daqiqa qizdiriladi; bug‘-gaz aralashmasi shprits bilan olinib GSX 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Svet-110; termostat 50 °C, bug‘latgich 150 °C; tashuvchi gaz azot, 30 ml/min; metanning ushlanish vaqti 3 daqiqa.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Biomaterial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Qizdirish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Termostat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Bug‘latgich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 oqimi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Metan: GSX shartlari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217, 218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dalil: 10 ml qon; murdada pushti dog‘lar, ichki a’zolarda qon juda suyuq, qizil alvon rangli.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tafsiloti: uy hammomida vannada cho‘kib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qaysi zaharli modda bilan zaharlanganini aniqlash; sud-kimyo tahlilini «charxpalak» jadvali bilan o‘tkazish.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24-keys: yonib ketgan murdalar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24-keys: Toshkent viloyatida jinoyat sodir etilib, avtomobil ichida yondirib yuborilgan 3 nafar murda a’zolari topilgan.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inson avval o‘ldirilib, so‘ngra izni yo‘qotish uchun yondirilganmi yoki tiriklay yondirilganmi?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sud-kimyo tahlilini o‘tkazish; javob jadvali — muammo turi, kelib chiqish sabablari, hal etish yo‘llari.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karboksigemoglobin aniqlansa, bemorning is gazi bilan zaharlanganligi isbotlanadi.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219, 82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 hosil bo‘ladigan manbalar (kimyoviy tenglamalar bilan) va zaharlanishdan saqlanish choralari qanday?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gazining odam organizmiga ta’siri va uni organizmdan chiqarish usullarini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Uglerod(II) oksid bilan zaharlanish belgilari qanday?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is gazini aniqlash uchun ishlatiladigan kimyoviy usullar qanday hodisaga asoslangan?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Qondagi is gazini aniqlashda qanday rang hosil qiluvchi reaksiyalar tavsiya etilgan?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 qanday fizik-kimyoviy xossalarga ega va organizmga qaysi yo‘l bilan kiradi?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karboksigemoglobin qancha miqdorda bo‘lganda bemor nobud bo‘lishi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Qondan is gazini sifat va miqdorini aniqlashda qanday fizik-kimyoviy usullar ishlatiladi?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Qondagi is gazini spektrofotometrik usulda aniqlash nimalarga va qanday jarayonlarga asoslangan?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COHb kimyoviy reaksiyalar (rang farqi) va fizik-kimyoviy usullar (spektroskopiya, SF, GSX)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usullar kam miqdor COHb ni aniqlash uchun ahamiyatli emas; bir nechta reaksiya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SF usulda 538 va 550 nm dagi optik zichliklar va K = 0,372 yordamida COHb foizi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82, 219; Yuldashev Z.A., Nurmatova M.I., Toksikologik kimyo modulidan o‘quv-uslubiy majmua, betlar: 224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organizmdan faqat nafas yo‘li orqali chiqariladi, shuning uchun uni murdadan emas, qondagi COHb orqali isbotlash muhim.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ditionit formulasi Na2S2O4·2H2O; kitob 83-betda uni ’gidrosulfat’ deb ataydi, 84-betda esa ’gidrosulfit’ deyiladi.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boshlangan qonda is gazi bo‘lmasa ham NaOH bilan yorqin qizil rang (gemoxromogen) hosil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Tabiiy gaz yoqilg‘isi tarkibida 4-30% is gazi bo‘lishi mumkin; uni to‘g‘ri ishlatish zaharlanishning oldini olishning bir yo‘li.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 karboksigemoglobin (kimyoviy va SF)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81-85, 217-220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221-224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№015 (O‘zR SSV Bosh byuro). Muolajani bajarish yo‘riqnomasi № RIP.G.244.2013: Qonda karboksigemoglobinni sud-kimyoviy aniqlash.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№014 (TFI Toksikologik kimyo kafedrasi). 14-ma’ruza: Is gazi bilan zaharlanish; karboksigemoglobinni qondan kimyoviy va fizik-kimyoviy usullarda tahlil qilish (2009).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