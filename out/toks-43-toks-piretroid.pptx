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piretroidlar alohida ma’ruzada o‘rganiladi? Doskada: 5 vakil nomi. Tipik xato: piretroidlarni FOB bilan aralashtirish — ular sintetik piretroidlar guruhiga kiradi. Syllabusdagi «ekstraksiya, YuQX, GX, YuSSX, UB-SF» usullari kitobda shu tartibda bayon qilingan.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tasdiqlangan uslub yo‘qligi tashxisga qanday ta’sir qiladi? Doskada: LD50 = 50-400 mg/kg. Tipik xato: piretroidlarni «kam zaharli»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qo‘llanish ko‘lami zaharlanish ehtimolini qanday oshiradi? Doskada: 3 afzallik. Tipik xato: samaradorlikni xavfsizlik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murakkab efir bo‘lishi gidrolizga moyillikni belgilaydi. Doskada: 45-50 °C va 0,34 mg/l. Tipik xato: danitolni sumi-alfa yoki karate bilan aralashtirish. Eslatma: kitobda «alfa» harfi PDF’da o‘qilmaydi («(-tsiano»).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modda kalamush uchun eng zaharli? Doskada: jadval. Tipik xato: detsis uchun sichqon LD50 yozish (kitobda berilmagan).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eruvchanlik tartibi qanday (danitol &gt; sipermetrin &gt; detsis). Doskada: jadval. Tipik xato: sipermetrin 0,03 mg/l qiymati texnik mahsulotga tegishli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turli hayvonlarda LD50 farqi nimani ko‘rsatadi? Doskada: 49-54; 58-67; 1089. Tipik xato: bir hayvon turining LD50 ini inson uchun to‘g‘ridan-to‘g‘ri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ishlov martasi chegarasi nega belgilangan? Doskada: 1,0-2,0 l/ga; 4 marta. Tipik xato: me’yorni (l/ga) boshqa piretroid me’yori bilan almashtirish (sipermetrin 0,1-1,0).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izomerlar aralashmasi xromatogrammada nechta cho‘qqi beradi (YuSSX da 2 ta). Doskada: 40% sis, 60% trans. Tipik xato: izomerlar nisbatini teskari yozish. Kitobda sipermetrin nomi «tsipermetrin» ham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ishqoriy gidroliz ajratish sharoitiga qanday ta’sir qiladi (pH 8-9 dan oshmaslik)? Doskada: 90%, 0,03 mg/l, 1,23 g/sm3. Tipik xato: ishqoriy muhitda uzoq ekstraksiya.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qushlar uchun zaharsiz, asalarilar uchun kuchli zahar? Doskada: 200-415; 63; 0,0012. Tipik xato: baliq LD50 (mg/l) ni kalamush LD50 (mg/kg) bilan to‘g‘ridan-to‘g‘ri solishtirish — birliklar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aralash preparatlar tahlilda qanday murakkablik yaratadi? Doskada: 0,1-1,0 l/ga. Tipik xato: me’yorni danitol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brom atomlari sipermetrindagi xlor o‘rnini bosgan. Doskada: 98-101 °C va 0,002 mg/l. Tipik xato: detsisni sipermetrin bilan bir deb hisoblash — galogen turi va holati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ruxsat etilgan miqdor (0,006 mg/l) va LD50 farqi. Doskada: 128,5-138,7; 300; 0,006. Tipik xato: havo orqali ta’sir ko‘rsatkichi (LK50) ni og‘iz orqali LD50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suv havzalari uchun ruxsat etilgan miqdor belgilangan? Doskada: uch ustun. Tipik xato: SK50 va LD50 ni aralashtirish (birlik va ob’ekt farq qiladi).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LK50 va LD50 farqi. Doskada: 60 mg/l; 0,1-3,0 l/ga. Tipik xato: me’yor oralig‘ini sipermetrin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ikki preparat uchun kitobda alohida bo‘lim yo‘q? Doskada: me’yor 0,4-0,8 va 0,2-0,5 l/ga. Tipik xato: bu bandlarni kitob matni deb ko‘rsatish — me’yorlar faqat malaka ma’ruzasida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me’yor nisbiy xavfni qanday belgilaydi? Doskada: jadvalni yozing. Tipik xato: preparatlarni «bir xil me’yorda» ishlatiladi deb o‘ylash. Izoh: malaka va kitob raqamlari bu preparatlar uchun mos keldi.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NaCl qo‘shilishi nima uchun kerak (tuzlash)? Doskada: 5 ml / 2 ml / 10 ml / 5 daq. Tipik xato: pH ni kislotali qilib qo‘yish — kitob 8-9 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30, 20, 20 ml bo‘laklab ekstraksiya qilinadi (bir marta 70 ml emas)? Doskada: 25 ml, 3 g, 30+20+20 ml. Tipik xato: erituvchini birdaniga to‘liq hajmda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qon (pH 8-9), siydik (8-9) va ob’ekt (9-9,5) pH farqi. Doskada: 3 ob’ekt - 3 pH. Tipik xato: pH ni barcha ob’ektlar uchun bir xil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biologik ob’ekt uchun pH yuqoriroq? (kitobda sababi ko‘rsatilmagan). Doskada: jadval. Tipik xato: pH qiymatlarini ob’ektlar o‘rtasida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ashyodan ajralish nega past? (kitobda sababi yo‘q — muhokama savoli). Doskada: jadval. Tipik xato: danitol uchun xloroformni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a’zolardan ekstraksiya darajasi pastroq (~50%)? Doskada: jadvalni to‘ldiring. Tipik xato: siydik natijasini a’zolar uchun ham 79% deb olish. Eslatma: malaka 068 jadvalida sumi-alfa uchun 78,30; 76,72; 49,54.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sorbent zarrachasi o‘lchami ajratish sifatiga ta’sir qiladi. Doskada: 3 moddaga 3 plastinka. Tipik xato: plastinka turini almashtirib Rf larni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turli piretroidlarga turli reaktiv? Doskada: jadvalni yozing. Tipik xato: Marki reaktivini sipermetringa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bir modda turli tizimlarda turli Rf beradi. Doskada: jadvalning to‘liq kitob variantini (3+2+1+1+1 tizim). Tipik xato: Rf ni tizimni ko‘rsatmasdan keltirish. Malaka 068 jadvalida ba’zi tizimlar boshqacha (masalan, sumi-alfa geksan-aseton 1:1 — 0,51, karate 1:2 — 0,57).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aniqlash chegarasi sezgirlikning o‘lchovi. Doskada: 1,5; 2; 2,5 mkg. Tipik xato: eng past chegarani (1,5 mkg) hamma moddalar uchun umumlashtirish.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harorat dasturi nega ikki bosqichli? Doskada: 180-220-245 °C. Tipik xato: detektor va injektor haroratlarini almashtirish. Kitobda ushlanish vaqtlari «2-jadval»da deyilgan, jadval matnda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ushlanish vaqti qaysi sharoit uchun o‘lchangan (harorat dasturi kitobdagidan farq qilishi mumkin). Doskada: tartib sevin &lt; danitol &lt; sumi-alfa &lt; sipermetrin. Tipik xato: ushlanish vaqtini sharoitsiz solishtirish. Malaka jadvalida GSX sharoiti to‘liq ko‘rsatilmagan — vaqtlar faqat tartibni ko‘rsatish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3,5 mkm zarracha ajratishga qanday ta’sir qiladi? Doskada: 150 x 3 mm, 3,5 mkm. Tipik xato: kolonka o‘lchamlarini boshqa metodikadan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gradient oxirida dastlabki tarkibga qaytariladi (kolonkani tiklash)? Doskada: uch nuqtali gradient. Tipik xato: pH 3,0 ni 13,6 deb yozish (malaka_errors E13 bo‘yicha shunday xato boshqa metodikada uchraydi; kitobda 3,0 to‘g‘ri).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sipermetrin nega ikki cho‘qqi beradi (izomerlar). Doskada: 17,4 -&gt; 21,9 tartibi. Tipik xato: sumi-alfa (20,9) ni jadvalga qo‘shmaslik. Malaka 068 da danitol 17,2 va sipermetrin 18,5 va 19,1 daqiqa deb berilgan — bir oz farq.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solishtirma va molyar yutilish farqi. Doskada: 260-280 nm; 10-100 mkg/ml. Tipik xato: «solishtirma» ni «molyar» bilan almashtirish (malaka_errors E2).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GX-MS tasdiqlovchi usul sifatida qanday rol o‘ynaydi? Malaka 068 dagi «sipermetrin m/z 167 (100%), 181 (95%)» olib tashlandi: m/z 167 fenvaleratga xos, sipermetrin spektrida asosiy ionlar 163, 181, 165.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sxemadagi har bosqich nimani isbotlaydi? Doskada: 5 bosqichli zanjir. Tipik xato: faqat YuQX natijasi bilan xulosa qilish. Eslatma: bu umumlashtirish slaydi, kitob uni bitta sxemaga jamlamagan.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sipermetrinda nega ikkita cho‘qqi bor? (sis va trans izomerlar). Doskada: ketma-ketlik. Tipik xato: sumi-alfa va detsis tartibini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piretroid zaharlanishini noma’lum ob’ektdan qanday aniqlaysiz? Doskada: «ajratish - YuQX - instrumental». Tipik xato: piretroid tahlilini FOB usullari (xolinesteraza) bilan qilishga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Sintetik piretroidlar: sipermetrin, danitol (fenpropatrin), detsis (deltametrin), sumi-alfa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sintetik piretroidlar — sipermetrin, danitol, detsis, karate, sumi-alfa; ularni ajratish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 va iboralar (15-ma’ruzada): sintetik piretroid hosilalari, danitol, sipermetrin, detsis.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usullari: YuQX, GSX, YuSSX, GX-MS va UB-spektrofotometriya.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159, 148, 161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Sintetik piretroidlar: nega xavfli?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guruh pestitsidlarining yuqori zaharliligi (LD50 = 50-400 mg/kg) va keng ishlatilishi odamlar va hayvonlar zaharlanishiga sabab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Tashxis qo‘yish usullari va biologik suyuqlik hamda ashyolarda tahlil qilishning tasdiqlangan uslublari yo‘qligi o‘limga olib keluvchi sabablardan biri.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Guruhga danitol, sipermetrin, detsis, karate, sumi-alfa va boshqalar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Piretroidlar: LD50 50-400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Vakillari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danitol, sipermetrin, detsis  ·  karate, sumi-alfa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Muammo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tasdiqlangan uslublar yo‘q  ·  tashxis usullari yetishmaydi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Sintetik piretroidlar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Qo‘llanilishi va ishlab chiqarilishi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Navoiy elektrokimyo zavodida ishlab chiqariladigan piretroid pestitsidlari kimyo-toksikologik jihatdan yetarli o‘rganilmagan.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 yuqori samaradorligi, kam miqdorda qo‘llanishi, hasharotlarning turli turlariga keng ta’siri bilan ajralib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Uy hayvonlari zararkunandalariga qarshi va tibbiyot muassasalarida dezinfeksiyalovchi vosita sifatida ham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 (fenpropatrin):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(fenpropatrin) — 2,2,3,3-tetrametiltsiklopropankarbon kislota va tsiano-3-fenoksibenzil spirtining murakkab efiri.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kristall kukun; suyuqlanish harorati 45-50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amalda erimaydi (20 °C da 0,34 mg/l); metanol, geksan, aseton, xloroform, dimetilformamidda eriydi; yorug‘lik va qizdirishga chidamli.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Ko‘rinishi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oq kristall kukun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45-50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(20 °C)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0,34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Chidamli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yorug‘lik, qizdirish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Danitol (fenpropatrin)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Piretroidlar: LD50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Danitol: og‘iz orqali LD50 kalamushlarga 49-54, sichqonlarga 58-67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Sipermetrin: LD50 kalamushlar uchun 200-415, sichqonlarga 63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Detsis: kalamushlar uchun LD50 128,5-138,7 mg/kg.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Kalamush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Sichqon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49-54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58-67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200-415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128,5-138,7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LD50, mg/kg (og‘iz orqali)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159, 160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Fizik xossalar: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— oq kristall kukun, suyuqlanish harorati 45-50 °C, suvda 0,34 mg/l (20 °C).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— sarg‘imtir moysimon suyuqlik; suvda amalda erimaydi (0,03 mg/l).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— oq kristall modda, suyuqlanish harorati 98-101 °C, suvda 0,002 mg/l (20 °C).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096028"/>
                <a:gridCol w="161841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Suvda, mg/l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kristall, 45-50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moysimon suyuqlik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kristall, 98-101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0,002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Danitol, sipermetrin, detsis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159, 160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Chet elda 10% konsentrat emulsiya va 10% konsentrat suspenziya shaklida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O‘zbekistonda «Uzfen» nomi bilan 20% konsentrat emulsiya shaklida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zaharli: og‘iz orqali LD50 kalamushlarga 49-54, sichqonlarga 58-67, o‘rdaklarga 1089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hayvonlariga o‘ta kuchli zaharli: baliqlar uchun SK50 = 2,2-9,6 mkg/l (24 soat ichida).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Kalamush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49-54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Sichqon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58-67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O‘rdak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1089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Baliq SK50 (24 soat)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2,2-9,6</a:t>
            </a:r>
            <a:r>
              <a:rPr sz="1400" b="0">
                <a:solidFill>
                  <a:srgbClr val="6B7280"/>
                </a:solidFill>
                <a:latin typeface="Calibri"/>
              </a:rPr>
              <a:t>  mkg/l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Danitol: LD50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Danitolni qo‘llash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G‘o‘za maydonlarida g‘o‘za tunlamlari, kanalar va kuyalarga qarshi 1,0-2,0 l/ga miqdorda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O‘simliklar o‘sish davrida ishlanadi; to‘rt martagacha ishlov berish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Kemiruvchi va so‘ruvchi zararkunandalar va qurtlarga bir necha soat davomida ta’sir etib, ularni halok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159, 159-160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Sipermetrin: tuzilishi va izomerlari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(ripkord, arrivo, simbush) — tsiano-3-fenoksibenzil-2,2-dimetil-3-(2,2-dixlorvinil)-tsiklopropankarboksilat.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 (40%) va trans (60%) izomerlar aralashmasi: kuchsiz hidli sarg‘imtir moysimon suyuqlik.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sipermetrin kuchsiz hidli suyuqlik, organik erituvchilarda eriydi, LD50 200-415 mg/kg deb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Sis-izomer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Trans-izomer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Ko‘rinishi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sarg‘imtir moysimon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Nomlari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ripkord, arrivo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Sipermetrin izomerlari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160; Malaka materiali №068 (TFI Toksikologik kimyo kafedrasi)., Ma’ruza: Qishloq xo‘jalik ximikatlari, betlar: matn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Sipermetrin: texnik mahsulot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Texnik mahsulot (90% asosiy modda) — moysimon qora-qo‘ng‘ir suyuqlik, uchmaydi.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Spirt, keton, xlororganik va aromatik uglevodorodlar bilan yaxshi aralashadi; suvda amalda erimaydi (0,03 mg/l).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ishqoriy sharoitda gidrolizga uchraydi; yuqori haroratga chidamli; zichligi 25 °C da 1,23 g/sm3; pH 5-7 da barqaror.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Aseton, ksilol, xloroform va tsikloheksanda yaxshi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Asosiy modda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0,03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Zichlik (25 °C)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1,23</a:t>
            </a:r>
            <a:r>
              <a:rPr sz="1500" b="0">
                <a:solidFill>
                  <a:srgbClr val="6B7280"/>
                </a:solidFill>
                <a:latin typeface="Calibri"/>
              </a:rPr>
              <a:t>  g/sm3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Barqaror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Sipermetrin: texnik mahsulot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Sipermetrin: zaharliligi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zaharli: og‘iz orqali LD50 kalamushlar uchun 200-415, sichqonlarga 63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Qushlar uchun zaharli emas, lekin asalarilarga kuchli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Baliqlar uchun LD50 = 0,0012 mg/l (96 soat); suvli muhit uchun 0,006 mg/l, tuproq uchun 0,02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Oziq-ovqat mahsulotlaridagi ruxsat etilgan miqdor 2,0-0,1 mg/kg.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Kalamush LD50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200-415</a:t>
            </a:r>
            <a:r>
              <a:rPr sz="14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Sichqon LD50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63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Baliq LD50 (96 soat)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0,0012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Suvli muhit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0,006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Tuproq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Sipermetrin: zaharlilik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Sipermetrinni qo‘llash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G‘o‘za tunlami, oq qanot, burga, kuya, kolorado qo‘ng‘izi, tripslar va boshqalarga qarshi 0,1-1,0 l/ga hajmda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Issiqxonada yetishtiriladigan qalampir, bodring, pomidor, sabzi, makkajo‘xori ekinlarini himoya qilishda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insektitsid va fungitsidlar bilan birgalikda ham qo‘llaniladi (poliz, sabzavot, bog‘lar).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Detsis (deltametrin):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(deltametrin, butoks, K-otrin) — dibromvinil-dimetiltsiklopropankarbon kislotaning tsiano-3-fenoksibenzil murakkab efiri.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kristall modda; suyuqlanish harorati 98-101 °C; suvda amalda erimaydi (20 °C da 0,002 mg/l).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Aseton, benzol, dimetilsulfoksid, tsikloheksanon va dioksanda eriydi; kislotali sharoitda barqaror.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Ko‘rinishi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oq kristall modda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98-101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(20 °C)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0,002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Barqaror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kislotali sharoitda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Detsis (deltametrin)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Detsis: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2,5% konsentrat emulsiya, dust, granula va 0,5% UMO eritmalari shaklida ishlab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Issiqqonli hayvonlar uchun kuchli zaharli: kalamushlar uchun LD50 128,5-138,7 mg/kg, itlar uchun 300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 va shilliq qavatlarga qitiqlovchi ta’sir etadi; kam miqdorda organizmda to‘planadi.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Asalari va baliqlar uchun kuchli zaharli; maishiy suv havzalarida ruxsat etilgan miqdor 0,006 mg/l, tuproqda 0,01 mg/kg.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Kalamush LD50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128,5-138,7</a:t>
            </a:r>
            <a:r>
              <a:rPr sz="11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It LD50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havzasida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0,006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Tuproqda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0,01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Detsis: zaharlilik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160, 161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Ekologik ta’sir: asalari, baliq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qushlar uchun zaharli emas, asalarilarga kuchli ta’sir etadi; baliqlar uchun LD50 0,0012 mg/l (96 soat).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asalari va baliqlar uchun kuchli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suv hayvonlariga o‘ta kuchli zaharli; baliqlar uchun SK50 2,2-9,6 mkg/l (24 soat).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Danitol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hayvonlariga o‘ta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baliq SK50 2,2-9,6 mkg/l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Sipermetrin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qushlar uchun zaharli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asalarilarga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baliq LD50 0,0012 mg/l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Detsis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asalari va baliqlarga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havzasida 0,006 mg/l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Atrof-muhitga ta’siri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160, 161, 159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Detsis: havo orqali ta’siri va qo‘llash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orqali kalamushlar uchun LK50 = 60 mg/l; yovvoyi o‘rdak uchun 4640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G‘o‘za tunlami, oq qanot, burga, kuya, kolorado qo‘ng‘izi va boshqalarga qarshi 0,1-3,0 l/ga hajmda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FLO vositasi raps, karam, bug‘doy, g‘o‘za, kungaboqar, qand lavlagi, noxot, pomidorni himoya qilishda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Kalamush LK50 (havo)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Yovvoyi o‘rdak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4640</a:t>
            </a:r>
            <a:r>
              <a:rPr sz="11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Me’yor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0,1-3,0</a:t>
            </a:r>
            <a:r>
              <a:rPr sz="1100" b="0">
                <a:solidFill>
                  <a:srgbClr val="6B7280"/>
                </a:solidFill>
                <a:latin typeface="Calibri"/>
              </a:rPr>
              <a:t>  l/ga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Detsis: havo orqali va me’yor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160-161, 161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Karate va sumi-alfa: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Karate: mevazorlarda mevaxo‘rlar, kartoshkada kolorado qo‘ng‘izi, bug‘doy va arpada don qo‘ng‘izi, tripslar, burgalarga qarshi; me’yori 0,4-0,8 l/ga.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Sumi-alfa: kolorado qo‘ng‘izi, pivyavitsa, tunlamlar, kuyalar, burga, kanalar, tripslarga qarshi; me’yori 0,2-0,5 l/ga.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 karate va sumi-alfa piretroid vakillari sifatida sanalgan, alohida tavsifi berilmagan.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№068 (TFI Toksikologik kimyo kafedrasi)., Ma’ruza: Qishloq xo‘jalik ximikatlari, betlar: matn; Yuldashev Z.A., Umarova G.Q., Toksikologik kimyo modulidan o‘quv-uslubiy majmua, betlar: 152, 159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Qo‘llash me’yorlari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piretroidlarning qo‘llash me’yorlari (l/ga)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 bilan solishtirganda: sipermetrin 0,1-1,0, danitol 1,0-2,0, detsis 0,1-3,0 l/ga.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Preparat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l/ga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0,1-1,0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1,0-2,0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0,1-3,0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0,4-0,8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Qo‘llash me’yori, l/ga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№068 (TFI Toksikologik kimyo kafedrasi)., Ma’ruza: Qishloq xo‘jalik ximikatlari, betlar: matn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qon konussimon kolbaga o‘tkaziladi, pH natriy gidroksid bilan 8-9 ga keltiriladi (universal indikator qog‘ozi).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ml to‘yingan NaCl va 10 ml organik erituvchi qo‘shiladi; 5 daqiqa sentrifugalanadi; ajratish voronkasida organik qatlam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Jarayon yana ikki marta takrorlanadi; ajralmalar birlashtirilib filtrlanadi, erituvchi uchiriladi.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YuQX, YuSSX va UB-spektrometriya usullarida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qon, pH 8-9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ml to‘yingan NaCl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erituvchi, 5 daqiqa sentrifuga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yana 2 marta, birlashtirish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YuQX, YuSSX, 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Qondan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25 ml siydik ajratkich voronkaga o‘tkaziladi, 3 g NaCl qo‘shiladi, pH 0,1 M NaOH bilan 8-9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marta (30, 20, 20 ml) organik erituvchi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natriy sulfatli filtrdan o‘tkaziladi, filtr 5 ml erituvchi bilan yuviladi; rotor-vakuumda 0,5 ml qolguncha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chinni idishga o‘tkaziladi, kolba 2 marta 3 ml erituvchi bilan yuviladi, havo oqimida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25 ml siydik + 3 g NaCl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M NaOH bilan 8-9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30, 20, 20 ml erituvchi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Filtrlash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Na2SO4 filtr, 5 ml bilan yuvish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Haydash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rotor-vakuum, 0,5 ml gacha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Siydikdan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ob’ektdan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g ob’ekt maydalanib, 1-3 ml suv bilan aralashtiriladi; pH 0,1 M NaOH bilan 9-9,5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 ml organik erituvchi va 5 ml to‘yingan NaCl qo‘shiladi; chayqatgichda 1 soat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 yana ikki marta takrorlanadi; ekstrakt natriy sulfat orqali o‘tkazilib, rotor-vakuumda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quritilib, YuQX, UB-spektrometriya yoki YuSSX 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g, 1-3 ml suv, pH 9-9,5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Erituvchi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15 ml + 5 ml to‘yingan NaCl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Chayqatish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soat chayqatgichda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yana 2 marta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Na2SO4, rotor-vakuum; tekshirish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Ob’ektdan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protokollari: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Qon: 5 ml, pH 8-9, 10 ml erituvchi va jami 3 marta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Siydik: 25 ml + 3 g NaCl, pH 8-9; erituvchi 30, 20, 20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ob’ekt: 10 g, pH 9-9,5; 15 ml erituvchi va 5 ml NaCl, jami 3 marta.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993"/>
                <a:gridCol w="1321993"/>
                <a:gridCol w="1321993"/>
                <a:gridCol w="1321993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Namuna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8-9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 ml, 3 marta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25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8-9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30, 20, 20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Biologik ob’ekt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9-9,5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15 ml, 3 marta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Ajratish: namuna va 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Ekstragentlar va ajralish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va detsis xloroform bilan ajratilgan (siydikdan 79,50% va 78,56%).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Danitol: siydikdan etilatsetat bilan 78,30%; qondan geksan-etilatsetat 1:1 bilan 67,20%.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ashyodan ekstraksiya darajasi: sipermetrin 50,54%, danitol 50,00%, detsis 51,46%.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Piretroid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Ekstragent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Siydik,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79,50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etilatsetat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78,30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78,56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Ekstragent va daraja (siydik)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Sipermetrin: siydik 79,50%, qon 75,66%, biologik ashyo 50,54% (xloroform).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Danitol: siydik 78,30%, qon 67,20% (geksan-etilatsetat 1:1), biologik ashyo 50,00% (etilatsetat).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Detsis: siydik 78,56%, qon 77,60%, biologik ashyo 51,46% (xloroform).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Piretroid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79,50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75,66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78,30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67,20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78,56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77,60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darajasi,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plastinka va sorbentlar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uchun «Silufol» plastinkasi (Silpearl sorbenti)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uchun laboratoriyada tayyorlangan silikagelli plastinka (LS 5/40 mkm silikageli).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Sumi-alfa, detsis va karate uchun «Silufol» va «Sorbfil» (STX-1VE, 8-12 mkm; STX-1A, 5-17 mkm).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Piretroid -&gt; plastinka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Danitol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«Silufol» (Silpearl)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Sipermetrin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lab. silikagel (LS 5/40 mkm)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Sumi-alfa, detsis, karate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«Silufol»  ·  «Sorbfil» (STX-1VE, STX-1A)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 plastinkalari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ko‘rsatuvchi 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— Marki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— xlorruxyod (ClZnI) va Mune bo‘yicha modifikatsiyalangan Dragendorf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Sumi-alfa, detsis va karate — natriy eozinatning 1% suvli eritmasi va modifikatsiyalangan bromfenol ko‘ki.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946"/>
                <a:gridCol w="259002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Piretroid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ClZnI, Dragendorf (Mune)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Sumi-alfa, detsis, karate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 eozinat 1%, bromfenol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Reaktiv - piretroid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Rf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Sipermetrin: geksan-aseton (5:1) 0,44; xloroform-metanol (7:1) 0,58; geksan-etilatsetat (3:1) 0,61.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Danitol: geksan-aseton (2:1) 0,55 va geksan-etilatsetat (3:1) 0,47.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Sumi-alfa: geksan-xloroform (2:1) 0,68; karate: xloroform-geksan (2:1) 0,57; detsis: (3:2) 0,6.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01"/>
                <a:gridCol w="2164080"/>
                <a:gridCol w="150429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geksan-aseton 5:1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geksan-aseton 2:1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Sumi-alfa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geksan-xloroform 2:1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0,68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xloroform-geksan 3:2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tizimi va 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chegaralari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Sipermetrin: Mune bo‘yicha modifikatsiyalangan Dragendorf reaktivi bilan 2 mkg; xlorruxyod reaktivi bilan 1,5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Danitol: Marki reaktivi bilan 2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Sumi-alfa, detsis va karate: natriy eozinatning 1% eritmasi bilan 2 mkg; bromfenol ko‘kining 0,5% eritmasi bilan 2,5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905"/>
                <a:gridCol w="1627069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 (Mune): 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Xlorruxyod: 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1,5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Marki: 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 eozinat 1%: sumi, detsis, karate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Bromfenol 0,5%: sumi, detsis, karate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2,5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Aniqlash chegaralari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sharoiti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5% SE-30 shimdirilgan xromaton N-AW-DMCS sorbenti, shisha, 130 x 0,2 sm; tashuvchi gaz — azot,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Vodorod va havo oqimi mos ravishda 30 ml/daq va 350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dasturi: 180 dan 220 °C gacha 10 °C/daq, so‘ngra 245 °C gacha 3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harorati 260 °C; injektor harorati 250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130 x 0,2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5% SE-30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Tashuvchi gaz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azot, 30 ml/daq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Injektor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sharoitlari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ushlanish vaqtlari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pestitsidlarning GSX dagi ushlanish vaqtlari jadvali berilgan (minut).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bu sharoitda aniqlanmagan.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Pestitsid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Sevin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6,9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Sumi-alfa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14,1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15,3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ushlanish vaqti,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№068 (TFI Toksikologik kimyo kafedrasi)., Ma’ruza: Qishloq xo‘jalik ximikatlari, betlar: matn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asbob va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Agilent Technologies firmasining «Agilent 1100 series» xromatografi, «Chemstation A.09.03» dasturi bilan boshqariladi.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kanalli gradient nasos, gazsizlantiruvchi qurilma, 190-600 nm da ishlaydigan UV/VIS spektrofotometrik detektor.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150 x 3 mm, zarrachalari 3,5 mkm, Zorbax Eclipse XDB S-18 sorbenti.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Xromatograf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Agilent 1100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 x 3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Zarracha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mkm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Sorbent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Zorbax XDB S-18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 (UV/VIS)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190-600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YuSSX: asbob va kolonka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harakatlanuvchi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Optimal tarkib: pH = 3,0 fosfor bufer (A) va asetonitril (B), chiziqli gradient.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Gradient: 0 daq — A 80%, B 20%; 7-20 daq — A 25%, B 75%; 24 daq — A 80%, B 20%.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Oqim tezligi 0,5 ml/daq; tahlil 278-280 nm da, davomiyligi 24 daqiqa.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 daq: A 80% / B 20%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7-20 daq: A 25% / B 75%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24 daq: A 80% / B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Gradient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ushlanish vaqtlari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Danitolning ushlanish vaqti 17,4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va uning izomerlari — 18,7 va 19,7 daqiqa; detsis — 20,1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 — 20,9; karate — 21,9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17,4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18,7 va 19,7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20,1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21,9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vaqti, daq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10 mm qatlam qalinligida 200-400 nm sohada o‘tkaziladi; solishtiruvchi eritma — mos organik erituvchilar.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Piretroidlar 260-280 nm sohasida bittadan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Sipermetrin, danitol va detsisning solishtirma va molyar yutilish ko‘rsatkichlari mos ravishda 82,0-91,0 va 3195,0-4405,1 oralig‘ida.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10-100 mkg/ml konsentratsiyalarda Buger-Lambert-Ber qonuniga bo‘ysunadi.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200-400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Qatlam qalinligi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Maksimum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260-280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Konsentratsiya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10-100</a:t>
            </a:r>
            <a:r>
              <a:rPr sz="1400" b="0">
                <a:solidFill>
                  <a:srgbClr val="6B7280"/>
                </a:solidFill>
                <a:latin typeface="Calibri"/>
              </a:rPr>
              <a:t>  mkg/ml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UB-spektrofotometriya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va malaka ma’lumoti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Sintetik piretroidlarni YuQX, GSX, YuSSX, GX-MS va UB-spektrofotometrik usullarda tahlil qilish uslublari ishlab chiqilgan.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Malaka: YuSSX da danitol 17,2 daqiqa, sipermetrin izomerlari 18,5 va 19,1 daqiqa.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Qon, peshob va ob’ektlardan ajratilgan quruq qoldiq YuQX, YuSSX va UB-spektrometrik usullar yordamida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161; Malaka materiali №068 (TFI Toksikologik kimyo kafedrasi)., Ma’ruza: Qishloq xo‘jalik ximikatlari, betlar: matn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Piretroidlar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Ajratish: qon, siydik, biologik ob’ekt uchun alohida protokol (pH 8-9 va 9-9,5; NaCl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YuQX (reaktiv + Rf), so‘ng GSX/YuSSX/GX-MS va UB-spektr.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Natijaga ta’sir qiluvchi omil: ekstraksiya darajasi (50-79%) va aniqlash chegarasi (1,5-2,5 mkg).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Ajratish (pH 8-9.5)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GSX / YuSSX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UB-spektr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161, 161-163, 162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elyuatsiya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17,4 daqiqada chiqadi; sipermetrin izomerlari 18,7 va 19,7 daqiqada.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20,1; sumi-alfa 20,9; karate 21,9 daqiqada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278-280 nm da olib boriladi; davomiyligi 24 daqiqa.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17,4: danitol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18,7 va 19,7: sipermetrin izomerlari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20,1: detsis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20,9: sumi-alfa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21,9: karate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vaqti, daqiqa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Sintetik piretroidlar (danitol, sipermetrin, detsis, karate, sumi-alfa) yuqori zaharli (LD50 = 50-400 mg/kg); tasdiqlangan uslublar yetishmaydi.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qon, siydik va ob’ektdan organik erituvchi bilan, pH 8-9,5 sharoitida; ekstraksiya darajasi 50-79%.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Tahlil: YuQX (Marki, ClZnI/Dragendorf, eozinat/bromfenol), GSX, YuSSX (278-280 nm), UB-spektr (260-280 nm).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Asalari va baliqlar uchun kuchli zaharli, atrof-muhit uchun xavfli.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159, 161-162, 162-163, 160-161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sipermetrin nomi bir joyda «tsipermetrin» deb ham yozilgan; sipermetrin (ripkord, arrivo, simbush) bir modda.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Detsisning boshqa nomlari: deltametrin, butoks, K-otrin.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068: sipermetrin va danitol uchun «qo‘llash me’yori» alohida, bir xil emas — danitol 1,0-2,0 l/ga, sipermetrin 0,1-1,0 l/ga.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O‘zbekistonda «Uzfen» nomi bilan 20% konsentrat emulsiya sifatida chiqariladi.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 (fenpropatrin), detsis (deltametrin), sumi-alf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148, 152, 159-163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№068 (TFI Toksikologik kimyo kafedrasi). Ma’ruza: Qishloq xo‘jalik ximikatlari, xlororganik va karbamin kislota hosilalari pestitsidlar (sintetik piretroidlar bo‘limi).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