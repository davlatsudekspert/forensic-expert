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fenatsetin bilan salitsil kislota bir mavzuda o‘rganiladi? Doskada: dars rejasi. Eslatma: kitobning ko‘rsatilgan betlarida atsetilsalitsil kislota alohida tavsiflanmagan (sarlavhada bor, matn faqat salitsil kislotani yoritadi); bu slaydlarda aspirinning salitsil kislota bilan aloqasi ko‘rsatiladi. Tipik xato: atsetilsalitsil kislotani salitsil kislota bilan bir xil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neytral modda uchun ajratish muhiti qanchalik muhim? Doskada: ikki ajralma (kislotali / ishqoriy) sxemasi va bu moddalar o‘rni. Tipik xato: fenatsetinni ishqoriy ajralmadan qidirish.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tuzilishdagi qaysi guruh gidrolizda qoldiq beradi? Doskada: fenatsetin tuzilish formulasi. Tipik xato: fenatsetinni kislota deb o‘ylash — u neytral modda.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bir moddaning bir necha nomi bor? Doskada: lotincha, xalqaro va kimyoviy nom. Izoh: bu band malaka 009 dan. Tipik xato: sinonimlarni boshqa-boshqa moddalar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neytral modda kislotali va ishqoriy ajralmaning ikkalasida ham chiqishi mumkinmi? Doskada: neytral moddalar uchun sxema. Tipik xato: neytral moddani faqat ishqoriy ajralmada qidirish.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eruvchanlik ma’lumoti ekstraksiya erituvchisini tanlashga qanday ta’sir qiladi? Doskada: jadvalni yozing. Izoh: bu ma’lumotlar malaka 009 materialidan, kitobda yo‘q. Tipik xato: 1:14 nisbatini «14 %» deb o‘qish.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metgemoglobinemiya mexanizmini aytib bering. Doskada: fenatsetin → p-aminofenol → xinonimin. Tipik xato: terapevtik doza va katta dozani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xinonimin p-aminofenolga qaytadi va davom etadi? Doskada: sxema. Izoh: ikkinchi bog‘liqlik malaka 009 dan. Tipik xato: p-aminofenolni va xinoniminni bir modda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konyugatlarni aniqlashdan oldin nima qilish kerak? Doskada: metabolitlar ro‘yxati. Izoh: paratsetamol haqidagi ma’lumot faqat malaka 009 da, kitob betlarida paratsetamol alohida tavsiflanmagan. Tipik xato: peshobda faqat o‘zgarmagan fenatsetin qidirish.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avval gidroliz kerak? Doskada: 4 reaksiya nomi. Tipik xato: gidrolizsiz azobo‘yoq reaksiyasini bajarish — birlamchi aromatik amin gidrolizdan keyin hosil bo‘ladi.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diazotirlash qaysi bosqichda sodir bo‘ladi? Doskada: bosqichlar. Tipik xato: β-naftolni nordon muhitda qo‘shish; kitobda ishqoriy eritma ko‘rsatilgan.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ikkala reaksiyaning rangini solishtiring. Doskada: ikki reaksiya jadvali (reaktiv, rang). Tipik xato: nitrofenatsetin rangini «qizil» deb yozish: kitobda sariq (amaliy qismda sariq-qo‘ng‘ir).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mikrokristalloskopiya qaysi vaziyatda kerak bo‘ladi? Doskada: 3 reaksiya. Izoh: Liberman reaktivi va peshobni dastlabki tekshirish malaka 009 dan. Tipik xato: dastlabki sinovni tasdiqlovchi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Rf qiymatini qanday hisoblaymiz? Doskada: Rf = a/b (toks 230: start chizig‘idan dog‘ markazigacha / start chizig‘idan finish chizig‘igacha). Izoh: YuQX shartlari malaka 009 dan. Tipik xato: Rf ni boshqa tizim sharoitida solishtirish.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ushlanish indeksi nimani ko‘rsatadi? Doskada: GX va YuSSX parametrlari. Izoh: YuSSX harakatlanuvchi faza tarkibi (malaka 009 da pH 13,6 deb yozilgan) shubhali bo‘lgani uchun slaydga kiritilmadi (malaka_errors E13). Tipik xato: shubhali pH ni nusxa ko‘chirish.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erituvchi maksimum o‘rniga qanday ta’sir qiladi (250 va 244 nm)? Izoh: bu yerda «ε» belgisi bilan berilgan qiymatlar kiritilmadi (malaka_errors E2). Uch spektr usuli bir-birini qanday to‘ldiradi? Doskada: asosiy cho‘qqilar. Izoh: IQ va MS qiymatlari malaka 009 dan (kitob betlarida yo‘q). Tipik xato: IQ-spektr qiymatlarini bitta kolonka sifatida o‘qish.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nima uchun sifat va miqdor usullari bir-biriga bog‘liq? Doskada: 3 usul. Tipik xato: sifat reaksiyasi musbat bo‘lsa miqdoriy tahlilni o‘tkazmaslik.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suv bug‘i bilan haydaladigan boshqa moddalarni eslang. Doskada: xossalar ro‘yxati. Tipik xato: salitsil kislotani suv bug‘i bilan haydalmaydi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oziq-ovqat tekshiruvi kerak bo‘lib qoladi? Doskada: 3 qo‘llanish sohasi. Tipik xato: salitsil kislotani faqat dori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eshitish alomatlari qaysi guruh preparatlariga xos? Doskada: belgilar ro‘yxati. Tipik xato: faqat oshqozon-ichak belgilarini eslash.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salitsilatlar organizmda deyarli bir xil taqsimlanadi? Doskada: 80 % va 20 % taqsimoti. Tipik xato: metabolitlarni peshobdan qidirmaslik.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qachon salitsilatni qidirish boshlanadi? Doskada: ikki shart. Tipik xato: har bir ob’ektni salitsilatga tekshirish.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rang pH ga qarab o‘zgaradi? Doskada: jadvalni yozing. Tipik xato: faqat zangori-binafsha rangni eslab, pH ga bog‘liqligini unutish.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maltol nima uchun xalal beradi? Doskada: shartlar. Tipik xato: musbat FeCl3 sinovini salitsilatning yagona isboti deb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«manfiy ahamiyat» nimani anglatadi? Doskada: bromli suv: musbat natija – tasdiq emas, manfiy – rad etish. Tipik xato: musbat natijani tasdiq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efirning hidi qaysi o‘simlik/mahsulotni eslatadi? (kitobda yo‘q — savol ochiq). Doskada: reaksiya sharti va 300/302 nm. Tipik xato: ishqoriy va kislotali eritma maksimumlarini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dastlabki sinov va tasdiqlovchi sinov farqi. Doskada: ikki reaksiya. Tipik xato: reaktiv formulasini kitobdan tekshirmay ko‘chirish. Kitobda: «Fe(NO2)» (xato) — Trinder reaktivi simob (II) xlorid va temir (III) nitrat Fe(NO3)3 dan iborat.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qaysi usul kichik miqdorlar uchun mos? Doskada: 3 usul. Tipik xato: miqdor tahlilidan oldin sifat tasdig‘ini o‘tkazmaslik.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aspirin qabul qilgan odam peshobida qanday birikma qidiriladi? Doskada: aspirin → salitsil kislota; fenatsetin → paratsetamol. Eslatma: atsetilsalitsil kislotaning o‘z tahlil usullari (reaksiya, Rf, UB) kitobning bu betlarida berilmagan; to‘qib yozilmadi. Tipik xato: kitobda yo‘q aspirin reaksiyalarini salitsilat reaksiyalari bilan almashtirib ko‘rsatish.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fenatsetin va salitsil kislotani aralashmada qanday farqlaymiz? Doskada: reaksiyalar jadvali (modda – reaktiv – natija). Tipik xato: bromli suv reaksiyasini salitsilat uchun xos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Kislotali va neytral moddalar: fenatsetin, salitsil va atsetilsalitsil kislota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Ma’ruza rejasi va tayanch iboralar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Kislotali va neytral moddalar: fenatsetin, salitsil va atsetilsalitsil kislota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fenatsetin va salitsil kislota, atsetilsalitsil kislota — toksikologik ahamiyati va tahlil usullari.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Tayanch iboralar: qutbli erituvchi, fenatsetin va salitsil kislota, atsetilsalitsil kislota.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Mavzu ajratmadagi kuchsiz asosli va kislotali xossali moddalar tahliliga bag‘ishlangan.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Bu moddalar qaysi ajralmada tekshiriladi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Kislotali va neytral moddalar: fenatsetin, salitsil va atsetilsalitsil kislota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Kislotali sharoitda olingan ajralma barbituratlar, neytral moddalar (fenatsetin), organik kislotalar (salitsil, pikrin) uchun tekshiriladi.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Salitsil kislota bilan zaharlanganda ob’ektdan qutbli erituvchilar yordamida kislotali muhitda ajratib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Fenatsetin nordonlashtirilgan suv yoki spirt yordamida kislotali muhitda ajratib olinadi.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96, 98; Malaka materiali №009 (TFI Toksikologik kimyo kafedrasi)., 3-ma’ruza: Fenatsetin, betlar: ma’ruza matni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Fenatsetin: umumiy tavsif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Kislotali va neytral moddalar: fenatsetin, salitsil va atsetilsalitsil kislota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Fenatsetin oq kristall kukun bo‘lib, suvda qiyin, organik erituvchilarda yaxshi eriydi.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Harorat tushiruvchi, og‘riq qoldiruvchi va shamollashga qarshi ta’sir ko‘rsatadi.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Kimyoviy tuzilishi: para-holatda etoksi (C2H5O-) va asetilamino (-NHCOCH3) guruhlari saqlovchi benzol.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97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Fenatsetin: nomlari va identifikatorlari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Kislotali va neytral moddalar: fenatsetin, salitsil va atsetilsalitsil kislota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Lotincha nomi Phenacetinum; xalqaro nomi Phenacetin; CAS kodi 62-44-2.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Kimyoviy nomi N-(4-etoksifenil)asetamid yoki 1-etoksi-4-asetaminobenzol (asetofenetidin).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Sinonimlari: Acetophenetidin, Acetylphenetidin, Fenacetina, Paracetophenetidin, fenedin.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№009 (TFI Toksikologik kimyo kafedrasi)., 3-ma’ruza: Fenatsetin, betlar: ma’ruza matni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Neytral moddalarni ekstraksiyalash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Kislotali va neytral moddalar: fenatsetin, salitsil va atsetilsalitsil kislota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Antifibrin va fenatsetin kabi neytral moddalar uchun pH ta’siri kam.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Ular organik erituvchilar bilan kislotali, neytral va ishqoriy sharoitda ham yaxshi ekstraksiyalanadi.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Shunga qaramay, kislotali ajralma neytral moddalar (fenatsetin) uchun tekshiriladi.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87, 96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Fenatsetin: fizik-kimyoviy ma’lumot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Kislotali va neytral moddalar: fenatsetin, salitsil va atsetilsalitsil kislota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Kimyoviy nomi N-(4-etoksifenil)asetamid; tabiati neytral; suyuqlanish harorati 134-135 °C.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Eruvchanligi: xloroformda 1:14, etanolda 1:15, efirda 1:90, suvda 1:1300.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Oq, hidsiz, achchiq ta’mli kristall kukun.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3987"/>
                <a:gridCol w="2643987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Erituvchi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Nisbat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Xloroform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1:14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Etanol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1:15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Efir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1:90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Suv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1:1300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Eruvchanlik (malaka 009)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№009 (TFI Toksikologik kimyo kafedrasi)., 3-ma’ruza: Fenatsetin, betlar: ma’ruza matni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Fenatsetinning toksikologik ahamiyati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Kislotali va neytral moddalar: fenatsetin, salitsil va atsetilsalitsil kislota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Katta dozada qabul qilinganda fenatsetin metgemoglobinemiya, anemiya va nefrit kasalliklarini chaqirishi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Preparat to‘liq gidrolizlanmaganda kuchli zaharli n-fenetidin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Gidroliz mahsuloti p-aminofenol oksidlanib, gemoglobinga ta’sir qiluvchi xinoniminni hosil qiladi.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97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Fenatsetin gidrolizi va zaharli mahsulotlar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Kislotali va neytral moddalar: fenatsetin, salitsil va atsetilsalitsil kislota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Organizmda fenatsetin gidrolizlanib, para-aminofenolni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p-Aminofenol oksidlanib, xinoniminga aylanadi.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Xinonimin tezda gemoglobinni oksidlab parchalaydi va o‘zi yana p-aminofenolga qaytadi.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Fenatsetin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p-Aminofenol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Xinonimin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Gemoglobinga ta’sir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Gidroliz yo‘li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97; Malaka materiali №009 (TFI Toksikologik kimyo kafedrasi)., 3-ma’ruza: Fenatsetin, betlar: ma’ruza matni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Fenatsetin metabolizmi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Kislotali va neytral moddalar: fenatsetin, salitsil va atsetilsalitsil kislota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Dealkillanish natijasida paratsetamol, n-fenetidin, n-aminofenol hosil bo‘lishi mumkin; gidrolizda 2-gidroksifenatsetin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Fenatsetinning bir qismi metabolit holida, bir qismi glyukuronid va sulfatlar bilan konyugat holida peshob orqali ajraladi.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Yarim yemirilish davri 0,6-1,3 soat; Vd 1-2 L/kg.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№009 (TFI Toksikologik kimyo kafedrasi)., 3-ma’ruza: Fenatsetin, betlar: ma’ruza matni; Yuldashev Z.A., Umarova G.Q., Toksikologik kimyo modulidan o‘quv-uslubiy majmua, betlar: 97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Fenatsetinni gidrolizga asoslangan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Kislotali va neytral moddalar: fenatsetin, salitsil va atsetilsalitsil kislota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Fenatsetin konsentrlangan xlorid kislota bilan qizdirib gidrolizlangach, hosil bo‘lgan mahsulotlarga asoslanib tekshiriladi.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Ishlatiladigan reaksiyalar: sirka etil efiri hosil bo‘lishi, azobo‘yoq, indofenol hosil qilish reaksiyalari.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Ishqorning spirtdagi eritmasi va xloroform ta’sirida izonitril (qo‘lansa hid) hosil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97-98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Azobo‘yoq hosil qilish reaksiyasi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Kislotali va neytral moddalar: fenatsetin, salitsil va atsetilsalitsil kislota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Gidrolizda birlamchi aromatik amin hosil bo‘lgani uchun azobo‘yoq reaksiyasidan foydalaniladi.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1-2 tomchi bug‘latiladi, 1 ml konsentrlangan HCl bilan hajm yarmiga kamayguncha qizdiriladi.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Sovitib, 1 % NaNO2 va ishqoriy β-naftol qo‘shiladi; qizil rang — fenatsetin.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Bug‘latish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HCl bilan gidroliz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Sovitish + NaNO2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β-naftol (ishqoriy)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Qizil rang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Azobo‘yoq bosqichlari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Xrom angidridi va nitrofenatsetin reaksiyalari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Kislotali va neytral moddalar: fenatsetin, salitsil va atsetilsalitsil kislota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5-6 tomchi xloroformli eritma quritilgach, 1 ml konsentrlangan HCl bilan 5 daqiqa qaynatiladi; sovigach 2 % xrom angidridi qo‘shiladi.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p-Aminofenol oksidlanishidan to‘q qizil rang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Nitrat kislota bilan qizdirilganda fenatsetin sariq rangli nitrofenatsetinni hosil qiladi.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228, 97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Qo‘shimcha sifat reaksiyalari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Kislotali va neytral moddalar: fenatsetin, salitsil va atsetilsalitsil kislota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Liberman reaktivi bilan fenatsetin binafsha rang hosil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Fenatsetin mis-yod kompleksi bilan o‘ziga xos mikrokristallar hosil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Peshobni fenatsetinga dastlabki tekshirish: 1 ml peshobga azobo‘yoq reaksiyasi o‘tkaziladi — qizil rang hosil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№009 (TFI Toksikologik kimyo kafedrasi)., 3-ma’ruza: Fenatsetin, betlar: ma’ruza matni; Yuldashev Z.A., Umarova G.Q., Toksikologik kimyo modulidan o‘quv-uslubiy majmua, betlar: 229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Fenatsetin: YuQX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Kislotali va neytral moddalar: fenatsetin, salitsil va atsetilsalitsil kislota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Plastinka — silikagel G, qatlam qalinligi 250 mkm; HCl ning metanolli eritmasi purkaladi.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Qo‘zg‘aluvchi faza — metanol – 25 % ammiak (100:1,5); ochuvchi reaktiv — Dragendorf reaktivi.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Rf = 0,38, qo‘ng‘ir rangli dog‘ hosil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№009 (TFI Toksikologik kimyo kafedrasi)., 3-ma’ruza: Fenatsetin, betlar: ma’ruza matni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Fenatsetin: GX va YuSSX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Kislotali va neytral moddalar: fenatsetin, salitsil va atsetilsalitsil kislota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GX: 2 m uzunlikdagi, ichki diametri 2 mm shisha kolonka, 3 % SE-30 Xromosorb G-HP; tashuvchi gaz azot, 45 ml/daq.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Kolonka harorati 100 °C dan 300 °C gacha sekin ko‘tariladi; ushlanish indeksi RI 1675.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YuSSX: kolonka ODS Hypersil (160 x 5 mm, 5 mkm), UB-detektor 244 nm; fenatsetin cho‘qqisi 4,4 daqiqada chiqadi.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№009 (TFI Toksikologik kimyo kafedrasi)., 3-ma’ruza: Fenatsetin, betlar: ma’ruza matni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Fenatsetin: IQ, MS va 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Kislotali va neytral moddalar: fenatsetin, salitsil va atsetilsalitsil kislota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IQ-spektr (KBr disk): 1244, 1655, 1513, 1555, 1265, 836 sm-1 yutilish chiziqlari.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Mass-spektr: 108, 109, 179, 137, 43, 81, 80, 110 m/z cho‘qqilari.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UB-spektr: fenatsetinning spirtdagi eritmasi 250 nm da spektral maksimum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0,1 M xlorid kislotadagi eritmada maksimum 244 nm 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№009 (TFI Toksikologik kimyo kafedrasi)., 3-ma’ruza: Fenatsetin, betlar: ma’ruza matni; Yuldashev Z.A., Umarova G.Q., Toksikologik kimyo modulidan o‘quv-uslubiy majmua, betlar: 97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Fenatsetin miqdoriy tahlili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Kislotali va neytral moddalar: fenatsetin, salitsil va atsetilsalitsil kislota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Miqdori azobo‘yoq reaksiyasi asosida fotokolorimetrik (FEK yoki SF) usulda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Miqdoriy aniqlash UB-spektr asosida spektrofotometrik usulda ham bajariladi.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GSX va YuSSX usullari ham miqdoriy aniqlash uchun ko‘rsatilgan.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97; Malaka materiali №009 (TFI Toksikologik kimyo kafedrasi)., 3-ma’ruza: Fenatsetin, betlar: ma’ruza matni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Salitsil kislota: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Kislotali va neytral moddalar: fenatsetin, salitsil va atsetilsalitsil kislota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Salitsil kislota mayda ninasimon, yengil, hidsiz kristall; nordon-shirin mazali.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Sovuq suvda yomon, issiq suvda juda yaxshi, spirt va efirda yaxshi eriydi; 159 °C da suyuqlanadi.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Suv bug‘i bilan haydaladi, shuning uchun biologik ob’ektdan suv bug‘i bilan haydab ajratish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98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Salitsil kislota: toksikologik ahamiyati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Kislotali va neytral moddalar: fenatsetin, salitsil va atsetilsalitsil kislota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Organizmga faqat yuqori dozalarda zaharli ta’sir ko‘rsatadi; tibbiyotda, aspirin va salol kabi dorilar olishda ishlatiladi.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Oziq-ovqatni konservalash uchun ishlatilgan, lekin zaharli ta’siri sababli davlat tomonidan bekor qilingan.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Shu sababli oziq-ovqat mahsulotlari ham ba’zan sud-kimyo laboratoriyasiga ashyoviy dalil sifatida yuboriladi.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98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Salitsil kislota bilan zaharlanish belgilari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Kislotali va neytral moddalar: fenatsetin, salitsil va atsetilsalitsil kislota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Bosh og‘rishi, bosh aylanishi, quloqlarda g‘uvullash va eshitish qobiliyatining susayishi.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Bemorning ichi ketadi, ko‘ngli aynib qusadi; qon aylanishi va nafas olish ritmi buziladi.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Ba’zan asabiy o‘zgarishlar ro‘y beradi va kollaps hodisasi paydo bo‘ladi.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98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Salitsil kislota metabolizmi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Kislotali va neytral moddalar: fenatsetin, salitsil va atsetilsalitsil kislota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Salitsilatlar oshqozondan qonga nihoyatda tez so‘riladi va natriyli tuz holida oqsillarga birikadi.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Ular asosan (80 %) buyraklar orqali chiqadi; peshobda tez paydo bo‘lib, 24 soat ichida batamom chiqib ketadi.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Qolgan 20 % to‘qimalarda metabolitlanib, 2,3-digidroksibenzoy, 2,5-digidroksibenzoy va 2,3,5-trigidroksibenzoy kislotalarni hosil qiladi.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98-99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Salitsil kislotani aniqlash: sharoit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Kislotali va neytral moddalar: fenatsetin, salitsil va atsetilsalitsil kislota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Salitsil kislota sud-kimyo tahlilida sud ijrochilarining ko‘rsatmasi bo‘yicha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Yoki tekshiriladigan eritma bug‘latilganda qolgan qoldiq bu kislotaga xarakterli bo‘lgandagina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Ba’zi odamlar salitsil kislotadan tez zaharlanishi mumkin; metil efiri spirtli ichimlik o‘rniga ichilganda ham baxtsiz hodisalar kelib chiqqan.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98-99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Temir(III) xlorid bilan reaksiya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Kislotali va neytral moddalar: fenatsetin, salitsil va atsetilsalitsil kislota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Salitsil kislota temir(III) xlorid bilan zangori-binafsha rang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Kompleks tarkibi va rangi reaksiya pH muhitiga bog‘liq: monosalitsilat, disalitsilat, trisalitsilat.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Hosil bo‘lgan rang spirt ta’sirida o‘chmaydi (fenoldan farqi).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6515"/>
                <a:gridCol w="3061459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pH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Kompleks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1,8-2,5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Mono: ko‘kimtir-pushti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4-8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Di: qizil-qo‘ng‘ir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8-11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Tri: sariq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Kompleks va muhit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99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Temir(III) xlorid reaksiyasining cheklovlari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Kislotali va neytral moddalar: fenatsetin, salitsil va atsetilsalitsil kislota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Reaksiya fenol gidroksilini bog‘lovchi moddalar (maltol va boshqalar) bo‘lmaganda xarakterli.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Spirt ta’sirida rang o‘chmaydi — fenoldan farqi shu.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Kompleks tarkibi pH ga bog‘liq bo‘lgani uchun pH ni nazorat qilish kerak.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99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Bromli suv bilan reaksiya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Kislotali va neytral moddalar: fenatsetin, salitsil va atsetilsalitsil kislota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Bromli suv eritmada salitsil kislota bo‘lganda oq cho‘kma — tribromfenol hosil qiladi va CO2 ajraladi.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Reaksiya salitsil kislota uchun xarakterli emas, chunki benzol yadrosini saqlovchi ko‘p organik moddalar ham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Sezgirligi 1:40000; reaksiya chiqmasa, eritmada salitsil kislota va shunga o‘xshash moddalar yo‘q.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99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Metilsalitsilat va UB-spektr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Kislotali va neytral moddalar: fenatsetin, salitsil va atsetilsalitsil kislota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Salitsil kislota metil spirti bilan konsentrlangan sulfat kislotali muhitda qizdirilsa, metil salitsilat efirining hidi seziladi.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Metil spirti o‘rniga etil spirtini ham ishlatish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0,5 n natriy ishqordagi eritma 300 nm, 0,1 n sulfat kislotadagi eritma 302 nm da maksimal nur yutadi.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Qon va peshobni dastlabki tekshirish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Kislotali va neytral moddalar: fenatsetin, salitsil va atsetilsalitsil kislota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Trindler reaktivi [HgCl2 va Fe(NO3)3] qon zardobi yoki peshobga qo‘shilsa, salitsil kislota bo‘lsa qizil-alvon rang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Temir(III) nitratning nitrat kislotadagi eritmasi peshob yoki qon zardobiga tomizilsa, qizil-alvon rang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Dastlabki tekshirish uchun shu ikki xil reaksiya tavsiya etilgan.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Salitsil kislotani miqdoriy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Kislotali va neytral moddalar: fenatsetin, salitsil va atsetilsalitsil kislota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Kislotali xususiyatidan foydalanib ishqor bilan titrlanadi.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Bromatometrik (hajmiy) usul ham qo‘llanadi.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Ishqoriy yoki sulfat kislotadagi eritma UB-spektrofotometriya usulida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Aspirin va paratsetamol bilan aloqasi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Kislotali va neytral moddalar: fenatsetin, salitsil va atsetilsalitsil kislota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Salitsil kislota farmatsevtika sanoatida aspirin va salol kabi dorilar olishda ishlatiladi.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Salitsil kislota va uning hosilalarining zaharli ta’siri hisobga olingan; ularni aniqlash uchun ba’zan oziq-ovqat ham yuboriladi.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Paratsetamol fenatsetin dealkillanishida hosil bo‘ladigan metabolitlardan biri.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98; Malaka materiali №009 (TFI Toksikologik kimyo kafedrasi)., 3-ma’ruza: Fenatsetin, betlar: ma’ruza matni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va nazorat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Kislotali va neytral moddalar: fenatsetin, salitsil va atsetilsalitsil kislota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Fenatsetin neytral modda: gidrolizdan keyingi azobo‘yoq (qizil), CrO3 (to‘q qizil), nitratlash (sariq) reaksiyalari va 250 nm UB-maksimum bilan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Salitsil kislota: FeCl3 (pH ga bog‘liq rang), bromli suv (oq cho‘kma), metilsalitsilat hidi, UB 300/302 nm.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Salitsilatlarning 80 % buyrak orqali chiqadi; qolgan 20 % to‘qimalarda metabolitlanadi.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Nazorat: FeCl3 kompleksining pH ga bog‘liqligini va bromli suv reaksiyasining manfiy ahamiyatini tushuntiring.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97, 99, 98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Kislotali va neytral moddalar: fenatsetin, salitsil va atsetilsalitsil kislota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Salitsil kislotaning bromli suv bilan reaksiyasi sezgirligi 1:40000 ga teng; shu sababli reaksiya chiqmasa salitsil kislota yo‘q.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Fenatsetin mis-yod kompleksi bilan o‘ziga xos mikrokristallar hosil qiladi.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Salitsil kislotaning metil efiri spirtli ichimlik o‘rniga ichilganda ham baxtsiz hodisalar kelib chiqqan.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Fenatsetin eruvchanligi: xloroformda 1:14, etanolda 1:15, suvda 1:1300 (malaka materiali).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Kislotali va neytral moddalar: fenatsetin, salitsil va atsetilsalitsil kislota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Umarova G.Q. Toksikologik kimyo modulidan o‘quv-uslubiy majmua (Farmatsiya). Toshkent farmatsevtika instituti, 2025. b. 87, 96-99, 228-229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Nurmatova M.I. Toksikologik kimyo modulidan o‘quv-uslubiy majmua (DVSSM). Toshkent farmatsevtika instituti, 2025. b. 97-99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№009 (TFI Toksikologik kimyo kafedrasi). 3-ma’ruza: Fenatsetin, salitsil kislota (ma’ruza). qo‘shimcha ma’lumot (kitobda bo‘lmagan joylar uchun)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