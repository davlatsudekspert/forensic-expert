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fenatsetin bilan salitsil kislota bir mavzuda o‘rganiladi? Doskada: dars rejasi. Eslatma: kitobning ko‘rsatilgan betlarida atsetilsalitsil kislota alohida tavsiflanmagan (sarlavhada bor, matn faqat salitsil kislotani yoritadi); bu slaydlarda aspirinning salitsil kislota bilan aloqasi ko‘rsatiladi. Tipik xato: atsetilsalitsil kislotani salitsil kislota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neytral modda uchun ajratish muhiti qanchalik muhim? Doskada: ikki ajralma (kislotali / ishqoriy) sxemasi va bu moddalar o‘rni. Tipik xato: fenatsetinni ishqoriy ajralmadan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tuzilishdagi qaysi guruh gidrolizda qoldiq beradi? Doskada: fenatsetin tuzilish formulasi. Tipik xato: fenatsetinni kislota deb o‘ylash — u neytral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bir moddaning bir necha nomi bor? Doskada: lotincha, xalqaro va kimyoviy nom. Izoh: bu band malaka 009 dan. Tipik xato: sinonimlarni boshqa-boshqa moddalar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neytral modda kislotali va ishqoriy ajralmaning ikkalasida ham chiqishi mumkinmi? Doskada: neytral moddalar uchun sxema. Tipik xato: neytral moddani faqat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Tipik xato: neytral moddani faqat ishqoriy muhitda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 ma’lumoti ekstraksiya erituvchisini tanlashga qanday ta’sir qiladi? Doskada: jadvalni yozing. Izoh: bu ma’lumotlar malaka 009 materialidan, kitobda yo‘q. Tipik xato: 1:14 nisbatini «14 %»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metgemoglobinemiya mexanizmini aytib bering. Doskada: fenatsetin → p-aminofenol → xinonimin. Tipik xato: terapevtik doza va katta dozani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xinonimin p-aminofenolga qaytadi va davom etadi? Doskada: sxema. Izoh: ikkinchi bog‘liqlik malaka 009 dan. Tipik xato: p-aminofenolni va xinoniminni bir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konyugatlarni aniqlashdan oldin nima qilish kerak? Doskada: metabolitlar ro‘yxati. Izoh: paratsetamol haqidagi ma’lumot faqat malaka 009 da, kitob betlarida paratsetamol alohida tavsiflanmagan. Tipik xato: peshobda faqat o‘zgarmagan fenatsetin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avval gidroliz kerak? Doskada: 4 reaksiya nomi. Tipik xato: gidrolizsiz azobo‘yoq reaksiyasini bajarish — birlamchi aromatik amin gidrolizdan keyin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diazotirlash qaysi bosqichda sodir bo‘ladi? Doskada: bosqichlar. Tipik xato: β-naftolni nordon muhitda qo‘shish; kitobda ishqoriy eritma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ikkala reaksiyaning rangini solishtiring. Doskada: ikki reaksiya jadvali (reaktiv, rang). Tipik xato: nitrofenatsetin rangini «qizil» deb yozish: kitobda sariq (amaliy qismda sariq-qo‘ng‘ir).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nima uchun miqdoriy aniqlash azobo‘yoq reaksiyasiga asoslanadi?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mikrokristalloskopiya qaysi vaziyatda kerak bo‘ladi? Doskada: 3 reaksiya. Izoh: Liberman reaktivi va peshobni dastlabki tekshirish malaka 009 dan. Tipik xato: dastlabki sinovni tasdiqlovchi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jadvalni to‘ldiring. Tipik xato: gidroliz bosqichisiz azobo‘yoq reaksiyasini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 qiymatini qanday hisoblaymiz? Doskada: Rf = a/b (toks 230: start chizig‘idan dog‘ markazigacha / start chizig‘idan finish chizig‘igacha). Izoh: YuQX shartlari malaka 009 dan. Tipik xato: Rf ni boshqa tizim sharoitida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ushlanish indeksi nimani ko‘rsatadi? Doskada: GX va YuSSX parametrlari. Izoh: YuSSX harakatlanuvchi faza tarkibi (malaka 009 da pH 13,6 deb yozilgan) shubhali bo‘lgani uchun slaydga kiritilmadi (malaka_errors E13). Tipik xato: shubhali pH ni nusxa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erituvchi maksimum o‘rniga qanday ta’sir qiladi (250 va 244 nm)? Izoh: bu yerda «ε» belgisi bilan berilgan qiymatlar kiritilmadi (malaka_errors E2). Uch spektr usuli bir-birini qanday to‘ldiradi? Doskada: asosiy cho‘qqilar. Izoh: IQ va MS qiymatlari malaka 009 dan (kitob betlarida yo‘q). Tipik xato: IQ-spektr qiymatlarini bitta kolonka sifatida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sifat va miqdor usullari bir-biriga bog‘liq? Doskada: 3 usul. Tipik xato: sifat reaksiyasi musbat bo‘lsa miqdoriy tahlilni o‘tkazmaslik.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suv bug‘i bilan haydaladigan boshqa moddalarni eslang. Doskada: xossalar ro‘yxati. Tipik xato: salitsil kislotani suv bug‘i bilan haydalmaydi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Talabalar raqamlarni xossa va usullarga bog‘lab aytsin.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oziq-ovqat tekshiruvi kerak bo‘lib qoladi? Doskada: 3 qo‘llanish sohasi. Tipik xato: salitsil kislotani faqat dori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eshitish alomatlari qaysi guruh preparatlariga xos? Doskada: belgilar ro‘yxati. Tipik xato: faqat oshqozon-ichak belgilarini eslash.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ikkala modda zaharlanishida qaysi a’zo tizimlari ustuvor zararlanadi?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salitsilatlar organizmda deyarli bir xil taqsimlanadi? Doskada: 80 % va 20 % taqsimoti. Tipik xato: metabolitlarni peshobdan qidirmaslik.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oziq-ovqat ashyoviy dalil bo‘lganda nima uchun salitsilatga tekshiriladi?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qachon salitsilatni qidirish boshlanadi? Doskada: ikki shart. Tipik xato: har bir ob’ektni salitsilatga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rang pH ga qarab o‘zgaradi? Doskada: jadvalni yozing. Tipik xato: faqat zangori-binafsha rangni eslab, pH ga bog‘liqligini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maltol nima uchun xalal beradi? Doskada: shartlar. Tipik xato: musbat FeCl3 sinovini salitsilatning yagona isboti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«manfiy ahamiyat» nimani anglatadi? Doskada: bromli suv: musbat natija – tasdiq emas, manfiy – rad etish. Tipik xato: musbat natijani tasdiq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bromli suv reaksiyasi faqat manfiy ahamiyatga ega?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efirning hidi qaysi o‘simlik/mahsulotni eslatadi? (kitobda yo‘q — savol ochiq). Doskada: reaksiya sharti va 300/302 nm. Tipik xato: ishqoriy va kislotali eritma maksimumlarini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manfiy natija musbat natijadan kuchliroq xulosa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dastlabki sinov va tasdiqlovchi sinov farqi. Doskada: ikki reaksiya. Tipik xato: reaktiv formulasini kitobdan tekshirmay ko‘chirish. Kitobda: «Fe(NO2)» (xato) — Trinder reaktivi simob (II) xlorid va temir (III) nitrat Fe(NO3)3 dan iborat.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usul kichik miqdorlar uchun mos? Doskada: 3 usul. Tipik xato: miqdor tahlilidan oldin sifat tasdig‘ini o‘tkazmaslik.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aspirin qabul qilgan odam peshobida qanday birikma qidiriladi? Doskada: aspirin → salitsil kislota; fenatsetin → paratsetamol. Eslatma: atsetilsalitsil kislotaning o‘z tahlil usullari (reaksiya, Rf, UB) kitobning bu betlarida berilmagan; to‘qib yozilmadi. Tipik xato: kitobda yo‘q aspirin reaksiyalarini salitsilat reaksiyalari bilan almashtirib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fenatsetin va salitsil kislotani aralashmada qanday farqlaymiz? Doskada: reaksiyalar jadvali (modda – reaktiv – natija). Tipik xato: bromli suv reaksiyasini salitsilat uchun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Kislotali va neytral moddalar: fenatsetin, salitsil va atsetilsalitsil kislota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fenatsetin va salitsil kislota, atsetilsalitsil kislota — toksikologik ahamiyati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qutbli erituvchi, fenatsetin va salitsil kislota, atsetilsalitsil kislota.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ajratmadagi kuchsiz asosli va kislotali xossali moddalar tahliliga bag‘ishlangan.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 moddalar qaysi ajralmada tekshiriladi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sharoitda olingan ajralma barbituratlar, neytral moddalar (fenatsetin), organik kislotalar (salitsil, pikrin) uchun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bilan zaharlanganda ob’ektdan qutbli erituvchilar yordamida kislotali muhitda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nordonlashtirilgan suv yoki spirt yordamida kislotali muhitda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Kislotali ajralma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Barbituratlar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Neytral moddalar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Fenatsetin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Organik kislotalar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Salitsil kislota  ·  Pikrin kislota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Nima tekshiriladi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96, 98;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umumiy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oq kristall kukun bo‘lib, suvda qiyin,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 tushiruvchi, og‘riq qoldiruvchi va shamollashga qarshi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tuzilishi: para-holatda etoksi (C2H5O-) va asetilamino (-NHCOCH3) guruhlari saqlovchi benzol.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nomlari va identifikatorlari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Lotincha nomi Phenacetinum; xalqaro nomi Phenacetin; CAS kodi 62-44-2.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nomi N-(4-etoksifenil)asetamid yoki 1-etoksi-4-asetaminobenzol (asetofenetidin).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Acetophenetidin, Acetylphenetidin, Fenacetina, Paracetophenetidin, fenedin.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Neytral moddalarni ekstraksiyalash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Antifibrin va fenatsetin kabi neytral moddalar uchun pH ta’siri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organik erituvchilar bilan kislotali, neytral va ishqoriy sharoitda ham yaxshi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Shunga qaramay, kislotali ajralma neytral moddalar (fenatsetin) uchun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Antifibrin, fenatsetin: neytral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ta’siri kam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 qanday pH da yaxshi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Tekshiruv: kislotali ajralmada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Neytral moddalar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87, 96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 va salitsil kislota: ajratish sharoiti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neytral modda: pH ning ta’siri kam, kislotali, neytral va ishqoriy sharoitda ham yaxshi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organik kislota sifatida kislotali muhitda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sharoitda olingan ajralma barbituratlar, fenatsetin va salitsil kislota uchun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531723"/>
                <a:gridCol w="194650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Xossa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Ajratish muhiti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Fenatsetin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Neytral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 qanday pH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Salitsil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87, 98, 96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fizik-kimyoviy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nomi N-(4-etoksifenil)asetamid; tabiati neytral; suyuqlanish harorati 134-135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Eruvchanligi: xloroformda 1:14, etanolda 1:15, efirda 1:90, suvda 1:1300.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Oq, hidsiz, achchiq ta’mli kristall kukun.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1:90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 (malaka 009)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dozada qabul qilinganda fenatsetin metgemoglobinemiya, anemiya va nefrit kasalliklarini chaqirishi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to‘liq gidrolizlanmaganda kuchli zaharli n-fenetidin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 mahsuloti p-aminofenol oksidlanib, gemoglobinga ta’sir qiluvchi xinoniminni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Fenatsetin (katta doza)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Metgemoglobinemiya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Anemiya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Nefrit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To‘liq gidrolizlanmasa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n-Fenetidin: kuchli zahar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Zaharli ta’siri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 gidrolizi va zaharli mahsulotlar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fenatsetin gidrolizlanib, para-aminofenolni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p-Aminofenol oksidlanib, xinoniminga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Xinonimin tezda gemoglobinni oksidlab parchalaydi va o‘zi yana p-aminofenolga qaytadi.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Fenatsetin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p-Aminofenol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Xinonimin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Gemoglobinga ta’sir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97;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Dealkillanish natijasida paratsetamol, n-fenetidin, n-aminofenol hosil bo‘lishi mumkin; gidrolizda 2-gidroksifenatsetin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Fenatsetinning bir qismi metabolit holida, bir qismi glyukuronid va sulfatlar bilan konyugat holida peshob orqali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yemirilish davri 0,6-1,3 soat; Vd 1-2 L/kg.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Fenatsetin metabolizmi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Gidroliz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n-Fenetidin  ·  p-Aminofenol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Dealkillanish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Paratsetamol (malaka)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Konyugatsiya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Glyukuronidlar  ·  Sulfatlar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Chiqarilish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Peshob orqali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Metabolizm yo‘llari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matni; Yuldashev Z.A., Umarova G.Q., Toksikologik kimyo modulidan o‘quv-uslubiy majmua, betlar: 97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Fenatsetinni gidrolizga asoslangan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konsentrlangan xlorid kislota bilan qizdirib gidrolizlangach, hosil bo‘lgan mahsulotlarga asoslanib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Ishlatiladigan reaksiyalar: sirka etil efiri hosil bo‘lishi, azobo‘yoq, indofenol hosil qilish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Ishqorning spirtdagi eritmasi va xloroform ta’sirida izonitril (qo‘lansa hid)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Kons. HCl bilan gidroliz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Sirka etil efiri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Hosil bo‘lish reaksiyasi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Azobo‘yoq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Hosil qilish reaksiyasi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Indofenol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Hosil qilish reaksiyasi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Izonitril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Ishqor + xloroform: qo‘lansa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Gidroliz mahsulotlari bo‘yicha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97-98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Azobo‘yoq hosil qilish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 birlamchi aromatik amin hosil bo‘lgani uchun azobo‘yoq reaksiyasidan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bug‘latiladi, 1 ml konsentrlangan HCl bilan hajm yarmiga kamayguncha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Sovitib, 1 % NaNO2 va ishqoriy β-naftol qo‘shiladi; qizil rang — fenatsetin.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bilan gidroliz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Sovitish + NaNO2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β-naftol (ishqoriy)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Azobo‘yoq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 angidridi va nitrofenatsetin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5-6 tomchi xloroformli eritma quritilgach, 1 ml konsentrlangan HCl bilan 5 daqiqa qaynatiladi; sovigach 2 % xrom angidridi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p-Aminofenol oksidlanishidan to‘q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bilan qizdirilganda fenatsetin sariq rangli nitrofenatsetinni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5-6 tomchi xloroformli eritma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Qaynatish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kons. HCl bilan 5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Oksidlash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Sovigach 2 % xrom angidridi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p-Aminofenol oksidlanadi: to‘q qizil rang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CrO3 reaksiyasi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228, 97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nitrat kislota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nitrat kislota eritmasi bilan qizdirilganda sariq rangli nitrofenatsetin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oq kristall kukun, suvda qiyin,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azobo‘yoq reaksiyasi asosida fotokolorimetrik (FEK yoki SF)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Fenatsetin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Nitrat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Nitrofenatsetin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Qizdirish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Nitrolash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Qo‘shimcha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Liberman reaktivi bilan fenatsetin binafsha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mis-yod kompleksi bilan o‘ziga xos mikrokristallar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Peshobni fenatsetinga dastlabki tekshirish: 1 ml peshobga azobo‘yoq reaksiyasi o‘tkaziladi —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matni; Yuldashev Z.A., Umarova G.Q., Toksikologik kimyo modulidan o‘quv-uslubiy majmua, betlar: 229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sifat reaksiyalari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bilan qizdirilganda fenatsetin sariq rangli nitrofenatsetin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Gidrolizdan keyin azobo‘yoq reaksiyasi (qizil rang), izonitril reaksiyasi (qo‘lansa hid) va indofenol reaksiyalari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Fenatsetinning spirtdagi eritmasi 250 nm da spektral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9062"/>
                <a:gridCol w="23389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HNO3, qizdirish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nitrofenatsetin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Azobo‘yoq (gidrolizdan keyin)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 (spirtda) + 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Izonitril: qo‘lansa hid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UB-spektr (spirtda)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Maksimum 250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Fenatsetin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 — silikagel G, qatlam qalinligi 250 mkm; HCl ning metanolli eritmasi purkaladi.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Qo‘zg‘aluvchi faza — metanol – 25 % ammiak (100:1,5); ochuvchi reaktiv — Dragendorf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 = 0,38, qo‘ng‘ir rangli dog‘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GX va YuSSX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GX: 2 m uzunlikdagi, ichki diametri 2 mm shisha kolonka, 3 % SE-30 Xromosorb G-HP; tashuvchi gaz azot, 45 ml/daq.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 harorati 100 °C dan 300 °C gacha sekin ko‘tariladi; ushlanish indeksi RI 1675.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kolonka ODS Hypersil (160 x 5 mm, 5 mkm), UB-detektor 244 nm; fenatsetin cho‘qqisi 4,4 daqiqada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Fenatsetin: IQ, MS va 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IQ-spektr (KBr disk): 1244, 1655, 1513, 1555, 1265, 836 sm-1 yutilish chiziqlari.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Mass-spektr: 108, 109, 179, 137, 43, 81, 80, 110 m/z cho‘qqilari.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fenatsetinning spirtdagi eritmasi 250 nm da spektral maksimum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0,1 M xlorid kislotadagi eritmada maksimum 244 nm 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matni; Yuldashev Z.A., Umarova G.Q., Toksikologik kimyo modulidan o‘quv-uslubiy majmua, betlar: 97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Fenatsetin miqdoriy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azobo‘yoq reaksiyasi asosida fotokolorimetrik (FEK yoki SF)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aniqlash UB-spektr asosida spektrofotometrik usulda ham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va YuSSX usullari ham miqdoriy aniqlash uchun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mayda ninasimon, yengil, hidsiz kristall; nordon-shirin mazali.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yomon, issiq suvda juda yaxshi, spirt va efirda yaxshi eriydi; 159 °C da suyuqlanadi.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haydaladi, shuning uchun biologik ob’ektdan suv bug‘i bilan haydab ajratish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159 °C da suyuqlanadi; sovuq suvda yomon, issiq suvda juda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Salitsilatlarning 80 % buyrak orqali chiqadi, 24 soat ichida batamom chiqib ketadi; 20 % to‘qimalarda metabolitlanadi.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reaksiyasi sezgirligi 1:40000; UB-maksimum: 0,5 n NaOH da 300 nm, 0,1 n H2SO4 da 302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159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Buyrak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Bromli suv sezgirligi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1:40000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UB, 0,5 n NaOH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UB, 0,1 n H2SO4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302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Salitsil kislota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98, 99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Organizmga faqat yuqori dozalarda zaharli ta’sir ko‘rsatadi; tibbiyotda, aspirin va salol kabi dorilar olishda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Oziq-ovqatni konservalash uchun ishlatilgan, lekin zaharli ta’siri sababli davlat tomonidan bekor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oziq-ovqat mahsulotlari ham ba’zan sud-kimyo laboratoriyasiga ashyoviy dalil sifatida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Tibbiyot, farmatsiya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Aspirin  ·  Salol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Oziq-ovqat konservalash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Davlat tomonidan bekor qilingan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Ishlatilishi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 og‘rishi, bosh aylanishi, quloqlarda g‘uvullash va eshitish qobiliyatining susayishi.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Bemorning ichi ketadi, ko‘ngli aynib qusadi; qon aylanishi va nafas olish ritmi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asabiy o‘zgarishlar ro‘y beradi va kollaps hodisasi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og‘rishi, bosh aylanishi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Quloqda g‘uvullash, eshitish susayadi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 ketishi, ko‘ngil aynish, qusish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aylanish va nafas ritmi buziladi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Kollaps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Belgilar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manzara: fenatsetin va salitsilat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katta dozada metgemoglobinemiya, anemiya va nefrit kasalliklarini chaqirishi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bilan zaharlanganda bosh og‘rishi, quloqlarda g‘uvullash, eshitish susayishi, ich ketishi va kollaps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organizmda gidrolizlanib, gemoglobinga ta’sir qiluvchi xinoniminni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Fenatsetin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Metgemoglobinemiya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Anemiya, nefrit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Xinonimin gemoglobinga ta’sir qiladi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 og‘rishi, bosh aylanishi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Quloqda g‘uvullash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 ketishi, qusish, kollaps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97, 98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Salitsilatlar oshqozondan qonga nihoyatda tez so‘riladi va natriyli tuz holida oqsillarga birikadi.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asosan (80 %) buyraklar orqali chiqadi; peshobda tez paydo bo‘lib, 24 soat ichida batamom chiqib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20 % to‘qimalarda metabolitlanib, 2,3-digidroksibenzoy, 2,5-digidroksibenzoy va 2,3,5-trigidroksibenzoy kislotalarni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Salitsilatlar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So‘rilish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Oshqozondan qonga tez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Natriyli tuz, oqsilga birikadi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Chiqarilish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80 % buyrak orqali  ·  24 soatda batamom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Metabolit (20 %)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2,3-digidroksibenzoy k-ta  ·  2,5-digidroksibenzoy k-ta  ·  2,3,5-trigidroksibenzoy k-ta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Salitsilatlar taqdiri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98-99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kislotani ob’ektdan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bilan zaharlanganda ob’ektdan qutbli erituvchilar yordamida kislotali muhitda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suv bug‘i bilan haydaladi, shuning uchun biologik ob’ektdan suv bug‘i bilan haydab ajratish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Oziq-ovqat mahsulotlari ham sud-kimyo laboratoriyasiga ashyoviy dalil sifatida yuborilishi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Qutbli erituvchilar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muhitda ajratiladi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ajralmada tekshiriladi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Suv bug‘i bilan haydash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Salitsil kislota haydaladi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Biologik ob’ektdan ajratish mumkin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imkoniyat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kislotani aniqlash: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sud-kimyo tahlilida sud ijrochilarining ko‘rsatmasi bo‘yicha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Yoki tekshiriladigan eritma bug‘latilganda qolgan qoldiq bu kislotaga xarakterli bo‘lgandagina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odamlar salitsil kislotadan tez zaharlanishi mumkin; metil efiri spirtli ichimlik o‘rniga ichilganda ham baxtsiz hodisalar kelib chiqqan.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98-99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Temir(III) xlorid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temir(III) xlorid bilan zangori-binafsha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 tarkibi va rangi reaksiya pH muhitiga bog‘liq: monosalitsilat, disalitsilat, trisalitsilat.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rang spirt ta’sirida o‘chmaydi (fenoldan farqi).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Kompleks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1,8-2,5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Mono: ko‘kimtir-pushti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Di: qizil-qo‘ng‘ir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8-11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Tri: 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Kompleks va muhit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Temir(III) xlorid reaksiyasining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fenol gidroksilini bog‘lovchi moddalar (maltol va boshqalar) bo‘lmaganda xarakterli.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ta’sirida rang o‘chmaydi — fenoldan farqi shu.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 tarkibi pH ga bog‘liq bo‘lgani uchun pH ni nazorat qilish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FeCl3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Fe(III)-salitsilat kompleksi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pH ga qarab mono-, di-, trisalitsilat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Zangori-binafsha; spirtda rang o‘chmaydi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FeCl3 bilan reaksiya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Bromli suv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eritmada salitsil kislota bo‘lganda oq cho‘kma — tribromfenol hosil qiladi va CO2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salitsil kislota uchun xarakterli emas, chunki benzol yadrosini saqlovchi ko‘p organik moddalar ham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Sezgirligi 1:40000; reaksiya chiqmasa, eritmada salitsil kislota va shunga o‘xshash moddalar yo‘q.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Bromli suv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Tribromfenol (oq cho‘kma)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cho‘kma; sezgirlik 1:40000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Bromli suv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 reaksiyalarining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Temir(III) xlorid reaksiyasi xarakterli: rang spirt ta’sirida o‘chmaydi (fenoldan farqi), fenol gidroksilini bog‘lovchi moddalar bo‘lmaganda.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reaksiyasi xarakterli emas, lekin juda sezgir; chiqmasa, salitsil kislota yo‘q — manfiy ahamiyatga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Metilsalitsilat hidi va UB-maksimumlar (300 va 302 nm) tasdiqlovchi belgilar.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256"/>
                <a:gridCol w="2164080"/>
                <a:gridCol w="16916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Zangori-binafsha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Xarakterli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Bromli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cho‘kma + CO2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Manfiy ahamiyat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CH3OH +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Metilsalitsilat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Tasdiqlovchi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UB-spektr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 nm / 302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Tasdiqlovchi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Salitsil kislota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Metilsalitsilat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metil spirti bilan konsentrlangan sulfat kislotali muhitda qizdirilsa, metil salitsilat efirining hidi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 spirti o‘rniga etil spirtini ham ishlatish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n natriy ishqordagi eritma 300 nm, 0,1 n sulfat kislotadagi eritma 302 nm da maksimal nur yutadi.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Metil spirti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Metilsalitsilat efiri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Kons. H2SO4, qizdirish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Xarakterli hid seziladi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Efir hosil bo‘lishi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Bromli suv reaksiyasi: manfiy ahamiyat mantig‘i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salitsil kislota eritmasida oq cho‘kma (tribromfenol) hosil qiladi va CO2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xarakterli emas: benzol yadrosini saqlovchi ko‘p organik moddalar ham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chiqmasa, tekshiriluvchi eritmada salitsil kislota va shunga o‘xshash moddalar yo‘q.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Bromli suv + eritma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 cho‘kma chiqmadi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Salitsil kislota va o‘xshashlar yo‘q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Chiqsa: xarakterli emas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Manfiy ahamiyat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peshobni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Trindler reaktivi [HgCl2 va Fe(NO3)3] qon zardobi yoki peshobga qo‘shilsa, salitsil kislota bo‘lsa qizil-alvon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Temir(III) nitratning nitrat kislotadagi eritmasi peshob yoki qon zardobiga tomizilsa, qizil-alvon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tekshirish uchun shu ikki xil reaksiya tavsiya etilgan.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004"/>
                <a:gridCol w="1547440"/>
                <a:gridCol w="1573530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Trindler (HgCl2 + Fe(NO3)3)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Peshob, qon zardobi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Qizil-alvon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Fe(NO3)3 (HNO3 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Peshob, qon zardobi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Qizil-alvon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Dastlabki tekshirish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Salitsil kislotani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xususiyatidan foydalanib ishqor bilan titrlanadi.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Bromatometrik (hajmiy) usul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yoki sulfat kislotadagi eritma UB-spektrofotometriya usulida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338"/>
                <a:gridCol w="220263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Titrlash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 xususiyatidan; ishqor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Bromatometriya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Hajmiy usul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UB-spektrofotometriya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 yoki H2SO4 dagi eritma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Miqdoriy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Aspirin va paratsetamol bilan aloqasi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farmatsevtika sanoatida aspirin va salol kabi dorilar olishda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va uning hosilalarining zaharli ta’siri hisobga olingan; ularni aniqlash uchun ba’zan oziq-ovqat ham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Paratsetamol fenatsetin dealkillanishida hosil bo‘ladigan metabolitlardan biri.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98;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Fenatsetin neytral modda: gidrolizdan keyingi azobo‘yoq (qizil), CrO3 (to‘q qizil), nitratlash (sariq) reaksiyalari va 250 nm UB-maksimum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kislota: FeCl3 (pH ga bog‘liq rang), bromli suv (oq cho‘kma), metilsalitsilat hidi, UB 300/302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Salitsilatlarning 80 % buyrak orqali chiqadi; qolgan 20 % to‘qimalarda metabolitlanadi.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FeCl3 kompleksining pH ga bog‘liqligini va bromli suv reaksiyasining manfiy ahamiyatini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97, 99, 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kislotaning bromli suv bilan reaksiyasi sezgirligi 1:40000 ga teng; shu sababli reaksiya chiqmasa salitsil kislota yo‘q.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mis-yod kompleksi bilan o‘ziga xos mikrokristallar hosil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kislotaning metil efiri spirtli ichimlik o‘rniga ichilganda ham baxtsiz hodisalar kelib chiqqan.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eruvchanligi: xloroformda 1:14, etanolda 1:15, suvda 1:1300 (malaka materiali).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va neytral moddalar: fenatsetin, salitsil va atsetilsalitsil kislota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87, 96-99, 228-229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97-99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№009 (TFI Toksikologik kimyo kafedrasi). 3-ma’ruza: Fenatsetin, salitsil kislota (ma’ruza).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