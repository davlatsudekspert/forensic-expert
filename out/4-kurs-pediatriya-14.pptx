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tirik shaxslar ekspertizasi eng ko‘p o‘tkaziladi? 2) Jinoiy, fuqarolik va ma’muriy ishlarga misol keltiring. Doskada: ekspertiza tayinlanadigan uch turdagi ishni (jinoiy, fuqarolik, ma’muriy) uch ustun qilib yozdiring. Tipik xato: tirik shaxs ekspertizasini faqat jinoiy ishlarga xos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Simulyasiya bilan dissimulyasiya qanday farq qiladi? 2) Qaysi hollarda ekspertiza davolash muassasasida o‘tishi mumkin? Doskada: jadvaldagi to‘rt yo‘nalishni ko‘chirib, har biriga bittadan misol yozdiring. Tipik xato: yoshni aniqlashni jinsiy holatlar guruhiga kiritish; manbada u alohida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xulosada tasniflovchi belgi ko‘rsatilishi shart? 2) Jarohat muddatini bilish nimaga kerak? Doskada: beshta masalani zanjir shaklida chizdiring. Tipik xato: faqat og‘irlik darajasini aniqlash bilan cheklanish; ekspert avval turi, quroli, mexanizmi va muddatini ham aniqlaydi.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jarohatga bir necha mezon qo‘llanishi mumkin? 2) 21 kun chegarasi qaysi darajalarni ajratadi? Doskada: uch pog‘onali narvon chizing (yengil – o‘rtacha – og‘ir), har pog‘onaga kun va foiz chegarasini yozing. Tipik xato: 6 va 21 kun chegaralarini chalkashtirish; ‘yengil’ va ‘qisqa muddatli yengil’ni bir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Pediatr bemorni ‘og‘ir ahvolda’ deb yozsa, bu jarohatni avtomatik ‘og‘ir’ qiladimi? 2) Nega ikki baholash maqsadi har xil? Doskada: bir bemordan ikki o‘q (klinik va sud-tibbiy) chizing. Tipik xato: klinik tashxis og‘irligini to‘g‘ridan-to‘g‘ri sud-tibbiy darajaga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davolash natijasi og‘irlik bahosini o‘zgartirmaydi? 2) Tahdid bilan jarohat o‘rtasidagi bog‘liqlik nega tasodifiy bo‘lmasligi kerak? Doskada: 5 tugunli zanjirni chizib, ‘yordam’ tugunini ajratib ko‘rsating. Tipik xato: bemor tuzalib ketgani uchun jarohatni ‘og‘ir emas’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kasbiy mehnat qobiliyati og‘irlik mezoni emas? Foizlar va kunlar nimasi bilan farqlanadi? Doskada: uch pog‘onali foiz shkalasini (10% va 33% chegaralari bilan) chizdiring. Tipik xato: umumiy va kasbiy mehnat qobiliyatini aralashtirish; 33% chegarasini o‘rtacha og‘ir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tibbiy yordamga murojaat qilmagan shaxsda sog‘liq buzilishi bo‘lmaydi deyish to‘g‘rimi? Davolanish muddati nega buzilish davomiyligi bilan mos kelmasligi mumkin? Doskada: 6 va 21 kun chegaralari belgilangan vaqt chizig‘ini chizdiring. Tipik xato: aynan 21 kunni o‘rtacha og‘ir deb baholash (o‘rtacha og‘ir — 21 kundan ortiq).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Savollarni talabalarga navbat bilan bering, javobni yopib turing. Muhokama: bir jarohatda ikki mezon qo‘llash mumkin bo‘lsa, qaysi biri tanlanadi? Doskada: mezonlar nomi va o‘lchov birligi (foiz/kun) juftliklarini yozdiring. Tipik xato: foiz va kun chegaralarini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bir ko‘z yo‘qolishi og‘ir, bir quloq esa o‘rtacha og‘ir hisoblanadi? Bir ko‘zi ko‘rmaydigan odamda ikkinchi ko‘z shikastlansa nima o‘zgaradi? Doskada: yuqoridagi jadvalni chizdiring. Tipik xato: bir quloq yo‘qolishini ham og‘ir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kaft yo‘qolishi nega butun qo‘l yo‘qolishiga tenglashtiriladi? Pediatriya uchun: bola jarohatida nasl qoldirish funksiyasi qanday ahamiyatga ega? Doskada: erkak va ayolda nasl qoldirish funksiyalarini ikki ustunda yozdiring. Tipik xato: bitta buyrak yo‘qolishini o‘rtacha og‘ir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homiladorlik uzilishi ayolning oldingi kasalligi bilan bog‘liq bo‘lsa, baho qanday bo‘ladi? Badburushlikning mavjudligini kim aniqlaydi (sud), ekspertiza nimani baholaydi (silliqlanish xususiyatini)? Doskada: sabab-oqibat zanjirini chizdiring: jarohat → buzilish. Tipik xato: sababiy bog‘liqlikni tekshirmasdan og‘ir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bir nechta mezondan og‘irrog‘i tanlanadi? 2) Kech murojaat nega baholashga ta’sir qilmaydi? Doskada: to‘rt qoidani ustun ko‘rinishida yozing (bitta mezon / og‘irroq mezon / ko‘p jarohat / baho berilmaydigan holat). Tipik xato: davolanish muddati cho‘zilganini avtomatik og‘irroq daraja deb hisoblash. Diqqat: klinik ahvol og‘irligi ≠ sud-tibbiy og‘irlik darajasi, natijalari mos kelmasligi mumkin (278-bet).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Birinchi javobda qaysi mezon ishlatildi? 2) Ikkinchi holatda nega mezon almashdi? Doskada: 6 kun – 21 kun chegarasini sonlar o‘qi ko‘rinishida chizdiring. Tipik xato: bir ko‘zning yo‘qolishini sog‘liq buzilish davomiyligi bo‘yicha baholash (bu faqat ko‘rish qobiliyati bo‘lmagan ko‘z uchun qo‘llanadi). Vaziyat o‘quv maqsadida soddalashtirilgan.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bunday ekspertiza komission tartibda o‘tadi? Doskada: to‘rt yo‘nalishni chizing. Tipik xato: ekspertizani faqat harbiy xizmat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Simulyant nega uzoq kuzatuvda ushlanadi? 2) Nima uchun diagnoz aniqlanmaguncha davo tayinlash tavsiya etilmaydi (davo kasallik mavjudligining bilvosita tasdig‘i bo‘ladi)? Aniqlash usuli: ma’lum vaqt kuzatish, ayrim tekshiruvlarni ogohlantirmasdan, to‘satdan va takroran o‘tkazish (285-bet). Doskada: simulyasiya – aggravatsiya – dissimulyasiya farqini 3 qatorli sxemada yozdiring. Tipik xato: simulyasiyani aggravatsiya bilan aralashtirish (aggravatsiyada kasallik yoki travma haqiqatan bor, belgilari kuchaytiriladi).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to‘satdan va takroran tekshiriladi? Doskada: daraxtni chizing. Tipik xato: simulyasiyani aggravatsiya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Davoni ongli ravishda qabul qilmaslik qaysi tushunchaga kiradi? 2) Nega dissimulyasiya aynan sog‘liqqa alohida talab qo‘yiladigan kasblarda uchraydi? Doskada: uch tushunchaning jadvalini chizdiring. Eslab qoling (o‘qituvchi taklifi, manbada yo‘q): simulyasiya — ‘ko‘rsat’, aggravatsiya — ‘oshir’, dissimulyasiya — ‘yashir’. Diqqat: simulyasiya ≠ dissimulyasiya, ular bir-biriga qarama-qarshi. Tipik xato: aggravatsiyani simulyasiya bilan aralashtirish, chunki aggravatsiyada kasallik haqiqatan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uchuvchi va g‘avvos dissimulyasiya qilishi mumkin? Tipik xato: dissimulyasiyani simulyasiyaning bir turi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ichki a’zolarning sun’iy kasalliklari kamroq uchraydi? 2) Sun’iy to‘g‘ri ichak tushishini chin tushishdan qaysi belgi farqlaydi? Doskada: teri, ichki a’zolar, ko‘z-quloq ustunlari bo‘yicha usul va oqibatni yozdiring. Tipik xato: sun’iy kasallikni haqiqiy kasallik deb baholash; ajratish belgisi — jarohat izlari va usulning mosligi.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baxtsiz hodisada barmoqlar odatda bir sathda uziladi? 2) Tergov eksperimenti ekspertizaga nima beradi? Doskada: qo‘l va kaft sxemasini chizib, o‘zini shikastlashga xos yaralarni belgilang. Tipik xato: bitta belgiga qarab xulosa chiqarish; belgilar majmuiga baho beriladi. Keyingi bo‘limga o‘tishdan oldin 1 ta Voqea tahlili o‘tkazing.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(1) simulyantni aniqlashda nega tekshiruv to‘satdan va takroran o‘tkaziladi? (2) o‘ziga jarohat yetkazishga xos qaysi belgilar bor (jarohat joyi, amputatsiya sathi, tomoni)? Doskada chizish: simulyasiya – aggravatsiya – dissimulyasiya uchun uchta ustunli taqqoslash jadvali. Tipik xato: dissimulyasiyani simulyasiya bilan aralashtirish; a’zobuzarlikni baxtsiz hodisa jarohati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(1) nega soxta germafroditizm chin turiga qaraganda ko‘proq uchraydi? (2) tashqi belgi va jinsiy bez mos kelmasa, qaysi tekshiruv hal qiluvchi? Doskada chizish: jadvalni o‘zlari daftarga ko‘chirib, har turga bitta misol yozishsin. Tipik xato: soxta germafroditizmda bez va tashqi belgilarni teskari yozish (masalan, soxta erkakda tuxumdon deb belgilash).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(1) nega antropometrik o‘lchamlar mutlaq emas, nisbiy deb hisoblanadi? (2) bugungi jinoyat amaliyotida jinsiy yetuklikni aniqlash nega avvalgidek ahamiyatli emas? Doskada chizish: tos o‘lchamlari (26-27, 29, 17-18 sm) bilan bo‘y va ko‘krak aylanasi me’yorlari jadvali. Tipik xato: 14, 16 va 18 yosh chegaralarini aralashtirish va ‘kamida’ so‘zini unutib raqamlarni aniq qiymat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Parda tuzilishi: asos, erkin chet, teshik (shakli shu belgilarga qarab aniqlanadi), 290-bet. Shakllar: odatdagi (halqasimon, yarim oysimon va b.), g‘ayrioddiy, juda kam uchraydigan. To‘liq yoriq asosgacha yetadi, noto‘liq yetmaydi. Muhokama: 1) Nega muddat faqat dastlabki haftalarda aniqlanadi? 2) Yoriqni tabiiy o‘yiqdan qanday farqlaysiz? Doskada: parda soat siferblati sxemasini chizib, 5–7 oralig‘ini belgilang. Tipik xato: yoriq va tabiiy o‘yiqni aralashtirish; parda butunligi buzilishini faqat jinsiy aloqa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talabalarga yopiq kitob bilan bering, keyin javobni bandlardan tekshiring. Muhokama: nima uchun maniy namunasini tez olish zarur? Doskada: 0–3 hafta vaqt chizig‘ini chizib, chandiq paydo bo‘lish nuqtasini belgilang. Tipik xato: 3 hafta chegarasini va maniyning 3–5 kunlik saqlanishini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Qo‘shimcha: ayolda qin atreziyasi, aplaziyasi va vaginizm jinsiy aloqaga to‘sqinlik qilishi mumkin; tor tos tabiiy tug‘ishga to‘sqinlik qiladi (292–293-betlar). Muhokama: 1) Impotensiya va urug‘lantirish qobiliyatining yo‘qligi nima bilan farq qiladi? 2) Qaysi hollarda bu ekspertiza tayinlanadi (tan jarohati, nikohni bekor qilish, alimentlar)? Doskada: erkak va ayol uchun nasl qoldirish tarkibiy qismlarini ikki ustunda chizing. Tipik xato: impotensiyani bepushtlik bilan bir deb o‘ylash. Eslatma: darslikdagi azospermiya, nekrospermiya, astenospermiya ta’riflarini zamonaviy andrologiya ta’riflari bilan solishtirib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Homiladorlikning ishonchli belgilari bilan taxminiy belgilari qanday farq qiladi? 2) Tug‘ruqdan keyingi vaqt o‘tgan sari nima uchun muddatni aniqlash qiyinlashadi? Doskada chizish: ikki ustunli ro‘yxat — «taxminiy belgilar» va «ishonchli belgilar». Tipik xato: bachadon bo‘yinchasi tashqi teshigi shaklini teskari eslash (tug‘gan — yoriqsimon, tug‘magan — dumaloq). Diqqat: sut bezlaridagi o‘zgarish ishonchli belgi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Jinoiy abortda ekspert qaysi uch savolga javob izlaydi (homiladorlik va uzilish bo‘lganmi, usul, oqibat)? 2) Usulga qarab jinsiy a’zolarda qanday izlar kutiladi? Doskada chizish: «usul → iz → asorat» zanjiri. Tipik xato: tibbiy abort bilan jinoiy abortni faqat «kim o‘tkazgan» bo‘yicha farqlash; tibbiy abortning o‘zi ham qoida va muddatga bog‘liq. Diqqat: abort (22 haftagacha) ≠ erta tug‘ruq.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Talabalar 2-3 kishilik guruhda ishlaydi. Muhokama: 1) Nima uchun kech davrda tug‘ruq muddatini aniq aytib bo‘lmaydi? 2) Jinsiy holatlar bo‘yicha ekspertiza qaysi mutaxassislar ishtirokida o‘tkaziladi (akusher-ginekolog)? Doskada chizish: vaziyat → belgi → xulosa jadvali. Tipik xato: kech davrda aniq muddat ko‘rsatish. Bo‘lim (12.3) bo‘yicha qisqa takrorlash: jins, yetuklik, bokiralik, nasl qoldirish qobiliyati, homiladorlik, tug‘ruq, abort.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Nima uchun “nomusga tegish” huquqiy tushuncha hisoblanadi va ekspert nimani isbotlaydi? 2) Surtma olishni kechiktirish natijaga qanday ta’sir qiladi (vaqt o‘tsa, spermatozoid topilishi ehtimoli kamayadi)? Doskada: 5 bosqichli zanjirni chizdiring. Ojizlik sabablarini yozdiring: ruhiy kasallik, travma, jismoniy nuqson, yosh yoki qarilik, mastlik. Tipik xato: qin yoki oraliq shikasti zo‘rlikning mutlaq belgisi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119-modda va 120-moddaning farqi nimada? 2) Nima uchun ekspertizada passiv qatnashchining so‘rovi va proktolog maslahati muhim? Doskada: “zo‘rliksiz — 120-modda” va “zo‘rlik bilan — 119-modda” ustunlarini chizdiring. Tipik xato: to‘g‘ri ichak kasalliklari izlarini muntazam passiv aloqa belgisi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fahsh harakatlari oilaga, yoshlarga va axloqqa qarshi jinoyatlar guruhiga kiritilgan? 2) 113-moddada tibbiyot xodimining javobgarligi qachon yuzaga keladi? Doskada: jadvalni chizib, ikki moddani solishtirdiring. Tipik xato: 113-moddani jinsiy erkinlikka qarshi jinoyat deb o‘ylash. Aslida u hayot yoki sog‘liq uchun xavfli jinoyatlar guruhiga kiradi. OIV — odam immunitet tanqisligi virusi.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(1) Surtma nima uchun shoshilinch olinadi? Javob: vaqt o‘tgan sari spermatozoidlarning topilish ehtimoli kamayadi. (2) Gumondorda qanday izlar bo‘lishi mumkin? Javob: himoya va kurash natijasidagi qontalash, shilinma, tishlanma, ayolga tegishli qon va soch. Doskada: ekspert harakatlari ketma-ketligini (materiallar, so‘rov, anamnez, ko‘rik, namuna) chizdiring. Tipik xato: qo‘rqitish ob’ektiv iz qoldirmaydi, shuning uchun izning yo‘qligi jinoyat bo‘lmaganini isbotlamaydi; 118 va 119-moddalarni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(1) Nega ko‘rikdan oldin hujjatlar o‘rganiladi? (2) Qaysi hollarda qo‘shimcha mutaxassis maslahati kerak? Doskada: algoritmni 6 qadam bilan chizdiring (1-tafsilot, 2-tibbiy hujjatlar, 3-so‘rov, 4-ko‘rik, 5-qo‘shimcha tekshiruv va maslahat, 6-xulosa); diagrammada dastlabki ikki bosqich birlashtirilgan. Tipik xato: bosqichlar tartibini buzish, ya’ni so‘rovsiz yoki hujjatsiz ko‘rikdan boshlash.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Nega tibbiy hujjatlarning asl nusxasi talab qilinadi? (2) Balog‘atga yetmagan va muomalaga layoqatsiz shaxs ko‘rigida kim ishtirok etadi? Javob: birinchisida ota-ona yoki pedagog, ikkinchisida qonuniy vakil. Doskada: shaxsni tasdiqlash hujjatlari va ishtirokchilar jadvalini chizdiring. Tipik xato: jinsiy holatlarda fotosurat talabini unutish; suratga olishga shaxs ruxsatini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(1) Nega o‘zga jins ko‘rigida tergovchi chiqib turadi? (2) Pediatr bolani ko‘rikka tayyorlashda ota-onaga nimani tushuntiradi? Doskada chizish: uch ustunli sodda jadval (kim ko‘riladi – kim ishtirok etadi). Tipik xato: talabalar balog‘atga yetmaganlar uchun ota-ona o‘rniga faqat tergovchi yetarli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(1) Nega hujjatlarni ko‘rikdan oldin o‘rganish muhim? (2) Ota-ona ishtiroki bolaning so‘rovida qanday ahamiyatga ega? Doskada chizish: ekspertiza algoritmining 6 bosqichini ketma-ket yozing. Tipik xato: so‘rovni ko‘rikdan keyin o‘tkazish yoki tibbiy hujjat nusxasi bilan cheklanish.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(1) Sud-tibbiy og‘irlik klinik og‘irlikdan nimasi bilan farq qiladi? (2) Pediatr hujjatlarni to‘ldirishda qaysi xatolardan qochishi kerak? Doskada chizish: uch darajali og‘irlik shkalasini kun va foiz chegaralari bilan chizing. Tipik xato: klinik og‘irlikni sud-tibbiy og‘irlik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№6. Maʻruza: Tirik shaxslarning sud-tibbiy ekspertizasi (4-kurs, pediatriya)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tirik shaxslar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shaxslarning sud-tibbiy ekspertizalari amaliyotda eng ko‘p o‘tkaziladigan ekspertizalar turiga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jinoiy, fuqarolik va ma’muriy ishlar bo‘yicha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muassasalar ishidagi eng ko‘p ekspertizalar tan jarohatlari yetkazilishi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 jarohatlari ekspertizasi Jinoyat kodeksiga mos “Tan jarohatlarining og‘irlik darajasini sud-tibbiy aniqlash qoidalari” bo‘yicha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275–276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tayinlanadigan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Besh yo‘nalishda tayinlanadi: jarohat, jinsiy holat, jinsiy jinoyat, salomatlik, yosh.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Salomatlik holati: simulyasiya, dissimulyasiya, aggravatsiya, sun’iy kasallik va o‘ziga jarohat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Ambulatoriya, tuman, shahar, tumanlararo bo‘limlarda; zarur bo‘lsa davolash muassasalarida ham.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Tirik shaxslar ekspertizasi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Tan jarohatlari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Xarakteri  ·  Og‘irlik darajasi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holatlar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Jins, bokiralik  ·  Yetuklik, homiladorlik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jinoyatlar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Zo‘rlash  ·  Besoqolbozlik, fahsh harakatlari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Salomatlik va yosh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Sog‘liq holati, simulyasiya  ·  Yosh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yo‘nalishlari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275–276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jarohatlari: hal etiladigan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Jinoyat kodeksi va og‘irlik darajasini aniqlash qoidalariga muvofiq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Og‘irlik darajasi tasniflovchi belgini ko‘rsatgan holda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ma’lumotlar “Ekspert xulosasi”da qayd etilishi lozim.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Turi, joylashuvi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Jarohat turi va tanadagi o‘rni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Quroli yoki vosita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Jarohat yetkazgan vosita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Mexanizmi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Hosil bo‘lish mexanizmi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Yetkazilish muddati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Qachon yetkazilgani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Og‘irlik darajasi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Tasniflovchi belgi ko‘rsatiladi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Hal etiladigan masalalar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275–276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jarohatlarining yuridik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 jarohatlarni og‘ir, o‘rtacha og‘ir va yengil darajalarga ajratadi.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jarohat (104-modda): hayot xavfi, funksiya yo‘qolishi, homila uzilishi, ruhiy buzilish, badburushlik.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Yengil jarohat (109-modda) ikki turga bo‘linadi: oddiy yengil va sog‘liq qisqa muddat buzilgan yengil.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Og‘ir (104-modda)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Hayot uchun xavf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Mehnat qobiliyati 33% va ko‘p yo‘qotilishi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O‘rtacha og‘ir (105)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21 kundan ortiq buzilish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Mehnat qobiliyati 10–33% yo‘qotilishi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Yengil (109-modda)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Sog‘liq 6 kungacha buzilgan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Qisqa muddatli: 6–21 kun, 10% gacha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Og‘irlik darajalari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276, 276-277, 277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va klinik baholash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og‘irlik darajasi va klinikadagi ahvol og‘irligi bir xil tushuncha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baholashning maqsadi va mezonlari turlicha, shu sabab natijalar mos kelmasligi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klinik ‘og‘ir ahvol’ ≠ sud-tibbiy ‘og‘ir tan jarohati’.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 xil shikastlanish holati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Sud-tibbiy baho: o‘z mezonlari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 baho: boshqa maqsad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Natijalar mos kelmasligi mumkin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baholash yo‘li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Mezon: hayot uchun xavf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Hayotga bevosita tahdid soladigan yoki tahdidli holat keltiradigan jarohatlar hayot uchun xavfli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bo‘shliqqa o‘tuvchi yaralar, kalla suyagi sinishi, og‘ir miya lat eyishi, yirik arteriya jarohati.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tahdidni bartaraf etsa ham, jarohat hayot uchun xavfli deb baholanaveradi.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Hayotga tahdid yuzaga keladi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Tahdid jarohat bilan bog‘liq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Yordam tahdidni yo‘qotsa ham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Baho: og‘ir tan jarohati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xavfini baholash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278, 279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Mezon: umumiy mehnat qobiliyati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mehnat qobiliyati — o‘z-o‘ziga xizmat qilish va malaka talab qilmaydigan ishlarni bajara olish qobiliyati.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umumiy ≠ kasbiy; og‘irlikda faqat umumiy qobiliyat olinadi, kasbiy — fuqarolik ishlarida.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Vaqtincha yo‘qotish kunlarda, turg‘un yo‘qotish foizlarda ifodalanadi; 120 kundan ortiq buzilish shartli turg‘un sanaladi.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Og‘ir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33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10–33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 (qisqa muddatli)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 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Shartli turg‘un buzilish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120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Yo‘qotish foizi va og‘irlik darajasi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279, 279–280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Mezon: sog‘liq buzilishi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Sog‘liq buzilishi davomiyligi sud-tibbiy amaliyotda eng ko‘p qo‘llaniladigan mezondir.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Muddat ob’ektiv tibbiy ma’lumotlar asosida kunlarda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davolanish muddati ≠ buzilish davomiyligi; kech murojaat sabab cho‘zilish hisobga olinmaydi.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 6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 (qisqa muddatli)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6–21</a:t>
            </a:r>
            <a:r>
              <a:rPr sz="14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&gt; 21</a:t>
            </a:r>
            <a:r>
              <a:rPr sz="14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Kunlar chegarasi va baho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280, 281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og‘irlik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sog‘liq buzilishi necha kundan oshsa, jarohat o‘rtacha og‘ir bo‘ladi? Javob: 21 kundan ortiq.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umumiy mehnat qobiliyatining qancha qismi turg‘un yo‘qotilsa, jarohat og‘ir bo‘ladi? Javob: 33% va undan ko‘p.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10% gacha va 10–33% gacha yo‘qotish qaysi darajalarga mos? Javob: yengil (qisqa muddatli) va o‘rtacha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4: qaysi mezon foizda, qaysi biri kunda ifodalanadi? Javob: turg‘un yo‘qotish — foizda; buzilish davomiyligi — kunda.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Ko‘rish, so‘zlash, eshitish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ko‘zda qaytmas ko‘rlik yoki ko‘rish o‘tkirligi 0,04 va undan past bo‘lsa, jarohat og‘ir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quloqda to‘liq karlik yoki nutqni quloqdan 3-5 sm da eshitmaslik og‘ir; bir quloq yo‘qolsa o‘rtacha og‘ir.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ko‘rmaydigan ko‘z yo‘qolsa, og‘irlik sog‘liq buzilishi davomiyligiga qarab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Shikast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Ikkala ko‘zda to‘liq ko‘rlik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Sog‘ bir ko‘zning yo‘qolishi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 (mehnat qobiliyati &gt; 1/3)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Til butunlay yoki yarmi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quloqda eshitish yo‘qolishi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Yo‘qotilish va baho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 va nasl qoldirish qobiliyatining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Qo‘l yoki oyoq yo‘qotilishi — ularning uzilishi yoki faoliyatining turg‘un yo‘qolishi (falajlik). Kaft va tovon qo‘l-oyoqqa tenglashtiriladi.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Erkakda nasl qoldirish — jinsiy aloqa va urug‘lantirish. Ayolda — aloqa, urug‘lanish, homilani saqlash va tug‘ish.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Shu funksiyalarni bajarishga monelik qiladigan holat paydo bo‘lsa, nasl qoldirish qobiliyati yo‘qotilgan hisoblanadi.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A’zo yoki funksiyani yo‘qotgan shikast, shuningdek bitta urug‘don, tuxumdon yoki buyrak yo‘qolishi og‘ir tan jarohatidir.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Erkakda nasl qoldirish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Jinsiy aloqa qilish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Urug‘lantirish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Ayolda nasl qoldirish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Jinsiy aloqa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Urug‘lanish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Homilani saqlash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Tug‘ish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Funksiyalar yo‘qolsa — og‘ir jarohat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 uzilishi, ruhiy buzilish, badburushlik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Uzilish va jarohat o‘rtasida to‘g‘ridan-to‘g‘ri sabab-oqibat bog‘liqligi bo‘lsagina og‘ir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buzilish ham jarohat bilan bevosita sababiy bog‘liq bo‘lsa, og‘ir tan jarohati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Silliqlanmaydigan badburushlik vaqt yoki davo bilan yo‘qolmaydi; uni bartaraf etish uchun jarrohlik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9906"/>
                <a:gridCol w="273806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Jalb qilinadi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Homiladorlik uzilishi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Akusher-ginekolog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Ruhiy buzilish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Sud-psixiatr; nevrolog, neyroxirurg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Silliqlanmaydigan badburushlik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Plastik jarroh, kosmetolog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Mezon va mutaxassis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282-283, 283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Mezonlarni qo‘llash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Daraja aniqlashda tibbiy mezonlardan bittasi yetarli. Bir necha mezon bo‘lsa, og‘irroq darajaga mos mezon bo‘yicha baholanadi.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 hodisadagi ko‘p jarohat kechishini og‘irlashtirsa, daraja majmui uchun umumiy beriladi. Turli muddatda yetkazilganlari alohida baholanadi.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Faqat yangi jarohat bilan sababiy bog‘liq oqibatlar hisobga olinadi.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Yosh, kasallik yoki tibbiy yordam nuqsonlari (kech murojaat) sabab yomonlashuv hisobga olinmaydi.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Jarohat mohiyatini aniqlash imkoni bo‘lmasa yoki oqibati mavhum bo‘lsa, og‘irlik darajasi aniqlanmaydi.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Bitta mezon yetarli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Bir nechta bo‘lsa, og‘irrog‘i olinadi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Ko‘p jarohat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Bir hodisada — umumiy daraja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Turli muddat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Alohida baholanadi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Sababiy bog‘liqlik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Faqat yangi jarohat oqibati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Aniqlab bo‘lmasa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Og‘irlik darajasi aniqlanmaydi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Qo‘llash qoidalari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283, 284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tan jarohatini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jabrlanuvchida sog‘liqning buzilishi 10 kun davom etgan, boshqa mezon aniqlanmagan. Savol: jarohat qaysi darajaga kiradi?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olti kundan ortiq, ammo 21 kundan ko‘p emas, shuning uchun sog‘liqning qisqa muddatga buzilishiga olib kelgan yengil tan jarohati.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shu shaxsda jarohatgacha sog‘ bo‘lgan bir ko‘zning ko‘rishi to‘liq yo‘qolgan bo‘lsa, baho o‘zgaradimi?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ha. Bir ko‘zning yo‘qolishi mehnat qobiliyatining uchdan biridan ortig‘ini yo‘qotadi, bu og‘ir jarohat. Og‘irroq mezon tanlanadi.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281, 283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Salomatlik holati ekspertizasi: tayinlanish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Tergovchi yoki sud chaqirig‘iga kasallik sababli kelmaganda ekspertiza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Gumondor, ayblanuvchi, sudlanuvchining sud-tergov harakatlarida ishtirok etish va mahbusni ushlab turish imkoniyati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Mahbus salomatligiga shikoyat qilib ishlashdan bosh tortganda; hukm ijrosini kechiktirishda (kasallik, homiladorlik, tug‘ruq).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Harbiy xizmatga chaqiriluvchi va harbiy xizmatchilar xizmatdan bosh tortganda.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Salomatlik holati ekspertizasi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Chaqiriqqa kelmaslik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Shubhali kasallik tufayli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Sud-tergov harakatlari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Ishtirok etish imkoni  ·  Mahbusni ushlab turish imkoni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Jazo ijrosi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Mahbusning ishdan bosh tortishi  ·  Homiladorlik, tug‘ruq — kechiktirish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Harbiy xizmat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Chaqiriluvchi va harbiy xizmatchilar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G‘iyosov, 284-bet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Salomatlik holatini aniqlash va simulyasiya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Ekspertiza kasallik sababli chaqiriqqa kelmaganda va gumondor yoki ayblanuvchining sud-tergov harakatlarida ishtirok etish imkonini aniqlash uchun tayinlanadi.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 komission tartibda klinitsist-mutaxassislar bilan o‘tkaziladi: tibbiy hujjatlar o‘rganiladi, shaxs har tomonlama tekshiriladi, ba’zan statsionarda kuzatiladi.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Simulyasiya — sog‘lom shaxsning mavjud bo‘lmagan kasallikni bor deb ko‘rsatishi; turli usullar bilan sub’ektiv va ob’ektiv belgilarni taqlid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Simulyant shikoyatlari ob’ektiv belgilarga mos kelmaydi; masalan, achchiq choy bilan taxikardiya chaqirib yurak kasalligini taqlid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284, 285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Simulyasiya usullari va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Simulyasiyani aniqlash uchun shaxs ma’lum vaqt kuzatiladi: tajribali simulyant ham kasallik belgilari majmui va dinamikasini to‘liq aks ettira olmaydi.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Davo muolajasini simulyant odatda samarasiz deb ko‘rsatadi; diagnoz aniqlanmaguncha davo tayinlash tavsiya etilmaydi.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Oshqozon yarasi: najasga qon aralashtirish, askorbin kislotasi; yurak kasalligi: achchiq choy, kofe; o‘pka sili: haqiqiy bemor balg‘ami, rentgenogrammasi.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Ba’zi tekshiruvlar ogohlantirmasdan, to‘satdan va takroran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Simulyasiya usullari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Vositasiz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Kontraktura, eshitish pasayishi  ·  Duduqlanish, siydik tutolmaslik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Oshqozon yarasi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Najasga qon aralashtirish  ·  Askorbin kislotasi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 kasalligi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Achchiq choy, kofe — taxikardiya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O‘pka sili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 bemor balg‘ami, rentgenogramma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O‘pkadan qon ketish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Balg‘amga milk qoni qo‘shish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Taqlid qilinadigan kasalliklar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Aggravatsiya va dissimulyasiya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Aggravatsiya — mavjud kasallik yoki travma belgilarini og‘irroq qilib ko‘rsatish; asosan sub’ektiv belgilar.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Simulyasiya va aggravatsiya qasddan (maqsadli, jazodan qutulish) yoki patologik (maqsadsiz)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Dissimulyasiya — kasallik yoki jarohatni qasddan yashirish; simulyasiyaning aksi, kamroq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Simulyasiya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Yo‘q kasallikni bor deb ko‘rsatish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Shikoyat ob’ektiv belgiga mos kelmaydi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Aggravatsiya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Bor kasallikni og‘irroq ko‘rsatish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Ob’ektiv va sub’ektiv belgi taqqoslanadi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Dissimulyasiya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Kasallikni qasddan yashirish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Uchuvchi, g‘avvos, haydovchi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tushunchani solishtirish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285, 286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Dissimulyasiya: kim va nimani yashiradi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Dissimulyasiya simulyasiyaga qarama-qarshi; nisbatan kam uchraydi va doim kasallikni yashirish maqsadida qasddan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Sog‘liqqa alohida talab qo‘yiladigan hollarda: harbiy bilim yurtlariga kiruvchilar, uchuvchilar, g‘avvoslar, transport haydovchilari.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Javobgarlikdan qutulish uchun: YTHda aybdor haydovchi mastligini, jinoyatchi mavjud jarohatini yashiradi.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hollarda homiladorlik, bo‘lib o‘tgan tug‘ruq yoki abort yashiriladi.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Dissimulyasiya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Maxsus talabli kasblar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Harbiy bilim yurti abituriyenti  ·  Uchuvchi, g‘avvos, haydovchi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Javobgarlikdan qochish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Haydovchi mastligini yashiradi  ·  Jinoyatchi jarohatini yashiradi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Yashiriladigan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Homiladorlik  ·  Tug‘ruq yoki abort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Kim va nimani yashiradi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Maqsadi simulyasiyaga o‘xshaydi, ammo hayotga jiddiy tahdid solmaydigan usullar qo‘llanadi. Ichki a’zolarda kamroq uchraydi.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Teri: qo‘l-oyoqni siqib boylash yoki yengil zarbalar shish beradi. Teri ostiga parafin, vazelin yuborilsa o‘sma paydo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Ichki a’zolar: ko‘p surgi dori yoki sovun eritmasi — gastroenterit; ko‘p osh tuzi — nefrozo-nefrit; efedrin — gipertoniya alomati.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Ko‘zga chang, kislota tushirilsa — konyunktivit, keratit; quloqqa yot jism solinadi. Sun’iy to‘g‘ri ichak tushishida orqa teshikda jarohat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Sun’iy kasalliklar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 va teri osti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Siqib boylash — shish  ·  Parafin, vazelin — o‘sma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Ichki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Surgi dori — gastroenterit  ·  Osh tuzi — nefrozo-nefrit  ·  Efedrin — gipertoniya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Ko‘z va quloq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Chang, kislota — konyunktivit  ·  Yot jism quloqqa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To‘g‘ri ichak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Sun’iy tushish — orqa teshikda jarohat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 va natija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286, 286-287, 287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A’zobuzarlik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A’zobuzarlik — maqsadli, qasddan o‘ziga shikast yetkazish (masalan, harbiy xizmatdan qochish uchun).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ko‘pincha qo‘l, ayniqsa kaft sohasida; o‘tkir yoki o‘qotar qurol bilan, odatda o‘zi yetkazadi.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 eksperimenti: shaxs bayon etgan vaziyat voqeaga yaqin sharoitda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Joylashuvi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Qo‘li yetadigan soha, ko‘proq chap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Takroriy ta’sir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Yaqin joyda bir nechta yuzaki yara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Amputatsiya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Barmoqlar turli sathda kesilgan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O‘qotar qurol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Odatda tirab yoki yaqin masofadan otish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O‘zini shikastlash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287-288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simulyasiya va a’zobuzarlik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1: harbiy xizmatga chaqiriluvchi hech narsa ishlatmay eshitishi pasayganini ko‘rsatadi. Shikoyati ob’ektiv tekshiruv natijalariga mos kelmaydi.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bu simulyasiyami yoki dissimulyasiyami? Simulyasiyada bo‘lmagan kasallik ko‘rsatiladi, dissimulyasiyada mavjud kasallik yashiriladi.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2: kaftda asosiy jarohat yonida bir nechta yuzaki kesma yaralar, barmoqlar turli sathda amputatsiya qilingan. Savol: bu nimadan dalolat beradi?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simulyasiya ≠ aggravatsiya. Simulyasiyada kasallik yo‘q, aggravatsiyada mavjud kasallik yoki travma belgilari og‘irroq ko‘rsatiladi.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284-285, 285-286, 287, 285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Hujjat berish, nikoh, aliment, jinsiy jinoyat ishlarida jinsga shubha bo‘lsa, ekspertiza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Germafroditizm – bir odamda ikki jinsga xos a’zolar bo‘lishi; amaliyotda soxta turi ko‘proq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Anamnez, tibbiy hujjatlar, antropometriya, laboratoriya; leykotsit xromosomasi genetik jinsni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Germafroditizm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Erkak va ayol bezi  ·  Tashqi belgi: erkak yoki ayolga o‘xshash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Soxta erkak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Yorg‘oq (spermatogenez)  ·  Ayolga o‘xshash tashqi belgilar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Soxta ayol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Tuxumdon (ovogenez)  ·  Erkakka o‘xshash tashqi belgilar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Germafroditizm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yetuklikni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Jinsiy yetuklik — salomatlikka ziyon yetkazmay jinsiy hayot olib borish imkon beradigan rivojlanish darajasi (qizlarda aloqa, homiladorlik, tug‘ish, emizish).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14 yoshgacha shaxs yetilmagan hisoblanadi. JKda javobgarlik yoshga bog‘langan: 118-119-moddalarda 18 va 14, 128-129-moddalarda 16 yosh.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Me’yor: bo‘y tik holatda kamida 150 sm, o‘tirganda 80 sm, ko‘krak aylanasi 78–80 sm; tos: 26–27, 29 sm va tashqi konyugata 17–18 sm.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Ko‘rsatkichlar nisbiy: kichikroq o‘lchamda ham tug‘ish mumkin, akseleratsiyada kattaroq bo‘lishi mumkin. Ekspertiza akusher-ginekolog ishtirokida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bo‘yi (tik)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bo‘yi (o‘tirgan)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80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Ko‘krak aylanasi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78–80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Yonbosh o‘siqlari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26–27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Katta ko‘stlar oralig‘i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29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Tashqi konyugata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17–18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Me’yoriy ko‘rsatkichlar (nisbiy)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Bokiralikni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Bokiralik qizlik pardasining anatomik butunligi bilan belgilanadi; parda shakllari 3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Defloratsiya odatda birinchi jinsiy aloqada bo‘ladi, ammo barmoq, jism yoki operatsiyadan ham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yoriq ≠ tabiiy o‘yiq. Yoriq ko‘pincha soat siferblatida 5–7 oralig‘ida; o‘yiq odatda asosgacha yetmaydi.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Qonash, shish, qon laxtalari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Keyinroq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Shish kamayadi, oqimtir qoplama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1-hafta oxiri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Granulyasion to‘qima qoplay boshlaydi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2–3-hafta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Chandiq hosil bo‘ladi, yallig‘lanish ketadi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Parda yorig‘ining bitishi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290, 291, 292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bokiralik va yetuklik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parda butunligi buzilgan muddatni qachongacha aniqlash mumkin? Javob: dastlabki haftalarda; uch haftadan so‘ng bu masalani hal etib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bokiralikka shubha bo‘lsa, kimga qisqa muddatda murojaat qilinadi? Javob: sud-tibbiy ekspertlarga, akusher-ginekologlarga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maniy qinda necha kun saqlanadi? Javob: odatda 3–5 kun; namuna qancha tez olinsa, natija shuncha ishonchli.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eski yoriqning chetlari qanday bo‘ladi? Javob: nisbatan qalin, chandiqlangan.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291, 292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Nasl qoldirish qobiliyatini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Erkakda nasl qoldirish — jinsiy aloqa qilish va urug‘lantirish; ayolda — jinsiy aloqa, homilador bo‘lish va tug‘ish imkoniyati.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Impotensiya markaziy nerv tizimi va endokrin kasalliklari, tashqi jinsiy a’zo nuqsonlari bilan bog‘liq; nevrotik reaksiyadan funksional impotensiya ham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Urug‘lantirish qobiliyati eyakulyat laboratoriya tekshiruvi bilan baholanadi. Azospermiya, nekrospermiya, astenospermiya topilsa, bu qobiliyat inkor etiladi.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Homilador bo‘lishga to‘sqinlik: yosh (balog‘atgacha, menopauza), jinsiy a’zo kasalligi va nuqsonlari, o‘smalar, bachadon, nay yoki tuxumdon olib tashlanishi.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Erkakda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Impotensiya: MNS, endokrin kasallik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Eyakulyat: azospermiya, nekrospermiya, astenospermiya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Ayolda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Yosh: balog‘atgacha, menopauza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Jinsiy a’zo kasalligi, nuqsonlari, o‘smalar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Bachadon, nay, tuxumdon olib tashlangan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Qobiliyatni inkor etuvchi holatlar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292–293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 va bo‘lib o‘tgan tug‘ruqni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Kechayotgan homiladorlikda hayz to‘xtaydi, sut bezlari kattalashadi, so‘rg‘ich atrofi to‘qlashadi (2-oydan). Bachadon o‘lchami, shakli va zichligi o‘zgaradi.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Laboratoriyada homiladorlik gormoni — xorial gonadotropin aniqlanadi. Ikkinchi yarmida qorinda oqimtir chiziqlar va o‘rta chiziqda pigmentatsiya paydo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Ishonchli belgilar: auskultatsiyada homila yuragi urishi, palpatsiya va ultratovushda homila qismlari va qimirlashi. Muddat akusherlikdagidek aniqlanadi.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Tug‘ruqdan keyin dastlab sut bezlari shishgan, bachadon bo‘yinchasi ochiq bo‘ladi. Tug‘gan ayolda tashqi teshik yoriqsimon, tug‘magan ayolda odatda dumaloq.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Keyinroq (tug‘ruqdan ancha vaqt o‘tgach) faqat tug‘ruq bo‘lganini aytish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293, 293-294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Abort — homiladorlikning 22 haftasigacha uzilishi. U o‘z-o‘zidan yoki sun’iy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Izlar usulga mos: mexanikda shilinma, qontalash; kimyoviyda kimyoviy kuyish; termikda termik kuyish.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 asoratlari: havo emboliyasi, travmatik shok, o‘tkir qon ketish, perforatsiya, zaharlanish.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Tibbiy abort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Akusher-ginekolog, tibbiyot muassasasida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12 haftagacha xohish; keyin ko‘rsatma bilan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Qoidaga rioya, tekshiruv va kuzatuv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Jinoiy abort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Tayyorgarligi yo‘q xodim yoki oddiy shaxs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JK 114-modda bo‘yicha jinoiy javobgarlik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Mexanik, kimyoviy, termik, ba’zan elektr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Tibbiy va jinoiy abort farqi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294, 295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1: ayolda jinoiy abort gumon qilinmoqda. Ko‘rikda qin va bachadonda shilinma, qontalash, shilliq qavatga qon quyilishlari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qaysi usul ishlatilgan bo‘lishi mumkin? Javob: mexanik usul. Kimyoviy usulda kimyoviy kuyish va zaharlanish alomatlari kutilardi.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2: tug‘ruqdan ancha vaqt o‘tgan; bo‘yincha tashqi teshigi yoriqsimon, qizlik pardasi o‘rnida mirtasimon so‘rg‘ichlar, qorin terisida chandiqlar.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ekspert nimani qayd eta oladi? Javob: faqat tug‘ruq bo‘lganini. Keyingi davrda aniq muddatni hal etish imkoniyati cheklanadi.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118-modda: xohishiga qarshi zo‘rlik, qo‘rqitish yoki ojizlikdan foydalanib jinsiy aloqa qilish.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Zo‘rlikda qontalash, shilinma (son ichki yuzasi, jinsiy a’zolar), qizlik pardasi yorig‘i, maniy izlari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qo‘rqitish iz qoldirmaydi, qin shikasti esa jinsiy hayotli ayollarda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Qaror va bayonnomani o‘rganish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So‘rov va ginekologik anamnez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Ko‘rik: jarohat, ojizlik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Maniy izi: tez surtma, bosma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 tekshiruvi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Besoqolbozlik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120-modda: erkakning erkak bilan zo‘rliksiz jinsiy ehtiyojini qondirishi. Aktiv va passiv qatnashchining ikkalasi ham javobgar.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Aktiv qatnashchida olat va qov sohasida ikkinchi erkakka tegishli qon, soch, axlat zarralari, moysimon modda topilishi mumkin; toj egatchasida uzoq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Passiv qatnashchida orqa teshik va to‘g‘ri ichakda shilinma, qon quyilishi, yoriqlar bo‘ladi. Muntazam aloqada sfinkter zaiflashadi, burmalar silliqlashadi.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qabziyat, proktit, bavosil belgilari noto‘g‘ri talqin qilinishi mumkin. Zo‘rlik bo‘lsa, faqat aktiv shaxs 119-modda bo‘yicha javob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297, 297–298, 298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Fahsh harakatlari, tanosil kasalliklari va OIV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129-modda: 16 yoshgacha shaxsga nisbatan shahvoniy uyatsiz-buzuq harakatlar. Jarohat izi bo‘lmasligi ham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113-modda: tanosil kasalligi yoki OIV (odam immunitet tanqisligi virusi)ni bila turib yuqtirish — jinoyat.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dermatovenerolog va OIV bo‘yicha mutaxassis ishtirokida; kech bosqichdagi shaxs jinoyat sub’ekti.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820362"/>
                <a:gridCol w="224841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Fahsh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Tanosil/OIV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129-modda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113-modda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Oila, yoshlar, axloqqa qarshi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yoki sog‘liq uchun xavfli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Belgilar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Qizarish, shilinma, qontalash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 va yuqish manbai aniqlanadi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Fahsh va 113-modda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298, 299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jinoyatlar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 nomusga tegish gumoni bilan ko‘rikka keltirildi. Ekspertga tayinlash qarori, hodisa joyi bayonnomasi va tibbiy hujjatlar berilgan.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avval shu materiallar bilan tanishadi, so‘ng ayoldan hodisa tafsilotini so‘raydi va ginekologik anamnez (hayz, so‘nggi aloqa, homiladorlik) yig‘adi.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118-modda — nomusga tegish; 119-modda — jinsiy ehtiyojni g‘ayritabiiy usulda qondirish. Ikkalasini aralashtirmang.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qin ichidan surtma va tashqi sohalardan bosmalar voqeadan so‘ng imkon qadar tez olinadi? Gumondorni ham ko‘rikdan o‘tkazish kerakmi?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295, 297, 296, 297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o‘tkazishning umumiy algoritmi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Asos: Jinoyat va Fuqarolik kodekslari, protsessual kodekslar, “Sud ekspertizasi to‘g‘risida”gi qonun va Yo‘riqnoma.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Tartib va metodika hodisa xususiyati hamda ekspertiza oldiga qo‘yilgan vazifalarga qarab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tafsiloti avvalo ekspertiza tayinlash qarori yoki ajrimdagi ma’lumotlardan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Hodisa tafsiloti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Qaror yoki ajrim ma’lumotlari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Tibbiy hujjatlar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Asl nusxalari o‘rganiladi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So‘rov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Shaxs so‘rovi, shikoyatlar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Ko‘rik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Asboblar yordamida ko‘rik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Qo‘shimcha tekshiruv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Laboratoriya, maslahat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Ekspert xulosasi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Yakuniy hujjat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Olti bosqichli algoritm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299, 300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Hujjatlar, shaxsni tasdiqlash, so‘rov va ko‘rik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So‘rovda shikast qachon, qayerda, kim tomonidan, nima bilan va necha marta ta’sir etgani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Ko‘rik asboblar (o‘lchagich, lupa) bilan o‘tkaziladi; jarohat faqat shaxsning ruxsati bilan suratga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Tayinlovchi ishtirok etishi mumkin; o‘zga jins yalang‘ochlanganda tergovchi xonadan chiqib turadi.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6755"/>
                <a:gridCol w="346122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Tartib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hujjat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Asl nusxa; tayinlovchi javob beradi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Shaxsni tasdiqlash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Pasport, harbiy bilet yoki guvohnoma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holatlar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Hujjatdan tashqari 2 ta fotosurat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Balog‘atga yetmagan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Ota-ona yoki pedagog ishtirokida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Hujjat va ishtirok tartibi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300, 300, 301, 301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ko‘rikda ishtirok etish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tayinlagan shaxs ko‘rikda ishtirok etishi mumkin. Faqat o‘zga jinsdagi shaxs yalang‘ochlanib ko‘rilsa, tergovchi ko‘rik xonasidan chiqib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Balog‘atga yetmaganlar ko‘rigi ota-onasi yoki pedagoglari ishtirokida, muomalaga layoqatsizlar ko‘rigi esa qonuniy vakil ishtirokida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Davolanayotgan bemor ko‘rigi sog‘lig‘i ruxsat bersa, tayinlagan shaxs yoki vakili va davolovchi vrach ishtirokida o‘tadi; kasallik tarixida qayd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balog‘atga yetmagan bolani ko‘rikka olib kelganda kim ishtirok etishi shart va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ekspertiza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tergovchi balog‘atga yetmagan qizning jarohati bo‘yicha ekspertiza tayinladi.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Ota-onasi hamrohlik qilmoqda, tibbiy hujjatning faqat nusxasi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ekspert qaysi izchillikda ishlaydi va hujjat nusxasining o‘zi yetarlimi?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hodisa tafsiloti, tibbiy hujjatlar, shaxs so‘rovi, ko‘rik, zarur bo‘lsa qo‘shimcha tekshiruv yoki maslahat, so‘ng ekspert xulosasi.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Tibbiy hujjatlarning asl nusxasi talab etiladi. Ishonchliligi uchun ekspertiza tayinlagan shaxs javob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300-301, 299-300, 300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Tan jarohati og‘ir, o‘rtacha og‘ir yoki yengil. Mezonlar: hayot uchun xavf, buzilish davomiyligi (6 va 21 kun), mehnat qobiliyati yo‘qotilishi (10% va 33%).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Bitta mezon yetarli; bir nechta bo‘lsa, og‘irrog‘i qo‘llanadi. Individual xususiyatlar va tibbiy yordam nuqsonlari og‘irlikni belgilashda hisobga olinmaydi.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Simulyasiya — bo‘lmagan kasallikni bor deb ko‘rsatish, aggravatsiya — mavjudini og‘irroq ko‘rsatish, dissimulyasiya — yashirish. Komissiyada tekshiriladi.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Pediatr uchun: tibbiy hujjatni xolis va to‘liq yozish, bolani ota-onasi bilan ko‘rikka yo‘llash, bokiralikka shubhada tezroq sud-tibbiy ekspertga yo‘llash.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276-281, 283-284, 285-286, 291-292, 300-301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Simulyantlar kasallikni “tayyorlab” ko‘rsatadi. Achchiq choy yoki kofe taxikardiya va hansirash beradi, tekshiruvdan oldin askorbin kislotasi oshqozon sokining nordonligini oshiradi. Shuning uchun ayrim tekshiruvlar to‘satdan va takroran o‘tkaziladi.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SIMULYASIYA – yo‘q kasallikni “bor” deydi; AGGRAVATSIYA – bor kasallikni “og‘irroq” qilib ko‘rsatadi; DISSIMULYASIYA – bor kasallikni “yashiradi”. Dissimulyasiya simulyasiyaning aksi.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qizlik pardasidagi yangi yoriq chetlari bir necha kun qonaydi va shishadi. Ikkinchi haftaning oxiri – uchinchi haftada chandiq hosil bo‘ladi. Uch haftadan keyin yoriq muddatini aniqlab bo‘lmaydi. Shu sababli sud-tibbiy ekspertga imkon qadar tez murojaat qilinadi.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organ – ikki xil baho: ikkala ko‘zda to‘liq ko‘rlik yoki bir ko‘zda ko‘rishning to‘liq yo‘qolishi og‘ir jarohat. Bir quloqda eshitishning yo‘qolishi umumiy mehnat qobiliyatining uchdan biridan kamini yo‘qotadi va o‘rtacha og‘ir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sog‘liq buzilishi muddati bo‘yicha 6 va 21 kun chegara. 6 kungacha – yengil. 6 kundan ortiq, 21 kundan oshmasa – qisqa muddatli buzilishga olib kelgan yengil. 21 kundan ortiq – o‘rtacha og‘ir. Sud-tibbiy va klinik baho bir xil emas.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№6. Maʻruza: Tirik shaxslarning sud-tibbiy ekspertizasi (4-kurs, pediatriya)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