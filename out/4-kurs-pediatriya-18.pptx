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bunday savollarni sud o‘zi hal eta olmaydi? Doskada: ekspertizaning kerakligi sababi. Tipik xato: oddiy (yakka) ekspertizani yetarli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hujjat nimani tartibga soladi? Doskada: uchta hujjat nomi. Tipik xato: faqat idoraviy qoidaga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Qaror nechta qismdan iborat? Doskada: qaror tuzilmasi. Tipik xato: savollarni ekspertiza chegarasidan tashqariga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Qanday savol tasarrufdan tashqarida? Doskada: misol – qarshi misol. Tipik xato: savolni noaniq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ko‘chirma yetarli emas? Doskada: ruxsat va taqiq ro‘yxati. Tipik xato: kasallik tarixidan ko‘chirmani asos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O‘lim holatida qanday hujjatlar qo‘shiladi? Doskada: hujjatlar ro‘yxati. Tipik xato: tavsifnomani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uch holatda imkon yo‘q deyiladi? Doskada: uch holat. Tipik xato: asossiz javob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bu ekspertizalar byurolarda? Doskada: joy va son. Tipik xato: komissiyani ikki kishidan tuzish.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Klinitsist komissiyaga nima qo‘shadi? Doskada: klinik va sud-tibbiy rol. Tipik xato: klinitsistni ekspert o‘rniga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hodisa joyi xodimlari kiritilmaydi? Doskada: taqiqlar. Tipik xato: hamkasbni xolis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Etakchi ekspertning ustunligi bormi? Doskada: rollar jadvali. Tipik xato: etakchi ekspertga imtiyoz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Muassasa qanday yordam beradi? Doskada: huquq va majburiyat. Tipik xato: muassasa yordamini ixtiyoriy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Yo‘llanmani kim beradi? Doskada: tartib. Tipik xato: komissiya o‘zi yotqizadi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Uch qism qaysilar? Doskada: uch qism sxemasi. Tipik xato: kirish qismida komissiya tarkibini yozmaslik.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Tekshiruv qismida nimalar bo‘lishi shart? Doskada: 7–8 element. Tipik xato: ko‘chirmani varaq raqamisiz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Yaxshi to‘xtam qanday bo‘ladi? Doskada: to‘xtam talablari. Tipik xato: taxminiy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Kelishmovchilik bo‘lsa nima qilinadi? Doskada: ikki yo‘l. Tipik xato: fikr farqini yashirish.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Tavsiyalar nega kerak? Doskada: sabab → tavsiya. Tipik xato: xulosani ruxsatsiz tarqatish.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Huquqlardan qaysi biri eng muhim? Doskada: huquqlar ro‘yxati. Tipik xato: ishtirokchini tekshiruvga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bosqichlarda ishtirok mumkin emas? Doskada: chegara. Tipik xato: xodimni majlisga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So‘roq qachon mumkin? Doskada: shart. Tipik xato: xulosadan oldin so‘roq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Ustuvor kuch yo‘qligi nimani bildiradi? Doskada: baholash tartibi. Tipik xato: ekspert xulosasini mutlaq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hollarda faqat hujjat bo‘yicha ekspertiza o‘tkaziladi? Doskada: shartlar. Tipik xato: obyektni tekshirish mumkin bo‘lsa ham hujjatga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Idoraviy komissiya vazifalari nimalar? Doskada: uch vazifa. Tipik xato: tekshiruvni prokraturaga yubormaslik.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Jinoyatni qilmishdan nima ajratadi? Doskada: ikki toifa. Tipik xato: hammasini jinoyat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Xatolarning qaysi turlarini sud-tibbiyotda farqlashadi? Doskada: diagnostik, davolash, tashkiliy, hujjat xatolari. Tipik xato: xatoni beparvolik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 aybni hal qila oladimi? Doskada: ayb → sud. Tipik xato: ekspertdan aybdorlik xulosasini talab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Uchala holatning farqini ayting. Eslatma: Kharin Rossiya qonunchiligiga tayanadi. Doskada: uch holat jadvali. Tipik xato: Rossiya modda raqamlarini O‘zbekistonga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Savollarni uch guruhga ajrating. Doskada: guruhlar. Tipik xato: sababiy bog‘lanishsiz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Kharin va G‘iyosov komissiya soni bo‘yicha qanday farq qiladi? Doskada: taqqoslash jadvali. Tipik xato: ikki manbani aralashtirib, sonni umumlashtirish.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Mashg‘ulot xulosasi: nimalarni o‘rgandingiz? Doskada: uch asosiy qoida. Tipik xato: ekspertizani aybni hal etuvchi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Tibbiy xodimlarning kasb huquqbuzarligi holatlarida sud-tibbiy ekspertiza. Mazkur ekspertizalarni o‘tkazishda klinitsist-mutaxassislarning o‘rni. Jinoyat tushunchasi. Aybning turlari.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nega komission ekspertiza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Kasb vazifasini lozim darajada bajarmaslik bo‘yicha tergov va sud muhokamalarida tibbiyotga oid maxsus bilim talab etiladigan savollar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Qonunchilikka muvofiq bunday holatlarda komission sud-tibbiy ekspertiza tayinlanishi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Me’yoriy 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Tayinlash, o‘tkazish va xulosani baholash «Sud ekspertizasi to‘g‘risida»gi Qonun, Jinoyat-protsessual va Fuqarolik-protsessual kodekslarida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ekspertizalarni o‘tkazish bo‘yicha maxsus idoraviy qoidalar ham mavjud.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Tayinlash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Asos: surishtiruvchi, tergovchi, prokuror qarori yoki sud ajrimi.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Bayon qismida ish tafsiloti, so‘ng ekspertiza turi va kimga tayinlangani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Qaror qismida ekspertlar komissiyasi hal etishi lozim bo‘lgan savollar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Ekspertlar oldiga qo‘yiladigan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Savollar aniq, tushunarli va sud ekspertizasi maqsadlariga mos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sud-tibbiy ekspertlar komissiyasi tasarrufidan chetga chiqmasligi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Komissiyaga taqdim etiladigan materiallar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materiallari, tibbiy hujjatlar va xulosa uchun zarur boshqa obyektlar taqdim etiladi; ular qarorda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Istisno holatda muassasa rahbari imzolagan va muhr bilan tasdiqlangan kseronusxalar ishlatilishi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Alohida kasallik tarixidan ko‘chirma, ma’lumotnomalar bo‘yicha komission ekspertiza o‘tkazilishiga yo‘l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Javobgarlikka tortishda qo‘shimcha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Komissiyaga oldingi idoraviy va xizmat tekshiruvlari, xodimning tayyorgarligi, tajribasi va toifasi ko‘rsatilgan tavsifnomalar taqdim etilishi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holatida murda sud-tibbiy ekspertizasi xulosasi yoki patologoanatomik bayonnoma va qo‘shimcha laborator natijalar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Yetishmagan materiallarni ekspert muassasasi rahbari tayinlagan idoradan talab qilishi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Doimiy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Idoraviy tekshiruvlar, tavsifnoma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 bo‘lsa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ekspertizasi yoki patologoanatomik bayonnoma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Gistologik, sud-kimyo natijalari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Taqdim etiladigan hujjatlar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berishning imkoni yo‘qligi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Savollarni hal etish imkoni bo‘lmasa, obyektlar yaroqsiz yoki yetarli bo‘lmasa yoki fan holati javob bermasa, asoslantirilgan hujjat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hujjat ekspertizani tayinlagan idoraga (shaxsga) yo‘llanadi.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Savol bilimdan tashqari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Obyekt yaroqsiz yoki yetarli emas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Fan holati imkon bermaydi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Xulosa berish imkoni yo‘qligi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Qayerda va kim o‘tkazadi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sud-tibbiy ekspertizalar faqat sud-tibbiy ekspertiza byurolarida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Tuman, tumanlararo va shahar bo‘linmalarida o‘tkazilishiga yo‘l qo‘yilmaydi.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Ekspertlar komissiyasi uchtadan kam bo‘lmagan shaxsdan tashkil topadi.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Klinitsist-mutaxassislarning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sud-tibbiy ekspertlaridan tashqari, zarurat bo‘lsa, komissiya tarkibiga turli profildagi klinik mutaxassislar kiritilishi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tayinlagan organ komissiya tarkibini o‘z ixtiyoriga ko‘ra belgilashi yoki alohida mutaxassisni kiritishi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Maxsus bilim yetmasa, byuro rahbari boshqa muassasa mutaxassislarini kiritish haqida tavsiyanoma berishi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Zarurat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Tavsiyanoma yoki qaror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mutaxassis komissiyada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Klinitsist kiritilishi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135, 136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Komissiyaga kiritilmaydiganlar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yuz bergan davolash muassasasining rahbarlari va mutaxassislari komissiya tarkibiga kiritilishi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natijasidan manfaatdor shaxslar ham komissiya a’zosi bo‘la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A’zolarning raddiyasini ekspertiza tayinlagan organ qonunda belgilangan tartibda ko‘rib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Etakchi ekspert va ma’ruzachi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Etakchi ekspert odatda sud-ekspertiza muassasasi rahbari yoki profil tuzilma mudiri bo‘ladi; faoliyatni tashkil etish va nazoratni ta’minlaydi.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Ma’ruzachi: ijro rejasini tuzadi, tayinlagan shaxs bilan muloqot qiladi, materiallarni tayyorlaydi, to‘xtam loyihasini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Komissiyaning barcha a’zolari, shu jumladan etakchi ekspert va ma’ruzachi, teng protsessual huquq va majburiyatga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Komissiya huquq va majburiyatlari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ruxsat bilan jinoiy yoki fuqarolik ishi materiallari bilan tanishish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ishtirokida javobgarlikka tortilayotgan xodimni so‘roq qilishni talab qilish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tibbiy muassasalar komissiya ishiga har tomonlama yordam berishi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Statsionar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holatlarda shaxsni statsionar sharoitda tekshirish zarur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tavsiyasi va tayinlagan organ yo‘llanmasiga asosan shaxs statsionarga yotqizilishi mumkin; natijalar komissiyaga taqdim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tuzilmasi va kirish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 tasdiqlangan shaklda ekspertlar xulosasi sifatida rasmiylashtiriladi va uch qismdan iborat.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Kirish qismida sana, joy, asos, komissiya tarkibi (lavozim, daraja, unvon, staj, toifa), ish, maqsad, savollar va taqdim etilgan materiallar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qismi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Ishning mohiyati va xulosani asoslash uchun zarur barcha ma’lumotlar qisqacha bayon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Qayd etiladi: ishni qo‘zg‘atish asosi, ko‘rik bayonnomasidan ko‘chirma, kasallik tarixi va ambulatoriya kartasi ma’lumotlari, davolash choralari, konsultatsiya va konsilium.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murda ekspertizasi, patologoanatomik bayonnoma, laboratoriya, klinik-anatomik konferensiya, xizmat tavsifnomasi va so‘roq bayonnomalaridan ko‘chirmalar.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Ko‘chirma va to‘xtamlar talablari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ko‘chirmalar ish materiallarining qaysi varag‘ida mavjudligi ko‘rsatilgan holda bayon etilishi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To‘xtamlar savollarga javoblarni o‘z ichiga oladi, tekshiruv qismidan kelib chiqadi, obyektiv va ilmiy asoslangan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Subyektiv, taxminiy ma’lumotlarga asoslangan, noto‘liq, mavhum va o‘zaro zid to‘xtamlar tuzilishiga yo‘l qo‘yilmaydi.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Kerak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Yo‘l qo‘yilmaydi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Obyektiv, ilmiy asosli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Subyektiv, taxminiy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Aniq, bir ma’noli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Mavhum, noto‘liq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Tekshiruvga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O‘zaro zid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To‘xtamga talablar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138, 139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 etish va fikrlar ixtilofi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Ma’lumotlar yetarli emasligi aniqlansa, komissiya ayrim savollarni asoslantirib hal etishni rad etishi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ish uchun ahamiyatli, ammo savol qo‘yilmagan holatlarni ham o‘z tashabbusi bilan yoritishi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fikrga kelinsa, birgalikda xulosa tuziladi va imzolanadi; fikr farqi bo‘lsa, har biri alohida xulosa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Sabablar va tavsiyalar;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Xulosada huquqbuzarlik sabablari, imkon yaratgan sharoitlar, bartaraf etish va oldini olish bo‘yicha tavsiyalar ko‘rsatilishi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materiallari sud-ekspertiza muassasasida qonunchilikda belgilangan muddat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Tayinlagan organning ruxsatisiz xulosani protsess ishtirokchilariga taqdim etish mumkin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139, 140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Gumondor va ayblanuvchi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Jinoyat-protsessual kodeksi 179-moddasi gumondor, ayblanuvchi va sudlanuvchilar huquqlarini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Huquqlar: qarorni ekspertiza boshlanguncha ko‘rish, ekspertga raddiya berish, qo‘shimcha savollar va materiallar taqdim etish.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Ruxsat bilan ekspertizada ishtirok etish, xulosa bilan tanishish, qo‘shimcha yoki qayta ekspertiza talab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Javobgar xodim va ishtirokchilar chegarasi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Ko‘rsatilgan yordamni baholovchi ekspertizada bu huquqlarga javobgarlikka tortilayotgan tibbiy xodim ega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Ishtirokchilar tekshiruvlarga aralashmasligi lozim, ammo usul va natijalar mohiyatini tushuntirishni talab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Ishtirokchilarga komissiya yig‘ilishida va to‘xtam tuzish bosqichida qatnashishga yo‘l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140, 141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Ekspertlarni so‘roq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To‘xtamda noaniqlik yoki qo‘shimcha tekshiruv talab etmaydigan kamchilik bo‘lsa, a’zolar surishtiruvchi, tergovchi yoki sud tomonidan so‘roq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So‘roq faqat mavjud xulosa bo‘yicha o‘tkaziladi; xulosa taqdim etilguncha so‘roq qilinishiga yo‘l qo‘yilmaydi.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Xulosani baholash (JPK 187-modda)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boshqa dalillar bilan birga ilmiy asoslanganligi va protsessual me’yorlarga rioya nuqtai nazaridan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Surishtiruvchi, tergovchi, sud uchun xulosa ustuvor kuchga ega dalil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Xulosaga qo‘shilmaslik asoslantirilgan bo‘lishi lozim; bir nechta ekspertiza fikrlari mos kelmasa, birini qabul qilish va ikkinchisini rad etish sabablari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materiallar bo‘yicha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Materiallar bo‘yicha ekspertiza murda, tirik odam yoki ashyoviy dalilni bevosita tekshirish imkoni bo‘lmaganda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kasallik tarixi, ambulatoriya kartasi, patologoanatomik ochish bayonnomasi va boshlang‘ich ekspertiza xulosasi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 — tibbiy yordam nuqsonlarining sabablari va holatlarini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ish qo‘zg‘atilishi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Xodimlar ishi odatda bemorlar (qarindoshlari) shikoyati yoki muassasa ma’muriyati tashabbusi bilan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ishi qo‘zg‘atishdan oldin idoraviy maxsus komissiya xizmat tekshiruvi o‘tkazadi.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 materiallarni tekshiruv tugagach ko‘pi bilan uch kun ichida prokraturaga yuboradi.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Shikoyat yoki tashabbus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Idoraviy tekshiruv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Prokraturaga yuborish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Ekspertiza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 qo‘zg‘atilishigacha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jinoyat va qilmish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Xodimlar huquqbuzarliklari ijtimoiy xavfliligi darajasiga ko‘ra jinoyatlar va huquqbuzarlik-qilmishlarga (fuqaroviy, ma’muriy, intizomiy)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Noxush oqibatlar jinoiy huquqbuzarliklar, vrach xatolari, baxtsiz hodisalar va yatrogeniyalar bilan bog‘liq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Kasbiy vazifa buzilishlari: vrach xatolari, baxtsiz hodisalar, ma’muriy huquqbuzarliklar, ehtiyotsizlik va qasddan jinoyatlar.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0253"/>
                <a:gridCol w="2467721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Jinoiy javobgarlik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Qilmish (fuqaroviy, ma’muriy, intizomiy)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Jinoyat kodeksida ko‘zda tutilmagan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Huquqbuzarlik toifalari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220, 218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vrach xatosi va baxtsiz hodisa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xatosi — vrachning fikr va harakatlarida vijdonan adashish; beparvolik, e’tiborsizlik, yengiltaklik va kasbiy jaholat elementlari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xatosi huquqiy kategoriya emas; asosida fan va tekshiruv usullarining nomukammalligi, atipik kechish yoki bilim yetishmasligi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 — tasodifiy holatlar bilan bog‘liq oqibat; vrach uni halol munosabatda oldindan ko‘ra olmagan va oldini ola olmagan.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218, 219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ehtiyotsizlik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Beparvolik (небрежность) — ehtiyotsizlik shakli: shaxs oqibatni oldindan ko‘rmagan, lekin ko‘rishi lozim va mumkin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Ehtiyotsizlik (неосторожность) — ayb shakli: o‘z-o‘ziga ishonish yoki beparvolik ko‘rinishida.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Qasd yoki ehtiyotsizlik, ayb yoki aybsizlik masalalari ekspertlar vakolatiga kirmaydi, sud vakolatida.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Qasd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Ehtiyotsizlik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O‘z-o‘ziga ishonish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Beparvolik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Ayb shakllari (manba bo‘yicha)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262, 263, 217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aybsiz zarar va oxirgi zarurat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Aybsiz zarar yetkazish: shaxs qilmishning xavfini anglamagan va anglay olmagan yoki oqibatni oldindan ko‘ra olmagan (RF JK 28-modda).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zarurat: xavf boshqa vositalar bilan bartaraf etilmasa va chegaradan chiqilmasa, jinoyat emas (RF JK 39-modda).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tavakkal: ijtimoiy foydali maqsadga tavakkalsiz erishib bo‘lmasa va zararni oldini olish choralari ko‘rilgan bo‘lsa (RF JK 41-modda).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Aybsiz zarar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Anglamagan yoki ko‘ra olmagan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Oxirgi zarurat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Xavf boshqacha bartaraf etilmagan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Asosli tavakkal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Maqsadga tavakkalsiz erishib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Jinoyatni istisno etuvchi holatlar (Kharin, RF)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221, 222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ekspertiza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yordam nuqsonlari ekspertizasida diagnostika choralari o‘z vaqtida va to‘g‘ri o‘tkazilgani, klinik diagnoz to‘g‘ri qo‘yilgani so‘raladi.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Davolash usuli to‘g‘ri tanlangani, aralashuvlarga ko‘rsatma bo‘lgani va texnik bajarilishi to‘g‘riligi so‘raladi.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Aralashuv va noxush oqibat o‘rtasida tibbiy nuqtai nazardan to‘g‘ridan-to‘g‘ri sababiy bog‘lanish bormi va oqibatning oldi olinishi mumkin edimi — shu savollar qo‘yiladi.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Kharin: komissiya tarkibi (taqqoslash)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Materiallar bo‘yicha komissiya kamida ikki mutaxassisdan iborat; biri etakchi ekspert, ikkinchisiga tashkiliy ta’minot yuklanadi.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a’zo materiallar bilan shaxsan tanishishi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Fikri farq qilgan ekspert faqat o‘zi rozi bo‘lgan to‘xtamlarni imzolaydi va alohida fikrni bayon 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59"/>
                <a:gridCol w="222651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Kamida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G‘iyosov (O‘zbekiston)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 kishi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Kharin (Rossiya)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mutaxassis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Komissiya soni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Харин Г.М. (Kharin G.M.)., Краткий курс судебной медицины: учебное пособие, betlar: 216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fikrlar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 ekspertiza savollarni hal etishda ekspertlar komissiyasi faqat o‘z tasarrufidagi savollarga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ish uchun boshqa dalillar bilan birga baholanadi va ustuvor kuchga ega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134, 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Ekspertlar komissiyasi ekspertiza tayinlagan organdan javobgarlikka tortilayotgan xodimni so‘roq qilishni talab qilish huquqiga ega.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Kharin: materiallar bo‘yicha ekspertizada xodimlarning tavsifnomalari ham ekspertiza obyektlariga kiradi.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Gumondor va ayblanuvchi ekspertga raddiya berishi va o‘zi ko‘rsatgan shaxslardan ekspert tayinlashni tavsiya etishi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 va uning natijalarini aks ettiruvchi ko‘rgazmali materiallar xulosaga ilova qilinadi va uning tarkibiy qismi hisoblanadi.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Tibbiy xodimlarning kasb huquqbuzarligi holatlarida sud-tibbiy eksperti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10-bob. Tibbiy xodimlarning kasb huquqbuzarliklari bo‘yicha tekshiruvlar; bet 134-142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XI bo‘lim (27-29-boblar). Tibbiy xodimlar kasbiy huquqbuzarliklari bo‘yicha ekspertiza (1/2); bet 214-279; XI bo‘lim (27-29-boblar). Tibbiy xodimlar kasbiy huquqbuzarliklari bo‘yicha ekspertiza (2/2); bet 280-289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