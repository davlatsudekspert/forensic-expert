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bunday savollarni sud o‘zi hal eta olmaydi? Doskada: ekspertizaning kerakligi sababi. Tipik xato: oddiy (yakka) ekspertizani yetarli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hujjat nimani tartibga soladi? Doskada: uchta hujjat nomi. Tipik xato: faqat idoraviy qoidaga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Qaror nechta qismdan iborat? Doskada: qaror tuzilmasi. Tipik xato: savollarni ekspertiza chegarasidan tashqariga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Qanday savol tasarrufdan tashqarida? Doskada: misol – qarshi misol. Tipik xato: savolni noaniq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ko‘chirma yetarli emas? Doskada: ruxsat va taqiq ro‘yxati. Tipik xato: kasallik tarixidan ko‘chirmani asos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O‘lim holatida qanday hujjatlar qo‘shiladi? Doskada: hujjatlar ro‘yxati. Tipik xato: tavsifnomani olmaslik.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uch holatda imkon yo‘q deyiladi? Doskada: uch holat. Tipik xato: asossiz javob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Nega bu ekspertizalar byurolarda? Doskada: joy va son. Tipik xato: komissiyani ikki kishidan tuzish.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Klinitsist komissiyaga nima qo‘shadi? Doskada: klinik va sud-tibbiy rol. Tipik xato: klinitsistni ekspert o‘rniga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hodisa joyi xodimlari kiritilmaydi? Doskada: taqiqlar. Tipik xato: hamkasbni xolis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Etakchi ekspertning ustunligi bormi? Doskada: rollar jadvali. Tipik xato: etakchi ekspertga imtiyoz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Muassasa qanday yordam beradi? Doskada: huquq va majburiyat. Tipik xato: muassasa yordamini ixtiyoriy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Muhokama: Yo‘llanmani kim beradi? Doskada: tartib. Tipik xato: komissiya o‘zi yotqizadi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Uch qism qaysilar? Doskada: uch qism sxemasi. Tipik xato: kirish qismida komissiya tarkibini yozmaslik.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Tekshiruv qismida nimalar bo‘lishi shart? Doskada: 7–8 element. Tipik xato: ko‘chirmani varaq raqamisiz keltirish.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Yaxshi to‘xtam qanday bo‘ladi? Doskada: to‘xtam talablari. Tipik xato: taxminiy xulosa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Kelishmovchilik bo‘lsa nima qilinadi? Doskada: ikki yo‘l. Tipik xato: fikr farqini yashirish.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Tavsiyalar nega kerak? Doskada: sabab → tavsiya. Tipik xato: xulosani ruxsatsiz tarqatish.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Huquqlardan qaysi biri eng muhim? Doskada: huquqlar ro‘yxati. Tipik xato: ishtirokchini tekshiruvga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bosqichlarda ishtirok mumkin emas? Doskada: chegara. Tipik xato: xodimni majlisga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So‘roq qachon mumkin? Doskada: shart. Tipik xato: xulosadan oldin so‘roq o‘tkazish.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Ustuvor kuch yo‘qligi nimani bildiradi? Doskada: baholash tartibi. Tipik xato: ekspert xulosasini mutlaq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hollarda faqat hujjat bo‘yicha ekspertiza o‘tkaziladi? Doskada: shartlar. Tipik xato: obyektni tekshirish mumkin bo‘lsa ham hujjatga tayanish.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Idoraviy komissiya vazifalari nimalar? Doskada: uch vazifa. Tipik xato: tekshiruvni prokraturaga yubormaslik.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Jinoyatni qilmishdan nima ajratadi? Doskada: ikki toifa. Tipik xato: hammasini jinoyat deb atash.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vrach xatosi nega jinoyat emas? Doskada: to‘rt turni yozing. Tipik xato: vrach xatosini beparvolik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yatrogeniya va vrach xatosi farqi nimada? Tipik xato: har qanday noxush oqibatni jinoyat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bir qilmish uchun bir necha javobgarlik turi bo‘lishi mumkinmi? Tipik xato: intizomiy javobgarlikni jinoiy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Eslatma: bu Rossiya qonunchiligi (manba shu); O‘zbekiston normalari bilan taqqoslang. Tipik xato: modda raqamlarini O‘zbekiston kodeksiga ko‘chirish.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yordam ko‘rsatmaslik va xavfda qoldirish farqi nimada? Tipik xato: RF JK moddalarini O‘zbekiston JK deb ko‘rsatish.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tibbiyot xodimi qaysi moddalar bo‘yicha ko‘proq xavf ostida? Tipik xato: retsept soxtalashtirishni oddiy intizomiy xato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xodim tibbiy hujjatni soxtalashtirsa qanday javobgarlik? Tipik xato: lavozim jinoyatini kasbiy xato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Xatolarning qaysi turlarini sud-tibbiyotda farqlashadi? Doskada: diagnostik, davolash, tashkiliy, hujjat xatolari. Tipik xato: xatoni beparvolik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Ekspert aybni hal qila oladimi? Doskada: ayb → sud. Tipik xato: ekspertdan aybdorlik xulosasini talab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Uchala holatning farqini ayting. Eslatma: Kharin Rossiya qonunchiligiga tayanadi. Doskada: uch holat jadvali. Tipik xato: Rossiya modda raqamlarini O‘zbekistonga ko‘chirish.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Savollarni uch guruhga ajrating. Doskada: guruhlar. Tipik xato: sababiy bog‘lanishsiz xulosa berish.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Kharin va G‘iyosov komissiya soni bo‘yicha qanday farq qiladi? Doskada: taqqoslash jadvali. Tipik xato: ikki manbani aralashtirib, sonni umumlashtirish.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Mashg‘ulot xulosasi: nimalarni o‘rgandingiz? Doskada: uch asosiy qoida. Tipik xato: ekspertizani aybni hal etuvchi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Amaliy mashg’ulot: Tibbiy xodimlarning kasb huquqbuzarligi holatlarida sud-tibbiy ekspertiza. Mazkur ekspertizalarni o‘tkazishda klinitsist-mutaxassislarning o‘rni. Jinoyat tushunchasi. Aybning turlari.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nega komission ekspertiza kerak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Kasb vazifasini lozim darajada bajarmaslik bo‘yicha tergov va sud muhokamalarida tibbiyotga oid maxsus bilim talab etiladigan savollar yuzaga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Qonunchilikka muvofiq bunday holatlarda komission sud-tibbiy ekspertiza tayinlanishi lozim.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Me’yoriy 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Tayinlash, o‘tkazish va xulosani baholash «Sud ekspertizasi to‘g‘risida»gi Qonun, Jinoyat-protsessual va Fuqarolik-protsessual kodekslarida belgilangan.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Komission ekspertizalarni o‘tkazish bo‘yicha maxsus idoraviy qoidalar ham mavjud.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Tayinlash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Asos: surishtiruvchi, tergovchi, prokuror qarori yoki sud ajrimi.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Bayon qismida ish tafsiloti, so‘ng ekspertiza turi va kimga tayinlangani ko‘rsatiladi.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Qaror qismida ekspertlar komissiyasi hal etishi lozim bo‘lgan savollar keltiriladi.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Asos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Surishtiruvchi, tergovchi, prokuror qarori yoki sud ajrimi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Bayon qismi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Ish tafsiloti, ekspertiza turi, kimga tayinlangani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Qaror qismi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Komissiya hal etadigan savollar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Tayinlash hujjati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Ekspertlar oldiga qo‘yiladigan savollar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Savollar aniq, tushunarli va sud ekspertizasi maqsadlariga mos bo‘lishi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 sud-tibbiy ekspertlar komissiyasi tasarrufidan chetga chiqmasligi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Komissiyaga taqdim etiladigan materiallar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 materiallari, tibbiy hujjatlar va xulosa uchun zarur boshqa obyektlar taqdim etiladi; ular qarorda ko‘rsatiladi.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Istisno holatda muassasa rahbari imzolagan va muhr bilan tasdiqlangan kseronusxalar ishlatilishi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Alohida kasallik tarixidan ko‘chirma, ma’lumotnomalar bo‘yicha komission ekspertiza o‘tkazilishiga yo‘l qo‘yilmaydi.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Javobgarlikka tortishda qo‘shimcha hujjatlar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Komissiyaga oldingi idoraviy va xizmat tekshiruvlari, xodimning tayyorgarligi, tajribasi va toifasi ko‘rsatilgan tavsifnomalar taqdim etilishi lozim.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holatida murda sud-tibbiy ekspertizasi xulosasi yoki patologoanatomik bayonnoma va qo‘shimcha laborator natijalar beriladi.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Yetishmagan materiallarni ekspert muassasasi rahbari tayinlagan idoradan talab qilishi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85"/>
                <a:gridCol w="356128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Holat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Hujjat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Doimiy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Idoraviy tekshiruvlar, tavsifnoma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O‘lim bo‘lsa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Murda ekspertizasi yoki bayonnoma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Qo‘shimcha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Gistologik, sud-kimyo natijalari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Taqdim etiladigan hujjatlar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berishning imkoni yo‘qligi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Savollarni hal etish imkoni bo‘lmasa, obyektlar yaroqsiz yoki yetarli bo‘lmasa yoki fan holati javob bermasa, asoslantirilgan hujjat tuziladi.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hujjat ekspertizani tayinlagan idoraga (shaxsga) yo‘llanadi.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Savol bilimdan tashqari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Obyekt yaroqsiz yoki yetarli emas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Fan holati imkon bermaydi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Xulosa berish imkoni yo‘qligi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Qayerda va kim o‘tkazadi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Komission sud-tibbiy ekspertizalar faqat sud-tibbiy ekspertiza byurolarida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Tuman, tumanlararo va shahar bo‘linmalarida o‘tkazilishiga yo‘l qo‘yilmaydi.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Ekspertlar komissiyasi uchtadan kam bo‘lmagan shaxsdan tashkil topadi.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O‘tkaziladi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Faqat sud-tibbiy ekspertiza byurolarida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Komissiya: uchtadan kam bo‘lmagan shaxs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Kerak bo‘lsa klinik mutaxassislar kiradi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Yo‘l qo‘yilmaydi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Tuman bo‘linmalarida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Tumanlararo bo‘linmalarda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Shahar bo‘linmalarida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G‘iyosov, 135-bet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Klinitsist-mutaxassislarning o‘rni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Davlat sud-tibbiy ekspertlaridan tashqari, zarurat bo‘lsa, komissiya tarkibiga turli profildagi klinik mutaxassislar kiritilishi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 tayinlagan organ komissiya tarkibini o‘z ixtiyoriga ko‘ra belgilashi yoki alohida mutaxassisni kiritishi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Maxsus bilim yetmasa, byuro rahbari boshqa muassasa mutaxassislarini kiritish haqida tavsiyanoma berishi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Zarurat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Ish tafsilotiga ko‘ra kerak bo‘ladi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01112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01112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Tavsiyanoma yoki qaror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Byuro rahbari yoki tayinlagan organ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184904"/>
            <a:ext cx="6110935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184904"/>
            <a:ext cx="5397703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Komissiya tarkibi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Klinik mutaxassis kiritiladi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Klinitsist kiritilishi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135, 136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Komissiyaga kiritilmaydiganlar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yuz bergan davolash muassasasining rahbarlari va mutaxassislari komissiya tarkibiga kiritilishi mumkin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 natijasidan manfaatdor shaxslar ham komissiya a’zosi bo‘la olmaydi.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A’zolarning raddiyasini ekspertiza tayinlagan organ qonunda belgilangan tartibda ko‘rib chiqadi.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Kiritilmaydi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Hodisa bo‘lgan muassasa rahbarlari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Shu muassasa mutaxassislari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Ish natijasidan manfaatdor shaxslar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Raddiya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Tayinlagan organ ko‘rib chiqadi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Qonunda belgilangan tartibda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G‘iyosov, 136-bet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Etakchi ekspert va ma’ruzachi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Etakchi ekspert odatda sud-ekspertiza muassasasi rahbari yoki profil tuzilma mudiri bo‘ladi; faoliyatni tashkil etish va nazoratni ta’minlaydi.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Ma’ruzachi: ijro rejasini tuzadi, tayinlagan shaxs bilan muloqot qiladi, materiallarni tayyorlaydi, to‘xtam loyihasini tuzadi.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Komissiyaning barcha a’zolari, shu jumladan etakchi ekspert va ma’ruzachi, teng protsessual huquq va majburiyatga ega.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Etakchi ekspert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Muassasa rahbari yoki tuzilma mudiri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Faoliyatni tashkil etadi, nazorat qiladi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Ma’ruzachi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Ijro rejasini tuzadi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Tayinlagan shaxs bilan muloqot qiladi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Materiallar va to‘xtam loyihasini tayyorlaydi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Barcha a’zolar teng huquqli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Komissiya huquq va majburiyatlari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Komissiya ruxsat bilan jinoiy yoki fuqarolik ishi materiallari bilan tanishish huquqiga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Komissiya ishtirokida javobgarlikka tortilayotgan xodimni so‘roq qilishni talab qilish huquqiga ega.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Barcha tibbiy muassasalar komissiya ishiga har tomonlama yordam berishi shart.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Statsionar tekshiruv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 holatlarda shaxsni statsionar sharoitda tekshirish zarur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Komissiya tavsiyasi va tayinlagan organ yo‘llanmasiga asosan shaxs statsionarga yotqizilishi mumkin; natijalar komissiyaga taqdim etiladi.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tuzilmasi va kirish qismi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Natijalar tasdiqlangan shaklda ekspertlar xulosasi sifatida rasmiylashtiriladi va uch qismdan iborat.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Kirish qismida sana, joy, asos, komissiya tarkibi (lavozim, daraja, unvon, staj, toifa), ish, maqsad, savollar va taqdim etilgan materiallar ko‘rsatiladi.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Ekspertlar xulosasi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Kirish qismi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Sana, joy, asos  ·  Komissiya tarkibi, savollar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Tekshiruv qismi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Materiallar bayoni  ·  Ko‘chirmalar varaq ko‘rsatilib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To‘xtam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Savollarga javoblar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Uch qism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Tekshiruv qismi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Ishning mohiyati va xulosani asoslash uchun zarur barcha ma’lumotlar qisqacha bayon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Qayd etiladi: ish qo‘zg‘atish asosi, ko‘rik bayonnomasidan ko‘chirma, kasallik tarixi, ambulatoriya kartasi, davolash, konsultatsiya va konsilium.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Shuningdek murda ekspertizasi, patologoanatomik bayonnoma, laboratoriya, klinik-anatomik konferensiya, xizmat tavsifnomasi va so‘roq bayonnomalaridan ko‘chirma.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Ko‘chirma va to‘xtamlar talablari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Barcha ko‘chirmalar ish materiallarining qaysi varag‘ida mavjudligi ko‘rsatilgan holda bayon etilishi lozim.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To‘xtamlar savollarga javoblarni o‘z ichiga oladi, tekshiruv qismidan kelib chiqadi, obyektiv va ilmiy asoslangan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Subyektiv, taxminiy ma’lumotlarga asoslangan, noto‘liq, mavhum va o‘zaro zid to‘xtamlar tuzilishiga yo‘l qo‘yilmaydi.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Kerak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Obyektiv, ilmiy asosli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Aniq, bir ma’noli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Tekshiruv qismidan kelib chiqadi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Yo‘l qo‘yilmaydi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Subyektiv, taxminiy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Mavhum, noto‘liq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O‘zaro zid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To‘xtamga talablar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138, 139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Rad etish va fikrlar ixtilofi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Ma’lumotlar yetarli emasligi aniqlansa, komissiya ayrim savollarni asoslantirib hal etishni rad etishi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Komissiya ish uchun ahamiyatli, ammo savol qo‘yilmagan holatlarni ham o‘z tashabbusi bilan yoritishi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Umumiy fikrga kelinsa, birgalikda xulosa tuziladi va imzolanadi; fikr farqi bo‘lsa, har biri alohida xulosa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Sabablar va tavsiyalar; saqlash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Xulosada huquqbuzarlik sabablari, imkon yaratgan sharoitlar, bartaraf etish va oldini olish bo‘yicha tavsiyalar ko‘rsatilishi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Tekshiruv materiallari sud-ekspertiza muassasasida qonunchilikda belgilangan muddat saqlanadi.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Tayinlagan organning ruxsatisiz xulosani protsess ishtirokchilariga taqdim etish mumkin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139, 140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Gumondor va ayblanuvchi huquqlari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Jinoyat-protsessual kodeksi 179-moddasi gumondor, ayblanuvchi va sudlanuvchilar huquqlarini keltiradi.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Huquqlar: qarorni ekspertiza boshlanguncha ko‘rish, ekspertga raddiya berish, qo‘shimcha savollar va materiallar taqdim etish.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Ruxsat bilan ekspertizada ishtirok etish, xulosa bilan tanishish, qo‘shimcha yoki qayta ekspertiza talab qilish.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JPK 179-modda: huquqlar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Ekspertiza boshlanguncha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Qaror yoki ajrim bilan tanishish  ·  Huquqlarini tushuntirishni talab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Ekspert va savollar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Ekspertga raddiya berish  ·  Qo‘shimcha savol va materiallar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Ekspertiza paytida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Ruxsat bilan ishtirok etish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Ekspertizadan keyin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Xulosa bilan tanishish  ·  Qo‘shimcha yoki qayta ekspertiza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G‘iyosov, 140-bet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Javobgar xodim va ishtirokchilar chegarasi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Ko‘rsatilgan yordamni baholovchi ekspertizada bu huquqlarga javobgarlikka tortilayotgan tibbiy xodim ega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Ishtirokchilar tekshiruvlarga aralashmasligi lozim, ammo usul va natijalar mohiyatini tushuntirishni talab qilishi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Ishtirokchilarga komissiya yig‘ilishida va to‘xtam tuzish bosqichida qatnashishga yo‘l qo‘yilmaydi.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140, 141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Ekspertlarni so‘roq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To‘xtamda noaniqlik yoki qo‘shimcha tekshiruv talab etmaydigan kamchilik bo‘lsa, a’zolar surishtiruvchi, tergovchi yoki sud tomonidan so‘roq qilinishi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So‘roq faqat mavjud xulosa bo‘yicha o‘tkaziladi; xulosa taqdim etilguncha so‘roq qilinishiga yo‘l qo‘yilmaydi.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Xulosani baholash (JPK 187-modda)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Xulosa boshqa dalillar bilan birga ilmiy asoslanganligi va protsessual me’yorlarga rioya nuqtai nazaridan baholanadi.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Surishtiruvchi, tergovchi, sud uchun xulosa ustuvor kuchga ega dalil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Xulosaga qo‘shilmaslik asoslantirilgan bo‘lishi lozim; mos kelmagan fikrlardan birini qabul qilish, ikkinchisini rad etish sabablari ko‘rsatiladi.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141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Kharin: materiallar bo‘yicha ekspertiza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Materiallar bo‘yicha ekspertiza murda, tirik odam yoki ashyoviy dalilni bevosita tekshirish imkoni bo‘lmaganda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Ko‘pincha kasallik tarixi, ambulatoriya kartasi, patologoanatomik ochish bayonnomasi va boshlang‘ich ekspertiza xulosasi o‘rganiladi.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 — tibbiy yordam nuqsonlarining sabablari va holatlarini aniqlash.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214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Kharin: ish qo‘zg‘atilishi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Xodimlar ishi odatda bemorlar (qarindoshlari) shikoyati yoki muassasa ma’muriyati tashabbusi bilan paydo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Jinoyat ishi qo‘zg‘atishdan oldin idoraviy maxsus komissiya xizmat tekshiruvi o‘tkazadi.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Komissiya materiallarni tekshiruv tugagach ko‘pi bilan uch kun ichida prokraturaga yuboradi.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Shikoyat yoki tashabbus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Bemor, qarindoshlar yoki ma’muriyat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Idoraviy tekshiruv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Maxsus komissiya xizmat tekshiruvi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Prokraturaga yuborish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Tekshiruv tugagach ko‘pi bilan 3 kun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Ekspertiza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Materiallar bo‘yicha ekspertiza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Ish qo‘zg‘atilishigacha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215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Kharin: jinoyat va qilmish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Xodimlar huquqbuzarliklari ijtimoiy xavfliligi darajasiga ko‘ra jinoyatlar va huquqbuzarlik-qilmishlarga (fuqaroviy, ma’muriy, intizomiy)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Noxush oqibatlar jinoiy huquqbuzarliklar, vrach xatolari, baxtsiz hodisalar va yatrogeniyalar bilan bog‘liq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Kasbiy vazifa buzilishlari: vrach xatolari, baxtsiz hodisalar, ma’muriy huquqbuzarliklar, ehtiyotsizlik va qasddan jinoyatlar.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Jinoyat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Ijtimoiy xavfliligi yuqori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Jinoiy javobgarlik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Qilmish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Fuqaroviy, ma’muriy, intizomiy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Jinoyat kodeksida nazarda tutilmagan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Huquqbuzarlik toifalari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220, 218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Kharin: vrach xatolari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Sud-tibbiy amaliyotda diagnostik, davolash, tashkiliy xatolar hamda tibbiy hujjatni tuzish va rasmiylashtirish xatolari farqlanadi.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Vrach xatosi asosida fan va tekshiruv usullarining nomukammalligi, kasallikning og‘ir yoki atipik kechishi, vrach bilimi va tajribasining yetishmasligi bor.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Vrach xatosida beparvolik, e’tiborsizlik, yengiltaklik, o‘ziga ishonish va kasbiy jaholat elementlari bo‘lmaydi.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Vrach xatosi huquqiy kategoriya emas va odatda jinoyat belgilarini o‘z ichiga olmaydi.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Vrach xatolari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Diagnostik xatolar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Davolash xatolari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Tashkiliy xatolar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Hujjat xatolari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Tibbiy hujjat tuzish  ·  Rasmiylashtirish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Kharin, 218-bet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218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Kharin: xato, baxtsiz hodisa, yatrogeniya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Baxtsiz hodisa — tasodifiy holatlar bilan bog‘liq noxush oqibat; vrach halol munosabatda uni oldindan ko‘ra olmagan va oldini ola olmagan.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Yatrogeniya — vrach faoliyati yoki umuman tibbiyot keltirib chiqargan patologik holat va kasalliklar, ko‘pincha diagnostik yoki davolash asoratlari.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Yatrogen kasallik asosiy kasallikni muvaffaqiyatli davolash natijasida ham, «ikkinchi kasallik» sifatida paydo bo‘lishi mumkin.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Yatrogeniya tibbiy axloq va deontologiya normalari buzilganda ham vujudga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Vrach xatosi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Vijdonan adashish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Huquqiy kategoriya emas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Fan va usullar nomukammalligi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Baxtsiz hodisa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Tasodifiy holatlar oqibati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Oldindan ko‘rib bo‘lmagan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Huquqiy kategoriya emas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Yatrogeniya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Vrach faoliyati keltirgan kasallik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Diagnostik yoki davolash asorati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«Ikkinchi kasallik» bo‘lishi mumkin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Noxush oqibat sabablari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219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Kharin: yuridik javobgarlik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Vrachning kasbiy huquqbuzarlik uchun yuridik javobgarligi jinoiy, fuqarolik-huquqiy, intizomiy, ma’muriy va moddiy javobgarlikni o‘z ichiga 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Xodimlar huquqbuzarliklari ijtimoiy xavfliligi darajasiga ko‘ra jinoyatlar va jinoyat kodeksida nazarda tutilmagan qilmishlarga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Qilmishlar fuqaroviy, ma’muriy va intizomiy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Yuridik javobgarlik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Jinoiy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Fuqarolik-huquqiy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Intizomiy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Ma’muriy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Moddiy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Kharin, 219-bet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219, 220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Kharin: sog‘liqni saqlash qonuni bo‘yicha huquqbuzarliklar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Rossiya «Fuqarolar sog‘lig‘ini saqlash qonunchiligi asoslari» tibbiyot xodimlari huquqbuzarliklarining bir necha turini belgilaydi.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Bemor huquqlarini buzish (30-modda); sun’iy urug‘lantirish, abort, sterilizatsiyani noqonuniy o‘tkazish (35–37-moddalar).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Biotibbiy tadqiqotga majburlash (43), evtanaziya (45), organ va to‘qima savdosi (47).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Noqonuniy tibbiy faoliyat va tabobat (54, 57), vrach qasamini buzish (60), vrach sirini oshkor etish (61), vazifani nojo‘ya bajarish (68).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Rossiya qonuni bo‘yicha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22120"/>
            <a:ext cx="0" cy="341376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2212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Bemor huquqi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Huquqlarni buzish (30-m.)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100072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100072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Reproduktiv aralashuv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F2937"/>
                </a:solidFill>
                <a:latin typeface="Calibri"/>
              </a:rPr>
              <a:t>Noqonuniy urug‘lantirish, abort  ·  Sterilizatsiya (35–37-m.)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08762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2782824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782824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Biotibbiy tadqiqot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Majburlash (43-m.)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377037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465576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465576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Evtanaziya, organ savdosi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F2937"/>
                </a:solidFill>
                <a:latin typeface="Calibri"/>
              </a:rPr>
              <a:t>Evtanaziya (45-m.)  ·  Organ va to‘qima savdosi (47-m.)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148328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148328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Noqonuniy faoliyat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Tibbiy faoliyat, tabobat (54, 57)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12380" y="513588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0" y="483108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83108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Qasam, sir, vazifa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1F2937"/>
                </a:solidFill>
                <a:latin typeface="Calibri"/>
              </a:rPr>
              <a:t>Qasam (60), sir (61)  ·  Vazifani nojo‘ya bajarish (68)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Kharin, 219-bet (Rossiya)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219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Kharin: shaxsga qarshi jinoyatlar (RF JK)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Tibbiyot xodimi ehtiyotsizlik bilan o‘limga olib kelsa (109-modda 2-qism) yoki og‘ir zarar yetkazsa (118-modda 2-qism), javob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 yoki to‘qima olishga majburlash (120), tanosil kasalligini (121) va OIV-infeksiyani yuqtirish (122-modda 4-qism) jinoyat.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Noqonuniy abort (123), bemorga yordam ko‘rsatmaslik (124) va xavfda qoldirish (125) ham shu guruhga kiradi.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Shaxsga qarshi jinoyatlar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Ehtiyotsizlik oqibati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O‘limga olib kelish (109, 2-q.)  ·  Og‘ir zarar (118, 2-q.)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Tibbiy aralashuv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Organ olishga majburlash (120)  ·  Noqonuniy abort (123)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Yuqumli kasallik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Tanosil kasalligi (121)  ·  OIV (122, 4-q.)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Yordamsiz qoldirish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Yordam ko‘rsatmaslik (124)  ·  Xavfda qoldirish (125)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Kharin, 220-bet (Rossiya JK)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220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Kharin: aholi salomatligiga qarshi jinoyatlar (RF JK)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Giyohvand va psixotrop moddalarni noqonuniy aylantirish (228), o‘g‘irlash yoki tovlamachilik (229), retsept soxtalashtirish (233).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Kuchli ta’sir qiluvchi yoki zaharli moddalarning noqonuniy aylanishi (234); xususiy tibbiy yoki farmatsevtik faoliyat (235).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Sanitariya-epidemiologiya qoidalarini buzish (236), xavf haqidagi ma’lumotni yashirish (237), xavfsizlik talabiga javob bermaydigan xizmat (238).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Mikrobiologik yoki boshqa biologik agent va toksinlar bilan ishlash xavfsizlik qoidalarini buzish (248).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Aholi salomatligiga qarshi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Giyohvand moddalar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Noqonuniy aylanish (228)  ·  O‘g‘irlash, tovlamachilik (229)  ·  Retsept soxtalashtirish (233)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Kuchli ta’sirli, zaharli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Noqonuniy aylanish (234)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Xususiy faoliyat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Noqonuniy tibbiy amaliyot (235)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Sanitariya-epidemiologiya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Qoidalarni buzish (236)  ·  Ma’lumotni yashirish (237)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Xavfsizlik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Talabga javob bermaslik (238)  ·  Biologik agentlar (248)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Kharin, 220–221-betlar (Rossiya JK)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220, 221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Kharin: lavozim jinoyatlari (RF JK)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Lavozim vakolatini suiiste’mol qilish (285) va vakolatdan oshib ketish (286) davlat xizmati manfaatlariga qarshi jinoyatlar.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Tadbirkorlik faoliyatida noqonuniy ishtirok etish (289) va poraxo‘rlik (290).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Xizmat soxtalashtirish (292) va mansab beparvoligi (293) ham tibbiyot xodimiga nisbatan qo‘llanishi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Lavozim jinoyatlari (RF JK)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Vakolat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Suiiste’mol qilish (285)  ·  Vakolatdan oshish (286)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Daromad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Tadbirkorlikda ishtirok (289)  ·  Poraxo‘rlik (290)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Hujjat va beparvolik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Xizmat soxtalashtirish (292)  ·  Mansab beparvoligi (293)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Kharin, 221-bet (Rossiya JK)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221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Kharin: vrach xatosi va baxtsiz hodisa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Vrach xatosi — vrachning fikr va harakatlarida vijdonan adashish; beparvolik, e’tiborsizlik, yengiltaklik va kasbiy jaholat elementlari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Vrach xatosi huquqiy kategoriya emas; asosida fan va tekshiruv usullarining nomukammalligi, atipik kechish yoki bilim yetishmasligi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Baxtsiz hodisa — tasodifiy holatlar bilan bog‘liq oqibat; vrach uni halol munosabatda oldindan ko‘ra olmagan va oldini ola olmagan.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218, 219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Kharin: ehtiyotsizlik shakllari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Beparvolik — ehtiyotsizlik shakli: shaxs oqibatni oldindan ko‘rmagan, lekin ko‘rishi lozim va mumkin bo‘lgan.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Ehtiyotsizlik — ayb shakli: o‘z-o‘ziga ishonish yoki beparvolik ko‘rinishida.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Qasd yoki ehtiyotsizlik, ayb yoki aybsizlik masalalari ekspertlar vakolatiga kirmaydi, sud vakolatida.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Ayb shakllari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404872"/>
            <a:ext cx="0" cy="2048256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Qasd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3465576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65576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Ehtiyotsizlik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O‘z-o‘ziga ishonish  ·  Beparvolik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Manba bo‘yicha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262, 263, 217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Kharin: aybsiz zarar va oxirgi zarurat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Aybsiz zarar yetkazish: shaxs qilmishning xavfini anglamagan va anglay olmagan yoki oqibatni oldindan ko‘ra olmagan (RF JK 28-modda).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Oxirgi zarurat: xavf boshqa vositalar bilan bartaraf etilmasa va chegaradan chiqilmasa, jinoyat emas (RF JK 39-modda).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Asosli tavakkal: ijtimoiy foydali maqsadga tavakkalsiz erishib bo‘lmasa va zararni oldini olish choralari ko‘rilgan bo‘lsa (RF JK 41-modda).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6807"/>
                <a:gridCol w="372116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Holat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Mohiyati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Aybsiz zarar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Anglamagan yoki ko‘ra olmagan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Oxirgi zarurat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Xavf boshqacha bartaraf etilmagan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Asosli tavakkal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Maqsadga tavakkalsiz erishib bo‘lmagan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Jinoyatni istisno etuvchi holatlar (Kharin, RF)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221, 222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Kharin: ekspertiza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yordam nuqsonlari ekspertizasida diagnostika choralari o‘z vaqtida va to‘g‘ri o‘tkazilgani, klinik diagnoz to‘g‘ri qo‘yilgani so‘raladi.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Davolash usuli to‘g‘ri tanlangani, aralashuvlarga ko‘rsatma bo‘lgani va texnik bajarilishi to‘g‘riligi so‘raladi.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Aralashuv va noxush oqibat o‘rtasida to‘g‘ridan-to‘g‘ri sababiy bog‘lanish bormi va oqibatning oldi olinishi mumkin edimi — shu so‘raladi.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217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Kharin: komissiya tarkibi (taqqoslash)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Materiallar bo‘yicha komissiya kamida ikki mutaxassisdan iborat; biri etakchi ekspert, ikkinchisiga tashkiliy ta’minot yuklanadi.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 bir a’zo materiallar bilan shaxsan tanishishi shart.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Fikri farq qilgan ekspert faqat o‘zi rozi bo‘lgan to‘xtamlarni imzolaydi va alohida fikrni bayon etadi.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1459"/>
                <a:gridCol w="2226515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Manba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Kamida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G‘iyosov (O‘zbekiston)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Uch kishi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Kharin (Rossiya)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Ikki mutaxassis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Komissiya soni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Харин Г.М. (Kharin G.M.)., Краткий курс судебной медицины: учебное пособие, betlar: 216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Xulosa: asosiy fikrlar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Komission ekspertiza savollarni hal etishda ekspertlar komissiyasi faqat o‘z tasarrufidagi savollarga javob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Xulosa ish uchun boshqa dalillar bilan birga baholanadi va ustuvor kuchga ega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Vrach faoliyatining huquqiy asoslari: darslik, betlar: 134, 141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Ekspertlar komissiyasi ekspertiza tayinlagan organdan javobgarlikka tortilayotgan xodimni so‘roq qilishni talab qilish huquqiga ega.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Kharin: materiallar bo‘yicha ekspertizada xodimlarning tavsifnomalari ham ekspertiza obyektlariga kiradi.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Gumondor va ayblanuvchi ekspertga raddiya berishi va o‘zi ko‘rsatgan shaxslardan ekspert tayinlashni tavsiya etishi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Xulosa va uning natijalarini aks ettiruvchi ko‘rgazmali materiallar xulosaga ilova qilinadi va uning tarkibiy qismi hisoblanadi.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mashg’ulot: Tibbiy xodimlarning kasb huquqbuzarligi holatlarida sud-tibbiy eksperti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Vrach faoliyatining huquqiy asoslari: darslik, Toshkent: Tafakkur-Bo‘stoni. 2012. 10-bob. Tibbiy xodimlarning kasb huquqbuzarliklari bo‘yicha tekshiruvlar; bet 134-142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ГЭОТАР-Медиа. 2006. XI bo‘lim (27-29-boblar). Tibbiy xodimlar kasbiy huquqbuzarliklari bo‘yicha ekspertiza (1/2); bet 214-279; XI bo‘lim (27-29-boblar). Tibbiy xodimlar kasbiy huquqbuzarliklari bo‘yicha ekspertiza (2/2); bet 280-289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