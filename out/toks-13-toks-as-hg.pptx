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mishyak va simob uchun mineralizatsiya usullari har xil? Doskada: «As — mineralizat, Hg — destruktat» farqi. Tipik xato: simobni ham mishyak kabi mineralizatda aniqlash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tibbiyotda ishlatiladigan mishyak preparatlariga nega ehtiyotkorlik bilan munosabatda bo‘lish kerak? Doskada: ishlatilish sohalari. Tipik xato: mishyak faqat zahar sifatida ishlatiladi deb o‘ylash. Izoh: kitobda insektitsid «Shveynfurt ko‘ki» deb yozilgan, 11-ma’ruzada va malakada u «Shveynfurt yashili» deyilgan — slaydda yashil berildi (kitobda ziddiyat).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besh valentli mishyak organizmda uch valentliga aylanishi muhim? Doskada: As5+ -&gt; As3+ strelkasi. Tipik xato: besh valentli birikmalarni zaharsiz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soch va tirnoq tahlili eskirgan zaharlanishda muhim? Doskada: to‘planish a’zolari. Tipik xato: murdada mishyak tez parchalanib yo‘qoladi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paralitik zaharlanishda o‘lim tez kelishi mumkin? Doskada: ikki tur belgilari. Tipik xato: letal dozani aniq chegara deb hisoblash. Izoh: bu ma’lumotlar faqat malaka 006 faylidan; kitobda 50% o‘lim ham keltirilgan (toks 58).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Zanger-Blek, so‘ng Marsh? Doskada: sxemani strelka bilan chizing. Tipik xato: Zanger-Blek natijasini yakuniy tasdiq deb hisoblash — musbat bo‘lsa Marsh 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ruxni mislash reaksiyani nima uchun tezlashtiradi? Doskada: AsO2- + 7H -&gt; AsH3 + 2H2O. Tipik xato: As5+ ni qaytarish uchun qalay(II) kerakligini unutish. Izoh: kitobda ikkinchi qatorda «Zn + N2SO4» yozuv xatosi bor (H2SO4).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paxtadagi qo‘rg‘oshin atsetat nimaga kerak? Doskada: asbob qismlari. Tipik xato: paxtani ho‘l qoldirish. Izoh: paxta H2S ni ushlaydi (H2SO4 + 8H -&gt; H2S + 4H2O; H2S + Pb(CH3COO)2 -&gt; PbS), kitobning 76-betida tenglama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dog‘ni KI nima uchun aniqroq qiladi? Doskada: AsH3 + HgBr2 bosqichlarini yozing. Tipik xato: H2S ni arsin deb adashtirish. Kitobda: «HgCl2 + 2KI → HgI2» (KCl tushib qolgan) — tenglashtirildi.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usulning Zanger-Blek usulidan afzalligi nima? Doskada: reaksiya natijasi — qizil/pushti rang. Tipik xato: reaksiyani suvli muhitda o‘tkazish — kitobda piridindagi eritma.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avval reaktivlar tekshiriladi? Doskada: Marsh asbobi rasmi. Tipik xato: reaktivlar tozaligini tekshirmay mineralizatni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trubkaga havo kirmasligi kerak? Doskada: portlash xavfi. Tipik xato: voronkadagi kislotani to‘liq quyib yuborish — havo kirib qoladi va qizdirishda portlash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tor qism sovitiladi? Doskada: trubkaning qizdiriladigan va sovitiladigan qismlari. Tipik xato: fitilni quritib yuborish. Izoh: kitobdagi reaktivlar tozaligi bo‘limida «har 24-50 daqiqada» kabi noaniq ibora bor,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belgilar yig‘indisi talab qilinadi? Doskada: besh belgini raqamlang. Tipik xato: bitta belgiga (hidga)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mishyak va surmani farqlash shart? Doskada: ikki ustunli jadval. Tipik xato: faqat yaltiroq dog‘ni mishyakka xos deb hisoblash. Izoh: kitobda dog‘ tavsifidagi "C" va "S" dog‘lari ibora tushunarsiz ko‘rinadi,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argentometrik titrlashda qizil rang qaysi birikmadan? Doskada: AgNO3 + NH4CNS titrlash sxemasi. Tipik xato: titrlash oxirini kumush xloriddan kutish — qizil rang Fe(CNS)3 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metall simob kam zaharli, tuzlari esa zaharli? Doskada: metall — tuz — organik birikma. Tipik xato: barcha simob birikmalarini bir xil zaharli deb hisoblash. Izoh: kitobdagi sariq/qizil simob oksidi haqidagi gap (oksidlanish darajalari) noaniq yozilgan,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simob bug‘i bilan ovqat orqali zaharlanishning farqi. Doskada: kirish yo‘li — zararlanuvchi a’zo juftliklari. Tipik xato: simobni faqat buyrak orqali chiqadi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sulema nefrozi nimani anglatadi? Doskada: buyrak belgilari. Tipik xato: oshqozon belgilarini yagona diagnostik belgi deb bilish. Izoh: bu ma’lumotlar malaka 018 faylidan; kitobda patologik ko‘rinish batafsil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simob nega mineralizatsiyada uchib ketadi? Doskada: mineralizatsiya va destruksiyani solishtiring. Tipik xato: destruksiyani to‘liq mineralizatsiya deb hisoblash — peptid bog‘lari saqlanadi.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spirt nima uchun katalizator hisoblanadi? Doskada: 2HNO2 + CO(NH2)2 -&gt; 2N2 + CO2 + 3H2O. Tipik xato: mochevinani qo‘shmaslik — oksidlovchilar CuI reaksiyasiga halaqit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azot oksidlari tashqariga chiqmasligi nega muhim? Doskada: bosqichlarni raqamlang. Tipik xato: jigar va buyrakni aralashtirib destruksiyalash — kitobda alohida-alohida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usulning asosiy farqi nima? Doskada: oksidlovchilar — HNO3/H2SO4 va KMnO4. Tipik xato: peshobni filtrlab olish — kitobda filtrlanmagan peshob.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askorbin kislotaning vazifasi nima? Doskada: Hg2+ + 2 ditizon -&gt; simob ditizonat. Tipik xato: xloroform bilan dastlabki tozalashni o‘tkazib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oksidlovchilar CuI reaksiyasiga qanday halaqit beradi? Doskada: 2CuI + O2 + 4H+ -&gt; I2 + 2Cu2+ + 2H2O. Tipik xato: destruktatdagi oksidlovchilarni yo‘qotmasdan reaksiya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teri orqali shimilish nima uchun xavfli? Doskada: C2H5-Hg-Cl formulasi. Tipik xato: granozanni oddiy simob tuzi deb hisoblash — organik birikma.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qonga avval ishqor qo‘shiladi? Doskada: ob’ekt — ajratish usuli jadvali. Tipik xato: peshobni nordonlashtirmasdan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belgilovchi sifatida nega toza etilmerkurxlorid ditizonati ishlatiladi? Doskada: Rf ni hisoblash formulasi. Tipik xato: Rf ni boshqa tizimda solishtirish — tizim bir xil bo‘lishi 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ob’ektni tayyorlash usuli nega elementga bog‘liq? Doskada: jadvalni to‘ldiring. Tipik xato: simobni mineralizatda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mishyak va simob tahlilidagi asosiy farqni ayting. Doskada: ikki zanjirni yonma-yon yozing. Tipik xato: Marsh bosqichlarini yodlab, belgilarni tushunmaslik.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Mishyak va simob: mishyak (Marsh, Zanger-Blek), jigar va buyrakni destruksiyalash, simobni mis(I) yodid bilan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Ma’ruza mavzusi: mineralizatda metall kationlarini (As, Hg)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mishyak saqlovchi birikmalar va ularning toksikologik ahamiyati; mineralizatdan mishyakni ajratish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bo‘yicha reja: ishlatilishi, zaharlanish belgilari, ob’ektni destruksiyalash, destruktatdan simobni aniqlash, granozan.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75; Malaka materiali №006 (TFI Toksikologik kimyo kafedrasi)., Mishyak elementini saqlovchi birikmalar, betlar: ma’ruza matni; Malaka materiali №018 (TFI Toksikologik kimyo kafedrasi)., 13-ma’ruza: Simob va uning birikmalari; ob’ektni destruksiyalash; granozan, betlar: ma’ruza matni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As2O3 (mishyak angidridi) tibbiyotda (stomatologiyada), qishloq xo‘jaligida insektitsid sifatida, oyna va teri ishlab chiqarishda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Davidov preparati, Shveynfurt yoki Parij yashili yuqori samarali insektitsidlar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birikmalardan novarsenol, osarsol tibbiyotda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ta’sir etuvchi qurollar sifatida lyuizit, adamsit va AsH3 qo‘llanilishi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75; Malaka materiali №006 (TFI Toksikologik kimyo kafedrasi)., Mishyak elementini saqlovchi birikmalar, betlar: ma’ruza matni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Mishyakning zaharli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Besh valentli birikmalari organizmda kuchliroq zaharli uch valentli birikmalarga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eruvchi birikmalari tez qondan shimilib, fermentlarning sulfgidril gruppalari bilan birikib, ular ishini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Natijada organizmda almashish jarayoni to‘xtaydi, kapillyarlar falajlanadi, nekrozlar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Mishyakning to‘planishi va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organizmda parenxima organlarida, suyak, teri va sochda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Organizmdan peshob, ichak va bezlar orqali chiqariladi; chiqish juda sekin boradi.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bir necha yildan so‘ng ham aniqlash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Mishyak: o‘ldiruvchi doza va zaharlanish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mishyak (As2O3) ning letal dozasi 0,06 g dan 0,2 g gacha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birikmalari bilan zaharlanish holatlarining 50% o‘lim bilan tugaydi.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Zaharlanishning ikki turi: paralitik (ko‘p miqdorda tez so‘rilganda) va oshqozon-ichak orqali zaharlanish.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Mishyakni sud-kimyo ob’ektlaridan aniqlash usulini 1836 yilda ingliz olimi Marsh topgan.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№006 (TFI Toksikologik kimyo kafedrasi)., Mishyak elementini saqlovchi birikmalar, betlar: ma’ruza matni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Mishyakni ajratish va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va nitrat kislotalari bilan mineralizatsiya mishyakning 40-60% ini ajratib olish imkonini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Usullar: Zanger-Blek, kumush dietilditiokarbamat va Marsh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Zanger-Blek manfiy ahamiyatga ega: reaksiya chiqmasa tekshirish to‘xtatiladi.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Zanger-Blek (dastlabki)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Marsh reaksiyasi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Dog‘ni tekshirish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Miqdoriy aniqlash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№006 (TFI Toksikologik kimyo kafedrasi)., Mishyak elementini saqlovchi birikmalar, betlar: ma’ruza matni; Yuldashev Z.A., Umarova G.Q., Toksikologik kimyo modulidan o‘quv-uslubiy majmua, betlar: 75-76,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 reaksiyasining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 birikmalari AsH3 gacha qaytarilib, simob xlorid/bromidli qog‘ozga ta’sir ettiriladi.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Qaytarilish ajralib chiqayotgan vodorod hisobiga ketadi; reaksiyani tezlashtirish uchun rux mislanadi.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valentli As qiyin qaytariladi, shuning uchun Fe(II) va Sn(II) ishtirokida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Zn + H2SO4 -&gt; ZnSO4 + 2H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 birikmalari + H -&gt; AsH3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AsH3 + HgBr2 -&gt; sariq dog‘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AsH3 hosil bo‘lishi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Zanger-Blek: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 kolbasiga 2 ml mineralizat, 10 ml 4 n H2SO4, 5 ml suv, 1 ml 10% SnCl2 (50% H2SO4 dagi eritma)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 g mislangan rux bo‘lakchalari solinib, qo‘rg‘oshin atsetat shimdirilgan paxta va simob bromidi shimdirilgan filtr qog‘ozi osilgan maxsus tiqin bilan yopiladi.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Margimush bo‘lsa sariq-qo‘ng‘ir dog‘ hosil bo‘ladi; aniqroq ko‘rish uchun filtr qog‘ozi 3% KI eritmasiga tushiriladi.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Zanger-Blek: dog‘ hosil bo‘lishi va H2S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AsH3 HgCl2 (HgBr2) bilan bosqichma-bosqich reaksiyaga kirib, qog‘ozda sariq yoki jigarrang dog‘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Yakuniy mahsulot As2Hg3 deb yozilgan; KI qo‘shilganda HgCl2 + 2KI -&gt; HgI2 + 2KCl, HgI2 + 2KI -&gt; K2[HgI4].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H2SO4 dan hosil bo‘lgan H2S (H2SO4 + 8H -&gt; H2S + 4H2O) qo‘rg‘oshin atsetatli paxtada PbS holida ushlanadi.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75,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dietilditiokarbamat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Kolbaga 2 g kuprlangan rux solinadi; tomchilagichli voronkaga 10 ml mineralizat, 5 ml suv, 1 ml 10% SnCl2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 chiqaruvchi naychaning egik uchi kumush dietilditiokarbamatning piridindagi eritmasiga tushiriladi.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Hosil bo‘lgan AsH3 kumush dietilditiokarbamati bilan qizil yoki pushti rang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reaksiyasi: uch bosqich va asbob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 uchuvchan AsH3 ga o‘tkaziladi; qizdirilganda trubkada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bosqich: reaktivlar tozaligi, mineralizatdan aniqlash, dog‘ haqiqiyligi.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Asbob: 150 ml kolba, tomchilovchi voronka, xlorkaltsiyli trubka, Marsh trubkasi.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Reaktivlar tozaligi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Mineralizatda As aniqlanishi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Dog‘ haqiqiyligi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Marsh bosqichlari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Marsh: reaktivlar tozaligini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Kolbaga 10 g mislangan rux, xlorkaltsiyli trubkaga suvsizlantirilgan kaltsiy xlorid joylanadi.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Voronkaga 30 ml 10% H2SO4 solinib, mislangan rux saqlagan kolbaga tomchilab qo‘shiladi; voronkada doim 3-4 ml qoldirilishi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Trubka uchidan chiqayotgan vodorod yoqilganda alanga ko‘k rangga bo‘yalmasligi kerak; trubka qizdirilganda yaltiragan qora dog‘ hosil bo‘lsa, reaktiv yaroqsiz.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Marsh: mineralizat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Marsh kolbasidagi 10 g mislangan ruxga voronkadan 30 ml 4 n H2SO4 oz-ozdan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Kolbaga 20 ml mineralizat va 2 ml 10% SnCl2 ning 50% H2SO4 dagi eritmasi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Trubkaning kengaytirilgan qismi qizdiriladi, tor qismi nam dokali fitil bilan sovitiladi; 20-30 daqiqadan so‘ng mishyak borligi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dog‘ining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Trubkada yaltiroq dog‘ hosil bo‘ladi; alanga ko‘k rangga bo‘yaladi; sarimsoq piyoz hidi (AsH3)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Yonayotgan alanga chinni idishga tekkizilsa, qo‘ng‘ir-kul rang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Naycha uchi AgNO3 ning ammiakdagi eritmasiga tushirilganda kumushning qaytarilishi kuzatiladi.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Trubkada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Yaltiroq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Alanga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Sarimsoq piyoz (AsH3)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Chinni idish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Qo‘ng‘ir-kul rang dog‘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Marsh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76,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dog‘i haqiqiyligi: mishyak va surma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 qizdirilsa: mishyak oktaedr kristallar, surma amorf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 NaOCl eritmasida eritilsa, margimush eriydi, surma erimaydi.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HNO3 da eritilgan qoldiqqa 5 n HCl va CsCl: surma rangsiz ko‘pqirrali kristall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Sinov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Oksidlanish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Oktaedr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NaOCl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CsCl, 5 n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Ko‘pqirrali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 va Sb dog‘i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Mishyakni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Argentometrik usul: hosil bo‘lgan AsH3 AgNO3 ning ammiakdagi eritmasidan o‘tkaziladi, ortiqcha AgNO3 temir-ammoniy sulfat indikatorida NH4CNS bilan titrlanadi.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Zanger-Blek reaksiyasi asosida kolorimetrik solishtirib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AsH3 kumush dietilditiokarbamatning piridindagi eritmasidan o‘tkazilib, hosil bo‘lgan qizil-pushti rang kolorimetrik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va uning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va birikmalari texnikada, kimyo sanoatida, qishloq xo‘jaligida, tibbiyotda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holda tibbiyotda surtma dorilar tayyorlashda, termometr va asboblarda ishlatiladi; metall holda simob kam zaharli.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HgCl2 (sulema) dezinfeksiyalovchi modda va reaktiv sifatida qo‘llaniladi; ayniqsa sulema kuchli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Simobning organik birikmalari — granozan pestitsid sifatida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chang holda nafas bilan kirib, eng avval bosh miya po‘stlog‘ini zararlaydi; sulfgidril guruhlari bilan birikib fiziologik funksiyalarni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Ovqat bilan tushgan simob birikmalari oshqozon, jigar, buyrak va turli funksional bezlarni zararlaydi; a’zolarda qon quyiladi, qonli ich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jigar va buyrakda yig‘iladi; surunkali zaharlanishda buyrak kasalligi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Organizmdan sekin: asosan peshob, axlat, teri, so‘lak va sut bezlari orqali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Simob: klinik ko‘rinish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 qattiq og‘riq, ko‘ngil aynish, qusish, og‘izda metall ta’m va oq dog‘ paydo bo‘ladi, ba’zan ich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 qon aralash ajrala boshlaydi, buyrak tez ishdan chiqadi; vaqt o‘tishi bilan yurak faoliyati susayadi.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yorilganda simob uchun, ayniqsa, buyraklarda sulema nefrozi yaqqol ko‘rinadi.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№018 (TFI Toksikologik kimyo kafedrasi)., 13-ma’ruza: Simob va uning birikmalari; ob’ektni destruksiyalash; granozan, betlar: ma’ruza matni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mineralizatsiyada yo‘qoladi: destruksiya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birikmalari bilan zaharlanganda ashyoni quruq va ho‘l usullarda mineralizatsiyalashda simob deyarli hammasi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simobni aniqlash maqsadida ob’ektni destruksiyalash usuli tavsiya etilgan (Vasileva usuli).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Destruksiya — nitrat, sulfat kislota va boshqa oksidlovchilar yordamida ob’ektni chala kuydirish yoki bog‘lovchi to‘qimalarni parchalash.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Destruktat tarkibi va ortiqcha HNO3 ni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sulfgidril guruhlari bilan birikkan; yuzaki oksidlashda noorganik holatga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Destruktatda simob ionlari oqsil, peptid, aminokislota, lipidlar bilan aralash.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Tezlashtirish uchun oz etil spirti qo‘shiladi; ortiqcha HNO3 mochevina bilan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HNO3 / HNO2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to‘yingan mochevina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N2 + CO2 + H2O ajraladi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Mochevina bilan neytral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Jigar va buyrakni destruksiyalash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Alohida-alohida 20 g jigar va buyrak olinadi; maydalangan organ ustiga kolbada 5 ml suv, 1 ml etil spirti va 10 ml kons. HNO3, so‘ng tomchilab 10 ml kons. H2SO4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 qo‘shilgach 5-10 daqiqa uy haroratida va 10-20 daqiqa qaynayotgan suv hammomida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tezlashib ketsa kolbaga 20-30 ml qaynoq suv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Destruktat qaynoqligicha filtrlanadi, qoldiq issiq suv bilan yuviladi, 20 ml mochevina eritmasi qo‘shiladi va aniq hajmgacha suyultiriladi.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75; Yuldashev Z.A., Umarova G.Q., Toksikologik kimyo modulidan o‘quv-uslubiy majmua, betlar: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 va qondan simobni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buyrak orqali peshob bilan chiqadi; A.F. Rubtsov va A.N. Krilova ikki xil usul tavsiya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1-usul: Keldal kolbasida 200 ml peshobga 35 ml kons. HNO3 va 2 ml etil spirti, so‘ng 25 ml kons. H2SO4; 40 daqiqa suv hammomida, 20 ml to‘yingan tiomochevina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2-usul: 200 ml peshobga 25 ml kons. H2SO4 va 7 g KMnO4 qo‘shilib 40 daqiqa aralashtiriladi; rang yo‘qolguncha to‘yingan oksalat kislota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Qondan simob jigar va buyrak kabi aniqlanadi, faqat suv qo‘shilmaydi.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Simobni ditizon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Destruktat yarmiga ajratgich voronkasida 10 ml xloroform qo‘shilib 1 daqiqa chayqatiladi, qatlam tashlanadi; oxirgi porsiya rangsiz bo‘lguncha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Tozalangan destruktatga 10 ml 10% askorbin kislota, 5 ml xloroform va 0,3 ml 0,01% ditizon xloroformli eritmasi qo‘shib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 qatlami sariq-zarg‘aldoq rang hosil qilsa, simob borligidan dalolat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Simobni CuI osilmasi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CuI osilmasi qo‘shilganda qizil-zarg‘aldoq cho‘kma: Hg2+ + 4CuI -&gt; Cu2[HgI4] + 2Cu+.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Reaksiyaga oksidlovchilar halaqit beradi, chunki CuI dan erkin I2 ajralib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ditizonat holida fotokolorimetrik, Cu2[HgI4] holida kolorimetrik usulda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Destruktat + CuI osilmasi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Cu2[HgI4] cho‘kmasi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Qizil-zarg‘aldoq 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Hg2+ + CuI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Granozan va uning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Granozan — 2% etilmerkurxlorid, rang, mineral kislota va talkdan iborat aralashma; tarkibiga qarab merkuzan va merkurgeksan nomi bilan ham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ximikat sifatida chigit va urug‘larni ekishdan oldin dorilashda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orqali shimilib ta’sir ko‘rsatadi, organizmda yig‘iladi; eritrotsitlarni keskin kamaytiradi, jigar faoliyatini buzadi, terini yallig‘lantiradi.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Etilmerkurxlorid 192°C da suyuqlanuvchi oq kristall; suvda kam, issiq etil spirti, aseton va ishqorda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Granozanni ob’ektdan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a’zolari va o‘simlik qismlari 2 marta 3 n HCl bilan 30-60 daqiqa bo‘ktiriladi; suyuqlik 2 marta xloroform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 kons. HCl bilan nordonlashtiriladi, 30 daqiqadan so‘ng xloroform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Qonga avval ishqor qo‘shib 10 daqiqa suv hammomida qizdiriladi, tiniq suyuqlikka HCl qo‘shiladi, 15 daqiqa aralashtirilib sentrifugalanadi va xloroform bilan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Granozanni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sim bilan: metall mis etilmerkurxloriddan simobni siqib chiqaradi; kumush rang qoplama yodning KI dagi eritmasida eritilib Cu2HgI4 holida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ajralmaga atsetat bufer (pH = 4,5), suv va ditizon qo‘shilib sariq ditizonat xloroformga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 0,5-1 ml xloroformda eritilib plastinkaga nuqta qilib tomiziladi; n-geptan-xloroform (2:5) tizimida sariq dog‘ Rf bo‘yicha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 va simobni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Mishyak mineralizatdan AsH3 holida aniqlanadi (Zanger-Blek, Marsh).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mineralizatsiyada yo‘qolgani uchun destruktatdan ditizon va CuI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simob (granozan) HCl bilan bo‘ktirilib xloroformga ekstraksiyalanadi.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452"/>
                <a:gridCol w="1627069"/>
                <a:gridCol w="183045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Mineralizat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Zanger-Blek, Marsh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Destruktat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Ditizon, CuI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Etil-Hg (granozan)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HCl + CHCl3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 sim, YuQX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Taqqoslash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75-76, 78-79, 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AsH3 holida Zanger-Blek (dastlabki), so‘ng Marsh reaksiyasi bilan aniqlanadi; dog‘ haqiqiyligi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uchun jigar va buyrak ayrim-ayrim destruksiyalanadi, ortiqcha HNO3 mochevina bilan yo‘qotiladi.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ditizon va CuI osilmasi bilan aniqlanadi; granozan xloroformga ekstraksiyalanib YuQX 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Marsh bosqichlari, dog‘ni mishyak/surma bo‘yicha farqlash, destruksiya mohiyati.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75-77, 78, 79-80, 76-78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Zanger-Blek reaksiyasi manfiy sud-kimyo ahamiyatiga ega: manfiy natijada mishyak uchun keyingi tekshiruv to‘xtatiladi.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 usulida trubkaga havo kirsa, qizdirilganda asbob portlashi mumkin — shuning uchun voronkada doim 3-4 ml kislota qoldiriladi.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sulfgidril guruhlari bilan birikkan holda bo‘lgani uchun yuzaki oksidlash (destruksiya) uni noorganik holatga o‘tkazish uchun yetarli.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Granozan teri orqali shimilib, organizmda yig‘iladi va qondagi eritrotsitlar sonini keskin kamaytiradi.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va simob: mishyak (Marsh, Zanger-Blek), jigar va buyrakni destruksiyalash, simobni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75-80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75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№006 (TFI Toksikologik kimyo kafedrasi). Mishyak elementini saqlovchi birikmalar, ularning toksikologik ahamiyati; mineralizatdan mishyakni tahlil usullari (2012).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№018 (TFI Toksikologik kimyo kafedrasi). 13-ma’ruza: Simob va uning birikmalari; ob’ektni destruksiyalash; granozan (2011).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