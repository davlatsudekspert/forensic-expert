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guruh moddalari ’psixotomimetik’ deb ataladi? Doskada: ma’ruza rejasi: FSK - ketamin - LSD - psilotsin. Tipik xato: gallyusinogenlarni narkotik analgetiklar bilan aralashtirish. Izoh: sillabusdagi «UB/fluoressensiya» usuli kitobda LSD uchun UB 366 nm (p.96) sifatida uchraydi, boshqa fluoressensiya ma’lumoti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turli tuzilishdagi moddalar bir xil ta’sir beradi? Doskada: ta’sirlar ro‘yxati. Tipik xato: gallyusinogenlarning barchasi bir xil kimyoviy sinfga kiradi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ketamin qaysi guruhga yaqin? Doskada: uch guruh jadvali. Tipik xato: ketaminni indol hosilasi deb hisoblash: kitobda alohida sintetik psixotrop modda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narkoz vositasi taqiqlandi? Doskada: 50-yillar - nojo‘ya ta’sirlar - 1979. Tipik xato: fensiklidinni hozir ham tibbiyotda ishlatiladi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ko‘zning ixtiyorsiz harakati qaysi nom bilan ma’lum? Doskada: belgilar: ruhiy / harakat / yurak-qon tomir. Tipik xato: belgilarni boshqa gallyusinogenlarga xos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tuz va asos eruvchanligi ekstraksiyada qanday ahamiyatga ega? Doskada: asos: organik erituvchi; tuz: suv/spirt. Tipik xato: kristall moddalarda berilgan haroratni qaynash harorati deb yodlash. Kitobning boshqa betida uchala qiymat uchun «qaynash harorati» deyilgan; kristall modda uchun suyuqlanish harorati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yo‘lga qarab maksimal konsentratsiya vaqti qanday o‘zgaradi? Doskada: 5-15 daqiqa va 2 soat. Tipik xato: 1-7 mg ni zaharlanish dozasi deb hisoblash: u analgetik doza.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o‘simlik mahsulotlariga shimdirish nimaga olib keladi? Doskada: yo‘llar: vena, hidlash, chekish, og‘iz. Kitobda «73% chekish orqali» yozilgan, ma’nosi aniq emasligi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oraliq shu qadar keng? Doskada: 4 ob’ekt jadvali. Tipik xato: o‘rtacha qiymatni ’o‘limli doza’ deb yodlash. Izoh: malaka №039 da xuddi shu qiymatlar o‘limli zaharlanishlarda (n=17, Baselt 1995) deb berilgan; kitobda bu izoh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plazmada uzoq saqlanadi? Doskada: gidroksillanish - konyugat - buyrak. Tipik xato: 70% ni umumiy dozaga nisbatan 7 soatda deb noto‘g‘ri o‘qish. Izoh: metabolizm yo‘nalishlari kitobda 26-rasm sifatida chizma; matni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erituvchi eng samarali? Doskada: foizlar ustuni: 58-60-91-97-98. Tipik xato: ekstraksiya unumini aniqlash sharoitini (pH 9,6)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ranglarni reaktiv bo‘yicha ayting. Doskada: reaktiv - rang juftliklari. Tipik xato: Skott reaktivini kokain uchun xos deb hisoblash: fensiklidin ham ko‘k beradi (34-dars). Izoh: Mandelin reaktivi tarkibi kitobda xato yozilgan (p.103 ’volframat’); to‘g‘risi ammoniy vanadat — slaydda tarkib keltirilmadi.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silikagel KOH bilan ishlanadi? Doskada: uch sistema va ko‘rsatuvchi reaktivlar. Tipik xato: sistemalarni aralashtirib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sistemada moddalar eng yaxshi ajraladi? Doskada: 4 modda uch sistemada. Tipik xato: bitta sistema bilan xulosa qilish: 2-sistemada fensiklidin va tienosiklidin bir xil (0,73).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GX-MS da molekulyar ion qaysi cho‘qqi? Doskada: 243 m/z — eng yuqori cho‘qqi. Tipik xato: m/z ro‘yxatini intensivlik tartibi deb o‘qish. Izoh: 243 m/z fensiklidin molekulyar massasiga mos kelishini kitob aytmaydi; talaba o‘zi hisoblashi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ketamin nega tibbiyotda ham ishlatiladi, ham nazoratda? Doskada: ketamin: dori va suiste’mol. Tipik xato: tolerantlikni qaramlik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siydik pH 8-9 ga keltiriladi? Doskada: ajratish: nordon suv / ammiak - xloroform. Tipik xato: kuchli ishqoriy muhitdan foydalanish.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efir qatlami rangi nimani ko‘rsatadi? Doskada: 5 bosqichli sxema. Tipik xato: reaktivlar tartibini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rux kukuni nima uchun qo‘shiladi? Doskada: bosqichlar: nitrolash - qaytarish - diazotirlash - azo birikish. Tipik xato: rang o‘zgarishini ketma-ketlik emas, bitta rang deb yozish. Izoh: kitobda naftol oldidagi yunon harfi PDF matnida yo‘qolgan (alfa yoki beta); slaydda faqat «naftol» deb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Nessler reaktivi mikrokristall reaksiyasi qanday o‘tkaziladi? Doskada: oyna - qoldiq - Nessler - mikroskop. Tipik xato: kristall shaklini noto‘g‘ri tasvirlash: rangsiz nina shaklidagi mikrokristallar.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sistemada Rf eng yuqori? Doskada: 6 sistema: TA, TB, TC, TE, TAE, TAL. Tipik xato: Rf ni sistema nomlari bilan aralashtirish. Izoh: kitob matnida sistema nomlari TV, TS deb yozilgan, jadvalda TB, TC — jadvaldagi belgilash olindi.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ushlanish indeksi nima uchun kerak? Doskada: GSX: dastur 100-300 °C; YuSSX: C18. Tipik xato: ushlanish vaqti 4,18 ning birligini (daqiqa) unutish. Izoh: kitobda 4,18 ning birligi ko‘rsatilmagan.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 spektral usul qanday qo‘llanadi? Doskada: UB: 269, 276 nm; IQ: 6 chiziq; MS: 8 cho‘qqi. Tipik xato: 269 nm yonidagi «ε=25» ni molyar ε deb o‘qish. Izoh: kitobda 269 nm yonida «ε=25» yozilgan; bu A(1%, 1 sm) qiymati (malaka_errors E2) — slaydga qo‘yilmadi.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LSD ’yarim sintetik’ deyiladi? Doskada: zamburug‘ alkaloidi -&gt; LSD. Tipik xato: ’Secale cornutum’ va ’Claviceps’ ni turli o‘simliklar deb o‘ylash. Izoh: shohkuya (ergot) alkaloidlari prekursor sifatida 40-darsda (gmt p.154-155).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LSD dozasi mkg birligida? Doskada: doza: 2 mkg/kg; 10-25 mkg. Tipik xato: mkg va mg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LSD ni qanday ko‘rinishda ashyoviy dalil sifatida topish mumkin? Doskada: belgilar - xossalar. Tipik xato: LSD ni suvda eriydigan modda deb o‘ylash. Izoh: LSD qog‘ozlar, tabletkalar shaklida ham uchrashi 85-betda ’eritma shimdirilgan qog‘ozlar’ sifatida eslatilgan.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siydikda LSD ning o‘zi kam topiladi? Doskada: 1% - o‘zgarmagan; qolgani - glyukuronid. Tipik xato: metabolit va o‘zgarmagan LSD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72 soatlik oyna muhim? Doskada: SFE - organik erituvchi - quruq qoldiq. Tipik xato: 72 soatdan keyin ham LSD topiladi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van-Urk reaksiyasi nega xususiy emas? Doskada: Marki - van-Urk - Frede. Tipik xato: van-Urk reaktivi va Erlix reaktivini bir xil tarkib deb o‘ylash: Erlix — HCl dagi p-dimetilaminobenzaldegid. Izoh: sillabusdagi ’Erlix reaktivi’ kitobda p-dimetilaminobenzaldegidning HCl dagi eritmasi (p.96).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avval UB nuri, keyin Erlix purkaladi? Doskada: ketma-ketlik: 366 nm -&gt; Erlix. Tipik xato: Erlix reaktivini UB nuridan oldin purkash.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muhit va erituvchi maksimumga qanday ta’sir qiladi? Doskada: 315 nm (HCl) va 310 nm (ishqor). Tipik xato: elyuat spektrini toza LSD eritmasi bilan taqqoslamaslik.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FEK usulining asosi nima? Doskada: IQ - MS - miqdor usullari. Tipik xato: IQ chiziqlari tartibini intensivlik tartibi deb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psilotsin va psilotsibin munosabati qanday? Doskada: DMT -&gt; psilotsibin -&gt; psilotsin. Tipik xato: ikkalasini turli guruh deb hisoblash. Izoh: kitobda ’Psilotsiin’ yozuvi uchraydi (imlo xatosi); ’psilotsin’ deb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doza oshishi bilan nima o‘zgaradi? Doskada: 4-8 mg - 8-20 mg shkalasi. Tipik xato: psilotsin va psilotsibin miqdorlarini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pH UB maksimumga qanday ta’sir qiladi? Doskada: pH&lt;7 va pH&gt;7 maksimumlari. Tipik xato: IQ qiymatlarini UB bilan aralashtirish. Izoh: kitobda IQ yutilishi ’to‘lqin uzunliklari’ deb yozilgan, birligi sm-1.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ikki spektr qaysi cho‘qqilar bilan farqlanadi? Doskada: ikki ro‘yxat. Tipik xato: tartibni intensivlik deb o‘qish. Izoh: metabolizm yo‘llari kitobda 24-rasm (p.99) chizma; 25-rasm UB spektrlari.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uch modda bir guruhda o‘rganiladi? Doskada: uch ustun. Tipik xato: LSD ni sintetik deb yozish (kitobda yarim sintetik).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ta’sir davomiyligi tahlil muddatini belgilaydimi? (LSD uchun 72 soat tahlil tavsiya etilgan, 96-bet). Doskada: soatlar qatori. Tipik xato: fensiklidin 5-15 daqiqa deganda ta’sir davomini tushunish (bu maksimal konsentratsiya vaqti).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psilotsin va psilotsibinni mass-spektr bo‘yicha ajratish qiyin bo‘lishi mumkin (cho‘qqilar o‘xshash). Doskada: jadval. Tipik xato: cho‘qqilar tartibini (intensivlik tartibi) o‘zgartirish.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FSK nega uzoq muddat aniqlanadi? Doskada: uch ko‘rsatkich jadvali. Tipik xato: AQSh cutoff qiymatini O‘zbekiston me’yori deb yozish. Izoh: malaka №042 (CDRH 1997) va №107 (Cone 1996).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uchta asosiy xulosani ayting. Doskada: FSK - ketamin - LSD - psilotsibin zanjiri. Tipik xato: usullarni modda bilan aralashtirish: Nessler ketamin uchun, van-Urk LSD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Gallyusinogenlar va boshqa nazoratdagi moddalar: fensiklidin, ketamin, psilotsin, psilotsibin, LSD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gallyusinogenlar va boshqa nazorat qilinuvchi moddalar — fensiklidin, ketamin, psilotsin, psilotsibin, LSD va ularning tahlili.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umumiy ta’rif, fensiklidin va analoglari, ketamin, LSD, psilotsin va psilotsibin; ajratish, rangli reaksiyalar, YuQX, UB, IQ, MS.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so‘zlar: gallyusinogen, fensiklidin, ketamin, LSD, psilotsibin, Skott reaktivi, Erlix reaktivi, van-Urk reaktivi.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88-94, 88-100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Gallyusinogenlarni suiste’mol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Gallyusinogenlar guruhiga turli kimyoviy tuzilishdagi moddalar kiradi; ular markaziy nerv sistemasiga deyarli bir xil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Suiste’molda kayfiyat va fikrlash o‘zgaradi, markaziy nerv sistemasi qo‘zg‘aladi, eyforiya yoki kuchli depressiya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Depersonalizatsiya natijasida baxtsiz hodisalar sodir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Gallyusinogenlar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tuzilishiga ko‘ra gallyusinogenlarni indol, fensiklidin hamda amfetamin hosilalariga kiritish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Indol hosilalariga lizergin kislotasining dietilamidi (LSD), bufotenin, psilotsibin va psilotsin kiradi.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190"/>
                <a:gridCol w="31727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Vakillari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Indol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LSD, psilotsin, psilotsibin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Fensiklidin hosilalari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fensiklidin va analoglari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Amfetamin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DOM/STP, meskalin (36-37 darslar)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Kimyoviy guruhlar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89, 94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Fensiklidin: tarix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— 1-(1-fenilsiklogeksil)-piperidin.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O‘tgan asrning 50-yillarida narkoz uchun dori vositasi sifatida sintez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Ko‘plab nojo‘ya ta’sirlar chaqirgani sababli 1979 yilda muomaladan olib tashlangan.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50-yillar: narkoz uchun sintez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Qo‘llanishda ko‘p nojo‘ya ta’sir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1979: muomaladan olib tashlandi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Fensiklidin tarixi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Fensiklidin: qabul qilinganda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Eyforiya, bo‘shashish, voqelikdan uzilish, tanada engillik, jismoniy kuchning quyilib kelishi.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Ko‘zning tez va ixtiyorsiz harakati, eshitish qobiliyatining susayishi, muvozanatni yo‘qotish, tormozlanish.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bosimining oshishi, taxikardiya.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Fensiklidin: fizik-kimyoviy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asosi kristall modda; suyuqlanish harorati 46-46,6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Xlorgidrat va bromgidrat tuzlari kristall; suyuqlanish haroratlari mos ravishda 243-244 °C va 225-226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Tuzlari suv, etanol va xloroformda eriydi; asosi efir, xloroform, benzol va boshqa erituvchilarda eriydi.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Fensiklidin asosi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46-46,6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Xlorgidrat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243-244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Bromgidrat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225-226</a:t>
            </a:r>
            <a:r>
              <a:rPr sz="11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Suyuqlanish harorati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Fensiklidinning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markaziy asab tizimiga stimullovchi va gallyusinogen ta’sir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Analgetik sifatida 1-7 mg dozada qabul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Qondagi maksimal konsentratsiya 5-15 daqiqada; chekish orqali qabul qilinganda esa 2 soatdan so‘ng namoyon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Analgetik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1-7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Maks. konsentratsiya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5-15</a:t>
            </a:r>
            <a:r>
              <a:rPr sz="11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Chekishda maksimum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Fensiklidin: doza va vaqt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Fensiklidinni qabul qilish yo‘llari va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Vena qon-tomir, burun orqali hidlash va chekish yo‘llari bilan kiradi; og‘iz orqali kam qabul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Substansiya, eritma, tabletka va kapsula shaklida; marixuana, moxorka, petrushka, yalpiz bargiga shimdirilgan holda ham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doza 0,001 dan 0,007 g gacha ishlab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Fensiklidin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Yo‘llari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vena orqali  ·  burun orqali hidlash  ·  chekish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Shakllari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substansiya, eritma  ·  tabletka, kapsula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Shimdirilgan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marixuana, moxorka  ·  petrushka, yalpiz bargi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Qabul qilish yo‘llari va shakllari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89, 90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 dozasi oshganda; ob’ektlarda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Doza oshirib yuborilganda gipertenziya, taxikardiya, hushdan ketish va o‘lim yuz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Kitobda turli ob’ektlarda fensiklidin konsentratsiyalari (mg/l) berilgan: qon, siydik, bosh miya, jigar.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manbasida xuddi shu qiymatlar o‘limli zaharlanishlarga (n=17) tegishli deb berilgan.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Ob’ekt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4,8 (0,3-25)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 (0,4-120)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 miya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7,3 (0,1-32)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 (0,9-170)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Fensiklidin, mg/l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90; Malaka materiali №039., Ba’zi giyohvandlik vositalarining o‘limga olib keluvchi konsentratsiyalari, betlar: fensiklidin jadvali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Piperidin va siklogeksan xalqalarining gidroksillanishi orqali biologik faol metabolitlar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miqdori (70%) konyugatlar holida buyraklar orqali 7 soat davomida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qon plazmasida 10 kungacha saqlanishi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Konyugatlar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Buyrak orqali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Qon plazmasida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10</a:t>
            </a:r>
            <a:r>
              <a:rPr sz="1100" b="0">
                <a:solidFill>
                  <a:srgbClr val="6B7280"/>
                </a:solidFill>
                <a:latin typeface="Calibri"/>
              </a:rPr>
              <a:t>  kungacha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Fensiklidin metabolizmi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Biosuyuqliklardan turli organik erituvchilarda ishqoriy muhitdan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pH=9,6 da ajralish: geksan 58%, geptan 60%, toluol 91%, etilasetat 97%, geptan-izoamil spirt 98%.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fazali ekstraksiya (mikrokolonkalarda) ham qo‘llanadi; nordonlashtirilgan suv yoki spirt usulida ajratib, so‘ng ishqoriy muhitda ekstraksiya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63"/>
                <a:gridCol w="2350211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Unum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Geksan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Geptan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Toluol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91%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Etilasetat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97%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Geptan-izoamil spirt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98%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pH=9,6 da ajralish unumi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Fensiklidin: dastlabki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och-pushti, Mandelin reaktivi bilan zarg‘aldoq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Erlix reaktivi qo‘shilganda qizil rangli mahsulot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Skott reaktivi (1 tomchi 16% HCl va 1 tomchi 2,5% kobalt tiotsianat) bilan ko‘k rangli mahsulot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56"/>
                <a:gridCol w="1967618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Mandelin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Erlix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Skott (HCl + Co tiotsianat)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Dastlabki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 va hosilalari: YuQX sistemalari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1-sistema: etilasetat:metanol:ammiak 25% (85:10:5), silikagel.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2-sistema: siklogeksan:toluol:dietilamin (75:15:10), silikagel 0,1 mol/l KOH bilan ishlangan.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3-sistema: xloroform:metanol (90:10), silikagel 0,1 mol/l KOH bilan ishlangan.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1: etilasetat:metanol:NH3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2: siklogeksan:toluol:DEA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3: xloroform:metanol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Yorituvchi: UB-nur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Yodplatinat, Dragendorf (Mune)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sistemalari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 hosilalarining Rf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Rf qiymatlari: 0,84; 0,73; 0,35 (mos ravishda 1-, 2-, 3-sistema).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Tienosiklidin 0,86; 0,73; 0,54; etisiklidin 0,79; 0,65; 0,27; roliklidin 0,79; 0,66; 0,25.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8445"/>
                <a:gridCol w="271953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Etisiklidin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0,79 / 0,65 / 0,27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Tienosiklidin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0,86 / 0,73 / 0,54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Fensiklidin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0,84 / 0,73 / 0,35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Roliklidin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0,79 / 0,66 / 0,25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(1 / 2 / 3-sistema)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Fensiklidin: GSX, GX-MS va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Yorituvchi reagent: UB-nurlari, yodplatinat kaliy eritmasi, Mune bo‘yicha modifikatsiyalangan Dragendorf reaktivi.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da ushlanish vaqti bo‘yicha, alanga-ionizatsion detektor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GX-MS da 243, 214, 200, 186, 166, 158, 84, 77 m/z cho‘qqilar hosil bo‘ladi; miqdori GSX yoki YuSSX da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Ochish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UB, yodplatinat, Dragendorf (Mune)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GSX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ushlanish vaqti, alanga-ionizatsion detektor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GX-MS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243, 214, 200, 186, 166, 158, 84, 77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Miqdor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GSX yoki YuSSX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Fensiklidin: tasdiqlash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 (kalipsol)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Ketamin (kalipsol) — sintetik psixotrop modda; uxlatuvchi ta’sirga ega, 2 soat davomida ta’sir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Farmatsevtika sanoatida kukun va eritma holida ampula, flakonlarda ishlab chiqariladi.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Yuqori dozalarda gallyusinatsiyalar chaqiradi; yuqori tolerantlik beradi, ta’sirni olish uchun doza oshirilishi talab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davomi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Ishlab chiqarish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kukun, eritma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Qadoq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ampula, flakon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Yuqori dozada</a:t>
            </a:r>
          </a:p>
          <a:p>
            <a:pPr algn="l">
              <a:spcAft>
                <a:spcPts val="100"/>
              </a:spcAft>
            </a:pPr>
            <a:r>
              <a:rPr sz="2500" b="1">
                <a:solidFill>
                  <a:srgbClr val="0B1F3A"/>
                </a:solidFill>
                <a:latin typeface="Calibri"/>
              </a:rPr>
              <a:t>gallyusinatsiya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Ketamin (kalipsol)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ob’ekt va qondan sulfat kislota bilan nordonlashtirilgan suv usulida bo‘ktirib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ajralmadan xloroform bilan ishqoriy muhitda (pH=8-9)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Siydik: 50 ml siydikka ammiak 25% bilan pH 8-9 gacha; 15 ml dan 3 marta xloroform; hajm 50 ml ga yetkaziladi.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Nordon suv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H2SO4 bilan bo‘ktirish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Ishqoriy muhit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pH 8-9, xloroform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Siydik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 ml, NH3 25% bilan pH 8-9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15 ml dan 3 marta xloroform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Hajm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50 ml gacha yetkaziladi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Ketaminni ajratib olish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Ketamin: mis sulfat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Probirkaga 5 tomchi xloroformli eritma quyiladi va erituvchi uchirilgach, qoldiqqa 0,5 ml 0,1 M HCl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tomchi 10% mis sulfat, 1 ml 10% natriy ishqori va 1 ml dietil efiri qo‘shilib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qatlami pushti-binafsha rangga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tomchi xloroform eritmasi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Uchirish; 0,5 ml 0,1 M HCl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10% CuSO4 + 10% NaOH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ml dietil efiri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Efir: pushti-binafsha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Ketamin + mis sulfat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Ketamin: natriy nitrit va naftol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Xloroformli eritmadan organik erituvchi uchirilib, qoldiqqa 3 ml kons. sulfat kislota va 0,4 g natriy nitrit qo‘shiladi, suv hammomida 10 daqiqa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 miqdorda rux kukuni qo‘shilib filtrlanadi; filtratga 2-3 tomchi 2% natriy nitrit va naftolning ishqoriy eritmalari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qizil-olcha rangga o‘tadi; kam miqdorda bo‘lsa och pushti, so‘ng qo‘ng‘ir-binafsha, keyin sariq-yashil rang.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Ketamin qoldig‘i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Kons. H2SO4 + natriy nitrit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Qizil-olcha rang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suv hammomida 10 daqiqa, rux, filtrat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kam bo‘lsa: och pushti, qo‘ng‘ir-binafsha, sariq-yashil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Ketamin: nitrit va naftol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Ketamin: Nessler reaktivi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Buyum oynasida 1-2 tomchi xloroformli eritma uchirilgach, qoldiqqa 1 tomchi Nessler reaktivi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Mikroskopda rangsiz yig‘ilgan nina shaklidagi mikrokristallar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Yodplatinat bilan zarg‘aldoq-qo‘ng‘ir, yod bug‘lari bilan to‘q ko‘k dog‘ hosil bo‘ladi; silikagel-G (Merk) plastinkasi.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Ketamin (xloroform qoldig‘i)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Nessler reaktivi (1 tomchi)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Nina shaklidagi mikrokristallar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rangsiz kristallar, mikroskopda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Ketamin: Nessler reaksiyasi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Ketamin: YuQX sistemalari va Rf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TA: metanol-ammiak 25% (100:1,5); TB: siklogeksan-toluol-dietilamin (75:15:10); TC: xloroform-metanol (90:10).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TE: etilasetat-metanol-ammiak (85:10:5); TAE: metanol; TAL: xloroform-metanol-propion kislota (72:18:10).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Sistema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 / TB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0,59 / 0,73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TC / 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0,35 / 0,84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TAE / TAL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0,23 / 0,48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Ketamin 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Ketamin: GSX va YuSSX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GSX: shisha kolonka 2 m x 2 mm, 3% SE-30 xromosorb G-HP; tashuvchi azot 45 ml/daq; harorat 100 dan 300 °C gacha.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Ketaminning ushlanish indeksi RI 1840.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YuSSX: C18 (250 x 4,6 mm, 5 mkm), 40 °C; suv-asetonitril-2,5 M H2SO4 (50:50:0,1); diod UB detektor; ushlanish vaqti 4,18.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GSX kolonka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 m x 2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3% SE-30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Harorat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100-300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Ushlanish indeksi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RI 1840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YuSSX ushlanish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4,18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Ketamin: GSX va YuSSX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Ketamin: UB, IQ va mass-spektr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0,1 M HCl dagi eritma 269 va 276 nm da maksimal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 (KBr): 1696, 747, 1142, 1120, 712, 1027 sm-1.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Mass-spektr: 180, 209, 182, 152, 181, 30, 211, 138 m/z cho‘qqilar.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UB (0,1 M HCl)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269, 276 nm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IQ (KBr), sm-1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1696, 747, 1142, 1120, 712, 1027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Mass-spektr, m/z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180, 209, 182, 152, 181, 30, 211, 138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Ketaminning spektral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LSD: tarix va manba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Gallyusinogenlarga yana lizergin kislotasining dietilamidi, bufotenin, psilotsibin, psilotsin va boshqalar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LSD birinchi marta 1938 yilda Shveysariyaning «Sandoz» laboratoriyasida doktor A. Xoffmann tomonidan sintez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LSD — Secale cornutum, Claviceps oilasiga mansub xaltachali zamburug‘lar alkaloidlaridan olinadigan yarim sintetik modda.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 ning organizmga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 oshqozon-ichak yo‘llari orqali tez so‘rilib, barcha organ va to‘qimalarga yetib boradi.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 mkg/kg dozada ichga qabul qilinganda maksimal konsentratsiya 30-60 daqiqada namoyon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 davomiyligi 8-12 soat; gallyusinatsiya chaqiruvchi minimal doza 10-25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Ichga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mkg/kg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Maks. konsentratsiya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30-60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davomi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8-12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Minimal doza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10-25</a:t>
            </a:r>
            <a:r>
              <a:rPr sz="1500" b="0">
                <a:solidFill>
                  <a:srgbClr val="6B7280"/>
                </a:solidFill>
                <a:latin typeface="Calibri"/>
              </a:rPr>
              <a:t>  mkg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LSD: doza va ta’sir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94, 94-95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 asoratlari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Qorachiq kengayishi, qon bosimi oshishi, tana harorati ko‘tarilishi, terlash, ko‘ngil aynishi, tremor; keyin psixik qo‘zg‘alish, paranoya, psixoz.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Qabul qilish asoratlari: xromosomalar buzilishi, nogiron farzandlar tug‘ilishi; suitsid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 rangsiz, hidsiz kristall kukun; suvda erimaydi, organik erituvchilarda yaxshi eriydi, asos xossali.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LSD ta’siri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Jismoniy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qorachiq kengayishi  ·  qon bosimi, harorat oshadi  ·  terlash, tremor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Ruhiy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psixik qo‘zg‘alish  ·  paranoya, psixoz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Asoratlar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xromosomalar buzilishi  ·  suitsid mumkin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LSD ta’siri va asoratlari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LSD: gidroliz va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7% ishqor eritmasida 1 soat qizdirilganda lizergin kislota va dietilaminga gidrolizlanadi.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Organizmdan siydik orqali 1% LSD o‘zgarmagan holda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 qismi dezalkillanish, oksidlanishga uchrab, glyukuronidlar holida chiqariladi.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Siydikda o‘zgarmagan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Gidroliz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7% ishqor, 1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Qolgan qismi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glyukuronidlar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LSD: gidroliz va chiqarilish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 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uchun qon va peshob olinadi; LSD va metabolitlari qattiq fazali ekstraksiya usulida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LSD va metabolitlarini 72 soat davomida tahlil qilish maqsadga muvofiq.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Preparat va biosuyuqliklardan LSD organik erituvchilar (xlorbutan yoki metilenxlorid va toluol aralashmasi) bilan ekstraksiya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Marki reaktivi bilan LSD avval zarg‘aldoq-qo‘ng‘ir, so‘ngra binafshaga o‘tuvchi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p-dimetilaminobenzaldegid, kons. H2SO4 va temir (III) xlorid (van-Urk reaktivi) bilan qizil-binafsha yoki binafsha rang.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Van-Urk reaksiyasi zamburug‘ alkaloidlari uchun umumiy; kons. H2SO4 va Frede reaktivi bilan reaksiya xususiyligi kam.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583"/>
                <a:gridCol w="342739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zarg‘aldoq-qo‘ng‘ir, so‘ng 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Van-Urk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qizil-binafsha yoki binafsha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Kons. H2SO4 + Frede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xususiyligi kam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LSD: rangli reaksiyalar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LSD: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«Silufol UB-254» plastinkasi; ochuvchi reagent — UB nuri (366 nm), so‘ngra Erlix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Sistemalar: xloroform-aseton-etanol-ammiak 25% (20:20:3:1); etilasetat-izopropanol-ammiak (5:5:1); geksan-aseton-ammiak (2:2:0,2).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LSD uchun Rf=0,57.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LSD: UB-spektrofotometriya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0,1 M xlorid kislotadagi eritma 315 nm, 0,1 M natriy gidroksiddagi eritma 310 nm da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 plastinkadan elyuatsiyalangan LSD spektri: metanol-suv-HCl (50:50:1) da 249, 317 va 200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Toluol-aseton-etanol-ammiak (45:45:7:3) da 243 va 315 nm.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6912"/>
                <a:gridCol w="180106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Sharoit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 M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315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 M NaOH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Metanol-suv-HCl (50:50:1)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249, 317, 200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Toluol-aseton-etanol-NH3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243, 315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LSD: UB maksimumlari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96, 97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LSD: IQ, GX-MS va miqdoriy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 (KBr): 1626, 1307, 1136, 1066, 1212 va 749 sm-1.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GX-MS: 44, 72, 207, 221, 280, 323 m/z.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UB-SF, GX-MS va YuSSX bilan; Erlix reaktivi bilan hosil qilingan rangli mahsulot FEK usulida ham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Psilotsin va psilotsibin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Psilotsin va psilotsibin dimetiltriptamin (DMT) asosida sintezlangan; psilotsin psilotsibinning metaboliti.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Gallyusinogen qo‘ziqorinlarda uchraydi: Psilocybe, Stropharia, Copelandia, Panaeolina, Panaeolus va boshqa avlodlar.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Psilotsibin 1958 yilda qo‘ziqorindan ajratib olingan.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Psilotsin, psilotsibin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Kelib chiqishi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dimetiltriptamin (DMT) asosida  ·  psilotsin — psilotsibin metaboliti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Qo‘ziqorinlar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Psilocybe, Stropharia  ·  Copelandia, Panaeolus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Tarix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1958: psilotsibin ajratildi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Psilotsin va psilotsibin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Psilotsin va psilotsibinning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Ta’siri LSD ga o‘xshash; qabuldan 30 daqiqa o‘tgach gallyusinatsiya, ta’siri 6 soat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Bitta qo‘ziqorinda 1 mg psilotsin va 16 mg psilotsibin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modda 4-8 mg yoki quritilgan qo‘ziqorin taxminan 2 g bo‘lganda gallyusinatsiya, 8-20 mg bo‘lsa ruhiy o‘zgarishlar chaqiradi.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boshlanishi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davomi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 qo‘ziqorinda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 mg / 16 mg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Gallyusinatsiya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4-8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Ruhiy o‘zgarish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8-20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Psilotsin va psilotsibin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Psilotsin va psilotsibin: UB va 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Psilotsinning suvli eritmasi: pH&lt;7,0 da 266, 283, 292 nm; pH&gt;7,0 da 270, 293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Psilotsibinning suvli eritmasi: pH&lt;7,0 da 268 nm; pH&gt;7,0 da 269, 282, 292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IQ (KBr): psilotsin 836, 1261, 1236, 1042, 1061, 733; psilotsibin 1105, 1045, 1062, 1183, 1160, 932 sm-1.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pH&lt;7,0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pH&gt;7,0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Psilotsin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266, 283, 292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270, 293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Psilotsibin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268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269, 282, 292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maksimumlari (suvli eritma), nm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99, 100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Psilotsin va psilotsibin: MS va miqdor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Psilotsin mass-spektri: 58, 204, 59, 42, 30, 146, 77, 44 m/z.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Psilotsibin mass-spektri: 58, 42, 30, 51, 204, 146, 77, 44 m/z.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UB-spektrofotometriya va gaz-xromato-mass-spektrometriya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Fensiklidin, ketamin, LSD: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o‘tgan asrning 50-yillarida narkoz uchun sintez qilingan va 1979 yilda muomaladan olib tashlangan.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Ketamin sintetik psixotrop modda bo‘lib, uxlatuvchi ta’sir 2 soat davom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 1938 yilda sintez qilingan yarim sintetik modda; ta’siri 8-12 soat davom 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Fensiklidin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narkoz uchun sintez (50-yillar)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1979: muomaladan olingan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stimullovchi va gallyusinogen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Ketamin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sintetik psixotrop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uxlatuvchi, 2 soat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ampula, flakonlarda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LSD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1938: Xoffmann sintezi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yarim sintetik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ta’sir 8-12 soat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modda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89, 92, 94-95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Ta’sir davomiyligi: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Ketamin ta’siri 2 soat, psilotsin va psilotsibin ta’siri 6 soat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 ta’sirining davomiyligi 8-12 soat; gallyusinatsiya chaqiruvchi minimal doza 10-25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Fensiklidinning qondagi maksimal konsentratsiyasi 5-15 daqiqada namoyon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Ketamin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Psilotsin, psilotsibin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LSD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8-12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Fensiklidin: maksimum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5-15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Ta’sir davomiyligi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92, 98, 95, 89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Mass-spektr cho‘qqilari: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Fensiklidin: 243, 214, 200, 186, 166, 158, 84, 77 m/z; ketamin: 180, 209, 182, 152, 181, 30, 211, 138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LSD: 44, 72, 207, 221, 280, 323 m/z.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Psilotsin va psilotsibinning mass-spektrlari o‘xshash cho‘qqilarni (58, 204, 146, 77, 44) o‘z ichiga oladi.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m/z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Fensiklidin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243, 214, 200, 186, 166, 158, 84, 77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Ketamin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180, 209, 182, 152, 181, 30, 211, 138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LSD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44, 72, 207, 221, 280, 323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58, 204, 59, 42, 30, 146, 77, 44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Psilotsibin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58, 42, 30, 51, 204, 146, 77, 44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m/z cho‘qqilari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92-93, 97, 100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Siydikda aniqlash va cutoff (fensiklidin)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siydikda qabuldan 4-6 soat o‘tgach paydo bo‘ladi va 7-14 kun davomida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uchun siydik skriningida va tasdiqlashda cutoff 25 ng/ml.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56"/>
                <a:gridCol w="196761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Paydo bo‘lishi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4-6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Aniqlash muddati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7-14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Cutoff (skrining va tasdiq)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25 ng/ml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Fensiklidin (AQSh ma’lumoti)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№042., Narkotiklarni siydikda aniqlash intervallari, betlar: fensiklidin qatori; Malaka materiali №107., TGK metabolizmi va ajralishi; biosuyuqliklarda aniqlash muddatlari, betlar: cutoff jadvali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Fensiklidin (1979 yilda muomaladan olingan), ketamin va LSD — gallyusinogen/psixotrop moddalar; psilotsin va psilotsibin — qo‘ziqorin DMT hosilalari.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Marki, Mandelin, Erlix, Skott; keyin YuQX, GSX, YuSSX, UB, IQ va GX-MS bilan tasdiqlanadi.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Ketamin uchun mis sulfat, natriy nitrit-naftol va Nessler reaksiyalari; LSD uchun van-Urk va Erlix.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89-98, 91-97, 92-96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fensiklidin Skott reaktivi (1 tomchi 16% HCl va 1 tomchi 2,5% kobalt tiotsianat) bilan ko‘k rang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Muhim farq: LSD ning ta’siri 8-12 soat, psilotsin va psilotsibinniki 6 soat davom etadi.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Amaliy maslahat: fensiklidin uchun pH 9,6 da etilasetat 97%, geptan-izoamil spirt esa 98% ajratadi.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Tarixiy: LSD 1938 yilda Shveysariyada Sandoz laboratoriyasida doktor A. Xoffmann tomonidan sintez qilingan.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Gallyusinogenlar va boshqa nazoratdagi moddalar: fensiklidin, ketamin, psilotsin, psilotsi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44 / 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88-100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№039. Ba’zi giyohvandlik vositalarining o‘limga olib keluvchi konsentratsiyalari (Baselt, 1995 ma’lumotlari).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№042. Narkotiklarni siydikda aniqlash intervallari (CDRH, 1997).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№107. TGK metabolizmi va ajralishi; biosuyuqliklarda aniqlash muddatlari, skrining va tasdiqlash cutoff qiymatlari (BMT 1993, CDRH 1997, Cone 1996 manbalaridan).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