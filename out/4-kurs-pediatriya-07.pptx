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pediatr talabaga toksikologiya muhim? 2) Zaharlanish zo‘raki o‘limda nechanchi o‘rinda? Doskada: zo‘raki o‘lim sabablarining 3 o‘rinli ketma-ketligini yozdiring. Tipik xato: zaharlanishni birinchi o‘ringa qo‘yish. Chaqaloq murdasi mavzusi bo‘yicha qo‘shimcha manba kerakligini talabalarga ochiq ayting.</a:t>
            </a:r>
          </a:p>
          <a:p/>
          <a:p>
            <a:r>
              <a:t>Tekshirish kerak (manbada noaniq):</a:t>
            </a:r>
          </a:p>
          <a:p>
            <a:r>
              <a:t>- Diqqat: berilgan manbada yangi tug‘ilgan chaqaloq murdasi bo‘limi yo‘q, shuning uchun bugun toksikologiya va bolalarning zaharga sezgirligi yoritiladi.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Oddiy dori qaysi holatda zaharga aylanadi? 2) Nega mutlaq zahar tushunchasi yo‘q? Doskada: «modda → doza → ta’sir → zaharlanish» zanjirini chizdiring. Tipik xato: zahar va zaharlanishni sinonim deb hisoblash. Eslab qoling: doza hal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Klinik toksikolog va sud-tibbiy ekspert vazifalari qanday farqlanadi? 2) Pediatr bola zaharlanganda qaysi tarmoq bilan ko‘proq ishlaydi? Doskada: jadvalni daftarga ko‘chirtiring. Tipik xato: sud-tibbiy toksikologiyani davolash fani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amalda baxtsiz hodisalar ko‘p, qotillik kam? 2) Pediatriyada yatrogen zaharlanish qanday bo‘lishi mumkin (doza xatosi)? Doskada chizish: uch ustunli sxema (qotillik / o‘z-o‘zini o‘ldirish / baxtsiz hodisa) va ostiga ‘qasddan’ yoki ‘tasodifan’ deb belgilash. Diqqat: qasddan ≠ tasodifan; yatrogen zaharlanish baxtsiz hodisaning bir ko‘rinishi. Tipik xato: talabalar yatrogen holatni qotillik bilan aralashtiradi.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yo‘l (teri, og‘iz, nafas yo‘llari) toksik ta’sirni o‘zgartiradi? 2) Qaysi moddalarda tashqi sharoit ahamiyatli? Doskada chizish: to‘rt omilni markazdagi ‘zaharlanish’ atrofida joylashtiring. Tipik xato: tashqi sharoitni barcha zaharlarga tegishli deb o‘ylash, aslida u faqat ayrim moddalarda muhim.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bolalarda bir xil doza kattalarga qaraganda xavfliroq? 2) Tolerantlik bilan bog‘liqlik qanday farqlanadi? Doskada chizish: ikki ustun – ‘zahar omillari’ va ‘organizm omillari’, har biriga 4-5 so‘z yozing. Diqqat: tolerantlik (o‘rganib qolish) ≠ idiosinkraziya (o‘ta sezgirlik). Tipik xato: talabalar doza bir xil bo‘lsa, ta’sir ham hamma uchun bir xil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jigardan o‘tmasdan so‘riladigan yo‘llar xavfliroq? 2) Yog‘da eruvchi zahar teri orqali kirsa, qanday xavf bor? Doskada: kirish yo‘llarini ’jigardan o‘tadi / o‘tmaydi’ deb ikki ustunga bo‘lib chizing. Tipik xato: barcha zaharlar faqat og‘iz orqali kiradi deb o‘ylash va tashqi sharoit (yopiq, issiq muhit) ahamiyatini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Dozani vazn bo‘yicha hisoblash nimani anglatadi? 2) Qon, siydik, oshqozon yuvmasi, qusuq massasi, axlat va zahar qoldig‘i nega tez olinadi? Doskada: ’kattalar dozasi – bolalar dozasi’ ikki ustunli solishtirma yozing. Tipik xato: bolani ’kichik kattalar’ deb hisoblab, dozani kattalarnikidan faqat sal kamaytirish; yana yo‘l qo‘yiladigan xato – namunalarni kech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murdada xos o‘zgarish topilmasa ham zaharlanishni inkor etib bo‘lmaydi? 2) ’Uch nuqta’ qoidasiga misol keltiring. Doskada: to‘rt qutili zanjirni chizib, har qutiga bittadan misol yozing. Tipik xato: faqat laboratoriya natijasiga tayanish; natijalar voqea tafsiloti va klinik ma’lumotlar bilan birga tanqidiy baholanishi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Nima uchun is gazi va sianidda dog‘ rangi bir-biriga yaqin tuyulishi mumkin, ularni qaysi belgilar bilan ajratamiz? 2) Mushak qotishi tezligi zahar turi haqida nima deydi? Doskada: jadvalni ustunlar bilan (zahar – dog‘ rangi – hid – mushak qotishi) o‘zingiz chizing. Tipik xato: talabalar achchiq bodom hidini hamma zaharlanishga xos deb o‘ylaydi; bu hid sianidga xos, sirka kislotasida esa o‘tkir spetsifik hid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Nima uchun metabolit ba’zan o‘zidan kuchliroq zahar bo‘lishi mumkin? 2) Sirka kislotasida birlamchi, keyingi va metatoksik ta’sir ketma-ketligini sanang. Doskada: kirish – taqsimlanish – biotransformatsiya – chiqarilish zanjirini chizing va metanol/etilenglikol metabolitlarini yozing. Tipik xato: toksikokinetika (zahar bilan organizm nima qiladi) va toksikodinamika (organizm zaharga qanday javob beradi) tushunchalarini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Javob kaliti: chuqur chirishda ko‘krak va qorin bo‘shlig‘i ichki a’zolari aralashmasidan 1,5-2,0 kg massa – “o‘rta sinama” – olinadi. Muhokama: 1) Nima uchun zaharning kirgan, ta’sir etgan va chiqqan joyidan namuna olinadi? 2) Manba noma’lum bo‘lganda nega a’zolar ko‘p olinadi? Doskada: tana sxemasini chizib, qaysi a’zodan qancha olinishini belgilang. Tipik xato: qon va ichki a’zolarni bitta idishga solish; qon har bir namuna kabi alohida idishda olinadi.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talabalarga navbat bilan bering, javobni og‘zaki oling. Muhokama: nega bir xil doza bolada kattalarga qaraganda kuchliroq ta’sir qiladi? Doskada chizish: “Kirish → taqsimlanish → metabolizm → chiqish” zanjiri (toksikokinetika) va uning yoniga “organizm javobi” (toksikodinamika). Tipik xato: ikki tushunchani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nima uchun funksional zaharlar murdada ko‘pincha aniq morfologik o‘zgarish qoldirmaydi? Qaysi guruhda sud-kimyoviy tekshiruv hal qiluvchi? Doskada chizish: tasnif daraxti (mahalliy / umumiy → destruktiv, gemotrop, funksional). Tipik xato: mahalliy ta’sirli zaharni rezorbtiv guruhga qo‘shib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nima uchun ishqor bilan kuygan joy ushlab ko‘rilganda sirpanuvchan bo‘ladi? Nima uchun sulfat kislotada oshqozon teshilishi ko‘proq? Doskada chizish: ikki ustunli jadval (kislota | ishqor), nekroz turi va to‘qima holatini yozing. Tipik xato: letal dozalarni konsentratsiyadan mustaqil deb o‘ylash — doza konsentratsiyaga bog‘liq.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sirka kislotasi boshqa kislotalardan farq qiladi? 2) Nashatir spirtini alkogol bilan birga ichish nega xavfli? Doskada: har modda — o‘ziga xos murda belgisi juftligini chizdiring. Tipik xato: kislotada quruq (koagulyasion), ishqorda yumshoq (kollikvatsion) nekrozni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Erta va kech o‘lim sabablarini ajrating. 2) Sulfat kislotada qo‘ng‘ir-qora shilliq va perforatsiya ko‘proq; sirkada gemolitik ta’sir va o‘tkir hid ustun. Doskada: vaqt o‘qi (soatlar — kunlar) bo‘yicha o‘lim sabablarini joylashtiring. Tipik xato: o‘lim sababini faqat kuyish bilan bog‘lab, gemoliz va asoratlarni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Anorganik va organik simob klinikasi qanday farq qiladi? 2) Nega ekshumatsiyadan keyin ham tekshirish mumkin? Doskada: sulema bo‘yicha uch a’zo (og‘iz, yo‘g‘on ichak, buyrak) va ularning nomlarini chizing. Tipik xato: sof simob metalli ichilganda ham zaharlaydi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margimush birikmalari yillar o‘tgach ham aniqlanadi? 2) Qo‘rg‘oshin tuzlari va tetraetilqo‘rg‘oshin ta’sirida qanday umumiy va farqli jihatlar bor? Doskada: jadvalni ko‘chirib, har zahar yoniga bitta eng xos belgini yozdiring. Tipik xato: letal dozalarni aralashtirish va qo‘rg‘oshin tuzlari bilan tetraetilqo‘rg‘oshinni bir xil deb hisoblash; manbada tuzlar uchun letal doza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Talliy va surunkali margimush belgilari qayerda o‘xshash, qayerda farq qiladi? 2) Anamnez va toksikologik tekshiruv diagnozda qanday o‘rin tutadi? Doskada: ’belgi → ehtimoliy zahar → tasdiqlovchi tekshiruv’ zanjirini chizdiring. Tipik xato: alopetsiyani faqat talliyga bog‘lash va toksikologik tekshiruvsiz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Nega kislotalar quruq, ishqorlar yumshoq nekroz beradi? 2) Sulema va kalomel farqi klinik jihatdan nimani anglatadi? Doskada: tasnif daraxtini (mahalliy / umumiy → destruktiv, gemotrop, funksional) chizdiring. Tipik xato: sulema bilan kalomelni aralashtirish va kislota nekrozini ishqor nekrozi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Is gazi nima uchun gemoglobinga ‘turg‘un’ bog‘lanishi xavfli? 2) Yashinsimon shaklda nima uchun o‘lim juda tez bo‘ladi? Doskada zanjirni chizing: is gazi → karboksigemoglobin → gipoksiya → koma. Tipik xato: is gazi (uglerod monooksidi) bilan karbonat angidridni aralashtirish. Ikkalasi uglerod va kislorodden iborat, lekin toksikligi bir xil emas. Tezkor savol: karboksigemoglobin necha foizdan oshganda dastlabki belgilar paydo bo‘ladi?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Dastlabki sinamalarni klinikada ham o‘tkazish mumkinmi va nima uchun? 2) Metgemoglobin zaharlanishida nima uchun 1-2 kundan keyin qonda metgemoglobin topilmasligi mumkin? Doskada ikki ustunli taqqoslash jadvali chizing: karboksigemoglobin va metgemoglobin (murda dog‘lari rangi, foiz chegaralari). Tipik xato: pushti-qizg‘ish murda dog‘larini (is gazi) ko‘kimtir-qo‘ng‘ir dog‘lar (metgemoglobin) bilan almashtirish. Eslab qoling: is gazi bo‘lsa dog‘lar pushti, metgemoglobinda qo‘ng‘ir. Tezkor savol: Goppe-Zeyler sinamasida qon rangi o‘zgarmasa, nimani bildiradi?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Murda dog‘lari pushti, lekin karboksigemoglobin past bo‘lsa, qanday xulosa qilinadi? 2) Pediatr sifatida go‘daklarda zaharlanishda qon namunasini qachon olasiz? Javob: katta konsentratsiyadagi is gazi miyaga bevosita ta’sir etib tez o‘ldirganda yoki jabrlangan o‘limdan oldin toza havoda bo‘lganda natija past yoki manfiy bo‘lishi mumkin. Doskada tekshiruv ketma-ketligini chizing: ko‘zdan kechirish → tezkor sinama → spektrofotometriya. Tipik xato: past natijani zaharlanishni inkor etuvchi dalil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Sianid va vodorod sulfid ta’sir mexanizmi nimasi bilan o‘xshash? 2) Fosfororganik birikmalardan kech o‘limda nega zahar topilmasligi mumkin, lekin xolinesteraza aktivligi past bo‘ladi? Doskada chizish: sitoxromoksidaza – temir – gipoksiya zanjiri. Tipik xato: achchiq bodom hidi faqat sianidga xos deb o‘ylash; manbada nitrobenzolda bu hid uzoqroq saqlanishi aytilgan (154-bet). Diqqat: gemik gipoksiya (is gazi) bilan to‘qima gipoksiyasi (sianid) bir narsa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Nega rezorbsiya davrida qondagi spirt siydikdagidan yuqori bo‘ladi? 2) Alkogoldegidrogenaza va aldegiddegidrogenazaning atipik shakllari intoksikatsiyani qanday kuchaytiradi? Doskada chizish: etanol – atsetaldegid – sirka kislotasi zanjiri va formuladagi harflar izohi (A, R, r, C, p, T). Tipik xato: promille chegaralarini aralashtirish; murdada 5,0 promille va undan ortiq o‘tkir zaharlanishdan o‘lim sababi hisoblanadi. Formuladagi Ct – olingan vaqtdagi qon konsentratsiyasi (manbada belgi OCR tufayli noaniq bosilgan).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metanol etil spirtiga nisbatan kuchliroq zaharlaydi (metabolitlar, sekin oksidlanish)? 2) Yashirin bosqichdagi bemorni tibbiy muassasada nega yaxshi deb baholab bo‘lmaydi? Doskada chizish: metanol → formaldegid → chumoli kislotasi; etilenglikol → glikol aldegid → oksalat kislotasi. Tipik xato: ko‘rish buzilishini etil spirtiga bog‘lash; manbada (161-bet) bu jumla «etil spirti» deb bosilgan, mazmunan metanolga tegishli ko‘rinadi, shuning uchun band ishonchsiz deb belgilandi – o‘qituvchi tekshirib olsin.</a:t>
            </a:r>
          </a:p>
          <a:p/>
          <a:p>
            <a:r>
              <a:t>Tekshirish kerak (manbada noaniq):</a:t>
            </a:r>
          </a:p>
          <a:p>
            <a:r>
              <a:t>- Metanol metabolitlari (formaldegid, chumoli kislotasi) atsidoz chaqiradi. Ko‘rish susayib, to‘liq yo‘qolishi mumkin; o‘lim ko‘pincha 2–3 kunda.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uyqu dorilarida murda tekshiruvi o‘zi yetarli emas? 2) Nega bolalar strixninga sezgirroq? Doskada: guruhlar bo‘yicha (uyqu dorilari, talvasa chaqiruvchi, nerv oxirlariga ta’sir etuvchi) uch ustunli ro‘yxat chizdiring. Tipik xato: atropin (qorachiq kengayadi) va pilokarpin (qorachiq torayadi) belgilarini aralashtirish; murdada xos belgi yo‘qligini zaharlanish yo‘q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Klofelin va atropinning klinik belgilari qanday farqlanadi? 2) Davolash muassasasida toksikologik laboratoriya bo‘lmasa, namunalar kimga topshiriladi? Doskada: vaziyat belgilarini uch zahar bo‘yicha ustunlarga ajratib yozdiring. Tipik xato: namunani kech olish yoki faqat qon bilan cheklanish; botanik tekshiruvni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metanol metabolitlari uning o‘zidan xavfliroq? 2) Is gazida qon namunasini nega imkon qadar erta olish kerak? Doskada: etanol va metanolning ikki bosqichli oksidlanish zanjirini yonma-yon chizdiring. Tipik xato: etanol va metanol metabolitlarini aralashtirish; funksional zaharlarda murdada xos belgi bo‘lmasa, zaharlanishni inkor etish.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DRD tushunchasiga nima uchun baxtsiz hodisa va qotillik ham kiritilgan? 2) Nima uchun morfin murdada oylab aniqlanadi, nasha esa tez parchalanadi? Doskada: moddalarni tabiiy, yarim sintetik va sintetik ustunlarga bo‘lib yozdiring. Tipik xato: tolerantlikni (dozani oshirish zarurati) va ruhiy bog‘liqlikni (yengib bo‘lmas intilish)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In’eksiya izi va tatirovka nimani bildiradi, nimani isbotlamaydi? 2) Namuna olishda vaqt nima uchun muhim? Doskada: bilvosita belgilar va hal qiluvchi sud-kimyoviy tekshiruv o‘rtasidagi bog‘lanishni chizdiring. Tipik xato: bilvosita belgilarni (ozginlik, tatirovka) qat’iy dalil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Toksikoinfeksiya va intoksikatsiya qanday farqlanadi? 2) Nima uchun botulizm uy konservalari bilan bog‘liq? Doskada: ovqatdan zaharlanish tasnif daraxtini (bakterial va nobakterial, ularning tarmoqlari) chizdiring. Tipik xato: toksikoinfeksiyani (mikroblar bilan ifloslangan mahsulot) intoksikatsiya (to‘plangan toksin)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Guruhiy zaharlanishda epidemiologik tekshiruv nimani aniqlaydi? 2) Donda geliotrop, kampircho‘pon yoki zamburug‘ bo‘lsa klinika qanday farqlanadi? Doskada chizish: oila a‘zolari – umumiy mahsulot – tekshiruv turlari sxemasi. Tipik xato: guruhiy holatni faqat bakterial toksikoinfeksiya deb baholash va qo‘shimchali (zaharli) mahsulotni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Soxta musbat va soxta manfiy natija sabablarini taqqoslang. 2) Nima uchun namunani erta olish muhim? Doskada chizish: ikki ustunli jadval – "zahar topildi, zaharlanish yo‘q" va "zaharlanish bor, zahar topilmadi". Tipik xato: laboratoriya natijasini boshqa ma‘lumotlardan ajratib, yakka dalil sifatida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Yakuniy savollar: 1) Zaharlanishning sud-tibbiy diagnostikasi bosqichlarini sanang. 2) Zaharlarning sud-tibbiy tasnifini ayting. 3) Laboratoriya natijasi qanday baholanadi? Doskada chizish: zaharlar tasnifi daraxti (mahalliy / umumiy – destruktiv, gemotrop, funksional). Tipik xato: gemotrop va funksional zaharlarni aralashtirish hamda laboratoriya natijasini yakka dalil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№3. Maʻruza: Yangi tugʻilgan goʻdaklar murdasining sud tibbiy ekspertizasi. Sud tibbiy toksikologiya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mavzu, maqsad va manba chegarasi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Ma’ruza maqsadi: kimyoviy omillar ta’siridan sog‘liq buzilishi va o‘lim holatlarini hamda sud-tibbiy toksikologiya asoslarini o‘rganish.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Zo‘raki o‘lim tarkibida zaharlanishlar uchinchi o‘rinda turadi, ulardan oldin mexanik jarohatlar va mexanik asfiksiya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Bolalar kattalarga nisbatan zaharga sezgirroq: vazni kichik, umumiy qarshilik tizimi esa to‘liq shakllanmagan.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berilgan manbada yangi tug‘ilgan chaqaloq murdasi bo‘limi yo‘q, shuning uchun bugun toksikologiya va bolalarning zaharga sezgirligi yoritiladi.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132, 134, 132-181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 va zaharlanish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 nisbiy tushuncha: oz miqdorda ta’sir etib, sog‘liqni buzadigan yoki o‘limga olib keladigan modda.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Tabiatda mutlaq zahar yo‘q, mutlaq beziyon modda ham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Paratsels iborasi: faqat doza ma’lum moddani dori yoki zaharga aylantiradi.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zahar — modda, zaharlanish — uning oz miqdori ta’siridan kelib chiqqan sog‘liq buzilishi. Ikkisini adashtirmang.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Toksikologiya tarmoqlari va sud-tibbiy vazifa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Toksikologiya yo‘nalishlari: sanoat, qishloq xo‘jaligi, harbiy, oziq-ovqat, maishiy va sud-tibbiy.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toksikologiya zaharlanishda huquqni muhofaza idoralari qo‘ygan vazifalarni hal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tibbiyotining fan sifatida shakllanishi sud-tibbiy toksikologiyadan boshlangan.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927859"/>
                <a:gridCol w="2022806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Boshqa turlar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Sud-tibbiy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Asosiy yo‘nalish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Sabablar, yordam, oldini olish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Idoralar qo‘ygan vazifalarni hal etish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Kimga xizmat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Jabrlanganlar, profilaktika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Huquqni muhofaza etuvchi idoralar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Toksikologiya turlarini solishtirish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Zaharlanishlar turlari: qotillik, o‘z-o‘zini o‘ldirish, baxtsiz hodisa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Voqea tafsiloti bo‘yicha zaharlanish uch ko‘rinishda bo‘ladi: qotillik, o‘z-o‘zini o‘ldirish va baxtsiz hodisa.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ekspertiza ma’lumotlariga ko‘ra aksariyat holatlar baxtsiz hodisa. Keyingi o‘rinda zaharlanish orqali o‘z-o‘zini o‘ldirish turadi.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Zaharlash yo‘li bilan qotillik kamdan-kam kuzatiladi. Qotillik va o‘z-o‘zini o‘ldirishda zahar qasddan, baxtsiz hodisada tasodifan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tasodifiy zaharlanishlar yatrogen bo‘ladi: tibbiy muolajada dori dozasini belgilashda xato yoki bir dori o‘rniga boshqasini qo‘llash.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Zaharlanishga ta’sir etuvchi to‘rt guruh omil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Zaharlanish to‘rt guruh omil ta’siriga bog‘liq: zahar, organizm, kirish yo‘li va tashqi sharoit.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 qonga qanchalik tez va to‘liq o‘tsa, toksik ta’sir shunchalik kuchli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Tashqi sharoit faqat ayrim moddalarda muhim: yopiq, issiq, nam muhit alkogol va is gazi ta’sirini oshiradi.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Zaharlanish omillari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Zaharli modda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Organizm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Zaharning kirish yo‘li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Tashqi shart-sharoit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To‘rt guruh omil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132, 134, 135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 va organizm bilan bog‘liq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Ta’sirga kimyoviy tuzilish, doza, suyuqlik konsentratsiyasi, agregat holat (gaz &gt; suyuq &gt; qattiq) va eruvchanlik ta’sir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Zaharni olib kiruvchi muhit – vexikulum – ta’sir darajasini o‘zgartiradi. Og‘ir metall birikmalari organizmda to‘planadi (kumulyasiya).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 omillari: vazn, yosh va salomatlik. Bolalar sezgirroq: vazni kichik, umumiy qarshilik tizimi to‘liq shakllanmagan.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Genetika sezgirlikni o‘zgartiradi (idiosinkraziya). Takroriy ta’sirda tolerantlik, giyohvandlikda esa bog‘liqlik va abstinensiya sindromi paydo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132–133, 133, 133–134, 134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 yo‘li va tashqi sharoit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Zahar teri, og‘iz, nafas yo‘llari, to‘g‘ri ichak va in’eksiya orqali kiradi. Qonga qanchalik tez va to‘liq o‘tsa, ta’siri shunchalik kuchli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Yog‘da yaxshi eriydigan moddalar (masalan, fosfororganik birikmalar) shilliq qavat va butun teri orqali ham so‘riladi. Suvda va yog‘da erimaydiganlar faqat mahalliy ta’sir qiladi.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Nafas yo‘llari, to‘g‘ri ichak va qin shilliq qavatidan so‘rilgan modda jigardan o‘tmaydi. Shuning uchun oshqozon-ichakdan so‘rilganiga nisbatan kuchliroq ta’sir qiladi.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Alkogol va is gazi uchun yopiq, issiq, nam muhit moyillik yaratadi; ochiq va sovuq muhit ta’sirni susaytiradi. Vodorod sulfid kanalizatsiya quduqlarida xavfli.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134, 134-135, 135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bolalarning zaharga sezgirligi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oilada ichimlikka klofelin qo‘shilgan. Kattalar ham, kichik bola ham ichgan. Bola tezroq og‘ir ahvolga tushgan.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Strixnin: kattalarda letal doza 0,1-0,3 g, kichik bolalarda 0,005 g. Klofelin: kattalarda 0,005-0,01 g, bolalarda 0,004 g va undan kam.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Sabab: bolalarning vazni kichik, umumiy qarshilik ko‘rsatish tizimi esa hali to‘liq shakllanmagan.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nima uchun bir xil miqdor bolada xavfliroq? Shifokor qaysi namunalarni imkon qadar tezroq olishi kerak?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167, 165, 167, 134, 134, 180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Zaharlanishning sud-tibbiy diagnostikasi: 3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1-bosqich: joydagi sharoit, yot hid, dori idishlari, shpritslar, qusuq; tibbiy hujjatlar.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2-bosqich: teri, murda dog‘i rangi, yot hid, mushak qotishi; funksional zaharda belgi bo‘lmasligi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3-bosqich: sud-kimyoviy ko‘proq; “uch nuqta” qoidasi: zahar kirgan, ta’sir etgan, chiqqan joydan namuna.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Hodisa joyi va tibbiy hujjatlar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Murda tashqi va ichki ko‘rigi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Laboratoriya tekshiruvlari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Natijalarni birgalikda baholash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Diagnostika zanjiri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135, 135-136, 136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Murdadagi belgilar: dog‘ rangi va hidlar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Metgemoglobin hosil qiluvchilarda dog‘ jigar rang, qo‘ng‘ir; gemoliz chaqiruvchilarda – sargimtir.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Sianidda ichki a’zolardan achchiq bodom hidi, sirka kislotasida o‘tkir spetsifik hid seziladi.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funksional zaharlarda murdada xos o‘zgarish topilmasligi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5044"/>
                <a:gridCol w="233293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Zahar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 gazi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Murda dog‘lari pushti tusda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Sianid kislotasi va tuzlari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Dog‘lar yorqin olcha rangda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Strixnin va talvasa chaqiruvchilar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Mushak qotishi tez va kuchli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Xloral gidrat, kurare, miorelaksantlar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Mushak qotishi sust va kuchsiz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Dog‘ rangi va mushak qotishi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Toksikokinetika va toksikodinamika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Toksikokinetika: zaharning kirishi, taqsimlanishi, metabolizmi va chiqarilishi majmui.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Biotransformatsiya jigarda; metanol va etilenglikolning metabolitlari kuchliroq zaharli.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Toksikodinamika – organizm javobi: birlamchi, keyingi va metatoksik ta’sir (sirka kislotasi misolida).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736199"/>
                <a:gridCol w="174202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Jarayon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Metanol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Oksidlanish: formaldegid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Kardio-, nefro-, neyrotoksik ta’sir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Etilenglikol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Oksidlanish: oksalat kislotasi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Gepato- va nefrotoksik ta’sir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Fosfororganik birikma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Oksidlanish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Toksik xususiyat kuchayadi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Fosfororganik birikma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Gidroliz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Toksik xususiyat ancha susayadi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Metabolizm toksiklikni o‘zgartiradi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136-137, 137, 138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material olish va “uch nuqta” qoidasi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murda topilgan, zahar og‘iz orqali qabul qilingani ma’lum; u asosan jigarga ta’sir etib, siydik bilan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“Uch nuqta” qoidasi: namuna zahar kirgan, asosan ta’sir etgan va chiqqan joydan olinadi – oshqozon massasi, jigar bo‘lagi, butun buyrak siydik bilan.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Manba noma’lum bo‘lsa: miyaning 1/3, o‘pkaning 1/4, jigarning 1/3 o‘t qopi va o‘t bilan, buyrak siydik bilan, oshqozon massasi, ichakdan bir metrdan, 100-200 ml qon (har biri alohida idishda).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chuqur chirish holatida toksikologik tekshiruv uchun qanday namuna olinadi va “uch nuqta” qoidasi nega kerak?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1-blok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zahar nima? Javob: oz miqdori sog‘liqni buzadigan yoki o‘limga olib keladigan nisbiy tushuncha; Paratsels: hammasini doza belgilaydi.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zaharlanish omillari nechta guruh? Javob: to‘rtta: zahar, organizm, kirish yo‘li va tashqi shart-sharoit.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sud-tibbiy diagnostika necha bosqichli? Javob: uch bosqich: hodisa joyi, murda tekshiruvi, laboratoriya tekshiruvlari.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toksikokinetika ≠ toksikodinamika. Birinchisi zahar yo‘li (kirish, taqsimlanish, metabolizm, chiqish); ikkinchisi organizm javobi.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132, 135–136, 136–138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Zaharlarning sud-tibbiy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Zaharlar asosan mahalliy va asosan umumiy ta’sir etuvchilarga bo‘linadi (V.L. Popov bo‘yicha, 1990).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ta’sirlilar qonga so‘rilgach ta’sir qiladi, shu sababli ularni rezorbtiv zaharlar ham deyishadi.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Rezorbtiv zaharlar uch qismga bo‘linadi: destruktiv, qon (gemotrop) va funksional zaharlar.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705798"/>
                <a:gridCol w="212675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Ta’sir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Asosan mahalliy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Kontakt joyida nekroz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kislota, ishqor, yod tindirmasi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Destruktiv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To‘qima strukturasi buziladi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simob, qo‘rg‘oshin, margimush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Gemotrop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 tarkibiga ta’sir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 gazi, metgemoglobin hosil qiluvchilar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Funksional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Nerv tizimi faoliyati buziladi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sianid, spirt, strixnin, atropin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Zaharlar tasnifi (soddalashtirilgan)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138–139, 138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Kislotalar va ishqorlar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 to‘qimani suvsizlantirib, oqsilni ivitadi; ishqor oqsilni eritib, yog‘ni sovunlaydi.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Ishqordan chiqqan qon ivimaydi; kislotada esa qon ivishi va gemoliz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koagulyasion (quruq) nekroz ≠ kollikvatsion (yumshoq) nekroz — kislota va ishqor farqi.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2034387"/>
                <a:gridCol w="203438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Kislota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Ishqor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Nekroz turi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Koagulyasion (quruq)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Kollikvatsion (oqsil suyulishi)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Ta’sir qiluvchi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Erkin vodorod ionlari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Gidroksil anionlari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To‘qima holati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Quruq, zich, qo‘ng‘ir strup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Yumshoq, sirpanuvchan, qo‘ng‘ir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Letal doza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Sulfat/nitrat 5–10 ml; xlorid 15–20 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Kaliy/natriy 10–15 g; ammoniy 25–40 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 va ishqor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140; 142–143, 140; 143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Sirka, karbol kislotasi va boshqa o‘yuvchi 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Sirka kislotasi boshqa kislotalarga nisbatan kuchliroq gemolitik ta’sir ko‘rsatadi. Gemoliz gemoglobinuriyali nefrozga va o‘tkir buyrak yetishmovchiligiga olib keladi.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Fenol (90% li eritmasi karbol kislotasi) og‘iz, nafas yo‘llari va butun teri orqali kiradi. U kuchli nerv-protoplazmatik zahar: koma va nafas markazi falaji rivojlanadi.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Ammoniy gidroksidning (nashatir spirt) mahalliy ta’siri kuchsizroq. Qonga so‘rilgach u nafas markazini buzadi, murdadan ammiak hidi keladi.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Formalinda shilliq qavatlar fiksatsiyalangan ko‘rinadi. Kaliy permanganatda jigarrang-qizg‘ish strup, vodorod peroksidda ko‘piklangan oqimtir shilliq, yodda qo‘ng‘ir strup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142, 143, 144-145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o‘yuvchi modda ichilgan holat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o‘z-o‘zini o‘ldirish maqsadida sirka essensiyasi ichilgan. Murdada og‘iz atrofida sarg‘ish-kulrang-qo‘ng‘ir, pergament zichlikdagi oqmalar va ichki a’zolardan o‘tkir sirka hidi topildi.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Dastlabki soatlarda o‘lim ekzotoksik shok, hiqildoq shishi tufayli mexanik asfiksiya yoki ichki qon ketishdan bo‘lishi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Kech muddatda sabab: pnevmoniya, o‘tkir jigar-buyrak yetishmovchiligi, perforatsiyadan keyingi mediastenit yoki peritonit. Sirkada gemoliz tufayli buyrak yetishmovchiligi ham qo‘shiladi.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nega erta va kech o‘lim sabablari farq qiladi? Sulfat kislotasida oshqozon shilliq qavati qanday bo‘ladi va u sirka kislotasidan nimasi bilan ajraladi?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140-142, 141-142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Destruktiv zaharlar: simob birikmalari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Sof simob erimagani uchun ichilganda zaharlamaydi. Mayda dispers va bug‘ holatida nafas yo‘llari orqali kuchli zaharlaydi. Sulema (simob dixlorid) suvda eriydi, kuchli protoplazmatik zahar.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Sulema zaharlanishida: og‘izda stomatit va gingivit, yo‘g‘on ichakda difteritik yallig‘lanish (“sulema dizenteriyasi”), buyrakda toksik nekronefroz (“sulema buyragi”).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Kalomel suvda yomon eriydi. Organik simob (granozan, merkuzan) odatda surunkali, neyrotoksik ta’sir qiladi: yashirin davr, ensefalopatiya, tremor; stomatit rivojlanmaydi.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Simob miya, suyak va buyrakda to‘planadi, shuning uchun murdada bir necha o‘n yildan keyin ham aniqlanishi mumkin. Sulemaning letal dozasi 0,1-0,3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145, 146, 146-147, 147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Qo‘rg‘oshin, talliy va margimush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 metallar sulfgidril guruhlarini bog‘lab, fermentlarni inaktivlaydi va modda almashinuvini buzadi.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Talliy tuzlari osh tuziga o‘xshaydi; zaharlanish ko‘pincha baxtsiz hodisa, qotillik hollari ham bo‘lgan.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Margimush jigar, soch, timoq, suyakda to‘planadi va murdada yillar davomida saqlanadi.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520"/>
                <a:gridCol w="723596"/>
                <a:gridCol w="192785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Zahar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Asosiy ta’sir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Letal doza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Qo‘rg‘oshin tuzlari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Fermentlar buziladi; nerv shikasti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ko‘rsatilmagan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Tetraetilqo‘rg‘oshin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Miya fermentlari bloki; psixoz, koma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10–15 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Talliy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Gastroenterit, alopetsiya, polineyropatiya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ko‘rsatilmagan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Margimush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Oshqozon-ichak va paralitik turlar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0,1–0,2 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Og‘ir metallar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145, 147, 149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og‘ir metall bilan surunkali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bemorda soch to‘kilishi, ataksiya, gastroenteritga xos belgilar va kuchli og‘riqli polineyropatiya aniqlandi; talliy zaharlanishi ehtimol.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Og‘ir metall zaharlanishini aniqlash qiyin va diagnostik xatoga olib kelishi mumkin; anamnez, klinika va toksikologik natija hal qiluvchi.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sochning to‘kilishi faqat talliyga xos emas — surunkali margimush zaharlanishida ham kuzatiladi. Margimush soch va timoqda to‘planadi.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zahar ehtimol, nega faqat klinikaga tayanib bo‘lmaydi va qanday tekshiruv natijasi tasdiqlaydi?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148, 149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2-blok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zaharlar tasnifi qanday? Javob: asosan mahalliy va asosan umumiy ta’sir etuvchilar; umumiylari destruktiv, gemotrop va funksional zaharlarga bo‘linadi.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kislota va ishqor nekrozi qanday farqlanadi? Javob: kislotada koagulyasion (quruq) nekroz, ishqorda kollikvatsion (yumshoq, sirpanuvchan) nekroz.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margimushning o‘tkir zaharlanishida qanday turlar bor? Javob: oshqozon-ichak va paralitik turlar; letal doza 0,1–0,2 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sulema ≠ kalomel. Sulema suvda yaxshi eriydi, letal dozasi 0,1–0,3 g; kalomel suvda yaxshi erimaydi, letal dozasi 2,0–3,0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138–139, 140, 143, 148, 145–147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 gazi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 gazi organik moddalar to‘liq yonmaganda hosil bo‘ladi, rangsiz va hidsiz.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Belgilar karboksigemoglobin 25-30% dan oshganda boshlanadi; 60% dan oshsa nafas markazi falajlanadi.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Havoda 1% dan ortiq bo‘lsa yashinsimon shakl: hush yo‘qolib, bir necha soniyada o‘lim.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 gazi + gemoglobin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Turg‘un karboksigemoglobin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Kislorod tashish buziladi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Gipoksiya, sitoxromlar susayadi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Koma, nafas markazi falaji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Patogenez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 gazi sinamalari va metgemoglobin zaharlari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Goppe-Zeyler (ishqor) va Libman (formaldegid) sinamalarida normal qon qo‘ng‘ir-qora tusga kiradi. Karboksigemoglobinli qonning rangi o‘zgarmaydi.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Spektroskopiyada oksi- va karboksigemoglobinda ikki yutish yo‘lagi bor. Natriy gidrosulfit qo‘shilsa normal qonda u bittaga aylanadi, karboksigemoglobinli qonda o‘zgarmaydi.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Metgemoglobin zaharlari: nitrit va nitratlar, nitrobenzol, anilin, Bertole tuzi, gidroxinon. Metgemoglobinda uch valentli temir kislorodni tashimaydi.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Belgilar metgemoglobin 30% dan oshganda boshlanadi, 70% dan oshsa o‘lim. Murda dog‘lari ko‘kimtir-kulrang yoki qo‘ng‘ir; nitrobenzolda achchiq bodom hidi.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151, 152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yong‘in va nosoz pechka holati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Yong‘in yoki nosoz pech ishlagan yopiq joyda murda topildi: murda dog‘lari, mushak va suyuq qon pushti-qizg‘ish.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Tezkor sinamada qonning rangi o‘zgarmadi. Tasdiqlash uchun karboksigemoglobinning miqdoriy spektrofotometrik tekshiruvi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Go‘daklar kattalardan chidamliroq. Tez o‘lim yoki toza havoda bo‘lish natijani pasaytirishi mumkin, shuning uchun qon namunasi imkon qadar erta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qonda karboksigemoglobin past chiqdi. Is gazi bilan zaharlanishni inkor etish mumkinmi va nima uchun?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150-151, 151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Funksional zaharlar: sianid, sulfid, fosfororganik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Sian anioni hujayra nafas fermenti sitoxromoksidazadagi temirni bog‘laydi. Qonda kislorod yetarli bo‘lsa ham to‘qima gipoksiyasi vujudga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Sianid zaharlanishida murda dog‘lari olcha rang-qizg‘ish, bo‘shliqlardan achchiq bodom hidi keladi. Hid uchuvchanligi tufayli tez yo‘qolishi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Vodorod sulfid ham sitoxromoksidazadagi temirni bog‘laydi. Murdada palag‘da tuxum hidi seziladi, qon va ichki a’zolar olcha rang-qizil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Fosfororganik birikmalar xolinesterazani so‘ndirib, atsetilxolin to‘planishiga olib keladi. Murdada qorachiqlar torayadi, mushak qotishi tez va kuchli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153, 154, 154, 155, 155, 156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spirti: toksikokinetika va mastlik darajalari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Rezorbsiya davri 1–2 soat, so‘ng eliminatsiya. Metabolizm ikki bosqichli: atsetaldegid, keyin sirka kislotasi.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Rappoport sinamasi: sulfat kislota va kaliy permanganatning pushti rangi alkogol bo‘lsa yo‘qoladi.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Vidmark–Balyakin formulasi: A = R·r·(Ct + pT). Reduksiya omili erkakda o‘rtacha 0,68, ayolda 0,55.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0594"/>
                <a:gridCol w="319738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Promille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Baho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0,5 dan 1,5 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Yengil mastlik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1,5 dan 2,5 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 darajali mastlik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2,5 dan 3,0 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Kuchli mastlik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3,0 dan yuqori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Zaharlanish deb baholanadi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Mastlik darajalari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157, 158, 159, 160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Metanol, etilenglikol va spirt surrogatlari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Metanolda qisqa kuchsiz mastlikdan so‘ng yashirin bosqich (bir necha soatdan kungacha) keladi, keyin ahvol yomonlashadi. Letal doza 30–100 ml.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Metanol metabolitlari (formaldegid, chumoli kislotasi) atsidoz chaqiradi. Ko‘rish susayib, to‘liq yo‘qolishi mumkin; o‘lim ko‘pincha 2–3 kunda.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Etilenglikol zaharlanishi to‘rt bosqichli: mastlik, qisqa yashirin davr, markaziy nerv tizimi shikastlanishi, jigar va buyrak shikastlanishi. Letal doza 100–200 ml.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Propil, butil, amil spirtlari bosh miya va buyrakka toksik: letal doza 300, 200–250 va 20–30 ml. Tetraetilqo‘rg‘oshinniki 10–15 ml.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161, 162, 163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Uyqu dorilari, strixnin va nerv zaharlari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Barbituratlar MNT (markaziy nerv tizimi) faoliyatini so‘ndiradi va qon tomirlar o‘tkazuvchanligini oshiradi. Chuqur uyqu, bosim va harorat pasayishi, koma kuzatiladi; o‘lim nafas markazi falajidan.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Murdada uyqu dorilariga xos o‘zgarish topilmaydi, oshqozonda tabletka qoldig‘i bo‘lishi mumkin. Terapevtik doza ehtimoli uchun sifat va miqdoriy sud-kimyoviy tekshiruv zarur.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Strixnin tonik talvasa va opistotonus (yoysimon tana) chaqiradi, hush saqlanadi. Kattalarda letal doza 0,1-0,3 g, kichik bolalarda 0,005 g; murdada mushak qotishi tez va kuchli.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Atropinda qorachiq kengayadi, og‘iz quriydi, alahsirash bo‘ladi; pilokarpinda qorachiq torayadi, ter va so‘lak ko‘payadi. Paxikarpin va miorelaksantlarda murdada xos belgi yo‘q, sud-kimyo hal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163-164, 164, 165, 166-167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bolada dori yoki o‘simlikdan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bolaga ichimlik bilan dori berilgan; bosh aylanishi, keskin holsizlik, uyquchanlik, bradikardiya, bosim pasayishi. Bolalarda klofelinning 0,004 g va undan kam dozasi ham o‘limga olib kelishi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Boshqa variant: yuz qizargan, og‘iz quruq, qorachiq keng, alahsirash bor — atropin belgilari. Oshqozonda o‘simlik qoldig‘i topilsa, botanik tekshiruv o‘tkaziladi.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Strixnindan bolalar ayniqsa sezgir, letal doza 0,005 g. Nur, tovush yoki tanaga tegish ham yangi talvasa xurujini chaqiradi; murdada mushak qotishi kuchli rivojlanadi.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bu uch zaharni klinik belgilar bilan qanday farqlaysiz va tekshiruvga qaysi namunalar (qon, siydik, oshqozon yuvmasi, o‘simlik qoldig‘i) olinadi?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167, 166, 165, 180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3-blok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1-savol: Is gazida murda dog‘lari va qon qanday rangda? Javob: pushti-qizg‘ish, chunki karboksigemoglobin va karboksimioglobin shu rangga ega.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2-savol: Is gazida belgilar va o‘lim qaysi karboksigemoglobin darajasida? Javob: 25-30% dan belgilar boshlanadi, 60% dan oshsa nafas markazi falajlanadi.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3-savol: Funksional zaharlarda murdada nima kutiladi? Javob: odatda aniq morfologik o‘zgarish bo‘lmaydi; tashxis voqea tafsiloti, klinika va laboratoriyaga tayanadi.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etanol ≠ metanol. Etanol atsetaldegid va sirka kislotasiga aylanadi; metanol formaldegid va chumoli kislotasiga aylanadi, bu metabolitlar kuchli toksik va atsidoz chaqiradi.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151, 150, 153, 157, 161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Narkotik vositalar va psixotrop 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Moddalar tabiiy (nasha, morfin, kokain), yarim sintetik (geroin) va sintetik (amfetamin) bo‘ladi. Opiatlar va nasha tinchlantiradi, kokain va amfetaminlar qo‘zg‘atadi.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Opiatlardan o‘lim nafas olish markazi falajidan bo‘ladi; morfin murdada uzoq parchalanmaydi. Nasha tez parchalanadi, spayslar esa nashadan kuchliroq ta’sir qiladi.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DRD (drug related death) — narkotiklar bilan bog‘liq o‘lim: katta dozadan zaharlanish, uzoq qabul oqibati, o‘z-o‘zini o‘ldirish, baxtsiz hodisa va qotillik.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Takroran qabul qilinganda tolerantlik, ruhiy-jismoniy bog‘liqlik va abstinensiya sindromi rivojlanadi. Prekursorlar (masalan, kaliy permanganat) ro‘yxati nazoratda.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167-168, 169-170, 168, 170-171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narkotik iste’moli gumon qilingan holat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 venalar bo‘ylab turli muddatli mayda yaralar va chandiqlar, ozg‘inlik, terida shprits shaklidagi tatirovka topildi.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bu belgilar bilvosita dalil, iste’molni qat’iy isbotlamaydi; ular voqea tafsiloti, klinika va asosan sud-kimyo bilan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Tirik shaxsdan 15-20 ml qon va kamida 200 ml siydik olinadi. Siydikda geroin 2-6 soatdan keyin 24-72 soat, kannabinoidlar 1-3 soatdan keyin 24-168 soat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faqat shu belgilarga tayanib «narkotikdan zaharlanib o‘lgan» deb xulosa qilish mumkinmi? Qaysi tekshiruv hal qiluvchi bo‘ladi?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172, 171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Ovqatdan zaharlanish tasnifi va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Ovqat tarkibidagi omil — ovqatdan zaharlanish; tashqaridan qo‘shilgan zahar bunga kirmaydi.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Botulizm — intoksikatsiya: konservalarda anaerob mikroblar toksini; o‘lim odatda nafas markazi falajidan.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Qo‘ziqorinlar: blednaya poganka, strochok, muxomor. O‘simliklar: kurashchi, zangpoya, sikuta, krasavka.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164080"/>
                <a:gridCol w="155036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Bakterial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Toksikoinfeksiya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Salmonellalar, ichak tayoqchasi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Bakterial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Intoksikatsiya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Botulizm, stafilokok enterotoksini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Nobakterial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O‘simlik, hayvon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Blednaya poganka; marinka baliq ikrasi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Nobakterial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Qo‘shimchalar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Ishlov berilgan urug‘lik don, geliotrop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Ovqatdan zaharlanish tasnifi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172-173, 173-174, 175-176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guruhiy ovqatdan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marosimdan keyin bir oilaning bir necha a‘zosida bir xil mahsulotdan so‘ng zaharlanish belgilari paydo bo‘ldi.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Zaharli qo‘shimchali mahsulotlar oila, odamlar guruhi yoki hudud aholisida zaharlanish chaqiradi. Begona o‘t yoki zamburug‘ ham sabab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Klinik, morfologik va sud-kimyoviy tekshiruv bilan birga epidemiologik tekshiruv ham o‘tkazilishi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nima uchun bunda faqat murda tekshiruvi yetarli emas? Botanik va bakteriologik tekshiruv qaysi holatda kerak bo‘ladi?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179, 180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Laboratoriya tekshiruvlari ahamiyati va xatolar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 topilsa ham zaharlanish bo‘lmasligi mumkin: dori, chirish, kasbiy aloqa yoki namuna olishdagi xato.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Zaharlanishda zahar topilmasligi mumkin: tez parchalanish, infuziya, vaqt o‘tishi, usul yo‘qligi.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Bemor kelsa, namunani imkon qadar tez oling: qon, siydik, yuvma suv, qusuq, axlat.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128"/>
                <a:gridCol w="217184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Zaharlanish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Tekshiruv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Metall saqlovchi moddalar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Fizik (spektral)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O‘simlik / qo‘ziqorin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Botanik / mikologik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Ovqatdan zaharlanish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Bakteriologik, biologik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Fermentlarga ta’sir etuvchi 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Biokimyoviy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 turiga mos tekshiruv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mustahkamlash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Zaharlanishda to‘rt omil muhim: zaharli modda, organizm, kirish yo‘li va ta’sir vaqtidagi tashqi shart-sharoit.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Diagnostika uch bosqichli: hodisa joyi va hujjatlar, murda tekshiruvi, so‘ng qo‘shimcha laboratoriya tekshiruvlari.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Zaharlar asosan mahalliy va asosan umumiy ta’sir etuvchilarga bo‘linadi. Umumiylari destruktiv, gemotrop va funksional zaharlardir.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natijasi voqea tafsilotlari, klinik va makroskopik ma‘lumotlar bilan birga tanqidiy baholanadi. Savol: nega yakka natija yetmaydi?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132, 135-136, 138-139, 181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Bolalar kattalarga qaraganda zaharga sezgirroq. Sababi ikkita: tana vazni kichik va umumiy qarshilik tizimi hali to‘liq shakllanmagan. Shuning uchun pediatrda dori dozasi har kg vaznga hisoblanadi.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Letal dozalar solishtirilganda farq yaqqol ko‘rinadi. Strixnin kattalar uchun 0,1–0,3 g, kichik bolalar uchun atigi 0,005 g. Klofelin kattalar uchun 0,005–0,01 g, bolalar uchun 0,004 g va undan kam.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murda dog‘lari rangi zaharni ko‘rsatadi. Is gazi – pushti, sianid – yorqin olcha rang, metgemoglobin hosil qiluvchilar – jigar rang yoki qo‘ng‘ir, gemoliz chaqiruvchilar – sargimtir.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 gazidan zaharlanishda go‘daklar katta yoshdagilarga nisbatan chidamliroq, ayollar esa erkaklarga qaraganda chidamliroq. Ammo bu xavfsizlik degani emas. Havoda is gazi 0,4% bo‘lsa, 20–30 daqiqada o‘lim yuz beradi.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Laboratoriya uchun material “uch nuqta” qoidasi bilan olinadi: zahar kirgan joydan, asosan ta’sir etgan joydan va organizmdan chiqqan joydan. Masalan, ichilgan zaharda oshqozon massasi, jigar bo‘lagi va buyrak siydik bilan olinadi.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6. Sud-tibbiy toksikologiya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