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Nima uchun bolalar shifokori transport travmasini bilishi kerak? 2) Nega ekspertizalarning aksariyati avtotravmaga to‘g‘ri keladi? Doskada: dars rejasi (mexanik jarohatlar – o‘tkir va o‘tmas jismlar – balandlikdan yiqilish – avtotravma) sxemasini chizdiring. Tipik xato: transport travmasi va avtotravmani bir xil tushunchа deb hisoblash. Avtotravma transport travmasining bir turi, xolos.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Talabalar qaysi savollarga hozirdan javob bera oladi? 2) Qaysi tushunchalar noaniq? Doskada: darsda ko‘rib chiqiladigan jarohat turlarining ro‘yxatini yozdiring. Tipik xato: manbada faqat savol bo‘lgan mavzuni to‘liq o‘rganilgan deb hisoblash. Javoblar uchun darslikning tegishli boblariga murojaat qilish kerak.</a:t>
            </a:r>
          </a:p>
          <a:p/>
          <a:p>
            <a:r>
              <a:t>Tekshirish kerak (manbada noaniq):</a:t>
            </a:r>
          </a:p>
          <a:p>
            <a:r>
              <a:t>- Nazorat savollarida tan jarohati tushunchasi, shikastlovchi omillar, jarohatlar tasnifi va travmatizm turlari so‘raladi. Mazmuni bobda batafsil berilmagan.</a:t>
            </a:r>
          </a:p>
          <a:p>
            <a:r>
              <a:t>- O‘tmas jismlar tasnifi, impression va inersion travma farqi, ta’sir mexanizmlari, shilinma va qontalash ahamiyati savol sifatida keltirilgan.</a:t>
            </a:r>
          </a:p>
          <a:p>
            <a:r>
              <a:t>- Savollarda yaralar xususiyatlari, suyaklar doimiy deformatsiyasi va balandlikdan hamda yuzaga yiqilishda hosil bo‘ladigan jarohatlar ham so‘ralgan.</a:t>
            </a:r>
          </a:p>
          <a:p>
            <a:r>
              <a:t>- Kesma, sanchma, sanchma-kesma va chopma yaralarning farqli belgilari ham nazorat savollari qatorida. Javoblar bu parchada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Sirkulyar va varaqsimon arra yaralari qanday farqlanadi? 2) Yara ichidagi suyak qipiqlari nimani bildiradi? Doskada: arra tishlari qoldirgan yo‘lkasimon yara sxemasini chizdiring. Tipik xato: arralama yarasini oddiy kesma yara deb qabul qilish. Aslida u mayda sanchma yoki sanchma-kesma yaralar qatoridan iborat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Arralama o‘raligi nima uchun arra qalinligidan kengroq bo‘ladi? 2) Suyakdagi iz qurolni aniqlashda nega muhim? Doskada: ikki ustunli jadvalni talabalar bilan birga chizing va har katakni to‘ldiring. Tipik xato: sirkulyar arra izi bilan varaqsimon arra izini aralashtirish (yoysimon izlar va parallel ariqchalar o‘rni almashadi).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To‘g‘ri javob: varaqsimon arra (oldinga-orqaga harakat). Muhokama: 1) Qaysi belgilar bu xulosaga olib keldi? 2) Yara uchidagi tirnalmalar nimani bildiradi? Doskada: yara va suyak yuzasining sodda sxemasini chizing. Tipik xato: faqat yara chetiga qarab xulosa chiqarib, suyakdagi izlarni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transport travmasi jamiyat uchun katta muammo? 2) Pediatr sifatida bolalar xavfsizligida qanday chora ko‘rish mumkin? Doskada: ta’rifdagi uchta tarkibiy qismni (tashqi qism, ichki qism, yiqilish) chizma bilan ko‘rsating. Tipik xato: halok bo‘lganlar soni (1,2 mln) bilan jarohat olganlar sonini (50 mln)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o‘lim holatlarida ulush tirik shaxslarnikidan yuqori? 2) Pediatr vrach amaliyotida bu raqamlar nimani anglatadi? Doskada chizish: uch qatorli jadvalni talabalar bilan birga to‘ldiring. Tipik xato: 60-65% va 20-25% ni aralashtirish yoki 90% ni barcha mexanik jarohatlarga nisbatan deb o‘ylash (u faqat transport travmasi ekspertizalari ichidagi avtotravma ulushi).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Transport vositasi turiga qarab qaysi travmalar ajratiladi? 2) Qaysi hodisa murakkab travma hisoblanadi? Doskada chizish: sxemani chizib, har turga bittadan misol yozdiring. Tipik xato: murakkab travmani bitta transport vositasidagi bir necha jarohat turi bilan chalkashtirish; manbada u turli transport vositalarining to‘qnashuvi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kiyim-poyafzal dalil bo‘lishi mumkin? 2) Ekspertiza materiallari profilaktikaga qanday yordam beradi? Doskada chizish: kiyimni yechish, quritish, o‘rash va topshirish ketma-ketligini 4 bosqichli strelkalar bilan yozing. Tipik xato: kiyimni jarohatni tekshirgach tashlab yuborish yoki uni isitib/yuvib quritish; manbada xona sharoitida quritish va qog‘ozga o‘rash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Shifokor kiyimga nega e’tibor berishi kerak? (2) Pediatriya amaliyotida bolaning kiyimini saqlash kimga topshiriladi? Doskada: vrachning birinchi harakatlari zanjirini (tekshirish, tavsiflash, kiyimni saqlash, topshirish) chizing. Tipik xato: talabalar faqat davolashni aytib, kiyim-bosh va poyafzalni e’tibordan chetda qoldiradi.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Blits-so‘rov: savollarni og‘zaki bering, javobni 20 soniyada oling. Muhokama: nega transport travmasi XX asrning 60-yillaridan sud tibbiyotining alohida qismi bo‘ldi? Doskada: to‘rtta raqamni (1,2 mln; 60-65%; 20-25%; 90%) ustun qilib yozing. Tipik xato: 60-65% (o‘lim holatlari) va 20-25% (tirik shaxslar) ko‘rsatkichlarini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Olti turdan qaysi biri eng ko‘p uchraydi? (2) Murakkab avtotravma nimani anglatadi? Doskada: olti turni ketma-ket raqamlab yozing va har biriga bittadan misol keltiring. Tipik xato: murakkab avtotravmani boshqa turdagi transportlar to‘qnashuvi (masalan, mototsikl-avtomobil) bilan chalkashtirish; bu murakkab transport travmasi.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jarohatlar diagnostik ahamiyatiga ko‘ra guruhlanadi? 2) Qaysi guruh eng ishonchli ma’lumot beradi? Doskada jadvalni to‘rt guruh bo‘yicha chizdirib, har biriga bittadan misol yozdiring. Tipik xato: talabalar “xos” va “spetsifik” atamalarini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Bamper-jarohat bo‘yicha qanday ma’lumot olish mumkin? 2) “Cho‘ntak” qanday hosil bo‘ladi? Doskada uchburchak bamper-sinishni chizib, asosi qaysi tomonda ekanini belgilatting. Tipik xato: kontakt jarohatni xos jarohat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shilinma va qontalash avtotravmani isbotlamaydi? 2) Oyna siniqlaridan olingan yara qaysi yaraga o‘xshaydi? Doskada ikki ustunli solishtirma chizdiring: “xos bo‘lmagan” va “imitatsion”. Tipik xato: imitatsion jarohatni spetsifik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guruh avtomobilning aniq qismini ko‘rsatadi? 2) Nega xos bo‘lmagan jarohat bo‘yicha avtotravma haqida xulosa qilib bo‘lmaydi? Doskada: to‘rt guruhli jadvalni chizib, har biriga bittadan misol yozdiring. Tipik xato: spetsifik (kontakt) va xos jarohatlarni aralashtirish, imitatsion jarohatni avtotravma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yuk avtomobilida ikkinchi faza bo‘lmaydi? 2) Har bir fazada qanday jarohat kutiladi? Doskada: to‘rt fazali zanjirni chizib, ostiga jarohat turini yozdiring. Tipik xato: bolalarda ham barcha to‘rt faza bo‘ladi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Uchburchak sinishning asosi qaysi tomonga qaraydi va bu nimani bildiradi? 2) Bamper-jarohat bo‘yicha qanday ma’lumotlarni aniqlash mumkin (rusum, tezlik, ta’sir sohasi, jabrlanganning holati)? Doskada: boldir suyagidagi uchburchak sinishni chizib, asosini belgilang. Tipik xato: bamper-jarohatni spetsifik deb hisoblash, vaholanki u xos jarohatlar qatoriga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3-fazada jarohat birinchi ta’sirga qarama-qarshi tomonda bo‘ladi? 2) Parallel shilinmalar yo‘nalishi nimani ko‘rsatadi? Doskada: odam siluetini chizib, to‘rt fazaning jarohat joylarini turli rangda belgilang. Tipik xato: 2- va 3-fazadagi jarohat tomonlarini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bolada ikkinchi faza kuzatilmaydi? 2) Bamper-jarohat bo‘yicha qanday xulosalar chiqarish mumkin (avtomobil rusumi, tezlik, birlamchi zarb sohasi, jabrlanganning holati)? Doskada: bola va kattalar siluetini chizib, og‘irlik markazi va bamper balandligini solishtiring. Tipik xato: kattalar fazalarini bolaga mexanik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To‘liq va noto‘liq bosib o‘tish nimasi bilan farq qiladi? 2) Nima uchun siqilish eng og‘ir jarohatlarni beradi? Doskada: besh fazani strelkalar bilan zanjir qilib chizing va har faza yoniga asosiy jarohat turini yozing. Tipik xato: piyodaning to‘rt fazasini g‘ildirakning besh fazasi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pozitiv izda shilinma ham bo‘ladi, negativ izda esa faqat qontalash? 2) Nega kiyimdagi iz asosan qoplanma bo‘ladi? Doskada: protektor naqshini chizib, bo‘rtiq va botiq qismlarni ko‘rsating, ularga mos iz turini yozdiring. Tipik xato: pozitiv va negativ izni, jarohat va qoplanma izni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g‘ildirak chiqqan tomonda jarohat og‘irroq bo‘ladi? 2) Pediatr uchun bola ko‘kragi yoki qorni bosib o‘tilganda qaysi ichki a’zolarni tekshirish muhim? Doskada: tana konturini chizib, soha bo‘yicha jarohatlarni strelka bilan belgilang. Tipik xato: ko‘krakdagi qobirg‘a sinishini bir tomonlama deb yozish; manbada ikki tomonlama ko‘p chiziqli sinish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Izdan transport turini aniqlash uchun qanday ma’lumotlar kerak? 2) Qaysi fazalarda spetsifik va xos jarohatlar hosil bo‘ladi? Doskada: bosib o‘tishning besh fazasini ketma-ket yozing, “sakrab tushish” bo‘ladigan joyni belgilang. Tipik xato: to‘rtinchi fazada jarohat yo‘qligidan bosib o‘tish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haydovchida jarohatlar tananing old va chap yuzasida joylashadi? 2) Rul izi qaysi fazaga to‘g‘ri keladi? Doskada: 4 fazali zanjirni chizib, har faza yoniga xos jarohatni yozing. Tipik xato: fazalar tartibini aralashtirish yoki rulga urilishni birinchi faza deb o‘ylash (birinchi faza — oyoqlarning panelga urilishi).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old o‘rindiq eng xavfli? 2) Kamar qachon himoyachidan shikastlovchiga aylanadi? Doskada: jadvalni daftarga ko‘chirtiring va har katakka bittadan jarohat misoli qo‘shtiring. Diqqat: xato qilish xavfi — kamar ≠ mutlaq himoya: tezlik belgilangandan katta bo‘lsa, kamarning o‘zi jarohat beradi. Tipik xato: orqa o‘rindiq jarohatsiz deb o‘ylash; manbada u faqat nisbatan kam shikastlanadi.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Qaysi belgi harakatdagi avtomobildan tushishni oddiy balandlikdan yiqilishdan farqlaydi? 2) Boshga yoki oyoqqa tushganda qanday sinishlar kutiladi? Doskada: tana erga tushish variantlari (bosh, ko‘krak, dumba, oyoq) va ularga mos jarohatlar sxemasini chizing. Tipik xato: erda siljish izlarini (yo‘lkasimon shilinmalar) e’tiborsiz qoldirish; aynan shu belgi ikki hodisani ajratadi. Bevosita va bilvosita sinishni aralashtirish ham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xil yiqilishda tana qaysi qismi bilan tushgani jarohat turini belgilaydi? 2) Bevosita va bilvosita sinishni misolda tushuntiring. Doskada: odam siluetini chizib, boshi, ko‘kragi, dumbasi va oyog‘i bilan tushishdagi sinish joylarini belgilang. Tipik xato: bilvosita sinishni zarb tushgan joydagi sinish deb o‘ylash. Pediatriya uchun: bolalarda ham jarohat tushish holatiga bog‘liqligini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Siqilish bo‘ladigan jismlarni sanang (avtomobil qismi, boshqa transport, daraxt, devor). 2) Ekximotik kontur ekspertizada nimani ko‘rsatadi? Doskada: zanjir sxemasini ko‘chirib chizing va har bosqichga bitta jarohat yozing. Tipik xato: birinchi fazadagi kontakt jarohatni asosiy jarohat deb hisoblash; asosiy jarohat ikkinchi fazada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Bu holatda qaysi turlar birga kelgan va nega murakkab avtotravma deyiladi? 2) Qaysi faza jarohati balandlikdan yiqilishdan farqlovchi belgi beradi? Doskada: uch fazani ketma-ket chizing (urilish, erga tushish, siljish). Tipik xato: erda siljish fazasini unutib, jarohatni faqat balandlikdan yiqilish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mototsiklda haydovchi va yo‘lovchi barcha holatlarda shikastlanadi? 2) Nega 4-faza (erda siljish) kuzatilmaydi? Doskada chizish: jadvalni o‘zlari to‘ldirsin va mototsiklning piyodaga zarb nuqtalarini (g‘ildirak, rul, richag, zinapoya) belgilasin. Tipik xato: mototsikl va avtomobil g‘ildiragi bilan bosib o‘tishdagi jarohatlar og‘irligini bir xil deb o‘ylash; mototsiklda massa kichik, jarohat yengilroq. Qo‘shimcha: aravachadagi yo‘lovchida oshiq-boldir va tizza bo‘g‘imlari shikastlanadi.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“T” shaklli shilinma tananing qaysi tomonida hosil bo‘ladi va nima uchun? 2) Ajralish chetlari bo‘yicha rels va g‘ildirak tomonini qanday farqlaymiz? Doskada chizish: g‘ildirak, rels boshchasi va tana kesimini chizib, bosilish va shilinish yo‘lkalarini ko‘rsating. Qo‘shimcha raqamlar: bosilish yo‘lkasi g‘ildirak tomonida 12-14 sm, rels tomonida 7-8 sm; dastlab yumshoq, oqimtir, keyin quriydi va to‘q-qo‘ng‘ir bo‘ladi. Tipik xato: bosilish yo‘lkasi bilan chetidagi shilinish yo‘lkasini aralashtirish; shilinish yo‘lkasi bir tekis emas, unda chuqur tirnalmalar va ifloslanish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O‘rmalovchi traktorda nima uchun bilvosita jarohatlar hosil bo‘lmaydi? 2) Zanjir tishlari izi ekspertizada nimani ko‘rsatadi? Doskada chizish: zanjir traklari va ularning tayanch yuzasida perpendikulyar tishlarni sxematik chizing. Tipik xato: traktor travmasini avtotravma bilan butunlay bir xil deb hisoblash; protektor izlari va fazalar sonida farq bor. Qo‘shimcha: tishlarning solishtirma ta’siri alohida olingan traklarga nisbatan bir necha o‘n barobar katta, shu sababli jiddiy jarohatlar yuzaga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aviatravmada bir nechta omil birga ta’sir qiladi? 2) Identifikatsiya nega ayniqsa muhim? Doskada: to‘rt tur va to‘rt omil jadvalini chizdiring. Tipik xato: portlash dekompressiyasi (8 km dan yuqori) bilan balandlik dekompressiyasini (19 km va undan yuqori)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Kiyimdagi moy va ko‘mir zarralari nimani ko‘rsatadi? 2) Quloqdagi qon quyilish nega falokat sababini bildiradi? Doskada: g‘ildirak, rels va “T” shilinma joylashuvi sxemasini chizdiring. Tipik xato: “T” shilinmani g‘ildirak tanadan tushayotgan tomonda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Pediatr vrach uchun avtotravma turi va fazalarini bilish nega foydali? 2) Kiyim-boshni saqlash ekspertizada qanday yordam beradi? Doskada: avtotravmaning olti turi va jarohat guruhlari sxemasini chizdiring. Tipik xato: xos bo‘lmagan jarohat (shilinma, qontalash) asosida avtotravma haqida aniq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Mexanik jarohatlar. O‘tkir va o‘tmas jismlarlardan yetkazilgan jarohatlar. Balandlikdan yiqilish natijasida olingan jarohatlarning o‘ziga xos xususiyatlari. Avtotravma, tasnifi.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Transport travmasi – harakatdagi transport vositasining tashqi va ichki qismlaridan, undan yiqilishdan olingan jarohatlar majmui. Avtotravma shunday turlardan biri.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Jahon sog‘liqni saqlash tashkiloti ma’lumoti: yo‘l-transport hodisalarida yiliga 1,2 milliondan ortiq kishi halok bo‘ladi, 50 milliondan ortig‘i jarohatlanadi.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Mexanik jarohatdan o‘lim holatlarining 60-65 foizi transport travmasiga to‘g‘ri keladi. Ekspertizalarning 90 foizdan ortig‘ini avtotravma tashkil etadi.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Transport travmasi o‘tgan asrning 60-yillaridan sud tibbiyotining alohida qismi sifatida ajratilgan. Sabab: jarohat mexanizmi va ekspertizaning o‘ziga xosligi.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 bo‘yicha asosiy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savollarida tan jarohati tushunchasi, shikastlovchi omillar, jarohatlar tasnifi va travmatizm turlari so‘raladi. Mazmuni bobda batafsil berilmagan.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jismlar tasnifi, impression va inersion travma farqi, ta’sir mexanizmlari, shilinma va qontalash ahamiyati savol sifatida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Savollarda yaralar xususiyatlari, suyaklar doimiy deformatsiyasi va balandlikdan hamda yuzaga yiqilishda hosil bo‘ladigan jarohatlar ham so‘ralgan.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Kesma, sanchma, sanchma-kesma va chopma yaralarning farqli belgilari ham nazorat savollari qatorida. Javoblar bu parchada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55,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Arralama yaralarining umumiy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Arra bilan zarbda tishlar o‘lchamiga mos, yo‘lkasimon joylashgan ko‘plab mayda sanchma yoki sanchma-kesma yaralar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Zarb kuchli bo‘lsa, siniq chiziqsimon yara vujudga keladi. Uning tubida yara chekka devorlari orasida to‘qima boylamlari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Sirkulyar arra yarasining chetlari notekis, tishli, ba’zan mayda laxtakli. Suyakning arralama yuzasi nisbatan tekis, yoysimon izli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Yara ichida, chetlarida va atrofida yumshoq to‘qimaning mayda zarralari hamda suyak qipiqlari bo‘ladi. Bu arralama yarasining muhim belgisi.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Sirkulyar va varaqsimon arra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Arralama o‘raligi arra varag‘ining qalinligidan kattaroq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 zarbida tish o‘lchamiga mos mayda sanchma yoki sanchma-kesma yaralar qatori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ichida va atrofida yumshoq to‘qima zarrachalari hamda suyak qipiqlari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954208"/>
                <a:gridCol w="211456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Sirkulyar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Varaqsimon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Harakat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Aylanma harakat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Oldinga-orqaga harakat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Yara 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tishli, ba’zan mayda laxtakli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Chiziqsimon, mayda tishli, shilinishli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Nisbatan tekis, yoysimon izlar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Parallel burtmalar va ariqchalar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arra izlarini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arralama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yara chiziqsimon, chetlari mayda tishli va notekis, shilinish alomatlari bor. Uchlarida yuzaki kesma va tirnalmalar.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Suyakning arralama yuzasida arra varag‘iga mos parallel joylashgan burtma va ariqchalar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arra ishlatilgan, sirkulyarmi yoki varaqsimonmi? Javobni belgilar bilan asoslang.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Yoysimon izlar sirkulyar arraga, parallel ariqchalar varaq arraga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 tushunchasi va tarqalishi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travmasi: harakatdagi transport vositasining tashqi va ichki qismlaridan hamda undan yiqilishda olingan jarohatlar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sog‘liqni saqlash tashkiloti (JSST) ma’lumotiga ko‘ra, yo‘l-transport hodisalarida yiliga 1,2 milliondan ziyod kishi halok bo‘ladi, 50 milliondan ortig‘i jarohat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banki hisobi bo‘yicha moddiy ziyon barcha mamlakatlar yalpi ichki mahsuloti (YaIM)ning 1,5-2,0 %ini tashkil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travmasining ekspertizadagi ulushi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jarohatdan o‘lim holatlarining 60-65%i transport travmasiga to‘g‘ri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ekspertizasida mexanik jarohatlarning 20-25%i transport travmasidir.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sog‘liqni saqlash tashkiloti: yiliga 1,2 mln dan ziyod kishi halok, 50 mln dan ortig‘i jarohatlanadi.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905"/>
                <a:gridCol w="162706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Ekspertiza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Mexanik jarohatdan o‘lim holatlari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60-65%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 shaxslar ekspertizasi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20-25%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Transport travmasi ichida avtotravma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90% dan ortig‘i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Transport travmasi ulushi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Transport travmasi — transport vositasining qismlaridan va undan yiqilishda olingan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Murakkab travma — turli transport vositalari to‘qnashganda olinadi, masalan, mototsikl-avtomobil.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 — transport travmasining eng ko‘p uchraydigan turi.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Transport travmasi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Avto-, mototsikl-, velosiped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Traktor va rels travmasi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Aviatsion va suv travmasi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Murakkab (turli transport)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Turlar sxemasi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(57-bet), Bob 3. Transport travmasi (58-bet)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Kiyim-boshni saqlash va profilaktika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jarohatni to‘liq tekshirib tavsiflashi, shuningdek jabrlanganning kiyim-boshi va poyafzaliga ham e’tibor berishi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va poyafzalda hodisani tekshirish uchun muhim jarohat va ifloslanish alomatlari bo‘lishi mumkin; ularni ehtiyotkorlik bilan yechish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holatlarda kiyim xona sharoitida quritiladi, qog‘oz o‘ramga solinadi va huquqni muhofaza etuvchi idoralar xodimlariga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materiallarini tahlil qilish transport travmasini kamaytirishga qaratilgan chora-tadbirlar uchun taklif va tavsiyalar berish imkonini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(57-bet), Bob 3. Transport travmasi (57-58-betlar), Bob 3. Transport travmasi (58-bet)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transport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yo‘lda avtomobil urib ketgan bola shifoxonaga keltirildi. Vrach jarohatlarni to‘liq tekshiradi va batafsil tavsiflaydi.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Bolaning kiyim-boshi va poyafzaliga ham e’tibor beriladi: ularda jarohat va ifloslanish alomatlari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imkon qadar ehtiyotkorlik bilan echiladi, kerak bo‘lsa xonada quritiladi, qog‘oz o‘ramga solinib huquqni muhofaza idoralariga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kiyim va poyafzalni nega tashlab yubormaslik kerak, ularda ekspertiza uchun qanday ma’lumot saqlanishi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57-58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transport travmasi nima? Javob: harakatdagi transport vositasining tashqi va ichki qismlaridan hamda undan yiqilishda olingan jarohatlar majmui.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JSST (Jahon sog‘liqni saqlash tashkiloti) bo‘yicha yo‘l-transport hodisalarida yiliga qancha odam halok bo‘ladi? Javob: 1,2 milliondan ziyod, 50 milliondan ortiq kishi jarohatlanadi.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mexanik jarohatdan o‘limlarning qanchasi transport travmasiga to‘g‘ri keladi? Javob: 60-65%; tirik shaxslar ekspertizasida mexanik jarohatlarning 20-25%i.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transport travmasi ekspertizalarida qaysi tur yetakchi? Javob: avtomobil travmasi, ekspertizalarning 90%idan ortig‘i.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 va Matishev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 — transport travmasining eng ko‘p uchraydigan turi.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Avtomobilning tashqi va ichki qismlaridan hamda undan yiqilishda olingan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Matishev va hammualliflari (1968) tasnifi bo‘yicha avtotravmaning olti turi farqlanadi.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809"/>
                <a:gridCol w="2152082"/>
                <a:gridCol w="215208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Raqam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To‘qnashuv; g‘ildirak bosib o‘tishi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Avtomobil tashqaridan ta’sir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Ichida shikastlanish; yiqilish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Avtomobil ichida yoki undan tushish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Avtomobil va boshqa jism orasida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Murakkab avtotravma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va undan ortiq tur birga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Matishev tasnifi (1968)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 jarohatlarining to‘rt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Avtotravmadagi jarohatlar diagnostik ahamiyatiga ko‘ra shartli ravishda to‘rt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Guruhlash shikastlanish mexanizmini, avtotravma turini va ba’zan uning fazasini aniqlashga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avtotravma jarohatini boshqa hodisadagi jarohatdan farqlashda amaliy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16441"/>
                <a:gridCol w="201611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Avtomobil qismining shakli va rasmi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Turi, ba’zan konkret avtomobil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Muayyan tur yoki fazaga mos keladi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Avtotravma turi yoki fazasi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va xos belgilari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Avtotravma haqida xulosa qilib bo‘lmaydi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Imitatsion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hodisadagi jarohatga o‘xshaydi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Adashtirishi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 guruhlari va ahamiyati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58,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Spetsifik va xos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Spetsifik (kontakt) jarohat avtomobilning aniq qismi (fara, old bezak, shina protektori) ta’sirida hosil bo‘ladi. Uning shakli shu qismga mos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jarohatlarga bamper-jarohat, sirpanish va sudralish izlari, qobirg‘alarning ko‘p sinishi, qonli “cho‘ntaklar”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Bamper-jarohat odatda ko‘ndalang shilinma, qontalash yoki yara bo‘ladi. Bamper-sinish uchburchak shaklda, asosi birlamchi zarb tomonida.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umurtqalarining “qamchisimon” sinishi va umurtqa tanalarining kompression sinishi ham xos jarohatlar qatoriga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59, 60,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Xos bo‘lmagan va imitatsion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bo‘lmagan jarohatlarda spetsifik va xos belgilar yo‘q, shuning uchun ular bo‘yicha avtotravma haqida to‘xtam qilib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guruhga asosan tanadagi shilinmalar, qontalashlar va ayrim yaralar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Imitatsion jarohat: old oyna siniqlari kesma yoki sanchma-kesma yarani, tashqariga bo‘rtgan boltlar esa sanchma yarani eslatadi.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imitatsion jarohat boshqa hodisalardagi jarohatlarga o‘xshaydi, shuning uchun adashtirishi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Vaziyat: piyodada fara shaklini eslatuvchi iz, qobirg‘alarning ko‘p sinishi va kesma yara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Savol: har bir jarohat to‘rt guruhdan qaysi biriga kiradi va avtotravma haqida nimani ko‘rsatadi?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oyna siniqlaridan olingan imitatsion jarohat kesma yaraga o‘xshaydi, lekin avtotravmaga xos emas. Spetsifik ≠ xos.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Spetsifik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Fara shaklini takrorlovchi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Bamper-jarohat, qobirg‘alar ko‘p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Xos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shilinma, qontalash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Imitatsion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Old oyna siniqlaridan kesma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Avtotravma jarohat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59-60, 58-60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Piyoda to‘qnashuvi: to‘rt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 old qismi bilan to‘qnashuvda to‘rt faza farqlanadi. Yuk avtomobilida ikkinchi faza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 bolalarda zarb og‘irlik markazidan yuqoriga tushgani uchun ikkinchi faza kuzatilmaydi.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past bo‘lsa, to‘rtinchi faza bo‘lmasligi mumkin; sirpanishda parallel shilinmalar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Qismlar bilan zarb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Avtomobilga yiqilish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Uloqtirilish va erga tushish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Erda sirpanish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Fazalar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61-62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Bamper-jarohatlar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 ta’sirida odatda ko‘ndalang joylashgan shilinma, qontalash yoki yara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avtomobil bilan to‘qnashuvda boldir suyaklari, yuk avtomobilida esa son suyaklari sinadi. Bu bamper balandligi va tezlikka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Bamper-sinish odatda uchburchak shaklda bo‘ladi, uning asosi birlamchi zarb tomonida joylashadi.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 ingichka bo‘lib, tezlik 55-60 km/soatdan katta bo‘lsa, suyaklarda halqasimon sinish paydo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Fazalar bo‘yicha jarohatlar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faza: fara va bamper shaklini eslatuvchi shilinma hamda qontalash, ya’ni kontakt jarohatlar.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2-fazada jarohat zarb tomonida, 3-fazada esa unga qarama-qarshi tomonda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To‘rtinchi fazada tananing yerdagi sirpanishiga mos parallel shilinmalar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547357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927859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 joyi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1. Avtomobil qismlari bilan zarb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ta’sir sohasi, bamper-jarohat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 va tananing umumiy chayqalishi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2. Avtomobilga yiqilish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 tomoni: bosh, ko‘krak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Zarb, chayqalish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3. Uloqtirilish va erga tushish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ta’sirga qarama-qarshi tomon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Erga zarb; barcha sohalar shikastlanadi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4. Erda sirpanish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Sirpanish yo‘nalishiga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Parallel shilinmalar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Piyoda to‘qnashuvi: fazalar xaritasi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yosh bola piyoda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yosh bola piyoda harakatdagi avtomobilning old qismi bilan to‘qnashgan, avtomobil tezligi past.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Bolada dastlabki zarb og‘irlik markazidan yuqori sohaga tushadi, shuning uchun ikkinchi faza bo‘lmaydi. Past tezlikda to‘rtinchi faza ham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Bamper-jarohat: engil avtomobilda boldir suyaklari, yuk avtomobilida son suyaklari sinadi. Sinish uchburchak shaklida, asosi birlamchi zarb tomonida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bu bolada qaysi fazalar kutiladi va bamper-jarohat avtomobil haqida nimani ko‘rsatadi?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G‘ildirak bilan bosib o‘tish: besh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bosib o‘tishda g‘ildirak tanani kesib o‘tadi, noto‘liq o‘tishda esa faqat tanaga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Yo‘nalish tana o‘qiga nisbatan ko‘ndalang, egri yoki uzunasiga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jarohatlar tananing g‘ildirak va yer orasida siqilishidan; spetsifik jarohatlar asosan 3–4-fazada.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G‘ildirak tanaga uriladi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Tananing siljishi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G‘ildirak tanaga chiqadi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G‘ildirak tanadan tushadi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Tananing ikkilamchi siljishi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Bosib o‘tishning besh fazasi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Shina protektori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Protektor izi — spetsifik (kontakt) jarohat. G‘ildirak bilan bosib o‘tishda u nisbatan ko‘p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 jarohat izi (qontalash, shilinma) yoki qoplanma iz (ifloslanish) shaklida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xato qilish xavfi — pozitiv iz ≠ negativ iz. Ularning jarohat ko‘rinishi turlicha.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244621"/>
                <a:gridCol w="194226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Hosil bo‘lishi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Pozitiv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Protektorning bo‘rtib turgan qismidan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Shilinma, qontalash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Negativ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Protektorning botiq qismidan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qontalash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izi yoki qoplanma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Qontalash, shilinma, ifloslanish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qoplanma 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Ifloslanish shaklida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Protektor izlari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sohalari bo‘yicha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Uchinchi va to‘rtinchi fazadagi jarohatlar g‘ildirak qaysi tana sohasidan o‘tganiga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Boshni bosib o‘tganda quloq supralari to‘liq yoki qisman ajralishi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g‘ildirak tanaga chiqqan tomonda shikastlanish jiddiyroq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76454"/>
                <a:gridCol w="211043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Suyaklar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Ichki a’zolar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Kalla, yuz suyaklarining ko‘p sinishi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miya majaqlanadi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Qobirg‘alar ikki tomonlama ko‘p sinadi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Shikastlanadi, ba’zan siljiydi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Jarohat, ko‘krak va anal tomon siljish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va oyoq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ko‘p sinadi; oyoqda siniqli sinish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bo‘shlig‘i a’zolari shikastlanadi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G‘ildirak o‘tgan soha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64,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g‘ildirak 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kiyimda protektorning ifloslanish izi, tanada esa shilinma va qontalash topildi. Bosib o‘tish gumon qilinmoqda.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tanadagi iz qanday ko‘rinadi? Pozitiv iz shilinma-qontalash, negativ iz faqat qontalash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transport turi qanday aniqlanadi? Traktor shinasi izi avtomobil shinasi izidan yaqqol farq qiladi, shu sababli izlar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to‘rtinchi fazada jarohat yo‘qligi bosib o‘tilmaganini bildiradimi? Yo‘q: tezlik 20 km/soatdan oshsa, g‘ildirak “sakrab tushadi”.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63, 74,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 ichida: haydovchi jarohatlari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Haydovchida jarohat 4 fazada: oyoq, ko‘krak, bosh va bo‘yin, keyin orqaga tashlanish.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Rulga urilganda ko‘krakda yarim oysimon shilinma va qontalash, iyakda lat yara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old va chap yuzada; katta tezlikda poyafzal tagida pedal izi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Oyoqlar panelga uriladi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Ko‘krak rulga uriladi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tepa qism va oynaga uriladi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Tana orqaga tashlanadi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Haydovchida shikast fazalari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Yo‘lovchilar va xavfsizlik kamari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 o‘rindiqda bosh keskin oldinga harakatlanib, kalla va yuz suyaklari sinadi, miya lat yeydi.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 oyna siniqlaridan yuzda shilinma va kesma yaralar; katta tezlikda yo‘lovchi otilib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Diagonal kamar bo‘yin boylamlari, to‘sh-umrov bo‘g‘ini yorilishi va qobirg‘a sinishini berishi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378"/>
                <a:gridCol w="341159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O‘rin / kamar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Oldingi o‘rindiq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Eng xavfli; tana fiksatsiya qilinmagan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Orqa o‘rindiq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Kamroq; oldingi o‘rindiq orqasiga urilish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Kamar, me’yoriy tezlik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Shikastlanishning oldini 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Kamar, tezlik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 shikastlovchi omilga aylanadi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O‘rin va kamar xavfi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66, 66-67,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Avtomobildan tushib ketish va balandlikdan yiqilish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faza: mashina qismlariga urilish, erga tushish, erda siljish.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jarohat erga tushishda: boshga — kalla, bo‘yin umurtqalari; oyoqqa — bilvosita sinishlar.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25 km/soatdan oshsa, tana chayqalishidan ichki a’zolar jarohati paydo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235695"/>
                <a:gridCol w="17149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Avtomobildan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Balandlikdan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Erda siljish izlari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Parallel yo‘lkasimon shilinmalar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Bunday uchinchi faza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Bevosita jarohat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Mashina qismlaridan va erga tushishda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Erga tushishda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Bilvosita 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Hosil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Xuddi shunday hosil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hodisani farqlash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67, 67-68,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Yiqilishda tana qismlari bo‘yicha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Ko‘pincha tana erga boshi bilan tushadi: kalla va yuz suyaklari sinadi, bosh miya lat yeydi, ikkinchi bo‘yin umurtqasining tishsimon o‘simtasi sinishi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Ko‘krak bilan tushganda tepa (1–4) va o‘rta (5–8) qobirg‘alar, dumba bilan tushganda tos suyaklari va bel umurtqalari tanasi (kompression sinish) shikastlanadi.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oyoq bilan tushganda oyoq kafti bevosita, boldir, son, tos va pastki ko‘krak-bel umurtqalari esa bilvosita sinadi. Bevosita ≠ bilvosita.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Tezlik 25 km/soatdan oshsa, yiqilishning barcha variantlarida tana chayqalib, ichki a’zolar jarohatlanadi. Tezlik oshgan sari jarohat og‘irroq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67-68,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Qisilish natijasidagi shikastlanish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Qisilish juda kam uchraydi; zarb va siqilish mexanizmi bilan jarohat ikki fazada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 choklari va burmalari terida qon quyilish shaklida iz qoldiradi. Bu ekximotik kontur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Ko‘krak va qorin siqilsa, kompression asfiksiya (siqilishdan bo‘g‘ilish) tufayli o‘lim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1-faza: tashqi qism bilan zarb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Kontakt jarohat: shilinma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2-faza: jism orasida siqilish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Ekximotik kontur (kiyim izi)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Kompression asfiksiya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Qisilishda jarohat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68,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ichida, tushib ketish, qisilish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yo‘lovchi katta tezlikdagi to‘qnashuvda old oyna orqali otilib chiqdi, erga boshi bilan tushdi va erda sirpandi.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avtomobil ichidagi shikastlanishdan keyin tushib ketish odatda murakkab avtotravma bo‘ladi. Tushib ketishda uch faza bor: urilish, erga tushish, erda siljish.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Erda siljishdagi parallel yo‘lkasimon shilinmalar tushib ketishni oddiy balandlikdan yiqilishdan farqlaydi.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 3: tana avtomobil va daraxt orasida qisilsa, bu avtotravmaning qaysi turi va nechta fazasi bor? Javob: qisilish, ikki faza.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66-67, 67,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Mototsikl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 turi bor: piyoda bilan to‘qnashuv, bosib o‘tish, yiqilish, boshqa jism bilan to‘qnashuv, murakkab tur.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Mototsikl travmasi asosan kech bahor, yoz va erta kuz oylarida uchraydi (mavsumiylik).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mototsiklda haydovchi va yo‘lovchi ham shikastlanadi; xos izlar boldir va son yuzalarida.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455420"/>
                <a:gridCol w="14322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Avtotravma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Mototsikl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Uchrashi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Ancha kam, mavsumiy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Shikastlanuvchilar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 holatda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holatda shikastlanadi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Erda siljish (4-faza)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Kuzatiladi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Kuzatilmaydi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G‘ildirak bilan bosish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Ko‘lami og‘irroq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Yengilroq (massa kichik)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Avtotravma va mototsikl travmasi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69, 69-70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Rels travmasi: bosilish va shilinish yo‘lkalari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 turi bor: to‘qnashuv, bosib o‘tish, yiqilish, transport ichida shikast, siqilish, murakkab travma.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“T” shaklli shilinma (“chimchi” belgisi) g‘ildirak chiqayotgan, relslar oralig‘iga qaragan sohada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bo‘linganda rels tomonida chetlar tekis, g‘ildirak tomonida yirik tishsimon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G‘ildirak toji tanaga tegadi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“T” shaklli shilinma (chimchi)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Bosilish yo‘lkasi hosil bo‘ladi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Chetida shilinish yo‘lkalari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Tana ikkiga bo‘linishi mumkin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Rels travmasida izlar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70-71, 72, 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Traktor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 turi bor: to‘qnashuv, bosib o‘tish, kabinada shikast, yiqilish, siqilish, murakkab travma.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qishloq joylarda uchraydi; sanoat, qurilish va kommunal xo‘jalikda ham kuzatilishi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O‘rmalovchi traktor tishlari kiyim va tanani ilib, tagiga tortadi; ifloslanish izi zanjir traklariga mos.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866088"/>
                <a:gridCol w="149402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G‘ildirakli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O‘rmalovchi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To‘qnashuvdagi fazalar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2-faza kuzatilmaydi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4-faza bo‘lmaydi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To‘qnashuv jarohati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Ko‘krak-qorin, ichki a’zolar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Mahalliy; bilvosita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Bosib o‘tish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Massa va g‘ildirak o‘lchamiga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2-faza yo‘q; zanjir tortib 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Protektor izi avtodan farq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Kiyimda zanjir traklariga mos 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G‘ildirakli va o‘rmalovchi traktor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74, 74-75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Aviatravma: turlari va shikastlovchi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Aviatravmaning to‘rt turi: apparat ichida, uni tark etishda, erga urilishda va erda shikastlanish.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Omillar bir vaqtda yoki ketma-ket ta’sir qiladi. Portlash to‘lqini, termik va toksik omillar ham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Murdalarni, ayniqsa ekipaj a’zolarini, identifikatsiya qilish muhim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Dinamik o‘ta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qonsizlanishi, hushning yo‘qolishi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Qarama-qarshi havo oqimi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 to‘qimalarining ajralishi, barotravma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Portlash dekompressiyasi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va quloq barotravmasi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Balandlik dekompressiyasi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tomirlarida gaz pufakchalari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omillar va oqibatlari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75, 76-78,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rels va aviatravma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1: temir yo‘lda topilgan jabrlanganning kiyimi va tanasida moy va ko‘mir zarralari, terisida “T” shaklidagi shilinma bor. Bu qaysi travma?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“T” shilinma (“chimchi” belgisi) tananing qaysi tomonida bo‘ladi? Javob: g‘ildirakka qaragan, relslar oralig‘i tomonda, g‘ildirak chiqayotgan sohada.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2: samolyot katta balandlikda germetizatsiyasi buzilib qulagan. Murdalarda nog‘ora pardasi yorilgan, o‘rta quloqda qon quyilgan. Sabab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portlash dekompressiyasi (8 km dan yuqori) ≠ balandlik dekompressiyasi (19 km va undan yuqori, teri osti yog‘da gaz pufakchalari).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71-73, 72,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xulosalar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 avtomobil, mototsikl, velosiped, traktor, rels, aviatsion va suv transporti turlariga bo‘linadi. Ekspertizalarning 90% dan ortig‘ini avtotravma tashkil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Avtotravmaning olti turi bor: to‘qnashuv, g‘ildirak bilan bosib o‘tish, avtomobil ichida shikastlanish, yiqilish, qisilish va murakkab tur.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turning o‘z fazalari bor: to‘qnashuvda to‘rtta, g‘ildirak bilan bosib o‘tishda beshta, avtomobildan tushib ketishda uchta.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Jarohatlar to‘rt guruhga bo‘linadi: spetsifik, xos, xos bo‘lmagan va imitatsion. Bu ekspertiza hamda to‘g‘ri tashhis va davolash uchun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58, 61-67, 58-60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Jahon sogʻliqni saqlash tashkilotining maʼlumotlariga koʻra, dunyoda yoʻl-transport hodisalarida har yili 1,2 milliondan ortiq kishi halok boʻladi, 50 milliondan ortiq kishi jarohatlanadi. Mexanik jarohatlardan oʻlim holatlarining 60-65 %i transport travmasiga toʻgʻri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(oʻzimiz tuzgan): avtotravmaning 6 turi — “To‘qnashuv, Bosib o‘tish, Ichida, Yiqilish, Qisilish, Murakkab”. Har turning bosh harfini eslang: T-B-I-Y-Q-M. Bu tartib darslikdagi Matishev tasnifiga mos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Pediatriya uchun muhim hodisa: yosh bolalarda dastlabki zarb tananing ogʻirlik markazidan yuqoriga toʻgʻri keladi. Shu sababli piyoda avtomobilga yiqilish (ikkinchi) fazasi boʻlmaydi. Bu katta yoshlilardagi jarohatlar manzarasidan farq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bamper-sinish uchburchak shaklida boʻlib, uning asosi birlamchi zarb tomonida turadi. Yengil avtomobilda odatda boldir suyaklari, yuk avtomobilida son suyaklari sinadi. Shunga qarab avtomobil turi va tezligi haqida fikr yuritish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rels travmasida gʻildirak tanaga chiqayotgan tomonda “T” shaklidagi shilinma (“chimchi” belgisi) hosil boʻladi. Gʻildirak bilan rels oraligʻidagi tanaga 1 kv. sm ga 5 tonna va undan ortiq kuch taʼsir qilishi mumkin.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3. Transport travmasi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