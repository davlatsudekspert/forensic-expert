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Nima uchun bolalar shifokori transport travmasini bilishi kerak? 2) Nega ekspertizalarning aksariyati avtotravmaga to‘g‘ri keladi? Doskada: dars rejasi (mexanik jarohatlar – o‘tkir va o‘tmas jismlar – balandlikdan yiqilish – avtotravma) sxemasini chizdiring. Tipik xato: transport travmasi va avtotravmani bir xil tushuncha deb hisoblash. Avtotravma transport travmasining bir turi, xolos.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Talabalar qaysi savollarga hozirdan javob bera oladi? 2) Qaysi tushunchalar noaniq? Doskada: darsda ko‘rib chiqiladigan jarohat turlarining ro‘yxatini yozdiring. Tipik xato: manbada faqat savol bo‘lgan mavzuni to‘liq o‘rganilgan deb hisoblash. Javoblar uchun darslikning tegishli boblariga murojaat qilish kerak.</a:t>
            </a:r>
          </a:p>
          <a:p/>
          <a:p>
            <a:r>
              <a:t>Tekshirish kerak (manbada noaniq):</a:t>
            </a:r>
          </a:p>
          <a:p>
            <a:r>
              <a:t>- Nazorat savollarida tan jarohati tushunchasi, shikastlovchi omillar, jarohatlar tasnifi va travmatizm turlari so‘raladi. Mazmuni bobda batafsil berilmagan.</a:t>
            </a:r>
          </a:p>
          <a:p>
            <a:r>
              <a:t>- O‘tmas jismlar tasnifi, impression va inersion travma farqi, ta’sir mexanizmlari, shilinma va qontalash ahamiyati savol sifatida keltirilgan.</a:t>
            </a:r>
          </a:p>
          <a:p>
            <a:r>
              <a:t>- Savollarda yaralar xususiyatlari, suyaklar doimiy deformatsiyasi va balandlikdan hamda yuzaga yiqilishda hosil bo‘ladigan jarohatlar ham so‘ralgan.</a:t>
            </a:r>
          </a:p>
          <a:p>
            <a:r>
              <a:t>- Kesma, sanchma, sanchma-kesma va chopma yaralarning farqli belgilari ham nazorat savollari qatorida. Javoblar bu parchada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Sirkulyar va varaqsimon arra yaralari qanday farqlanadi? 2) Yara ichidagi suyak qipiqlari nimani bildiradi? Doskada: arra tishlari qoldirgan yo‘lkasimon yara sxemasini chizdiring. Tipik xato: arralama yarasini oddiy kesma yara deb qabul qilish. Aslida u mayda sanchma yoki sanchma-kesma yaralar qatoridan iborat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Arralama o‘raligi nima uchun arra qalinligidan kengroq bo‘ladi? 2) Suyakdagi iz qurolni aniqlashda nega muhim? Doskada: ikki ustunli jadvalni talabalar bilan birga chizing va har katakni to‘ldiring. Tipik xato: sirkulyar arra izi bilan varaqsimon arra izini aralashtirish (yoysimon izlar va parallel ariqchalar o‘rni almashadi).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To‘g‘ri javob: varaqsimon arra (oldinga-orqaga harakat). Muhokama: 1) Qaysi belgilar bu xulosaga olib keldi? 2) Yara uchidagi tirnalmalar nimani bildiradi? Doskada: yara va suyak yuzasining sodda sxemasini chizing. Tipik xato: faqat yara chetiga qarab xulosa chiqarib, suyakdagi izlarni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transport travmasi jamiyat uchun katta muammo? 2) Pediatr sifatida bolalar xavfsizligida qanday chora ko‘rish mumkin? Doskada: ta’rifdagi uchta tarkibiy qismni (tashqi qism, ichki qism, yiqilish) chizma bilan ko‘rsating. Tipik xato: halok bo‘lganlar soni (1,2 mln) bilan jarohat olganlar sonini (50 mln)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o‘lim holatlarida ulush tirik shaxslarnikidan yuqori? 2) Pediatr vrach amaliyotida bu raqamlar nimani anglatadi? Doskada chizish: uch qatorli jadvalni talabalar bilan birga to‘ldiring. Tipik xato: 60-65% va 20-25% ni aralashtirish yoki 90% ni barcha mexanik jarohatlarga nisbatan deb o‘ylash (u faqat transport travmasi ekspertizalari ichidagi avtotravma ulushi).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Transport vositasi turiga qarab qaysi travmalar ajratiladi? 2) Qaysi hodisa murakkab travma hisoblanadi? Doskada chizish: sxemani chizib, har turga bittadan misol yozdiring. Tipik xato: murakkab travmani bitta transport vositasidagi bir necha jarohat turi bilan chalkashtirish; manbada u turli transport vositalarining to‘qnashuvi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kiyim-poyafzal dalil bo‘lishi mumkin? 2) Ekspertiza materiallari profilaktikaga qanday yordam beradi? Doskada chizish: kiyimni yechish, quritish, o‘rash va topshirish ketma-ketligini 4 bosqichli strelkalar bilan yozing. Tipik xato: kiyimni jarohatni tekshirgach tashlab yuborish yoki uni isitib/yuvib quritish; manbada xona sharoitida quritish va qog‘ozga o‘rash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Shifokor kiyimga nega e’tibor berishi kerak? (2) Pediatriya amaliyotida bolaning kiyimini saqlash kimga topshiriladi? Doskada: vrachning birinchi harakatlari zanjirini (tekshirish, tavsiflash, kiyimni saqlash, topshirish) chizing. Tipik xato: talabalar faqat davolashni aytib, kiyim-bosh va poyafzalni e’tibordan chetda qoldiradi.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Blits-so‘rov: savollarni og‘zaki bering, javobni 20 soniyada oling. Muhokama: nega transport travmasi XX asrning 60-yillaridan sud tibbiyotining alohida qismi bo‘ldi? Doskada: to‘rtta raqamni (1,2 mln; 60-65%; 20-25%; 90%) ustun qilib yozing. Tipik xato: 60-65% (o‘lim holatlari) va 20-25% (tirik shaxslar) ko‘rsatkichlarini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Olti turdan qaysi biri eng ko‘p uchraydi? (2) Murakkab avtotravma nimani anglatadi? Doskada: olti turni ketma-ket raqamlab yozing va har biriga bittadan misol keltiring. Tipik xato: murakkab avtotravmani boshqa turdagi transportlar to‘qnashuvi (masalan, mototsikl-avtomobil) bilan chalkashtirish; bu murakkab transport travmasi.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jarohatlar diagnostik ahamiyatiga ko‘ra guruhlanadi? 2) Qaysi guruh eng ishonchli ma’lumot beradi? Doskada jadvalni to‘rt guruh bo‘yicha chizdirib, har biriga bittadan misol yozdiring. Tipik xato: talabalar “xos” va “spetsifik” atamalarini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Bamper-jarohat bo‘yicha qanday ma’lumot olish mumkin? 2) “Cho‘ntak” qanday hosil bo‘ladi? Doskada uchburchak bamper-sinishni chizib, asosi qaysi tomonda ekanini belgilatting. Tipik xato: kontakt jarohatni xos jarohat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shilinma va qontalash avtotravmani isbotlamaydi? 2) Oyna siniqlaridan olingan yara qaysi yaraga o‘xshaydi? Doskada ikki ustunli solishtirma chizdiring: “xos bo‘lmagan” va “imitatsion”. Tipik xato: imitatsion jarohatni spetsifik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guruh avtomobilning aniq qismini ko‘rsatadi? 2) Nega xos bo‘lmagan jarohat bo‘yicha avtotravma haqida xulosa qilib bo‘lmaydi? Doskada: to‘rt guruhli jadvalni chizib, har biriga bittadan misol yozdiring. Tipik xato: spetsifik (kontakt) va xos jarohatlarni aralashtirish, imitatsion jarohatni avtotravma belgisi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yuk avtomobilida ikkinchi faza bo‘lmaydi? 2) Har bir fazada qanday jarohat kutiladi? Doskada: to‘rt fazali zanjirni chizib, ostiga jarohat turini yozdiring. Tipik xato: bolalarda ham barcha to‘rt faza bo‘ladi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Uchburchak sinishning asosi qaysi tomonga qaraydi va bu nimani bildiradi? 2) Bamper-jarohat bo‘yicha qanday ma’lumotlarni aniqlash mumkin (rusum, tezlik, ta’sir sohasi, jabrlanganning holati)? Doskada: boldir suyagidagi uchburchak sinishni chizib, asosini belgilang. Tipik xato: bamper-jarohatni spetsifik deb hisoblash, vaholanki u xos jarohatlar qatoriga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3-fazada jarohat birinchi ta’sirga qarama-qarshi tomonda bo‘ladi? 2) Parallel shilinmalar yo‘nalishi nimani ko‘rsatadi? Doskada: odam siluetini chizib, to‘rt fazaning jarohat joylarini turli rangda belgilang. Tipik xato: 2- va 3-fazadagi jarohat tomonlarini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bolada ikkinchi faza kuzatilmaydi? 2) Bamper-jarohat bo‘yicha qanday xulosalar chiqarish mumkin (avtomobil rusumi, tezlik, birlamchi zarb sohasi, jabrlanganning holati)? Doskada: bola va kattalar siluetini chizib, og‘irlik markazi va bamper balandligini solishtiring. Tipik xato: kattalar fazalarini bolaga mexanik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To‘liq va noto‘liq bosib o‘tish nimasi bilan farq qiladi? 2) Nima uchun siqilish eng og‘ir jarohatlarni beradi? Doskada: besh fazani strelkalar bilan zanjir qilib chizing va har faza yoniga asosiy jarohat turini yozing. Tipik xato: piyodaning to‘rt fazasini g‘ildirakning besh fazasi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pozitiv izda shilinma ham bo‘ladi, negativ izda esa faqat qontalash? 2) Nega kiyimdagi iz asosan qoplanma bo‘ladi? Doskada: protektor naqshini chizib, bo‘rtiq va botiq qismlarni ko‘rsating, ularga mos iz turini yozdiring. Tipik xato: pozitiv va negativ izni, jarohat va qoplanma izni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g‘ildirak chiqqan tomonda jarohat og‘irroq bo‘ladi? 2) Pediatr uchun bola ko‘kragi yoki qorni bosib o‘tilganda qaysi ichki a’zolarni tekshirish muhim? Doskada: tana konturini chizib, soha bo‘yicha jarohatlarni strelka bilan belgilang. Tipik xato: ko‘krakdagi qobirg‘a sinishini bir tomonlama deb yozish; manbada ikki tomonlama ko‘p chiziqli sinish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Izdan transport turini aniqlash uchun qanday ma’lumotlar kerak? 2) Qaysi fazalarda spetsifik va xos jarohatlar hosil bo‘ladi? Doskada: bosib o‘tishning besh fazasini ketma-ket yozing, “sakrab tushish” bo‘ladigan joyni belgilang. Tipik xato: to‘rtinchi fazada jarohat yo‘qligidan bosib o‘tish bo‘lmagan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haydovchida jarohatlar tananing old va chap yuzasida joylashadi? 2) Rul izi qaysi fazaga to‘g‘ri keladi? Doskada: 4 fazali zanjirni chizib, har faza yoniga xos jarohatni yozing. Tipik xato: fazalar tartibini aralashtirish yoki rulga urilishni birinchi faza deb o‘ylash (birinchi faza — oyoqlarning panelga urilishi).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old o‘rindiq eng xavfli? 2) Kamar qachon himoyachidan shikastlovchiga aylanadi? Doskada: jadvalni daftarga ko‘chirtiring va har katakka bittadan jarohat misoli qo‘shtiring. Diqqat: xato qilish xavfi — kamar ≠ mutlaq himoya: tezlik belgilangandan katta bo‘lsa, kamarning o‘zi jarohat beradi. Tipik xato: orqa o‘rindiq jarohatsiz deb o‘ylash; manbada u faqat nisbatan kam shikastlanadi.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Qaysi belgi harakatdagi avtomobildan tushishni oddiy balandlikdan yiqilishdan farqlaydi? 2) Boshga yoki oyoqqa tushganda qanday sinishlar kutiladi? Doskada: tana erga tushish variantlari (bosh, ko‘krak, dumba, oyoq) va ularga mos jarohatlar sxemasini chizing. Tipik xato: erda siljish izlarini (yo‘lkasimon shilinmalar) e’tiborsiz qoldirish; aynan shu belgi ikki hodisani ajratadi. Bevosita va bilvosita sinishni aralashtirish ham uchraydi.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bir xil yiqilishda tana qaysi qismi bilan tushgani jarohat turini belgilaydi? 2) Bevosita va bilvosita sinishni misolda tushuntiring. Doskada: odam siluetini chizib, boshi, ko‘kragi, dumbasi va oyog‘i bilan tushishdagi sinish joylarini belgilang. Tipik xato: bilvosita sinishni zarb tushgan joydagi sinish deb o‘ylash. Pediatriya uchun: bolalarda ham jarohat tushish holatiga bog‘liqligini eslating.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Siqilish bo‘ladigan jismlarni sanang (avtomobil qismi, boshqa transport, daraxt, devor). 2) Ekximotik kontur ekspertizada nimani ko‘rsatadi? Doskada: zanjir sxemasini ko‘chirib chizing va har bosqichga bitta jarohat yozing. Tipik xato: birinchi fazadagi kontakt jarohatni asosiy jarohat deb hisoblash; asosiy jarohat ikkinchi fazada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Bu holatda qaysi turlar birga kelgan va nega murakkab avtotravma deyiladi? 2) Qaysi faza jarohati balandlikdan yiqilishdan farqlovchi belgi beradi? Doskada: uch fazani ketma-ket chizing (urilish, erga tushish, siljish). Tipik xato: erda siljish fazasini unutib, jarohatni faqat balandlikdan yiqilish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mototsiklda haydovchi va yo‘lovchi barcha holatlarda shikastlanadi? 2) Nega 4-faza (erda siljish) kuzatilmaydi? Doskada chizish: jadvalni o‘zlari to‘ldirsin va mototsiklning piyodaga zarb nuqtalarini (g‘ildirak, rul, richag, zinapoya) belgilasin. Tipik xato: mototsikl va avtomobil g‘ildiragi bilan bosib o‘tishdagi jarohatlar og‘irligini bir xil deb o‘ylash; mototsiklda massa kichik, jarohat yengilroq. Qo‘shimcha: aravachadagi yo‘lovchida oshiq-boldir va tizza bo‘g‘imlari shikastlanadi.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Avtomobil bilan to‘qnashuvning 4-fazasi (erda siljish) mototsiklda kuzatilmaydi.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“T” shaklli shilinma tananing qaysi tomonida hosil bo‘ladi va nima uchun? 2) Ajralish chetlari bo‘yicha rels va g‘ildirak tomonini qanday farqlaymiz? Doskada chizish: g‘ildirak, rels boshchasi va tana kesimini chizib, bosilish va shilinish yo‘lkalarini ko‘rsating. Qo‘shimcha raqamlar: bosilish yo‘lkasi g‘ildirak tomonida 12-14 sm, rels tomonida 7-8 sm; dastlab yumshoq, oqimtir, keyin quriydi va to‘q-qo‘ng‘ir bo‘ladi. Tipik xato: bosilish yo‘lkasi bilan chetidagi shilinish yo‘lkasini aralashtirish; shilinish yo‘lkasi bir tekis emas, unda chuqur tirnalmalar va ifloslanish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O‘rmalovchi traktorda nima uchun bilvosita jarohatlar hosil bo‘lmaydi? 2) Zanjir tishlari izi ekspertizada nimani ko‘rsatadi? Doskada chizish: zanjir traklari va ularning tayanch yuzasida perpendikulyar tishlarni sxematik chizing. Tipik xato: traktor travmasini avtotravma bilan butunlay bir xil deb hisoblash; protektor izlari va fazalar sonida farq bor. Qo‘shimcha: tishlarning solishtirma ta’siri alohida olingan traklarga nisbatan bir necha o‘n barobar katta, shu sababli jiddiy jarohatlar yuzaga keladi.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aviatravmada bir nechta omil birga ta’sir qiladi? 2) Identifikatsiya nega ayniqsa muhim? Doskada: to‘rt tur va to‘rt omil jadvalini chizdiring. Tipik xato: portlash dekompressiyasi (8 km dan yuqori) bilan balandlik dekompressiyasini (19 km va undan yuqori)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Portlash erda yuz berganda tana bo‘laklari 500 m gacha radiusda sochiladi.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Identifikatsiya: ayniqsa ekipaj a’zolari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Kiyimdagi moy va ko‘mir zarralari nimani ko‘rsatadi? 2) Quloqdagi qon quyilish nega falokat sababini bildiradi? Doskada: g‘ildirak, rels va “T” shilinma joylashuvi sxemasini chizdiring. Tipik xato: “T” shilinmani g‘ildirak tanadan tushayotgan tomonda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Pediatr vrach uchun avtotravma turi va fazalarini bilish nega foydali? 2) Kiyim-boshni saqlash ekspertizada qanday yordam beradi? Doskada: avtotravmaning olti turi va jarohat guruhlari sxemasini chizdiring. Tipik xato: xos bo‘lmagan jarohat (shilinma, qontalash) asosida avtotravma haqida aniq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mashgʻulot: Mexanik jarohatlar. O‘tkir va o‘tmas jismlarlardan yetkazilgan jarohatlar. Balandlikdan yiqilish natijasida olingan jarohatlarning o‘ziga xos xususiyatlari. Avtotravma, tasnifi.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mavzu, maqsad va reja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Transport travmasi — harakatdagi transport vositasining qismlaridan va undan yiqilishdan olingan jarohatlar majmui. Avtotravma shunday turlardan biri.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Jahon sog‘liqni saqlash tashkiloti ma’lumoti: yo‘l-transport hodisalarida yiliga 1,2 milliondan ortiq kishi halok bo‘ladi, 50 milliondan ortig‘i jarohatlanadi.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Mexanik jarohatdan o‘lim holatlarining 60-65 foizi transport travmasiga to‘g‘ri keladi. Ekspertizalarning 90 foizdan ortig‘ini avtotravma tashkil etadi.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Transport travmasi o‘tgan asrning 60-yillaridan sud tibbiyotining alohida qismi sifatida ajratilgan. Sabab: jarohat mexanizmi va ekspertizaning o‘ziga xosligi.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Mavzu bo‘yicha asosiy savollar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savollarida tan jarohati tushunchasi, shikastlovchi omillar, jarohatlar tasnifi va travmatizm turlari so‘raladi. Mazmuni bobda batafsil berilmagan.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O‘tmas jismlar tasnifi, impression va inersion travma farqi, ta’sir mexanizmlari, shilinma va qontalash ahamiyati savol sifatida keltirilgan.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Savollarda yaralar xususiyatlari, suyaklar doimiy deformatsiyasi va balandlikdan hamda yuzaga yiqilishda hosil bo‘ladigan jarohatlar ham so‘ralgan.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Kesma, sanchma, sanchma-kesma va chopma yaralarning farqli belgilari ham nazorat savollari qatorida. Javoblar bu parchada yo‘q.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55,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Arralama yaralarining umumiy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Arra bilan zarbda tishlar o‘lchamiga mos, yo‘lkasimon joylashgan ko‘plab mayda sanchma yoki sanchma-kesma yaralar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Zarb kuchli bo‘lsa, siniq chiziqsimon yara vujudga keladi. Uning tubida yara chekka devorlari orasida to‘qima boylamlari ko‘rinadi.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Sirkulyar arra yarasining chetlari notekis, tishli, ba’zan mayda laxtakli. Suyakning arralama yuzasi nisbatan tekis, yoysimon izli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Yara ichida, chetlarida va atrofida yumshoq to‘qimaning mayda zarralari hamda suyak qipiqlari bo‘ladi. Bu arralama yarasining muhim belgisi.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Sirkulyar va varaqsimon arra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Arralama o‘raligi arra varag‘ining qalinligidan kattaroq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Arra zarbida tish o‘lchamiga mos mayda sanchma yoki sanchma-kesma yaralar qatori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Yara ichida va atrofida yumshoq to‘qima zarrachalari hamda suyak qipiqlari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Sirkulyar arra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Aylanma harakat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Chetlari notekis, tishli, mayda laxtakli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Suyakda nisbatan tekis, yoysimon izlar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Varaqsimon arra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Oldinga-orqaga harakat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Chiziqsimon, mayda tishli, shilinishli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Parallel burtmalar va ariqchalar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arra izlari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arralama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yara chiziqsimon, chetlari mayda tishli va notekis, shilinish alomatlari bor. Uchlarida yuzaki kesma va tirnalmalar.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Suyakning arralama yuzasida arra varag‘iga mos parallel joylashgan burtma va ariqchalar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arra ishlatilgan, sirkulyarmi yoki varaqsimonmi? Javobni belgilar bilan asoslang.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Yoysimon izlar sirkulyar arraga, parallel ariqchalar varaq arraga xos.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 tushunchasi va tarqalishi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Transport travmasi: harakatdagi transport vositasining tashqi va ichki qismlaridan hamda undan yiqilishda olingan jarohatlar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JSST ma’lumotiga ko‘ra, yo‘l-transport hodisalarida yiliga 1,2 milliondan ziyod kishi halok bo‘ladi, 50 milliondan ortig‘i jarohat 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 banki hisobi bo‘yicha moddiy ziyon barcha mamlakatlar yalpi ichki mahsuloti (YaIM)ning 1,5-2,0 %ini tashkil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travmasining ekspertizadagi ulushi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Mexanik jarohatdan o‘lim holatlarining 60-65%i transport travmasiga to‘g‘ri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shaxslar ekspertizasida mexanik jarohatlarning 20-25%i transport travmasidir.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Jahon sog‘liqni saqlash tashkiloti: yiliga 1,2 mln dan ziyod kishi halok, 50 mln dan ortig‘i jarohatlanadi.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Mexanik o‘lim: transport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60-65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Tirik shaxslar: ulush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20-25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Avtotravma ulushi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90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JSST: yiliga halok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1,2</a:t>
            </a:r>
            <a:r>
              <a:rPr sz="1500" b="0">
                <a:solidFill>
                  <a:srgbClr val="6B7280"/>
                </a:solidFill>
                <a:latin typeface="Calibri"/>
              </a:rPr>
              <a:t>  mln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JSST: yiliga jarohat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50</a:t>
            </a:r>
            <a:r>
              <a:rPr sz="1500" b="0">
                <a:solidFill>
                  <a:srgbClr val="6B7280"/>
                </a:solidFill>
                <a:latin typeface="Calibri"/>
              </a:rPr>
              <a:t>  mln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Transport travmasi ulushi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Bob 3. Transport travmasi (57-bet)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Transport travmasining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Transport travmasi — transport vositasining qismlaridan va undan yiqilishda olingan jarohatlar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Murakkab travma — turli transport vositalari to‘qnashganda olinadi, masalan, mototsikl-avtomobil.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Avtotravma — transport travmasining eng ko‘p uchraydigan turi.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Transport travmasi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Avto, mototsikl, velosiped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Traktor va rels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Aviatsion va suv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Murakkab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Turli transport to‘qnashuvi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Turlar sxemasi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Bob 3. Transport travmasi (57-bet), Bob 3. Transport travmasi (58-bet)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Kiyim-boshni saqlash va profilaktika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Vrach jarohatni to‘liq tekshirib tavsiflashi, shuningdek jabrlanganning kiyim-boshi va poyafzaliga ham e’tibor berishi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va poyafzalda hodisani tekshirish uchun muhim jarohat va ifloslanish alomatlari bo‘lishi mumkin; ularni ehtiyotkorlik bilan yechish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holatlarda kiyim xona sharoitida quritiladi, qog‘oz o‘ramga solinadi va huquqni muhofaza etuvchi idoralar xodimlariga topshiriladi.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materiallarini tahlil qilish transport travmasini kamaytirishga qaratilgan chora-tadbirlar uchun taklif va tavsiyalar berish imkonini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Bob 3. Transport travmasi (57-bet), Bob 3. Transport travmasi (57-58-betlar), Bob 3. Transport travmasi (58-bet)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transport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yo‘lda avtomobil urib ketgan bola shifoxonaga keltirildi. Vrach jarohatlarni to‘liq tekshiradi va batafsil tavsiflaydi.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Bolaning kiyim-boshi va poyafzaliga ham e’tibor beriladi: ularda jarohat va ifloslanish alomatlari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Kiyim imkon qadar ehtiyotkorlik bilan echiladi, kerak bo‘lsa xonada quritiladi, qog‘oz o‘ramga solinib huquqni muhofaza idoralariga topshiriladi.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kiyim va poyafzalni nega tashlab yubormaslik kerak, ularda ekspertiza uchun qanday ma’lumot saqlanishi mumkin?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57, 57-58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transport travmasi nima? Javob: harakatdagi transport vositasining tashqi va ichki qismlaridan hamda undan yiqilishda olingan jarohatlar majmui.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JSST bo‘yicha yo‘l-transport hodisalarida yiliga qancha odam halok bo‘ladi? Javob: 1,2 milliondan ziyod, 50 milliondan ortiq kishi jarohatlanadi.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mexanik jarohatdan o‘limlarning qanchasi transport travmasiga to‘g‘ri keladi? Javob: 60-65%; tirik shaxslarda mexanik jarohatlarning 20-25%i.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transport travmasi ekspertizalarida qaysi tur yetakchi? Javob: avtomobil travmasi, ekspertizalarning 90%idan ortig‘i.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Avtotravma va Matishev tasnifi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Avtotravma — transport travmasining eng ko‘p uchraydigan turi.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Avtomobilning tashqi va ichki qismlaridan hamda undan yiqilishda olingan jarohatlar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Matishev va hammualliflari (1968) tasnifi bo‘yicha avtotravmaning olti turi farqlanadi.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Avtotravma turlari (1968)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To‘qnashuv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Bosib o‘tish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G‘ildirak bosib o‘tadi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Ichida shikastlanish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Avtomobil ichida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Yiqilish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Avtomobildan tushib ketish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Qisilish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Avtomobil va boshqa jism orasida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Murakkab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 va undan ortiq tur birga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Matishev va hammualliflari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Avtotravma jarohatlarining to‘rt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Avtotravmadagi jarohatlar diagnostik ahamiyatiga ko‘ra shartli ravishda to‘rt guruhga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Guruhlash shikastlanish mexanizmini, avtotravma turini va ba’zan uning fazasini aniqlashga yordam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Guruhlar avtotravma jarohatini boshqa hodisadagi jarohatdan farqlashda amaliy ahamiyatga ega.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Jarohat guruhlari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Spetsifik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Avtomobil qismi shakli va rasmi  ·  Turi, ba’zan konkret avtomobil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Muayyan tur yoki fazaga mos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Xos bo‘lmagan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Spetsifik va xos belgi yo‘q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Imitatsion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 hodisadagiga o‘xshaydi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Diagnostik ahamiyatiga ko‘ra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58, 60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Spetsifik va xos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Spetsifik (kontakt) jarohat avtomobilning aniq qismi (fara, old bezak, shina protektori) ta’sirida hosil bo‘ladi. Uning shakli shu qismga mos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jarohatlarga bamper-jarohat, sirpanish va sudralish izlari, qobirg‘alarning ko‘p sinishi, qonli “cho‘ntaklar”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Bamper-jarohat odatda ko‘ndalang shilinma, qontalash yoki yara bo‘ladi. Bamper-sinish uchburchak shaklda, asosi birlamchi zarb tomonida.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Bo‘yin umurtqalarining “qamchisimon” sinishi va umurtqa tanalarining kompression sinishi ham xos jarohatlar qatoriga kiradi.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59, 60, 61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Xos bo‘lmagan va imitatsion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Xos bo‘lmagan jarohatlarda spetsifik va xos belgilar yo‘q, shuning uchun ular bo‘yicha avtotravma haqida to‘xtam qilib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guruhga asosan tanadagi shilinmalar, qontalashlar va ayrim yaralar kiradi.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Imitatsion jarohat: old oyna siniqlari kesma yoki sanchma-kesma yarani, tashqariga bo‘rtgan boltlar esa sanchma yarani eslatadi.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imitatsion jarohat boshqa hodisalardagi jarohatlarga o‘xshaydi, shuning uchun adashtirishi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jarohat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Vaziyat: piyodada fara shaklini eslatuvchi iz, qobirg‘alarning ko‘p sinishi va kesma yara aniqlangan.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Savol: har bir jarohat to‘rt guruhdan qaysi biriga kiradi va avtotravma haqida nimani ko‘rsatadi?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oyna siniqlaridan olingan imitatsion jarohat kesma yaraga o‘xshaydi, lekin avtotravmaga xos emas. Spetsifik ≠ xos.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Spetsifik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Fara shaklini takrorlovchi 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Bamper-jarohat, qobirg‘alar ko‘p sinishi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Xos bo‘lmagan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 shilinma, qontalash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Imitatsion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Old oyna siniqlaridan kesma yara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Avtotravma jarohat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59-60, 58-60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Piyoda to‘qnashuvi: to‘rt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Avtomobil old qismi bilan to‘qnashuvda to‘rt faza farqlanadi. Yuk avtomobilida ikkinchi faza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Yosh bolalarda zarb og‘irlik markazidan yuqoriga tushgani uchun ikkinchi faza kuzatilmaydi.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Tezlik past bo‘lsa, to‘rtinchi faza bo‘lmasligi mumkin; sirpanishda parallel shilinmalar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Qismlar bilan zarb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Birlamchi ta’sir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Avtomobilga yiqilish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Yuk avtomobilida bo‘lmaydi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Uloqtirilish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Erga tushish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Erda sirpanish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Parallel shilinmalar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Fazalar ketma-ketligi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61-62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Bamper-jarohatlar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 ta’sirida odatda ko‘ndalang joylashgan shilinma, qontalash yoki yara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Yengil avtomobil bilan to‘qnashuvda boldir suyaklari, yuk avtomobilida esa son suyaklari sinadi. Bu bamper balandligi va tezlikka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Bamper-sinish odatda uchburchak shaklda bo‘ladi, uning asosi birlamchi zarb tomonida joylashadi.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 ingichka bo‘lib, tezlik 55-60 km/soatdan katta bo‘lsa, suyaklarda halqasimon sinish paydo bo‘lishi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Fazalar bo‘yicha jarohatlar xaritasi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faza: fara va bamper shaklini eslatuvchi shilinma hamda qontalash, ya’ni kontakt jarohatlar.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2-fazada jarohat zarb tomonida, 3-fazada esa unga qarama-qarshi tomonda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To‘rtinchi fazada tananing yerdagi sirpanishiga mos parallel shilinmalar hosil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547357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927859"/>
                <a:gridCol w="192785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Jarohat joyi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1. Avtomobil qismlari bilan zarb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Birlamchi ta’sir sohasi, bamper-jarohat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Zarb va tananing umumiy chayqalishi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2. Avtomobilga yiqilish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ta’sir tomoni: bosh, ko‘krak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Zarb, chayqalish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3. Uloqtirilish va erga tushish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Birinchi ta’sirga qarama-qarshi tomon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Erga zarb; barcha sohalar shikastlanadi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4. Erda sirpanish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Sirpanish yo‘nalishiga mos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Parallel shilinmalar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Piyoda to‘qnashuvi: fazalar xaritasi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61, 62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yosh bola piyoda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yosh bola piyoda harakatdagi avtomobilning old qismi bilan to‘qnashgan, avtomobil tezligi past.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Bolada dastlabki zarb og‘irlik markazidan yuqori sohaga tushadi, shuning uchun ikkinchi faza bo‘lmaydi. Past tezlikda to‘rtinchi faza ham bo‘lmasligi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Bamper-jarohat: engil avtomobilda boldir suyaklari, yuk avtomobilida son suyaklari sinadi. Sinish uchburchak shaklida, asosi birlamchi zarb tomonida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bu bolada qaysi fazalar kutiladi va bamper-jarohat avtomobil haqida nimani ko‘rsatadi?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G‘ildirak bilan bosib o‘tish: besh faza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bosib o‘tishda g‘ildirak tanani kesib o‘tadi, noto‘liq o‘tishda esa faqat tanaga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Yo‘nalish tana o‘qiga nisbatan ko‘ndalang, egri yoki uzunasiga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Og‘ir jarohatlar tananing g‘ildirak va yer orasida siqilishidan; spetsifik jarohatlar asosan 3–4-fazada.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Urilish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G‘ildirak tanaga uriladi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Siljish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Tananing siljishi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Chiqish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G‘ildirak tanaga chiqadi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Tushish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G‘ildirak tanadan tushadi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Ikkilamchi siljish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Tananing ikkilamchi siljishi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Bosib o‘tishning besh fazasi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Shina protektori izlari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Protektor izi — spetsifik (kontakt) jarohat. G‘ildirak bilan bosib o‘tishda u nisbatan ko‘p uchraydi.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Iz jarohat izi (qontalash, shilinma) yoki qoplanma iz (ifloslanish) shaklida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xato qilish xavfi — pozitiv iz ≠ negativ iz. Ularning jarohat ko‘rinishi turlicha.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Pozitiv iz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Protektorning bo‘rtib turgan qismidan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Shilinma, qontalash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Negativ iz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Protektorning botiq qismidan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Faqat qontalash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Tana va kiyimda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Tanada: jarohat izi yoki qoplanma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Kiyimda asosan qoplanma (ifloslanish)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Protektor izlari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Tana sohalari bo‘yicha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Uchinchi va to‘rtinchi fazadagi jarohatlar g‘ildirak qaysi tana sohasidan o‘tganiga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Boshni bosib o‘tganda quloq supralari to‘liq yoki qisman ajralishi ham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Odatda g‘ildirak tanaga chiqqan tomonda shikastlanish jiddiyroq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76454"/>
                <a:gridCol w="211043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Suyaklar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Ichki a’zolar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Kalla, yuz suyaklarining ko‘p sinishi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 miya majaqlanadi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Ko‘krak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Qobirg‘alar ikki tomonlama ko‘p sinadi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Shikastlanadi, ba’zan siljiydi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Jarohat, ko‘krak va anal tomon siljish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va oyoq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ko‘p sinadi; oyoqda siniqli sinish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Tos bo‘shlig‘i a’zolari shikastlanadi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G‘ildirak o‘tgan soha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64,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g‘ildirak izi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kiyimda protektorning ifloslanish izi, tanada esa shilinma va qontalash topildi. Bosib o‘tish gumon qilinmoqda.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tanadagi iz qanday ko‘rinadi? Pozitiv iz shilinma-qontalash, negativ iz faqat qontalash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transport turi qanday aniqlanadi? Traktor shinasi izi avtomobil shinasi izidan yaqqol farq qiladi, shu sababli izlar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to‘rtinchi fazada jarohat yo‘qligi bosib o‘tilmaganini bildiradimi? Yo‘q: tezlik 20 km/soatdan oshsa, g‘ildirak “sakrab tushadi”.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63, 74,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Avtomobil ichida: haydovchi jarohatlari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Haydovchida jarohat 4 fazada: oyoq, ko‘krak, bosh va bo‘yin, keyin orqaga tashlanish.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Rulga urilganda ko‘krakda yarim oysimon shilinma va qontalash, iyakda lat yara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Jarohatlar old va chap yuzada; katta tezlikda poyafzal tagida pedal izi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Oyoqlar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Panelga uriladi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Ko‘krak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Rulga uriladi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Tepa qism va oynaga uriladi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Orqaga tashlanish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Tana orqaga tashlanadi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Haydovchida shikast fazalari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Yo‘lovchilar va xavfsizlik kamari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 o‘rindiqda bosh keskin oldinga harakatlanib, kalla va yuz suyaklari sinadi, miya lat yeydi.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 oyna siniqlaridan yuzda shilinma va kesma yaralar; katta tezlikda yo‘lovchi otilib chiqishi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Diagonal kamar bo‘yin boylamlari, to‘sh-umrov bo‘g‘ini yorilishi va qobirg‘a sinishini berishi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8924"/>
                <a:gridCol w="334905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O‘rin / kamar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Xususiyati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Oldingi o‘rindiq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Eng xavfli; tana fiksatsiya qilinmagan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Orqa o‘rindiq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Kamroq; old o‘rindiq orqasiga urilish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Kamar, me’yoriy tezlik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Shikastlanishning oldini 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Kamar, tezlik katta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 shikastlovchi omilga aylanadi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O‘rin va kamar xavfi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66, 66-67, 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Avtomobildan tushib ketish va balandlikdan yiqilish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 faza: mashina qismlariga urilish, erga tushish, erda siljish.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jarohat erga tushishda: boshga — kalla, bo‘yin umurtqalari; oyoqqa — bilvosita sinishlar.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Tezlik 25 km/soatdan oshsa, tana chayqalishidan ichki a’zolar jarohati paydo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Avtomobildan tushish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Erda siljish izlari: parallel shilinmalar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Bevosita: mashina qismlari va erga tushish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Bilvosita jarohat hosil bo‘ladi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Balandlikdan yiqilish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Erda siljishning uchinchi fazasi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Bevosita jarohat erga tushishda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Bilvosita jarohat xuddi shunday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hodisani farqlash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67, 67-68, 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Yiqilishda tana qismlari bo‘yicha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Ko‘pincha tana erga boshi bilan tushadi: kalla va yuz suyaklari sinadi, bosh miya lat yeydi, ikkinchi bo‘yin umurtqasining tishsimon o‘simtasi sinishi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Ko‘krak bilan tushganda tepa (1–4) va o‘rta (5–8) qobirg‘alar, dumba bilan tushganda tos suyaklari va bel umurtqalari tanasi (kompression sinish) shikastlanadi.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oyoq bilan tushganda oyoq kafti bevosita, boldir, son, tos va pastki ko‘krak-bel umurtqalari esa bilvosita sinadi. Bevosita ≠ bilvosita.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Tezlik 25 km/soatdan oshsa, yiqilishning barcha variantlarida tana chayqalib, ichki a’zolar jarohatlanadi. Tezlik oshgan sari jarohat og‘irroq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67-68, 68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Qisilish natijasidagi shikastlanish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Qisilish juda kam uchraydi; zarb va siqilish mexanizmi bilan jarohat ikki fazada yetkaziladi.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Kiyim choklari va burmalari terida qon quyilish shaklida iz qoldiradi. Bu ekximotik kontur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Ko‘krak va qorin siqilsa, kompression asfiksiya (siqilishdan bo‘g‘ilish) tufayli o‘lim bo‘lishi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1-faza: tashqi qism bilan zarb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Kontakt jarohat: shilinma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2-faza: jism orasida siqilish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Ekximotik kontur (kiyim izi)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Kompression asfiksiya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Qisilishda jarohat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68,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ichida, tushib ketish, qisilish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yo‘lovchi katta tezlikdagi to‘qnashuvda old oyna orqali otilib chiqdi, erga boshi bilan tushdi va erda sirpandi.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Tahlil: avtomobil ichidagi shikastlanishdan keyin tushib ketish odatda murakkab avtotravma. Tushib ketishda uch faza: urilish, erga tushish, erda siljish.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Erda siljishdagi parallel yo‘lkasimon shilinmalar tushib ketishni oddiy balandlikdan yiqilishdan farqlaydi.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 3: tana avtomobil va daraxt orasida qisilsa, bu avtotravmaning qaysi turi va nechta fazasi bor? Javob: qisilish, ikki faza.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66-67, 67, 68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Mototsikl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Besh turi bor: piyoda bilan to‘qnashuv, bosib o‘tish, yiqilish, boshqa jism bilan to‘qnashuv, murakkab tur.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Mototsikl travmasi asosan kech bahor, yoz va erta kuz oylarida uchraydi (mavsumiylik).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mototsiklda haydovchi va yo‘lovchi ham shikastlanadi; xos izlar boldir va son yuzalarida.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Avtotravma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Ko‘p uchraydi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holatda emas shikastlanadi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Erda siljish (4-faza) kuzatiladi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G‘ildirak bosishi og‘irroq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Mototsikl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Ancha kam, mavsumiy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Barcha holatda shikastlanadi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Erda siljish kuzatilmaydi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G‘ildirak bosishi yengilroq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Avtotravma va mototsikl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69, 69-70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Mototsikl travmasida jarohatlar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Mototsikl piyoda bilan to‘qnashganda zarb g‘ildirak, rul, richag va zinapoyadan tushadi: oyoq, tos, qorinda shilinma, qontalash, lat-yirtma yara.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Avtotravmadan farqli, mototsikl turg‘un emas, shuning uchun haydovchi va yo‘lovchi barcha holatda shikastlanishi mumkin.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Xos jarohatlar: boldir va sonning old va ichki yuzalarida yoysimon shilinma, lat yara, boldir suyaklarining (ba’zan son) sinishi.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Mototsikl g‘ildiragi bilan bosib o‘tish kam uchraydi; jarohat avtomobilnikiga o‘xshash, lekin massa kichik bo‘lgani uchun yengilroq.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Mototsikl travmasi turlari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Piyoda bilan to‘qnashuv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G‘ildirak bosib o‘tishi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Mototsikldan yiqilish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 jism bilan zarb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Transport yoki harakatsiz jism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Murakkab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2 va undan ortiq tur birga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Beshta tur (G‘iyosov)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69,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Rels travmasi: bosilish va shilinish yo‘lkalari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Olti turi bor: to‘qnashuv, bosib o‘tish, yiqilish, transport ichida shikast, siqilish, murakkab travma.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“T” shaklli shilinma (“chimchi” belgisi) g‘ildirak chiqayotgan, relslar oralig‘iga qaragan sohada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Tana bo‘linganda rels tomonida chetlar tekis, g‘ildirak tomonida yirik tishsimon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G‘ildirak toji tanaga tegadi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“T” shaklli shilinma (chimchi)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Bosilish yo‘lkasi hosil bo‘ladi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Chetida shilinish yo‘lkalari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Tana ikkiga bo‘linishi mumkin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Rels travmasida izlar ketma-ketligi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70-71, 72, 73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Traktor travmasi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Olti turi bor: to‘qnashuv, bosib o‘tish, kabinada shikast, yiqilish, siqilish, murakkab travma.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qishloq joylarda uchraydi; sanoat, qurilish va kommunal xo‘jalikda ham kuzatilishi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O‘rmalovchi traktor tishlari kiyim va tanani ilib, tagiga tortadi; ifloslanish izi zanjir traklariga 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G‘ildirakli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To‘qnashuvda 2-faza kuzatilmaydi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Ko‘krak-qorin, ichki a’zolar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Protektor izi avtodan farq qiladi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O‘rmalovchi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To‘qnashuvda 4-faza bo‘lmaydi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Mahalliy jarohat; bilvosita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Zanjir tortib oladi, kiyimda trak izi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Traktor turlari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74, 74-75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Aviatravma: turlari va shikastlovchi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Aviatravmaning to‘rt turi: apparat ichida, uni tark etishda, erga urilishda va erda shikastlanish.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Omillar bir vaqtda yoki ketma-ket ta’sir qiladi. Portlash to‘lqini, termik va toksik omillar ham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Murdalarni, ayniqsa ekipaj a’zolarini, identifikatsiya qilish muhim ahamiyatga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300578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Dinamik o‘ta kuch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 qonsizlanishi, hushning yo‘qolishi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Qarama-qarshi havo oqimi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Yuz to‘qimasi ajralishi, barotravma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Portlash dekompressiyasi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 va quloq barotravmasi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Balandlik dekompressiyasi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tomirlarida gaz pufakchalari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omillar va oqibatlari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75, 76-78,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Aviatravma: shikastlovchi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Aviatravmada ko‘plab omillar bir vaqtda yoki ketma-ket ta’sir qiladi: dinamik va zarb o‘ta kuch, havo oqimi, dekompressiya, portlash, termik omil.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Havo oqimi 800 km/soat va undan katta tezlikda qattiq jism kabi ta’sir etadi: og‘iz burchaklari yorilishi, yuz yumshoq to‘qimalarining ajralishi.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Portlash dekompressiyasi 8 km dan baland germetizatsiya buzilganda, balandlik dekompressiyasi 19 km va undan yuqorida kuzatiladi.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Termik ta’sir yo‘lovchilarda ko‘proq (yonilg‘i baklari fyuzelyaj o‘rtasida); toksik omil — is gazi, formaldegid, vinilxlorid.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Havo oqimi: qattiq jism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≥ 800</a:t>
            </a:r>
            <a:r>
              <a:rPr sz="1400" b="0">
                <a:solidFill>
                  <a:srgbClr val="6B7280"/>
                </a:solidFill>
                <a:latin typeface="Calibri"/>
              </a:rPr>
              <a:t>  km/soat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Portlash dekomp.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 8</a:t>
            </a:r>
            <a:r>
              <a:rPr sz="1500" b="0">
                <a:solidFill>
                  <a:srgbClr val="6B7280"/>
                </a:solidFill>
                <a:latin typeface="Calibri"/>
              </a:rPr>
              <a:t>  km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Balandlik dekomp.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≥ 19</a:t>
            </a:r>
            <a:r>
              <a:rPr sz="1500" b="0">
                <a:solidFill>
                  <a:srgbClr val="6B7280"/>
                </a:solidFill>
                <a:latin typeface="Calibri"/>
              </a:rPr>
              <a:t>  km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Portlashda sochilish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</a:t>
            </a:r>
            <a:r>
              <a:rPr sz="1500" b="0">
                <a:solidFill>
                  <a:srgbClr val="6B7280"/>
                </a:solidFill>
                <a:latin typeface="Calibri"/>
              </a:rPr>
              <a:t>  m gacha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Turboreaktiv gaz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500-600</a:t>
            </a:r>
            <a:r>
              <a:rPr sz="1500" b="0">
                <a:solidFill>
                  <a:srgbClr val="6B7280"/>
                </a:solidFill>
                <a:latin typeface="Calibri"/>
              </a:rPr>
              <a:t>  °C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Aviatravma ko‘rsatkichlari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76, 76-77, 77,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Aviatravma: ekspertiza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Aviatravma aksariyat holatda favqulodda hodisa bo‘lib, turli mutaxassislar guruhi tomonidan belgilangan tartibda sinchiklab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Murdalar va qoldiqlar bo‘yicha shaxslarni, ayniqsa ekipaj a’zolarini identifikatsiya qilish muhim ahamiyatga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Uchuvchi murdasida jarohat paytidagi tana qismlari holati, sog‘liq, toksik moddalar va o‘lim sababi chuqur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Ekspertlar uchuvchining tibbiy hujjatlarini ham o‘rganadi.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Uchuvchi ekspertizasi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90395"/>
            <a:ext cx="0" cy="3277209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90395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Tana qismlari holati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Jarohat paytida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609697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236622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236622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Sog‘liq holati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055924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055924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Toksik moddalar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Organizmda mavjudligi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24830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875227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875227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O‘lim sababi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50676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694529"/>
            <a:ext cx="3779215" cy="746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694529"/>
            <a:ext cx="3779215" cy="74615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Tibbiy hujjatlar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Ekspertiza savollari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va tezkor savol: rels va aviatravma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1: temir yo‘lda topilgan jabrlanganning kiyimi va tanasida moy va ko‘mir zarralari, terisida “T” shaklidagi shilinma bor. Bu qaysi travma?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Tezkor savol: “T” shilinma (“chimchi”) qaysi tomonda? Javob: g‘ildirakka qaragan, relslar oralig‘i tomonda, g‘ildirak chiqayotgan sohada.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Voqea 2: samolyot katta balandlikda germetizatsiyasi buzilib qulagan. Murdalarda nog‘ora pardasi yorilgan, o‘rta quloqda qon quyilgan. Sabab nima?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portlash dekompressiyasi (8 km dan yuqori) ≠ balandlik dekompressiyasi (19 km va undan yuqori, teri osti yog‘da gaz pufakchalari).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71-73, 72, 77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xulosalar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Transport travmasi avtomobil, mototsikl, velosiped, traktor, rels, aviatsion va suv turlariga bo‘linadi. Ekspertizalarning 90%idan ortig‘i avtotravma.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Avtotravmaning olti turi bor: to‘qnashuv, g‘ildirak bilan bosib o‘tish, avtomobil ichida shikastlanish, yiqilish, qisilish va murakkab tur.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turning o‘z fazalari bor: to‘qnashuvda to‘rtta, g‘ildirak bilan bosib o‘tishda beshta, avtomobildan tushib ketishda uchta.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Jarohatlar to‘rt guruhga bo‘linadi: spetsifik, xos, xos bo‘lmagan va imitatsion. Bu ekspertiza hamda to‘g‘ri tashhis va davolash uchun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57, 58, 61-67, 58-60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Jahon sogʻliqni saqlash tashkilotining maʼlumotlariga koʻra, dunyoda yoʻl-transport hodisalarida har yili 1,2 milliondan ortiq kishi halok boʻladi, 50 milliondan ortiq kishi jarohatlanadi. Mexanik jarohatlardan oʻlim holatlarining 60-65 %i transport travmasiga toʻgʻri keladi.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(oʻzimiz tuzgan): avtotravmaning 6 turi — “To‘qnashuv, Bosib o‘tish, Ichida, Yiqilish, Qisilish, Murakkab”. Har turning bosh harfini eslang: T-B-I-Y-Q-M. Bu tartib darslikdagi Matishev tasnifiga mos keladi.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Pediatriya uchun muhim hodisa: yosh bolalarda dastlabki zarb tananing ogʻirlik markazidan yuqoriga toʻgʻri keladi. Shu sababli piyoda avtomobilga yiqilish (ikkinchi) fazasi boʻlmaydi. Bu katta yoshlilardagi jarohatlar manzarasidan farq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bamper-sinish uchburchak shaklida boʻlib, uning asosi birlamchi zarb tomonida turadi. Yengil avtomobilda odatda boldir suyaklari, yuk avtomobilida son suyaklari sinadi. Shunga qarab avtomobil turi va tezligi haqida fikr yuritish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rels travmasida gʻildirak tanaga chiqayotgan tomonda “T” shaklidagi shilinma (“chimchi” belgisi) hosil boʻladi. Gʻildirak bilan rels oraligʻidagi tanaga 1 kv. sm ga 5 tonna va undan ortiq kuch taʼsir qilishi mumkin.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mashgʻulot: Mexanik jarohatlar. O‘tkir va o‘tmas jismlarlardan yetkazilgan jarohatl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3. Transport travmasi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