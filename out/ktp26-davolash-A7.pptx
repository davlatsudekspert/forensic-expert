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zaharlanish zo‘ravon o‘lim tarkibida uchinchi o‘rinda turadi deb o‘ylaysiz? 2) Tirik shaxslar ekspertizasida zaharlanish qanday uchrashi mumkin? Doskada: zo‘ravon o‘lim sabablarini 1-2-3 tartibda yozdiring. Tipik xato: zaharlanishni zo‘ravon o‘limning eng ko‘p uchraydigan turi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Dori va zahar o‘rtasidagi chegarani nima belgilaydi? Doskada: Paratsels iborasini yozing. Tipik xato: ayrim moddalarni «mutlaq zahar»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Klinik va sud-tibbiy toksikologiyaning savollari qanday farq qiladi? Doskada: ikki ustunli jadval. Tipik xato: sud-tibbiy toksikologiyani davolash fani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zaharlash yo‘li bilan qotillik kam uchraydi? Doskada: uch turni tez-ko‘pdan kamga qarab yozing. Tipik xato: baxtsiz hodisani qasddan zaharlash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Javob: baxtsiz hodisa (yatrogen). Muhokama: bunda qanday hujjatlar kerak bo‘ladi? Doskada: «xato → zaharlanish» zanjiri. Tipik xato: yatrogen zaharlanishni qasddan sodir etilgan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Bitta zahar turli odamlarda nega turlicha ta’sir qiladi? Doskada: 4 omil sxemasi. Tipik xato: faqat dozani hisobga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Fenolning konsentrlangan va suyultirilgan eritmasi nega boshqacha ta’sir qiladi? Doskada: doza-ta’sir sxemasi. Tipik xato: moddaning nomiga qarab xavfni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Bariy sulfat va xlorid farqi nimada? Doskada: eruvchanlik → ta’sir. Tipik xato: bir kimyoviy elementning barcha birikmalarini bir xil zaharli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Kumulyatsiya surunkali zaharlanishda nimani anglatadi? Doskada: «oz-oz kirish → to‘planish». Tipik xato: kumulyatsiyani faqat o‘tkir zaharlanishga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Talabalar javobini 30 soniyada beradi. Muhokama: eruvchanlikning yana qanday ahamiyati bor? Doskada: ikki javobni yozing. Tipik xato: erimaydigan modda zaharsiz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dozani vaznga nisbatan hisoblaymiz? Doskada: yosh bo‘yicha sezgirlik. Tipik xato: bolaga kattalar dozasini «yarmi» qilib berish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Idiosinkraziya nima va nega ekspert uni hisobga oladi? Doskada: 3 omil — salomatlik, genetika, tolerantlik. Tipik xato: tolerantlikni zaharlanish yo‘qligi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nafas yo‘li orqali kirgan zahar kuchliroq? Doskada: jigar «filtri» sxemasi. Tipik xato: barcha yo‘llarni teng xavfli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ishlab chiqarishlarda tashqi sharoit muhim? Doskada: ikki ustun — kuchaytiradi / susaytiradi. Tipik xato: tashqi sharoitni barcha zaharlarga bir xil ta’sir qiladi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Javob: yopiq muhit, havo almashinuvi yo‘qligi, harorat va namlik. Muhokama: dalil sifatida nimalar olinadi? Doskada: hodisa joyi sxemasi. Tipik xato: sababni faqat murdadan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bosqich dalili hal qiluvchi? Doskada: 3 bosqichli zanjir. Tipik xato: faqat laboratoriyaga tayanib, hodisa joyini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Hodisa joyidan qanday ashyoviy dalillar olinadi? Doskada: 5 ta e’tibor obyekti. Tipik xato: tibbiy hujjatlarni o‘rganmaslik.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Xos o‘zgarish bo‘lmasa, zaharlanishni qanday isbotlaymiz? Doskada: «bor / yo‘q» belgilar. Tipik xato: morfologik o‘zgarish yo‘qligini zaharlanish yo‘q degan xulosa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Hidga asoslanib xulosa qilish mumkinmi? Doskada: rang — zahar juftliklari. Tipik xato: belgini yagona isbot deb olish; tasdiq laboratoriyada.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Nima uchun miqdoriy tahlil zarur? Doskada: laboratoriya turlari ro‘yxati. Tipik xato: faqat sifat tahlilini yetarli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qon va ichki a’zolar alohida idishlarga solinadi? Doskada: «kirish — ta’sir — chiqish». Tipik xato: faqat oshqozon ichidagi massani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Alkogol konsentratsiyasi qonda qanday o‘zgaradi? Doskada: «kirish — taqsimlanish — chiqish». Tipik xato: toksikokinetikani toksikodinamika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ayrim zaharlarning metaboliti o‘zidan xavfliroq? Doskada: metanol → formaldegid. Tipik xato: biotransformatsiyani doim zararsizlantirish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Metatoksik ta’sir qachon paydo bo‘ladi? Doskada: sirka kislotasi misolida 3 bosqich. Tipik xato: birlamchi ta’sirni yagona ta’sir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Mahalliy zahar umumiy reaksiya keltiradimi? Doskada: ikki guruh jadvali. Tipik xato: guruhlarni mutlaq ajratish.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guruh to‘qima tuzilishini buzadi? Doskada: 3 guruhli sxema. Tipik xato: funksional zaharlarni destruktiv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funksional zaharlarda murdada xos o‘zgarish topilmasligi mumkin? Doskada: uch tur. Tipik xato: bu zaharlarni zararsiz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Nega o‘yuvchi moddalar qotillikda kam qo‘llanadi? Doskada: uchta guruh — kislota, ishqor, boshqalar. Tipik xato: o‘yuvchi zaharlarni faqat mahalliy ta’sirli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Kislota qaysi nekrozni keltiradi va nima uchun? Doskada: koagulyatsion va kolliqvatsion nekrozni solishtiring. Tipik xato: kislota va ishqor nekrozini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erta va kech o‘lim sabablari farq qiladi? Doskada: vaqt chizig‘i. Tipik xato: o‘lim sababini faqat kuyish bilan tushuntirish.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Kislotani rangiga qarab aniqlash mumkinmi? Doskada: letal dozalar jadvali. Tipik xato: letal dozani mutlaq chegara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Sirka kislotasining boshqa kislotalardan asosiy farqi nima? Doskada: «mahalliy + gemolitik». Tipik xato: fenolni oddiy kislota sifatida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Javob: mahalliy — kuyish, oqmalar, hid; rezorbtiv — gemoliz, nefroz. Muhokama: laboratoriya qaysi namunalarni oladi? Doskada: mahalliy va rezorbtiv belgilar ustuni. Tipik xato: faqat tashqi kuyishga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Ishqor kislotadan nimasi bilan farq qiladi? Doskada: ikki nekroz turi. Tipik xato: ishqor ta’sirini koagulyatsion nekroz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Nashatir spirti bilan alkogol nega xavfli birikma? Doskada: ishqor va ammiak belgilari. Tipik xato: ammiakni kaliy gidroksidning o‘zi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Formalin murda to‘qimasiga qanday ta’sir qiladi? Doskada: uch modda — uch belgi. Tipik xato: formalinni faqat laboratoriya fiksatori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Kumulyatsiya ekspertiza uchun qanday ahamiyatga ega? Doskada: «sulfgidril guruh → ferment». Tipik xato: bu zaharlarni faqat o‘tkir zaharlanishga sabab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Simobni o‘n yillardan keyin ham aniqlash nimaga bog‘liq? Doskada: sulema belgilari. Tipik xato: sof simobni og‘iz orqali o‘ta zaharli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Talliy osh tuziga o‘xshashligi qanday xavf tug‘diradi? Doskada: simob va qo‘rg‘oshin farqi. Tipik xato: qo‘rg‘oshin zaharlanishini simob zaharlanishi kabi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tipda murdadagi o‘zgarishlar nega har xil? Doskada: GI va paralitik tiplar jadvali. Tipik xato: margimushni faqat ichak zahari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Zaharlanishlar. Zahar haqida tushuncha. Zaharli moddalarning tasnifi. Zaharlanish hollarida sud-tibbiy ekspertiza xususiyatlari. Isbotlash manbalari. Zaharlarning organizmga ta’sir qilish shartlari. Mahalliy va umumiy (rezorbtiv) ta’sir qiluvchi zaharlar bilan zaharlanish.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sud-tibbiy toksikologiya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omillar ta’siridagi sog‘liq buzilishi va o‘lim holatlari murda hamda tirik shaxslar ekspertizasida nisbatan keng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Zo‘ravon o‘lim tarkibida zaharlanishlar mexanik jarohatlar va mexanik asfiksiyadan keyin uchinchi o‘rinni egallaydi.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tibbiyotining fan sifatida shakllanishi aynan sud-tibbiy toksikologiyadan boshlangan.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Sud-tibbiy toksikologiya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Uchrashi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va tirik ekspertizada keng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Zo‘ravon o‘limda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Jarohat, asfiksiyadan keyin 3-o‘rin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Tarixiy o‘rni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Sud tibbiyoti shundan shakllangan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Sud-tibbiy toksikologiyaning o‘rni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zaharlanish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nisbiy tushuncha: oz miqdorda ta’sir etib, sog‘liqni buzadigan yoki o‘limga olib keladigan modda.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Tabiatda mutlaq zahar ham, mutlaq beziyon modda ham yo‘q; Paratsels: moddani doriga yoki zaharga faqat doza aylantiradi.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 miqdordagi modda ta’sirida vujudga keladigan sog‘liq buzilishi zaharlanish deb ataladi.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Zahar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Oz miqdorda sog‘liqni buzuvchi modda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Nisbiylik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Mutlaq zahar ham, beziyon modda ham yo‘q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Paratsels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Doriga yoki zaharga doza aylantiradi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Zaharlanish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Oz modda ta’siridagi sog‘liq buzilishi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 tushunchasi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Toksikologiya yo‘nalishlari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Toksikologiya yo‘nalishlari: sanoat, qishloq xo‘jaligi, harbiy, oziq-ovqat, maishiy, sud-tibbiy.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toksikologiya huquqni muhofaza idoralari qo‘ygan vazifalarni hal 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Toksikologiya yo‘nalishlari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Sanoat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Qishloq xo‘jaligi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Harbiy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Oziq-ovqat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Maishiy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Sud-tibbiy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Huquqni muhofaza vazifalari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Toksikologiya yo‘nalishlari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kelib chiqish tafsilotlari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qotillik, o‘z-o‘zini o‘ldirish yoki baxtsiz hodisa ko‘rinishida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Ko‘pchilik holat baxtsiz hodisa; keyin o‘z-o‘zini o‘ldirish; qotillik kamdan-kam.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1-o‘rin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baxtsiz hodisa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2-o‘rin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o‘z-o‘zini o‘ldirish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3-o‘rin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qotillik (kam)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Yatrogen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dori dozasi xatosi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Zaharlanishning kelib chiqishi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yatrogen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Baxtsiz hodisalarda zaharlanish tasodifan yuz beradi; ayrimlari yatrogen kelib chiqishga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muolajalarda dori dozasini belgilashdagi xato yoki bir dorining o‘rniga boshqa modda qo‘llanganda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shifokor dozani noto‘g‘ri belgilab bemor zaharlansa, bu qaysi turga kiradi?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Ta’sirga oid to‘rt guruh omil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vujudga kelishida to‘rt guruh omil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Bular: zaharli modda, organizm, kirish yo‘li va ta’sir vaqtidagi tashqi shart-sharoit.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Ta’sir omillari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Zaharli 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Tuzilishi, miqdori  ·  Eruvchanligi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Vazni, yoshi  ·  Salomatligi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 yo‘li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Qonga o‘tish tezligi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sharoit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Harorat, namlik  ·  Yopiq muhit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 omillarining 4 guruhi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 modda omillari: tuzilish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tuzilish xususiyatni belgilaydi: is gazi va karbonat angidridi o‘xshash tuzilishda ham toksikligi bir xil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 muhim: farmakologiyada terapevtik, toksik va letal dozalar farqlanadi; konsentratsiya ham ta’sirni o‘zgartiradi.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3% sirka kislota eritmasi va sirka essensiyasi ta’sirini taqqoslab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Tuzilish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Xususiyatni belgilaydi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CO va CO2: toksikligi bir xil emas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Miqdor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Terapevtik, toksik, letal doza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Konsentratsiya ta’sirni o‘zgartiradi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Misol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3% sirka eritmasi ≠ sirka essensiyasi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Zaharli modda omillari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132–133, 133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Agregat holat, eruvchanlik, vexikulum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Gazsimon moddalar suyuqdan, suyuq moddalar qattiqdan kuchliroq ta’sir etadi — qonga tez o‘tgani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Bariy sulfat erimaydi (kontrast butqa), bariy xlorid eriydi va kuchli zahar; fosfororganik birikmalar yog‘da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Vexikulum ta’sirni o‘zgartiradi: margimush ishqoriy muhitda kuchayadi, sianidlar kislotali muhitda kuchliroq.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Agregat holat va eruvchanlik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Agregat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Gaz &gt; suyuq &gt; qattiq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Eruvchanlik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BaSO4 erimaydi (kontrast)  ·  BaCl2 eriydi, kuchli zahar  ·  Fosfororganiklar yog‘da eriydi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Vexikulum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 ishqorda kuchayadi  ·  Sianid kislotali muhitda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Agregat holat, eruvchanlik, vexikulum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to‘planishi (kumulyatsiya)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Zaharli moddalarning organizmda to‘planish xususiyati (kumulyatsiya) inobatga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metall birikmalarida kumulyatsiya katta ahamiyatga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Kamdan-kam hollarda zahar toza holda kiradi; ko‘pincha ichimlik, ovqatga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Zahar organizmga kiradi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Kumulyatsiya (to‘planish)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 metallarda ahamiyatli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Ko‘pincha ovqatga qo‘shilgan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Kumulyatsiya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zaharli moddaning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bariy sulfat kontrast tekshiruvda nega xavfsiz? Javob: suvda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yog‘da eruvchi fosfororganik birikmalar qaysi yo‘l bilan so‘riladi? Javob: shilliq qavat va hatto shikastlanmagan teri orqali.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omillari: massa, jins, yosh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miqdordagi zahar turli vaznli odamlarda har xil ta’sir qiladi; dori dozasi 1 kg vaznga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 bo‘yicha farq bo‘lmaydi, ammo ayollarda ayrim fiziologik davrlarda (homiladorlik) sezgirlik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 kattalardan sezgirroq: vazni kichik va qarshilik tizimi to‘liq shakllanmagan.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Massa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Vazniga qarab ta’sir farq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Dori dozasi 1 kg ga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Farq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Homiladorlikda sezgirlik ortadi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Bolalar sezgirroq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Qarshilik tizimi to‘liq emas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Organizm omillari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133–134, 134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Salomatlik, genetika, tolerantlik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Sog‘lom organizm zaharga kuchliroq qarshilik ko‘rsatadi; yurak, jigar, buyrak kasalliklarida qarshilik cheklanadi.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Xolinesteraza faolligi tug‘ma past bo‘lsa, miorelaksantlar ta’siri kuchayadi; G-6-FDG yetishmovchiligi sulfanilamidlarga sezgirlikni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Takroriy ta’sir tolerantlikni keltirishi mumkin; giyohvandlikda esa bog‘liqlik va abstinensiya sindromi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Organizm qarshiligi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Salomatlik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Sog‘lom: kuchli qarshilik  ·  Yurak/jigar/buyrak kasali: cheklanadi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Genetika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Past xolinesteraza → miorelaksant  ·  G-6-FDG yetishmovchiligi → sulfanilamid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Tolerantlik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Takroriy ta’sirda  ·  Giyohvandlik: abstinensiya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Salomatlik, genetika va tolerantlik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Zaharning kirish yo‘li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teri, og‘iz, nafas yo‘llari, to‘g‘ri ichak yoki inyeksiya orqali kiradi; qonga qancha tez o‘tsa, ta’sir shuncha kuchli.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yo‘llari, to‘g‘ri ichak va qin shilliq qavatidan so‘rilgan moddalar jigardan o‘tmaydi, shuning uchun kuchliroq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va yog‘da erimaydigan moddalar faqat mahalliy ta’sir ko‘rsatishi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Kirish yo‘llari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Teri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Og‘iz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Nafas yo‘llari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Jigardan o‘tmaydi — kuchliroq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To‘g‘ri ichak, qin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Jigardan o‘tmaydi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Inyeksiya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Erimaydiganlar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Faqat mahalliy ta’sir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Zaharning kirish yo‘llari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134, 135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vaqtidagi tashqi sharoit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omillar faqat ayrim moddalarda ahamiyatli; ayniqsa kasbiy zaharlanishlarda katta rol o‘ynaydi.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Yopiq, issiq va nam muhit alkogol va is gazi bilan zaharlanishga moyillik yaratadi.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Ochiq muhit, past harorat va namlik ularning ta’sirini susaytiradi.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Kuchaytiradi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Yopiq, issiq, nam muhit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Alkogol, is gazi zaharlanishi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Susaytiradi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Ochiq muhit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Past harorat va namlik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Ahamiyati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ayrim moddalarda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Kasbiy zaharlanishda katta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Tashqi sharoit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cheklangan muhitda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Vodorod sulfid bilan zaharlanish cheklangan muhitda, masalan kanalizatsiya quduqlarida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 va is gazi bilan zaharlanishga yopiq, issiq va nam muhit moyillik yaratadi.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quduqda topilgan murdada qaysi tashqi sharoit omillarini qayd etasiz?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diagnostika: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Zaharlanishning sud-tibbiy diagnostikasi uch bosqichda to‘planadigan dalillarga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1) hodisa joyi va tibbiy hujjatlar; 2) murda tekshiruvi; 3) qo‘shimcha laboratoriya tekshiruvlari.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1: Hodisa joyi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Joy va tibbiy hujjatlar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2: Murda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Tashqi va ichki tekshiruv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3: Laboratoriya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Qo‘shimcha tekshiruvlar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Diagnostika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1-bosqich: hodisa joyi va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Ko‘rikda yot hid, dori idishlari, shpritslar, retseptlar, qusuq moddalar qayd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Inyeksiya izlari, teri va shilliq qavat holati, dog‘lar rangi, qotish zaharlanishga shubha uyg‘otadi.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Funksional zaharlarda tibbiy hujjatlar (klinika, laboratoriya) salmoqli dalil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1-bosqich: dalillar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Joyda topiladi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Yot hid, dori idishi  ·  Shprits, retsept, qusuq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Tanada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Inyeksiya izi, dog‘ rangi  ·  Qotish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Hujjat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Klinika, laboratoriya (funksional zahar)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Hodisa joyi va hujjatlar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2-bosqich: murda tekshiruvi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va ichki tekshiruvda teri va shilliq qavat rangi, inyeksiya izlari, yot hid, dog‘lar, qotish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O‘yuvchi zaharlarda og‘iz atrofidagi terida kimyoviy kuyish izlari (oqmalar)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Funksional zaharlarda murdada xos o‘zgarish aniqlanmasligi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Umumiy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Teri va shilliq qavat rangi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Inyeksiya izi, yot hid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Dog‘lar, qotish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O‘yuvchi zahar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Og‘iz atrofida kimyoviy kuyish oqmalari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Funksional zahar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Xos o‘zgarish bo‘lmasligi mumkin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tekshiruvi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belgilari bo‘yicha taxmin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gazida dog‘lar pushti, sianidlarda yorqin olcha rang; jadvalga qarang.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Sianidlarda achchiq bodom hidi, sirka kislotasida o‘tkir hid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Qotish strixninda tez va kuchli; xloral gidrat, kurare, miorelaksantlarda sust.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Murda belgilari → taxmin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Pushti dog‘lar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 gazi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Olcha rang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Sianidlar  ·  Achchiq bodom hidi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Jigarrang-qo‘ng‘ir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Methemoglobin hosil qiluvchi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Sarg‘ish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Gemoliz chaqiruvchi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Qotish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Tez: strixnin  ·  Sust: xloral gidrat, kurare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belgilari bo‘yicha taxmin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3-bosqich: laboratoriya tekshiruvlari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 laboratoriya tekshiruvlari: gistologik, sud-kimyoviy, biokimyoviy, farmakologik, botanik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sud-kimyoviy (toksikologik) tekshiruv o‘tkaziladi; sifat bilan birga miqdoriy tahlil ham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 tekshiruvlarining ko‘lami xulosaning ishonchliligi va asoslanganligini belgilaydi.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Laboratoriya tekshiruvlari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Turlari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Gistologik, sud-kimyoviy  ·  Biokimyoviy, farmakologik  ·  Botanik va b.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Asosiysi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Sud-kimyoviy (toksikologik)  ·  Sifat va miqdoriy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Ahamiyati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Xulosa ishonchliligini belgilaydi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Laboratoriya tekshiruvlari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«Uch nuqta» qoidasi va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ma’lum bo‘lsa, obyektlar «uch nuqta» qoidasi bo‘yicha olinadi: kirgan, ta’sir etgan, chiqqan joylardan.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 orqali kirgan zahar uchun oshqozon ichidagi massa, jigar bo‘lagi va siydik bilan butun buyrak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 noma’lum bo‘lsa, miyaning 1/3 qismi, o‘pkaning 1/4 qismi, jigarning 1/3 qismi, ichak va 100–200 ml qon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Zahar ma’lum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Uch nuqta: kirgan, ta’sir etgan, chiqqan joy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Og‘iz orqali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Oshqozon massasi, jigar bo‘lagi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Siydik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Butun buyrak va siydik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Zahar noma’lum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Miya 1/3, o‘pka 1/4, jigar 1/3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Qo‘shimcha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Ichak va 100–200 ml qon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Namunalarni olish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Toksikokinetika — zaharning kirishi, taqsimlanishi, metabolizmi va chiqarilishi jarayonlari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qonga qancha tez o‘tsa, ta’siri shuncha kuchli.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Chiqarilish o‘pka, jigar, buyrak, ichak, teri, sut va so‘lak bezlari orqali.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93467" y="2295144"/>
            <a:ext cx="854987" cy="667512"/>
          </a:xfrm>
          <a:prstGeom prst="line">
            <a:avLst/>
          </a:prstGeom>
          <a:ln w="381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093467" y="3895344"/>
            <a:ext cx="854987" cy="667512"/>
          </a:xfrm>
          <a:prstGeom prst="line">
            <a:avLst/>
          </a:prstGeom>
          <a:ln w="381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7043840" y="3895344"/>
            <a:ext cx="854987" cy="667512"/>
          </a:xfrm>
          <a:prstGeom prst="line">
            <a:avLst/>
          </a:prstGeom>
          <a:ln w="381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43840" y="2295144"/>
            <a:ext cx="854987" cy="667512"/>
          </a:xfrm>
          <a:prstGeom prst="line">
            <a:avLst/>
          </a:prstGeom>
          <a:ln w="381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0307" y="1417320"/>
            <a:ext cx="2011680" cy="822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Kirish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39935" y="3017520"/>
            <a:ext cx="2011680" cy="8229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Taqsimlanish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0307" y="4617720"/>
            <a:ext cx="2011680" cy="8229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Metabolizm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3017520"/>
            <a:ext cx="2011680" cy="8229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Chiqarilish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Toksikokinetika bosqichlari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136, 137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Biotransformatsiya va to‘planish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Biotransformatsiya asosan jigarda; fosfororganiklar oksidlanganda kuchayadi, gidrolizda susayadi.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Metanol, etanol, etilenglikol oksidlanganda ancha kuchli toksik moddalar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Yog‘da eruvchi moddalar miya, jigar, yog‘da; margimush va qo‘rg‘oshin suyak va sochda to‘planadi.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Metabolit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 spirti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Atsetaldegid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Etilenglikol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Oksalat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Metabolit o‘zidan xavfliroq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Toksikodinamika — zaharli modda va organizmning o‘zaro ta’sir mexanizmi, organizm javob reaksiyalari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Shartli ravishda birlamchi toksik, keyingi toksik va metatoksik ta’sirlar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sirka kislotasi avval kuyish, so‘ng gemoliz, keyin toksik gepatit va nefroz keltiradi.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Birlamchi toksik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Zaharning dastlabki ta’siri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Keyingi toksik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Keyingi o‘zgarishlar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Metatoksik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Kechki ta’sir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Misol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Sirka kislota: kuyish → gemoliz → gepatit, nefroz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Toksikodinamika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shartli ravishda mahalliy va umumiy ta’sir etuvchilarga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 zaharlar (kislota, ishqor, H2O2, formaldegid, KMnO4, yod) kontakt joyida nekroz chaqiradi.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ta’sirlilar qonga so‘rilgach zaharlaydi, shuning uchun rezorbtiv deyiladi.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Zaharlar tasnifi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Mahalliy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Kislota, ishqor, H2O2  ·  Formaldegid, KMnO4, yod  ·  Kontakt joyida nekroz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Rezorbtiv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Qonga so‘riladi  ·  Destruktiv, qon, funksional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Mahalliy va rezorbtiv zaharlar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Rezorbtiv zaharlar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Rezorbtiv zaharlar uch guruh: destruktiv, qon (gemotrop) va funksional zaharlar.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Destruktiv zaharlar: simob, qo‘rg‘oshin, rux, margimush, fosfor va ularning birikmalari.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zaharlari gemoglobinotrop, gemolitik va boshqalarga bo‘linadi.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Rezorbtiv zaharlar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Destruktiv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Simob, qo‘rg‘oshin, rux  ·  Margimush, fosfor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(gemotrop)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Gemoglobinotrop  ·  Gemolitik va b.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Funksional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Nerv tizimi faoliyatini buzadi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Rezorbtiv zaharlar guruhlari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138, 139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Funksional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Funksional zaharlar a’zo va to‘qimalar, birinchi navbatda markaziy va periferik nerv tizimi faoliyatini buzadi.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nerv tizimini falajlovchilar: sianidlar, fosfororganik birikmalar, vodorod sulfid.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Qo‘zg‘atuvchilar: strixnin, kofein, amfetaminlar, kokain; so‘ndiruvchilar: etil spirti, barbituratlar, trankvilizatorlar.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Funksional zaharlar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MNT falajlovchi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Sianidlar  ·  Fosfororganiklar  ·  Vodorod sulfid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Qo‘zg‘atuvchi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Strixnin, kofein  ·  Amfetamin, kokain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So‘ndiruvchi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Etil spirti  ·  Barbituratlar, trankvilizatorlar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Funksional zaharlar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139, 139–140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O‘yuvchi moddalar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O‘yuvchi moddalar asosan mahalliy ta’sir etadi, kontakt joyida yaqqol o‘zgarish va umumiy o‘zgarishlar keltiradi.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og‘iz orqali tasodifiy xato yoki o‘z-o‘zini o‘ldirishda qabul qilinadi; ishlab chiqarishda ingalyatsiya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Qotillik maqsadida o‘yuvchi moddalardan foydalanish kamdan-kam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turi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mahalliy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Yo‘li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og‘iz orqali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Sababi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xato yoki o‘z joniga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Qotillik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kamdan-kam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O‘yuvchi moddalar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Kislotalar: ta’sir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kislotasi bilan zaharlanish nisbatan ko‘p uchraydi va aksariyat o‘z-o‘zini o‘ldirish usuli.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Shikastlovchi ta’sirni erkin vodorod ionlari ko‘rsatadi: to‘qimani suvsizlantiradi, oqsilni ivitadi.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koagulyatsion (quruq) nekroz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Erkin H+ ionlari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To‘qima suvsizlanadi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Oqsil ivitiladi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Koagulyatsion (quruq) nekroz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Kislotalar ta’sir mexanizmi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Kislotalar: klinika va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Klinika: qizilo‘ngach va oshqozonda kuchli kuydiruvchi og‘riq, qonli qusuq, kimyoviy kuyish va atsidoz.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soatlarda o‘lim sababi — shok, asfiksiya va ichki qon ketish.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 muddatda — pnevmoniya, o‘tkir jigar va buyrak yetishmovchiligi, mediastenit yoki peritonit.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Klinika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Qizilo‘ngach, oshqozonda og‘riq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Qonli qusuq, kuyish, atsidoz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Dastlabki soatlar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Shok, asfiksiya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Ichki qon ketish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Kech muddat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Pnevmoniya, mediastenit, peritonit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Jigar va buyrak yetishmovchiligi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Kislotalar: klinika va o‘lim sabablari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Kislotalar: murda tekshiruvi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 atrofida pergament zichlikdagi oqmalar; qizilo‘ngach va oshqozon shilliq qavati zichlashgan.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Turli kislotalarda oshqozon shilliq qavati rangi farqlanadi (jadvalga qarang).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Letal doza (ml): sulfat va nitrat 5–10; xlorid 15–20; sirka essensiyasi 20–40; karbol 10–30.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Sulfat, nitrat (letal)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Xlorid (letal)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Sirka essensiyasi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20–40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Karbol (letal)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Og‘iz atrofi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pergamentsimon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Kislotalarning letal dozalari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kislotasi va fenol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kislotasida gemolitik ta’sir kuchli: gemoglobinuriyali nefroz, o‘tkir buyrak yetishmovchiligi.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o‘tkir sirka hidi; dastlabki o‘lim ekzotoksik shok yoki asfiksiyadan.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kuchli nerv-protoplazmatik zahar: koma; o‘lim nafas markazi falajidan yoki yetishmovchilikdan.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Sirka kislotasi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gemolitik ta’sir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Gemoglobinuriyali nefroz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Murdada o‘tkir sirka hidi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Fenol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Nerv-protoplazmatik zahar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markazi falaji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Sirka kislotasi va fenol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sirka essensiyasi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amaliyotda sirka kislotasi bilan zaharlanish nisbatan ko‘p, odatda o‘z-o‘zini o‘ldirish usuli.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Murdada: og‘iz atrofi oqmalari, ichki a’zolardan o‘tkir sirka hidi; siydikda gemoglobinuriya belgilari.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mahalliy va qaysi rezorbtiv belgilar zaharlanishni tasdiqlaydi?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140, 142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Ishqorlar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Ishqorlardan zaharlanish kam uchraydi; asosan tasodifiy ichish; kaliy va natriy gidroksid letal dozasi 10–15 g, ammoniy gidroksid 25–40 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Ishqorlar oqsillarni suyultiradi (kolliqvatsion nekroz) va yog‘larni sovunlaydi: shikastlangan joy yumshoq, sirpanuvchan.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tomirlar devori yemirilib, chiqqan qon ivimaydi; nekrotik to‘qima ishqoriy gematin tufayli qo‘ng‘ir tusga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Ishqorlar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Letal doza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KOH, NaOH: 10–15 g  ·  NH4OH: 25–40 ml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Nekroz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Kolliqvatsion  ·  Joy yumshoq, sirpanuvchan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Tomir devori yemiriladi  ·  Qon ivimaydi  ·  Ishqoriy gematin: qo‘ng‘ir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Ishqorlar bilan zaharlanish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142, 143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Ishqorlar: murda tekshiruvi va ammiak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Murdada: og‘iz atrofida oqmalar, shilliq qavatlar shishgan kulrang-yashil, oshqozon devori yumshoq va oson yirtiladi.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Ammoniy gidroksid (nashatir spirt) mahalliy ta’siri kuchsizroq, ammo qonga so‘rilgach nafas markazini buzishi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ammiakning xos hidi keladi; nashatir spirti alkogol bilan birga ichilsa, xavf ortadi.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Murdada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Og‘iz atrofi oqmalari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Shilliq qavat kulrang-yashil, shishgan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Oshqozon devori yumshoq, yirtiladi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Ammiak (nashatir)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Mahalliy ta’sir kuchsizroq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Qonga so‘rilib nafas markazini buzadi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Murdada ammiak hidi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Ishqorlar va ammiak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o‘yuvchi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Formalin (37–40% formaldegid): xos hid, qizilo‘ngach va oshqozon shilliq qavati fiksatsiyalangan.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permanganat: kuyish va jigarrang-qizg‘ish strup; 15–20 g og‘iz orqali o‘limga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Vodorod peroksid (33% pergidrol) 100 ml o‘limga olib kelishi mumkin; shilliq qavat ko‘piklangan.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295"/>
                <a:gridCol w="344867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Xos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Formalin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Fiksatsiyalangan shilliq qavat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KMnO4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Jigarrang-qizg‘ish strup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H2O2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Ko‘piklangan shilliq qavat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O‘yuvchi moddalar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Destruktiv zaharlar umumiy tavsifi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Destruktiv zaharlar: og‘ir metallar (simob, qo‘rg‘oshin, talliy), margimush va birikmalari.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Rezorbtiv ta’sir sulfgidril guruhlarini bog‘lab, fermentlarni inaktivatsiya qilishi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Ko‘pchiligi kumulyatsiyaga ega; hozir kamdan-kam, asosan kasbiy zaharlanish.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Destruktiv zaharlar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Tarkibi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Simob, qo‘rg‘oshin, talliy  ·  Margimush va birikmalari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Sulfgidril guruhlarini bog‘laydi  ·  Fermentlar inaktivatsiyasi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Xususiyat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Ko‘pchiligi kumulyatsiyalanadi  ·  Asosan kasbiy zaharlanish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Destruktiv zaharlar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 birikmalari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Sof simob ichilganda erimaydi; bug‘i nafas yo‘llari orqali kuchli zaharlaydi.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Sulema (simob dixlorid) kuchli protoplazmatik zahar; o‘lim o‘tkir buyrak yetishmovchiligidan.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Letal doza 0,1–0,3 g; murdada «sulema dizenteriyasi» va «sulema buyragi».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A’zo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Simobli stomatit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Yo‘g‘on ichak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«Sulema dizenteriyasi»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Buyrak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«Sulema buyragi»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Sulema: murda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145, 146–147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 va talliy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Qo‘rg‘oshin tuzlari va organik birikmalari (tetraetilqo‘rg‘oshin) kasbiy yoki baxtsiz hodisa tufayli zaharlaydi.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Qo‘rg‘oshinda ichak va buyrak zararlanishi kuchsiz, nerv tizimi zararlanishi (alahsirash, talvasa, falaj) jiddiyroq.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tuzlari osh tuziga o‘xshaydi; belgilar — gastroenterit, ataksiya, soch to‘kilishi, polineyropatiya.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Qo‘rg‘oshin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Tuzlari, tetraetilqo‘rg‘oshin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Nerv tizimi zararlanishi kuchli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Alahsirash, talvasa, falaj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Talliy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Tuzlari osh tuziga o‘xshaydi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Gastroenterit, ataksiya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Soch to‘kilishi, polineyropatiya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Qo‘rg‘oshin va talliy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147, 147–148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Margimush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 margimush zaharli emas; havoda oksidlanganda zaharli birikma hosil bo‘ladi; letal doza 0,1–0,2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Oshqozon-ichak tipi: metall ta’mi, qusish, vabosimon ich ketishi; o‘lim 1–2-kunda.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Paralitik tip: ensefalopatiya, koma; o‘lim nafas va yurak-qon tomir markazlari falajidan.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Tip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belgilar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Oshqozon-ichak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Qusish, suvsizlanish, ich ketishi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Paralitik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Ensefalopatiya, koma, falaj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Margimush: ikki tip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148, 149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yo‘lga yaqin joydagi qo‘ziqorinlarda og‘ir metall miqdori yerdagidan bir necha yuz barobar ko‘p bo‘lishi mumkin — iste’mol zaharlanishga olib keladi.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metanol → formaldegid, etanol → atsetaldegid, etilenglikol → oksalat kislotasi: metabolit ko‘pincha o‘zidan zaharliroq.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miya, suyak va buyrakda to‘planadi — murda bir necha o‘n yildan keyin tekshirilsa ham zahar aniqlanishi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Ammoniy gidroksid (nashatir spirti) alkogolli mastlikni «bartaraf qilish» uchun ichilishi mumkin; bu ikki ta’sirning qo‘shilishi salomatlik uchun xavfli.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Zaharlanishlar. Zahar haqida tushuncha. Zaharli moddalarning tasnifi. Zaharlanish hollarid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Baizoldanov T. (Байзолданов Т.). Токсикологическая химия: учебник, Almaty: Evero, 2021 (new.krmu.edu.kz ochiq repozitoriy; litsenziya ko‘rsatilmagan — faqat ichki foydalanish). 2021. 1-qism, 1-2-boblar: toksikologik kimyo asoslari, sud-tibbiy ekspertiza tashkil etilishi, s.8-52; 1-qism, 3-bob: zaharlanishlar tasnifi va toksikokinetika, s.53-119; 1-qism, 4-bob: kimyoviy-toksikologik tahlil metodologiyasi, s.120-151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XIII-bob. Sud-tibbiy toksikologiya; bet 284-350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5-modul. Zaharlovchi moddalar ta’siridan jarohat va o‘lim; bet 375-407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VI bo‘lim, 15-bob. Zaharlar va zaharlanishlar haqida umumiy ma’lumot; test nazorati; bet 129-138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Пиголкин Ю.И. (ред.), Богомолов Д.В., Богомолова И.Н. va boshq. (Pigolkin Yu.I.). Морфологическая диагностика наркотических интоксикаций в судебной медицине: руководство для врачей, М.: Медицина. 2004. 2-bob. Narkotik intoksikatsiyalarni sud-tibbiy diagnostika qilishning yangi metodologik yondashuvlari (kitob beti 89-124); bet 89-124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18. Principles of toxicology, pp. 181–187; Chapter 22. Miscellaneous poisons (carbon monoxide, cyanide, methanol, arsenic, lead), pp. 210–215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