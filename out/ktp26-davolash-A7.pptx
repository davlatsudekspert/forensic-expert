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zaharlanish zo‘ravon o‘lim tarkibida uchinchi o‘rinda turadi deb o‘ylaysiz? 2) Tirik shaxslar ekspertizasida zaharlanish qanday uchrashi mumkin? Doskada: zo‘ravon o‘lim sabablarini 1-2-3 tartibda yozdiring. Tipik xato: zaharlanishni zo‘ravon o‘limning eng ko‘p uchraydigan turi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Dori va zahar o‘rtasidagi chegarani nima belgilaydi? Doskada: Paratsels iborasini yozing. Tipik xato: ayrim moddalarni «mutlaq zahar» deb atash.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Klinik va sud-tibbiy toksikologiyaning savollari qanday farq qiladi? Doskada: ikki ustunli jadval. Tipik xato: sud-tibbiy toksikologiyani davolash fani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zaharlash yo‘li bilan qotillik kam uchraydi? Doskada: uch turni tez-ko‘pdan kamga qarab yozing. Tipik xato: baxtsiz hodisani qasddan zaharlash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Javob: baxtsiz hodisa (yatrogen). Muhokama: bunda qanday hujjatlar kerak bo‘ladi? Doskada: «xato → zaharlanish» zanjiri. Tipik xato: yatrogen zaharlanishni qasddan sodir etilgan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Bitta zahar turli odamlarda nega turlicha ta’sir qiladi? Doskada: 4 omil sxemasi. Tipik xato: faqat dozani hisobga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Fenolning konsentrlangan va suyultirilgan eritmasi nega boshqacha ta’sir qiladi? Doskada: doza-ta’sir sxemasi. Tipik xato: moddaning nomiga qarab xavfni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Bariy sulfat va xlorid farqi nimada? Doskada: eruvchanlik → ta’sir. Tipik xato: bir kimyoviy elementning barcha birikmalarini bir xil zaharli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Kumulyatsiya surunkali zaharlanishda nimani anglatadi? Doskada: «oz-oz kirish → to‘planish». Tipik xato: kumulyatsiyani faqat o‘tkir zaharlanishga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Talabalar javobini 30 soniyada beradi. Muhokama: eruvchanlikning yana qanday ahamiyati bor? Doskada: ikki javobni yozing. Tipik xato: erimaydigan modda zaharsiz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dozani vaznga nisbatan hisoblaymiz? Doskada: yosh bo‘yicha sezgirlik. Tipik xato: bolaga kattalar dozasini «yarmi» qilib berish mumkin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Idiosinkraziya nima va nega ekspert uni hisobga oladi? Doskada: 3 omil — salomatlik, genetika, tolerantlik. Tipik xato: tolerantlikni zaharlanish yo‘qligi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nafas yo‘li orqali kirgan zahar kuchliroq? Doskada: jigar «filtri» sxemasi. Tipik xato: barcha yo‘llarni teng xavfli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ishlab chiqarishlarda tashqi sharoit muhim? Doskada: ikki ustun — kuchaytiradi / susaytiradi. Tipik xato: tashqi sharoitni barcha zaharlarga bir xil ta’sir qiladi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Javob: yopiq muhit, havo almashinuvi yo‘qligi, harorat va namlik. Muhokama: dalil sifatida nimalar olinadi? Doskada: hodisa joyi sxemasi. Tipik xato: sababni faqat murdadan qidirish.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bosqich dalili hal qiluvchi? Doskada: 3 bosqichli zanjir. Tipik xato: faqat laboratoriyaga tayanib, hodisa joyini e’tiborsiz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Hodisa joyidan qanday ashyoviy dalillar olinadi? Doskada: 5 ta e’tibor obyekti. Tipik xato: tibbiy hujjatlarni o‘rganmaslik.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Xos o‘zgarish bo‘lmasa, zaharlanishni qanday isbotlaymiz? Doskada: «bor / yo‘q» belgilar. Tipik xato: morfologik o‘zgarish yo‘qligini zaharlanish yo‘q degan xulosa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Hidga asoslanib xulosa qilish mumkinmi? Doskada: rang — zahar juftliklari. Tipik xato: belgini yagona isbot deb olish; tasdiq laboratoriyada.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Nima uchun miqdoriy tahlil zarur? Doskada: laboratoriya turlari ro‘yxati. Tipik xato: faqat sifat tahlilini yetarli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qon va ichki a’zolar alohida idishlarga solinadi? Doskada: «kirish — ta’sir — chiqish». Tipik xato: faqat oshqozon ichidagi massani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Alkogol konsentratsiyasi qonda qanday o‘zgaradi? Doskada: «kirish — taqsimlanish — chiqish». Tipik xato: toksikokinetikani toksikodinamika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ayrim zaharlarning metaboliti o‘zidan xavfliroq? Doskada: metanol → formaldegid. Tipik xato: biotransformatsiyani doim zararsizlantirish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Metatoksik ta’sir qachon paydo bo‘ladi? Doskada: sirka kislotasi misolida 3 bosqich. Tipik xato: birlamchi ta’sirni yagona ta’sir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Mahalliy zahar umumiy reaksiya keltiradimi? Doskada: ikki guruh jadvali. Tipik xato: guruhlarni mutlaq ajratish.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guruh to‘qima tuzilishini buzadi? Doskada: 3 guruhli sxema. Tipik xato: funksional zaharlarni destruktiv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funksional zaharlarda murdada xos o‘zgarish topilmasligi mumkin? Doskada: uch tur. Tipik xato: bu zaharlarni zararsiz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Nega o‘yuvchi moddalar qotillikda kam qo‘llanadi? Doskada: uchta guruh — kislota, ishqor, boshqalar. Tipik xato: o‘yuvchi zaharlarni faqat mahalliy ta’sirli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Kislota qaysi nekrozni keltiradi va nima uchun? Doskada: koagulyatsion va kolliqvatsion nekrozni solishtiring. Tipik xato: kislota va ishqor nekrozini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erta va kech o‘lim sabablari farq qiladi? Doskada: vaqt chizig‘i. Tipik xato: o‘lim sababini faqat kuyish bilan tushuntirish.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Kislotani rangiga qarab aniqlash mumkinmi? Doskada: letal dozalar jadvali. Tipik xato: letal dozani mutlaq chegara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Sirka kislotasining boshqa kislotalardan asosiy farqi nima? Doskada: «mahalliy + gemolitik». Tipik xato: fenolni oddiy kislota sifatida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Javob: mahalliy — kuyish, oqmalar, hid; rezorbtiv — gemoliz, nefroz. Muhokama: laboratoriya qaysi namunalarni oladi? Doskada: mahalliy va rezorbtiv belgilar ustuni. Tipik xato: faqat tashqi kuyishga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Ishqor kislotadan nimasi bilan farq qiladi? Doskada: ikki nekroz turi. Tipik xato: ishqor ta’sirini koagulyatsion nekroz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Nashatir spirti bilan alkogol nega xavfli birikma? Doskada: ishqor va ammiak belgilari. Tipik xato: ammiakni kaliy gidroksidning o‘zi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Formalin murda to‘qimasiga qanday ta’sir qiladi? Doskada: uch modda — uch belgi. Tipik xato: formalinni faqat laboratoriya fiksatori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Kumulyatsiya ekspertiza uchun qanday ahamiyatga ega? Doskada: «sulfgidril guruh → ferment». Tipik xato: bu zaharlarni faqat o‘tkir zaharlanishga sabab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Simobni o‘n yillardan keyin ham aniqlash nimaga bog‘liq? Doskada: sulema belgilari. Tipik xato: sof simobni og‘iz orqali o‘ta zaharli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Talliy osh tuziga o‘xshashligi qanday xavf tug‘diradi? Doskada: simob va qo‘rg‘oshin farqi. Tipik xato: qo‘rg‘oshin zaharlanishini simob zaharlanishi kabi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Ikki tipda murdadagi o‘zgarishlar nega har xil? Doskada: GI va paralitik tiplar jadvali. Tipik xato: margimushni faqat ichak zahari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Zaharlanishlar. Zahar haqida tushuncha. Zaharli moddalarning tasnifi. Zaharlanish hollarida sud-tibbiy ekspertiza xususiyatlari. Isbotlash manbalari. Zaharlarning organizmga ta’sir qilish shartlari. Mahalliy va umumiy (rezorbtiv) ta’sir qiluvchi zaharlar bilan zaharlanish.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sud-tibbiy toksikologiya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omillar ta’siridagi sog‘liq buzilishi va o‘lim holatlari murda hamda tirik shaxslar ekspertizasida nisbatan keng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Zo‘ravon o‘lim tarkibida zaharlanishlar mexanik jarohatlar va mexanik asfiksiyadan keyin uchinchi o‘rinni egallaydi.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tibbiyotining fan sifatida shakllanishi aynan sud-tibbiy toksikologiyadan boshlangan.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 va zaharlanish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 nisbiy tushuncha: oz miqdorda ta’sir etib, sog‘liqni buzadigan yoki o‘limga olib keladigan modda.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Tabiatda mutlaq zahar ham, mutlaq beziyon modda ham yo‘q; Paratsels: moddani doriga yoki zaharga faqat doza aylantiradi.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Oz miqdordagi modda ta’sirida vujudga keladigan sog‘liq buzilishi zaharlanish deb ataladi.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Toksikologiya yo‘nalishlari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Toksikologiya yo‘nalishlari: sanoat, qishloq xo‘jaligi, harbiy, oziq-ovqat, maishiy, sud-tibbiy.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toksikologiya huquqni muhofaza idoralari qo‘ygan vazifalarni hal etadi.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900"/>
                <a:gridCol w="367507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Yo‘nalish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Boshqa turlar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Sabab, yordam, oldini olish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Sud-tibbiy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Huquqni muhofaza idoralari vazifalari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Tarixiy o‘rni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Sud tibbiyoti undan shakllangan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Toksikologiya yo‘nalishlarini solishtirish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Zaharlanishning kelib chiqish tafsilotlari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 qotillik, o‘z-o‘zini o‘ldirish yoki baxtsiz hodisa ko‘rinishida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Ko‘pchilik holat baxtsiz hodisa; keyin o‘z-o‘zini o‘ldirish; qotillik kamdan-kam.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Baxtsiz hodisa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O‘z-o‘zini o‘ldirish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Qotillik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Uchrash tartibi (ko‘pdan kamga)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yatrogen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Baxtsiz hodisalarda zaharlanish tasodifan yuz beradi; ayrimlari yatrogen kelib chiqishga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 muolajalarda dori dozasini belgilashdagi xato yoki bir dorining o‘rniga boshqa modda qo‘llanganda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shifokor dozani noto‘g‘ri belgilab bemor zaharlansa, bu qaysi turga kiradi?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Ta’sirga oid to‘rt guruh omil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 vujudga kelishida to‘rt guruh omil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Bular: zaharli modda, organizm, kirish yo‘li va ta’sir vaqtidagi tashqi shart-sharoit.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3525316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Nimaga bog‘liq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Zaharli modda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Tuzilishi, miqdori, eruvchanligi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Organizm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Vazni, yoshi, salomatligi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Kirish yo‘li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Qonga o‘tish tezligi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Tashqi sharoit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Harorat, namlik, yopiq muhit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To‘rt guruh omil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Zaharli modda omillari: tuzilish va miqdor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tuzilish xususiyatni belgilaydi: is gazi va karbonat angidridi o‘xshash tuzilishda ham toksikligi bir xil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 muhim: farmakologiyada terapevtik, toksik va letal dozalar farqlanadi; konsentratsiya ham ta’sirni o‘zgartiradi.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3% sirka kislota eritmasi va sirka essensiyasi ta’sirini taqqoslab bo‘lmaydi.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132–133, 133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Agregat holat, eruvchanlik, vexikulum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Gazsimon moddalar suyuqdan, suyuq moddalar qattiqdan kuchliroq ta’sir etadi — qonga tez o‘tgani uchun.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Bariy sulfat erimaydi (kontrast butqa), bariy xlorid eriydi va kuchli zahar; fosfororganik birikmalar yog‘da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Vexikulum ta’sirni o‘zgartiradi: margimush ishqoriy muhitda kuchayadi, sianidlar kislotali muhitda kuchliroq.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 to‘planishi (kumulyatsiya)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Zaharli moddalarning organizmda to‘planish xususiyati (kumulyatsiya) inobatga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Og‘ir metall birikmalarida kumulyatsiya katta ahamiyatga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Kamdan-kam hollarda zahar toza holda kiradi; ko‘pincha ichimlik, ovqatga qo‘shiladi.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zaharli moddaning omillari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1: bariy sulfat kontrast tekshiruvda nega xavfsiz? Javob: suvda erimaydi.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2: yog‘da eruvchi fosfororganik birikmalar qaysi yo‘l bilan so‘riladi? Javob: shilliq qavat va hatto shikastlanmagan teri orqali.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Organizm omillari: massa, jins, yosh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 xil miqdordagi zahar turli vaznli odamlarda har xil ta’sir qiladi; dori dozasi 1 kg vaznga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Jins bo‘yicha farq bo‘lmaydi, ammo ayollarda ayrim fiziologik davrlarda (homiladorlik) sezgirlik ortadi.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Bolalar kattalardan sezgirroq: vazni kichik va qarshilik tizimi to‘liq shakllanmagan.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133–134, 134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Salomatlik, genetika, tolerantlik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Sog‘lom organizm zaharga kuchliroq qarshilik ko‘rsatadi; yurak, jigar, buyrak kasalliklarida qarshilik cheklanadi.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Xolinesteraza faolligi tug‘ma past bo‘lsa, miorelaksantlar ta’siri kuchayadi; G-6-FDG yetishmovchiligi sulfanilamidlarga sezgirlikni oshiradi.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Takroriy ta’sir tolerantlikni keltirishi mumkin; giyohvandlikda esa bog‘liqlik va abstinensiya sindromi kuzatiladi.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Zaharning kirish yo‘li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 teri, og‘iz, nafas yo‘llari, to‘g‘ri ichak yoki inyeksiya orqali kiradi; qonga qancha tez o‘tsa, ta’sir shuncha kuchli.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Nafas yo‘llari, to‘g‘ri ichak va qin shilliq qavatidan so‘rilgan moddalar jigardan o‘tmaydi, shuning uchun kuchliroq ta’sir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Suvda va yog‘da erimaydigan moddalar faqat mahalliy ta’sir ko‘rsatishi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134, 135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Ta’sir vaqtidagi tashqi sharoit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omillar faqat ayrim moddalarda ahamiyatli; ayniqsa kasbiy zaharlanishlarda katta rol o‘ynaydi.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Yopiq, issiq va nam muhit alkogol va is gazi bilan zaharlanishga moyillik yaratadi.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Ochiq muhit, past harorat va namlik ularning ta’sirini susaytiradi.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cheklangan muhitda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Vodorod sulfid bilan zaharlanish cheklangan muhitda, masalan kanalizatsiya quduqlarida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Alkogol va is gazi bilan zaharlanishga yopiq, issiq va nam muhit moyillik yaratadi.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quduqda topilgan murdada qaysi tashqi sharoit omillarini qayd etasiz?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Sud-tibbiy diagnostika: uch bosqich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Zaharlanishning sud-tibbiy diagnostikasi uch bosqichda to‘planadigan dalillarga asoslanadi.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1) hodisa joyi va tibbiy hujjatlar; 2) murda tekshiruvi; 3) qo‘shimcha laboratoriya tekshiruvlari.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Hodisa joyi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Murda tekshiruvi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Laboratoriya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Isbotlash manbalari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1-bosqich: hodisa joyi va hujjatlar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Ko‘rikda yot hid, dori idishlari, shpritslar, retseptlar, qusuq moddalar qayd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Inyeksiya izlari, teri va shilliq qavat holati, dog‘lar rangi, qotish zaharlanishga shubha uyg‘otadi.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Funksional zaharlarda tibbiy hujjatlar (klinika, laboratoriya) salmoqli dalil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2-bosqich: murda tekshiruvi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Tashqi va ichki tekshiruvda teri va shilliq qavat rangi, inyeksiya izlari, yot hid, dog‘lar, qotish baholanadi.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O‘yuvchi zaharlarda og‘iz atrofidagi terida kimyoviy kuyish izlari (oqmalar) topiladi.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Funksional zaharlarda murdada xos o‘zgarish aniqlanmasligi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135, 136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belgilari bo‘yicha taxmin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 gazida dog‘lar pushti, sianidlarda yorqin olcha rang; jadvalga qarang.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Sianidlarda achchiq bodom hidi, sirka kislotasida o‘tkir hid seziladi.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Qotish strixninda tez va kuchli; xloral gidrat, kurare, miorelaksantlarda sust.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3763"/>
                <a:gridCol w="2604212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Dog‘ rangi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Zahar guruhi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Pushti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Is gazi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Yorqin olcha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Sianidlar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Jigarrang-qo‘ng‘ir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Methemoglobin hosil qiluvchilar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Sarg‘ish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Gemoliz chaqiruvchilar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Murda dog‘i rangi va zahar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3-bosqich: laboratoriya tekshiruvlari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Qo‘shimcha laboratoriya tekshiruvlari: gistologik, sud-kimyoviy, biokimyoviy, farmakologik, botanik va boshqalar.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Eng ko‘p sud-kimyoviy (toksikologik) tekshiruv o‘tkaziladi; sifat bilan birga miqdoriy tahlil ham zarur.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tekshiruvlarining ko‘lami xulosaning ishonchliligi va asoslanganligini belgilaydi.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«Uch nuqta» qoidasi va namunalar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 ma’lum bo‘lsa, obyektlar «uch nuqta» qoidasi bo‘yicha olinadi: kirgan, ta’sir etgan, chiqqan joylardan.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Og‘iz orqali kirgan zahar uchun oshqozon ichidagi massa, jigar bo‘lagi va siydik bilan butun buyrak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Manba noma’lum bo‘lsa, miyaning 1/3 qismi, o‘pkaning 1/4 qismi, jigarning 1/3 qismi, ichak va 100–200 ml qon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Toksikokinetika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Toksikokinetika — zaharning kirishi, taqsimlanishi, metabolizmi va chiqarilishi jarayonlari majmui.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 qonga qancha tez o‘tsa, ta’siri shuncha kuchli.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Chiqarilish o‘pka, jigar, buyrak, ichak, teri, sut va so‘lak bezlari orqali.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136, 137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Biotransformatsiya va to‘planish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Biotransformatsiya asosan jigarda; fosfororganiklar oksidlanganda kuchayadi, gidrolizda susayadi.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Metanol, etanol, etilenglikol oksidlanganda ancha kuchli toksik moddalar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Yog‘da eruvchi moddalar miya, jigar, yog‘da; margimush va qo‘rg‘oshin suyak va sochda to‘planadi.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3866"/>
                <a:gridCol w="2724108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Metabolit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Metil spirti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Formaldegid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 spirti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Atsetaldegid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Etilenglikol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Oksalat kislotasi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Metabolit o‘zidan xavfliroq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Toksikodinamika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Toksikodinamika — zaharli modda va organizmning o‘zaro ta’sir mexanizmi, organizm javob reaksiyalari majmui.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Shartli ravishda birlamchi toksik, keyingi toksik va metatoksik ta’sirlar farqlanadi.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Misol: sirka kislotasi avval kuyish, so‘ng gemoliz, keyin toksik gepatit va nefroz keltiradi.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Zaharlarning sud-tibbiy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Zaharlar shartli ravishda mahalliy va umumiy ta’sir etuvchilarga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Mahalliy zaharlar (kislota, ishqor, H2O2, formaldegid, KMnO4, yod) kontakt joyida nekroz chaqiradi.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ta’sirlilar qonga so‘rilgach zaharlaydi, shuning uchun rezorbtiv deyiladi.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9425"/>
                <a:gridCol w="3118549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Xususiyati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Mahalliy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Kontakt joyida nekroz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Rezorbtiv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Qonga so‘rilgach ta’sir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Mahalliy va rezorbtiv zaharlar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Rezorbtiv zaharlar guruhlari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Rezorbtiv zaharlar uch guruh: destruktiv, qon (gemotrop) va funksional zaharlar.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Destruktiv zaharlar: simob, qo‘rg‘oshin, rux, margimush, fosfor va ularning birikmalari.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zaharlari gemoglobinotrop, gemolitik va boshqalarga bo‘linadi.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Destruktiv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Qon (gemotrop)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Funksional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Rezorbtiv zaharlar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138, 139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Funksional zaharlar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Funksional zaharlar a’zo va to‘qimalar, birinchi navbatda markaziy va periferik nerv tizimi faoliyatini buzadi.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Markaziy nerv tizimini falajlovchilar: sianidlar, fosfororganik birikmalar, vodorod sulfid.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Qo‘zg‘atuvchilar: strixnin, kofein, amfetaminlar, kokain; so‘ndiruvchilar: etil spirti, barbituratlar, trankvilizatorlar.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139, 139–140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O‘yuvchi moddalar bilan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O‘yuvchi moddalar asosan mahalliy ta’sir etadi, kontakt joyida yaqqol o‘zgarish va umumiy o‘zgarishlar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Odatda og‘iz orqali tasodifiy xato yoki o‘z-o‘zini o‘ldirishda qabul qilinadi; ishlab chiqarishda ingalyatsiya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Qotillik maqsadida o‘yuvchi moddalardan foydalanish kamdan-kam uchraydi.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Kislotalar: ta’sir mexanizmi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Sirka kislotasi bilan zaharlanish nisbatan ko‘p uchraydi va aksariyat o‘z-o‘zini o‘ldirish usuli.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Shikastlovchi ta’sirni erkin vodorod ionlari ko‘rsatadi: to‘qimani suvsizlantiradi, oqsilni ivitadi.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Natijada koagulyatsion (quruq) nekroz hosil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Kislotalar: klinika va o‘lim sabablari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Klinika: qizilo‘ngach va oshqozonda kuchli kuydiruvchi og‘riq, qonli qusuq, kimyoviy kuyish va atsidoz.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soatlarda o‘lim sababi — shok, asfiksiya va ichki qon ketish.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Kech muddatda — pnevmoniya, o‘tkir jigar va buyrak yetishmovchiligi, mediastenit yoki peritonit.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465"/>
                <a:gridCol w="3653510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Muddat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Sabab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Dastlabki soatlar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Shok, asfiksiya, qon ketish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Kech muddat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Pnevmoniya, yetishmovchilik, peritonit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O‘lim sabablari muddati bo‘yicha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Kislotalar: murda tekshiruvi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Og‘iz atrofida pergament zichlikdagi oqmalar; qizilo‘ngach va oshqozon shilliq qavati zichlashgan.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Turli kislotalarda oshqozon shilliq qavati rangi farqlanadi (jadvalga qarang).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Letal doza (ml): sulfat va nitrat 5–10; xlorid 15–20; sirka essensiyasi 20–40; karbol 10–30.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190"/>
                <a:gridCol w="317278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Kislota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Sulfat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Qo‘ng‘ir-qora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Nitrat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Sarg‘ish (ksantoprotein)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Qo‘ng‘ir-kulrang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Oshqozon shilliq qavati rangi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Sirka kislotasi va fenol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Sirka kislotasida gemolitik ta’sir kuchli: gemoglobinuriyali nefroz, o‘tkir buyrak yetishmovchiligi.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Murdada o‘tkir sirka hidi; dastlabki o‘lim ekzotoksik shok yoki asfiksiyadan.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Fenol kuchli nerv-protoplazmatik zahar: koma; o‘lim nafas markazi falajidan yoki yetishmovchilikdan.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sirka essensiyasi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amaliyotda sirka kislotasi bilan zaharlanish nisbatan ko‘p, odatda o‘z-o‘zini o‘ldirish usuli.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Murdada: og‘iz atrofi oqmalari, ichki a’zolardan o‘tkir sirka hidi; siydikda gemoglobinuriya belgilari.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qaysi mahalliy va qaysi rezorbtiv belgilar zaharlanishni tasdiqlaydi?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140, 142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Ishqorlar bilan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Ishqorlardan zaharlanish kam uchraydi; asosan tasodifiy ichish; kaliy va natriy gidroksid letal dozasi 10–15 g, ammoniy gidroksid 25–40 ml.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Ishqorlar oqsillarni suyultiradi (kolliqvatsion nekroz) va yog‘larni sovunlaydi: shikastlangan joy yumshoq, sirpanuvchan.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tomirlar devori yemirilib, chiqqan qon ivimaydi; nekrotik to‘qima ishqoriy gematin tufayli qo‘ng‘ir tusga kiradi.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142, 143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Ishqorlar: murda tekshiruvi va ammiak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Murdada: og‘iz atrofida oqmalar, shilliq qavatlar shishgan kulrang-yashil, oshqozon devori yumshoq va oson yirtiladi.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Ammoniy gidroksid (nashatir spirt) mahalliy ta’siri kuchsizroq, ammo qonga so‘rilgach nafas markazini buzishi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Murdada ammiakning xos hidi keladi; nashatir spirti alkogol bilan birga ichilsa, xavf ortadi.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Boshqa o‘yuvchi moddalar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Formalin (37–40% formaldegid): xos hid, qizilo‘ngach va oshqozon shilliq qavati fiksatsiyalangan.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Kaliy permanganat: kuyish va jigarrang-qizg‘ish strup; 15–20 g og‘iz orqali o‘limga olib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Vodorod peroksid (33% pergidrol) 100 ml o‘limga olib kelishi mumkin; shilliq qavat ko‘piklangan.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295"/>
                <a:gridCol w="344867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Xos 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Formalin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Fiksatsiyalangan shilliq qavat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KMnO4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Jigarrang-qizg‘ish strup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H2O2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Ko‘piklangan shilliq qavat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O‘yuvchi moddalar belgilari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Destruktiv zaharlar umumiy tavsifi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Destruktiv zaharlar: og‘ir metallar (simob, qo‘rg‘oshin, talliy), margimush va birikmalari.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Rezorbtiv ta’sir sulfgidril guruhlarini bog‘lab, fermentlarni inaktivatsiya qilishi bilan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Ko‘pchiligi kumulyatsiyaga ega; hozir kamdan-kam, asosan kasbiy zaharlanish.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Simob birikmalari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Sof simob ichilganda erimaydi; bug‘i nafas yo‘llari orqali kuchli zaharlaydi.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Sulema (simob dixlorid) kuchli protoplazmatik zahar; o‘lim o‘tkir buyrak yetishmovchiligidan.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Letal doza 0,1–0,3 g; murdada «sulema dizenteriyasi» va «sulema buyragi».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515"/>
                <a:gridCol w="306145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A’zo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O‘zgarish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Og‘iz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Simobli stomatit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Yo‘g‘on ichak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«Sulema dizenteriyasi»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Buyrak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«Sulema buyragi»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Sulema: murda belgilari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145, 146–147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Qo‘rg‘oshin va talliy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Qo‘rg‘oshin tuzlari va organik birikmalari (tetraetilqo‘rg‘oshin) kasbiy yoki baxtsiz hodisa tufayli zaharlaydi.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Qo‘rg‘oshinda ichak va buyrak zararlanishi kuchsiz, nerv tizimi zararlanishi (alahsirash, talvasa, falaj) jiddiyroq.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Talliy tuzlari osh tuziga o‘xshaydi; belgilar — gastroenterit, ataksiya, soch to‘kilishi, polineyropatiya.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147, 147–148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Margimush bilan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Toza margimush zaharli emas; havoda oksidlanganda zaharli birikma hosil bo‘ladi; letal doza 0,1–0,2 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Oshqozon-ichak tipi: metall ta’mi, qusish, vabosimon ich ketishi; o‘lim 1–2-kunda.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Paralitik tip: ensefalopatiya, koma; o‘lim nafas va yurak-qon tomir markazlari falajidan.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332"/>
                <a:gridCol w="3139643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Tip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Asosiy belgilar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Oshqozon-ichak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Qusish, suvsizlanish, ich ketishi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Paralitik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Ensefalopatiya, koma, falaj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Margimush: ikki tip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148, 149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yo‘lga yaqin joydagi qo‘ziqorinlarda og‘ir metall miqdori yerdagidan bir necha yuz barobar ko‘p bo‘lishi mumkin — iste’mol zaharlanishga olib keladi.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qolish: metanol → formaldegid, etanol → atsetaldegid, etilenglikol → oksalat kislotasi: metabolit ko‘pincha o‘zidan zaharliroq.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Simob miya, suyak va buyrakda to‘planadi — murda bir necha o‘n yildan keyin tekshirilsa ham zahar aniqlanishi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Ammoniy gidroksid (nashatir spirti) alkogolli mastlikni «bartaraf qilish» uchun ichilishi mumkin; bu ikki ta’sirning qo‘shilishi salomatlik uchun xavfli.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Zaharlanishlar. Zahar haqida tushuncha. Zaharli moddalarning tasnifi. Zaharlanish hollarid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6. Sud-tibbiy toksikologiya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Baizoldanov T. (Байзолданов Т.). Токсикологическая химия: учебник, Almaty: Evero, 2021 (new.krmu.edu.kz ochiq repozitoriy; litsenziya ko‘rsatilmagan — faqat ichki foydalanish). 2021. 1-qism, 1-2-boblar: toksikologik kimyo asoslari, sud-tibbiy ekspertiza tashkil etilishi, s.8-52; 1-qism, 3-bob: zaharlanishlar tasnifi va toksikokinetika, s.53-119; 1-qism, 4-bob: kimyoviy-toksikologik tahlil metodologiyasi, s.120-151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Iskandarov A.I., Qo‘ldoshev D.R. Sud tibbiyoti (tibbiyot instituti talabalari uchun), Toshkent. XIII-bob. Sud-tibbiy toksikologiya; bet 284-350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Ромодановский П.О., Баринов Е.Х. Судебная медицина в схемах и рисунках: учебное пособие, М.: Проспект. 2017. 5-modul. Zaharlovchi moddalar ta’siridan jarohat va o‘lim; bet 375-407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Харин Г.М. (Kharin G.M.). Краткий курс судебной медицины: учебное пособие, М.: ГЭОТАР-Медиа. 2006. VI bo‘lim, 15-bob. Zaharlar va zaharlanishlar haqida umumiy ma’lumot; test nazorati; bet 129-138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Пиголкин Ю.И. (ред.), Богомолов Д.В., Богомолова И.Н. va boshq. (Pigolkin Yu.I.). Морфологическая диагностика наркотических интоксикаций в судебной медицине: руководство для врачей, М.: Медицина. 2004. 2-bob. Narkotik intoksikatsiyalarni sud-tibbiy diagnostika qilishning yangi metodologik yondashuvlari (kitob beti 89-124); bet 89-124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Payne-James J., Jones R., Karch S.B., Manlove J. Simpson's Forensic Medicine, 13th ed. 2011. Chapter 18. Principles of toxicology, pp. 181–187; Chapter 22. Miscellaneous poisons (carbon monoxide, cyanide, methanol, arsenic, lead), pp. 210–215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