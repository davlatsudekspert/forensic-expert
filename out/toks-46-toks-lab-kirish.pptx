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ob’ektning holatini bilish nima uchun tahlildan oldin kerak? Doskada: mashg‘ulot rejasi. Tipik xato: amaliyotni faqat jigar tayyorlash deb tushunish; u ob’ekt talablari va reaktiv tozaligini ham o‘z ichiga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natija qaysi bosqichda tekshiriladi? Doskada: 4 natija ro‘yxati. Tipik xato: o‘ram butunligini tekshirmay ob’ektni ochish.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toksikodinamika va toksikokinetika farqi. Doskada: uch yo‘nalish sxemasi. Tipik xato: toksikologik kimyoni klinik toksikologiya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sud kimyosi eng murakkab bo‘lim? Doskada: uch tarmoqli sxema. Tipik xato: ekspress tahlilni sud kimyosi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metabolitlarni o‘rganishda qaysi modullar kerak? Doskada: jadval. Tipik xato: metabolitlarni faqat toksikologiya fani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toksikologik tahlil oddiy analitik tahlildan qiyinroq? Doskada: 5 xususiyat. Tipik xato: ajralmani toza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skotch va qog‘oz ro‘yxatda bor? (Ob’ektni belgilash va yozuv uchun — o‘qituvchi bilan tekshiring.) Doskada: jihozlar ro‘yxati. Tipik xato: bu mashg‘ulotda reaktivli reaksiyalarni kutish: 164-167 betlarda ular yo‘q (faqat toks 212 da Marsh nazorat sinovi bor).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qo‘lqop va niqobsiz biologik ob’ekt bilan ishlash qanday xavf tug‘diradi? Doskada: shaxsiy himoya vositalari ro‘yxati. Tipik xato: biologik ob’ektni «toza» deb hisoblash.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zaharni avval ajratib, so‘ng reaksiya bilan aniqlaymiz? Doskada: to‘rt tarmoqli daraxt. Tipik xato: ajratish va tozalashni bitta bosqich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ashyoviy dalil sovutgich va seyfda saqlanadi? Doskada: xonalar ro‘yxati. Tipik xato: xonalar sonini 5 dan kam deb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bir xil doza turli odamga turlicha ta’sir qiladi? Doskada: ikki ustun. Tipik xato: faqat dozani asosiy omil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Richardson qoidasidan istisnolar qaysilar? Doskada: jadval. Tipik xato: gidroksil guruhi zaharlilikni oshiradi deb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sizga berilgan jigar qaysi guruhga kiradi? Doskada: uch guruh jadvali. Tipik xato: kiyimdagi dog‘ni ob’ekt hisoblamaslik.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spirt bilan konservalash ba’zan man etiladi? Doskada: yuborish qadamlari. Tipik xato: konservant namunasini yubormaslik.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ba’zi moddalarni bir necha usulda ajratish mumkin (xloralgidrat, fenol). Doskada: guruhlar daraxti. Tipik xato: metall va uchuvchi zaharlarni bir usulda ajratish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«eng kichik miqdor» eng sezgir usul chegarasida bo‘lishi kerak? Doskada: namuna olish tamoyillari. Tipik xato: bir nechta ashyoviy dalilni bitta namunada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ashyoviy dalil ko‘rgazma sifatida saqlansa, tahlil namunasi qanday olinadi? Doskada: «ishonchlilik» so‘zini markazga yozing. Tipik xato: namunani ob’ektning birinchi qo‘liga kelgan qismidan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og‘irlik yozib qo‘yiladi? Doskada: 4 bosqichli tartib. Tipik xato: gomogenlamasdan namuna olish — natija ob’ektni to‘liq aks ettirmaydi.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qarama-qarshi qismlar olinadi? Doskada: konus va to‘rt qismni chizing. Tipik xato: bitta yon qismni olish. Tekshirish kerak: kitobdagi jumla («unga qarama-qarshi xuddi shunday to‘rtlik hosil qilinadi») noaniq yozilgan, band shu sababli belgilandi. Kitobdagi jumla noaniq; standart «konus-kvartlash» usuli bo‘yicha ifodalandi.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peshobni olish bu qadar qulay? Doskada: uch sababni raqamlang. Tipik xato: faqat qonni asosiy ob’ekt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namunani almashtirishga qanday yo‘l bilan urinish mumkin? Doskada: 250 ml ni kattaroq yozing. Tipik xato: 250 ml dan kam namunani bayonnomada ko‘rsatmay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harorat 25 °C chiqsa, nima qilinadi? Doskada: uch tekshiruv va me’yorlar. Kutilayotgan natija: me’yor ichida bo‘lgan namuna tabiiy deb baholanadi. Tipik xato: haroratni namuna olingach 5 daqiqadan keyin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nazorat idishi nima uchun kerak? Doskada: ikki idish sxemasi. Tipik xato: ikkala idishni birdaniga ochib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mochevina tahlilga halaqit berishi mumkinmi? (Kitob buni aytmaydi; muhokama uchun savol.) Doskada: endogen/ekzogen ustunlari. Tipik xato: fon moddalarni zahar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ekstraksiya eng keng tarqalgan? Doskada: to‘rt usul. Tipik xato: bug‘latishni tozalash usuli deb hisoblash — jadvalda kitob ularni ishlov turlari sifatida sanagan.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tayyorlangan jigar namunasi, konsistensiya va morfologiya yozuvi, qo‘shimchalar ro‘yxati va dastlabki xulosa. Muhokama: qanday qo‘shimchalar ko‘zga tashlandi? Tipik xato: jigarni qo‘lqopsiz ushlash yoki maydalash vaqtida ob’ektni boshqa idish bilan aralashtirish. Kitobda tayyorlash usuli batafsil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hid bilan ish ko‘rishdan oldin ob’ekt chirimaganini tekshirish kerak? Doskada: hid -&gt; taxmin juftliklari. Xavfsizlik: zaharli ob’ektning hidini bevosita hidlamang — namunani idish bilan, o‘qituvchi ko‘rsatmasi bo‘yicha baholang (kitobda bu haqda ko‘rsatma yo‘q; xavfsizlik qoidasi sifatida o‘qituvchi aytadi). Tipik xato: hid asosida zaharni «aniqlandi»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ob’ekt rangi va pH qiymati ish daftariga yoziladi. Muhokama: indikator qog‘ozi qaysi oraliqda ishonchli? Doskada: indikator jadvali. Tipik xato: pH ni indikator oralig‘idan tashqarida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pH 2 va pH 6 ob’ektlarni qanday talqin qilasiz? Doskada: pH -&gt; taxmin jadvali. Kutilayotgan natija: talaba pH asosida taxminiy zahar guruhini nomlaydi. Tipik xato: pH natijasini yakuniy xulosa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toza reaktivlarda dog‘ hosil bo‘lmaydi. Muhokama: dog‘ hosil bo‘lsa, tahlil davom ettiriladimi? (Tozalik shubhali — reaktivlar almashtiriladi, kitob buni aniq yozmaydi.) Eslatma: kitobda umumiy reaktiv tozaligi usuli 164-167 betlarda berilmagan; bu slayd mishyak uchun Marsh nazorat sinovi namunasi (toks 76, 212).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Doskada: «reaktiv -&gt; nazorat -&gt; natija».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spirtli ob’ekt qisqa saqlanadi? (Kitobda sabab ko‘rsatilmagan — o‘qituvchi bilan muhokama.) Doskada: 3 raqam. Tipik xato: barcha ob’ektlarga bir xil muddat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talaba jigar va peshob uchun tashqi ko‘rinish tavsifini yozadi. Muhokama: tavsifda nima yetishmasligi mumkin? Doskada: tavsif shabloni. Tipik xato: faqat pH va rangni yozib, o‘ram va muhrni tavsiflamaslik.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musbat reaksiya doim zaharlanishni bildiradimi? Doskada: ikki ustun. Tipik xato: sifat reaksiyasi bilan chegaralanib, miqdor tahlilini o‘tkazmaslik.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dastlabki tekshiruv natijasi tahlil rejasiga qanday ta’sir qiladi? Doskada: «taxmin -&gt; asosiy tekshirish». Tipik xato: pH yoki hid bilan zaharni nomlab, asosiy tekshiruvni o‘tkazmaslik.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«ob’ekt noto‘g‘ri olingan» muammosining sabablarini zanjirdan chiqaring. Doskada: klaster markaziga «ob’ektlar va ashyoviy dalillar». Tipik xato: sababni topmay, birinchi javobda to‘xtash.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noto‘g‘ri namuna olish xulosaning to‘g‘riligiga qanday xavf soladi? Doskada: uch qoidani yozing. Tipik xato: etikani amaliy mashg‘ulotdan ajratib qo‘yish. Batafsil etika mavzusi keyingi mashg‘ulotda (47-dars).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raqamlarni yodlash emas, ma’nosini tushuntirish. Doskada: ko‘rsatkichlar. Tipik xato: harorat va pH ni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savolga bittadan misol keltiring. Doskada: 8 savolni raqamlab yozing. Tipik xato: savollarga ob’ekt turlarini farqlamay umumiy javob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ob’ekt tavsifi, pH, hid, rang va xulosani yozadi. Muhokama: darsning 3 asosiy xulosasini ayting. Doskada: raqamli me’yorlar (250 ml, 32,5-37,7 °C, pH 5-7). Tipik xato: me’yorlarni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Ob’ektlar va laboratoriya jihozlari; reaktivlar tozaligini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talabalarga toksikologik kimyo tahlili uchun yuborilgan ob’ektlarning umumiy holati, belgilari va dastlabki tekshirish sharoitlarini o‘rgatish.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toksikologik kimyo moduliga kirish, ob’ektlar va ashyoviy dalillar; 2) ularga qo‘yiladigan talablar.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 doirasida sud-kimyo amaliyotida qo‘llaniladigan reaktivlar tozaligini aniqlash ham ko‘riladi.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Ob’ektlarning turlari va ularni tahlilga tayyorlash.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Yuborilgan ob’ektlarning o‘rami va butunligini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muhiti, rangi va konsistensiyasini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 uchrashi mumkin bo‘lgan qo‘shimchalar va ularni ajratib o‘rganish.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Toksikologiya yo‘nalishlari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Toksikologiya zaharning organizmga ta’sirini (toksikodinamika) va organizmga kirgan zaharning o‘zgarishini (toksikokinetika) o‘rganadi.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Hozirgi davrda uch yo‘nalish bor: nazariy (eksperimental), profilaktik (gigienik) va klinik.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Toksikologik kimyo farmatsevtika kasbining asosiy modullaridan biri: zaharlarni ob’ektdan ajratish, sifat va miqdorini aniqlashni o‘rgatadi.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Toksikologiya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Nazariy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Zahar–organizm ta’sirlashuvi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Profilaktik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Moddalarning xavflilik darajalari  ·  Ulardan saqlanish masalalari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Klinik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Kimyoviy kasalliklarni o‘rganadi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Toksikologiya yo‘nalishlari (7-bet)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Modulning uch bo‘limi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Toksikologik kimyoni o‘qitish uch asosiy bo‘limga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kimyosi — toksikologik kimyoning eng asosiy va eng murakkab bo‘limi.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Qolgan ikki bo‘lim: xalq xo‘jaligi zaharlarini aniqlash va kuchli zaharlanishda ob’ektlarni tez ekspress tahlil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Toksikologik kimyo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 kimyosi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Eng asosiy va eng murakkab bo‘lim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Xalq xo‘jaligi zaharlari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Ob’ektlardan kimyoviy usulda aniqlash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Ekspress tahlil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Kuchli zaharlanishni aniqlash uchun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Modul bo‘limlari (10-bet)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fanlar bilan bog‘liqligi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Toksikologik kimyo farmakologiya va toksikologiya bilan bog‘liq: ular zaharlarning odam va hayvon a’zolariga ta’sirini o‘rgatadi.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Zaharlarning sifat va miqdorini aniqlashda analitik va organik kimyo usullari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Zaharlanishga ko‘pincha o‘simlik sabab bo‘lgani uchun kimyogar farmakognoziyani ham bilishi kerak.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267"/>
                <a:gridCol w="286070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Bog‘liqligi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Farmakologiya, toksikologiya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Zaharlarning a’zolarga ta’siri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Analitik va organik kimyo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Sifat va miqdorni aniqlash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Toksikologik, biologik kimyo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Metabolitlarni o‘rganish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Farmakognoziya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Ko‘pincha zahar manbai — o‘simlik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Fanlararo bog‘liqlik (10-bet)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Tahlilning o‘ziga xos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Zaharlar turli kimyoviy guruhlardan iborat, tekshiriladigan ob’ektlar ham xilma-xil.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miqdordagi bioob’ektdan oz miqdordagi, nihoyatda kam zahar ajratib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Toza modda bilan emas, tarkibida yot moddalar saqlagan ajralmalar bilan ishlanadi.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organizmda o‘zgaradi: uning metabolitlari ham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kimyogari sud-tergov organlari oldida javobgar.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darslik, ma’ruza matni, o‘quv qo‘llanmalar, voronka, probirkalar, reaktivlar,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uchun ob’ekt: har bir talabaga 100,0 g jigar va 25,0 ml peshob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164, 166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Ajratish, tozalash va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usullari ikki guruh: moddani ob’ektdan ajratib olish va tozalash; ajratilgan moddaning sifati va miqdorini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Ajratib olish natijasida modda distillyat, mineralizat yoki dializat holida suyuqlikka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Ajratishda suv bug‘i bilan haydash, parchalash, erituvchi bilan bo‘ktirish va dializ; tozalashda ekstraksiya, xromatografiya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Kimyo-toksikologik tahlil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Ajratib olish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Suv bug‘i bilan haydash  ·  Ob’ektni parchalash  ·  Erituvchi bilan bo‘ktirish, dializ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Tozalash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Ekstraksiya  ·  Xromatografik usullar  ·  Quruq haydash, mikrodiffuziya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Sifatni aniqlash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Kimyoviy, mikrokristalloskopik  ·  YuQX, spektral xarakteristika  ·  Farmakologik ta’sir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Miqdorni aniqlash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Atsidometriya, alkalimetriya  ·  Trilonometriya, fotometriya  ·  Spektrofotometriya, GX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Tahlil usullari (11-bet)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 bo‘limining xonalari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 tahlillari o‘tkaziladigan bo‘lim kamida 5 xonaga ega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Laboratoriyaning hamma xonalari ishdan so‘ng qulflanadi va surg‘uchlanadi.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bo‘limida katta kimyogar (boshliq), kimyogar va laborant lavozimlari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1-xona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Ob’ektlarni qabul qilish va saqlash; sovutgich va temir seyf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2-xona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Tekshiruv va ekspertiza o‘tkaziladigan laboratoriya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3-xona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Namuna tayyorlash va tashqi ko‘rinishni o‘rganish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4-xona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Ishchi xonalar (kabinetlar)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5-xona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Reagentlar va boshqa materiallar saqlanadigan xona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Bo‘lim xonalari (14-15-betlar)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14,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va zaharlanuvchi holatiga bog‘liq asosiy sabablar: fizik-kimyoviy holat, doza va konsentratsiya, organizmda tarqalishi, kimyoviy tozaligi.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sabablar: kirish tezligi va yo‘llari, kumulyatsiya, boshqa dorilar bilan birgalikda ta’siri, vazn, ovqatlanish, jins, yosh.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bir vaqtda bir necha zahar bilan ham sodir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Asosiy sabablar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Fizik-kimyoviy holat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Doza va konsentratsiya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Organizmda tarqalishi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Kimyoviy tozaligi, yot moddalar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Qo‘shimcha sabablar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Kirish tezligi va yo‘llari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Kumulyatsiya yoki zaharga o‘rganish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dori va zahar bilan ta’siri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Vazn, ovqatlanish, jins, yosh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Allergiya, toksikomaniyaga moyillik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Omillar (8-bet)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8,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Tuzilish va zaharlilik qonuniyatlari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Uglevodorodlarning normal zanjirli birikmalari izomerlariga nisbatan zaharliroq; siklik birikmalar atsiklikdan kuchli ta’sir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Molekulaga gidroksil guruhi kirishi zaharlilikni kamaytiradi; galogen, nitro guruhlar va qo‘sh bog‘ uni kuchaytiradi.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Richardson qoidasi: gomologik qatorda massa ortishi bilan zaharlilik ortadi; lekin HCOOH, CH2O va CH3OH keyingi vakillardan kuchli zahar.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890"/>
                <a:gridCol w="3034084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Qonuniyat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 / 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Normal zanjir &gt; izomer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Propil, butil &gt; izopropil, izobutil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Siklik &gt; atsiklik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Siklogeksan &gt; geksan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–OH guruhi kirishi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Zaharlilik kamayadi (spirtlar)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Galogen, nitro, qo‘sh bog‘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Zaharlilik kuchayadi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Gomologik qator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Massa ortsa, zaharlilik ortadi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Zaharlilik qonuniyatlari (8-9-betlar)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8,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ob’ektlari uch guruhga bo‘linadi: murda ob’ektlari, mahsulot va muhit, buyumlar.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qolganda oshqozon yuvindisi, qusuq, qon, peshob olinadi; umumiy nom — «biologik ob’ekt».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Murda ob’ektlari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Jigar, o‘pka, miya, qon, peshob, qusuq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Mahsulot va muhit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Oziq-ovqat, suv, ichimlik, dori, havo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Buyumlar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Kiyim, dog‘lar, dori idishlari, asboblar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Ob’ektlarni konservalash va yuborish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kunlarda uzoq joyga yuboriladigan bioob’ekt etil spirti bilan konservalanadi; konservalangan ob’ekt bilan spirt namunasi ham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etil spirti va nitritga tekshirilishi kerak bo‘lsa, etil spirti bilan konservalash man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Laboratoriyaga ob’ekt bilan birga sud-tibbiy ekspert yo‘llanmasi yoki tergov organining qarori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Bankani berkitish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Biologik ob’ekt solingan banka yaxshilab berkitiladi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Muhrlash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Surg‘uchli muhr bosiladi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Etiketka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Murdaning ismi, familiyasi, tug‘ilgan yili va a’zo nomi yoziladi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Raqamlar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Sud-tibbiy ekspertiza akti raqami va bankaning tartib raqami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Hujjat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Ekspert yo‘llanmasi yoki tergov organi qarori qo‘shiladi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Yuborish tartibi (11-bet)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10,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Zaharlar: ajratish usuliga ko‘ra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Zaharli moddalar ajratish usuliga qarab 6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bug‘i bilan haydaladigan «uchuvchi zaharlar» — sianid, sirka kislota, spirt, aldegid, fenollar, galogen birikmalar.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 zaharlar va margimush mineralizatsiya yo‘li bilan, barbituratlar va alkaloidlar nordonlashtirilgan suv yoki spirt bilan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Ajratish usuliga ko‘ra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Uchuvchi zaharlar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Sianid, sirka kislota, spirt, aldegid  ·  Zaharli galogen birikmalar, fenollar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Nordon suv/spirt usuli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Barbituratlar, alkaloidlar  ·  Azot saqlovchi sintetik birikmalar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Mineralizatsiya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Og‘ir metallar, margimush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Bo‘ktirish yoki dializ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Mineral kislota va ishqorlar  ·  Ishqoriy metall tuzlari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Organik erituvchi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Pestitsidlar, yurak glyukozidlari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Maxsus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TEQ, rux fosfidi, ftoridlar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Zaharlar guruhlari (20-bet)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 olish: kukun, tabletka, kapsula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Kukun, tabletka, kapsula, o‘simlik qismi va quruq ekstraktlardan miqdori belgilanmagan holda namuna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Namunaning eng kichik miqdori eng sezgir usullar bilan aniqlanadigan chegarada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namunalar odatda tergov-operativ tadbirlar jarayonida olinadi va ashyoviy dalil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 talabiga ko‘ra analitik kimyogar sud taqdim etgan har bir ayrim ashyoviy dalil namunasidan tahlil o‘tkazishi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 olishning vazifasi va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vazifa — kimyoviy tahlillarning ishonchliligini va to‘g‘ri bajarilishini ta’minlash.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Namunalar analitik kimyo prinsiplariga va farmakopeya asosidagi milliy axborotnomalarga bo‘ysungan holda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Ba’zan yuridik jihatdan qoidalarni bajarib bo‘lmaydi, masalan, ashyoviy dalil ko‘rgazmali dalil sifatida saqlanishi kerak bo‘lsa.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 dalillari ko‘pincha kapsula va tabletka ko‘rinishida bo‘ladi — bu ularning qonuniy savdodan noqonuniy olib ketilganini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 o‘ramdagi ob’ektdan namuna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Eng oddiy usul: ob’ektlar bir o‘ramga yig‘ilganda namuna o‘ramdan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Kukunlarni gomogenlashning eng oddiy usuli — plastik xaltachani yaxshilab silkitish.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Kukunda granulalar bo‘lsa, ular mayda elakdan o‘tkaziladi yoki maxsus moslama bilan maydalanadi.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o‘ramdan olinadi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Toza plastik xaltaga solinadi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Og‘irligi yozib qo‘yiladi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Yaxshilab gomogenlanadi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Namuna olish tartibi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164, 165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Aylana-konus-kvartlash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Muqobil usul: namuna aralashtiriladi, maydalanadi va tekis yuzada konus shaklida joylanadi.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Konus 4 qismga bo‘linadi; ikki qarama-qarshi chorak olinadi, qolgan ikkitasi xaltachaga qaytariladi.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miqdorini kamaytirish kerak bo‘lsa, aylana, konus va kvartlash qaytariladi.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Aralashtirish, maydalash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Tekis yuzada konus yasash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Konusni 4 qismga bo‘lish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Qarama-qarshi choraklarni olish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Kvartlash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 — eng ko‘p qo‘llaniladigan ob’ekt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Zaharli moddalar tahlili uchun eng ko‘p qo‘llaniladigan biologik ob’ekt — peshob.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Sabablari: peshob eng ko‘p ma’lumot saqlaydi; ko‘p zaharlar va metabolitlari peshob bilan chiqariladi; namuna olish shaxsga jismoniy noqulaylik keltirmaydi.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namunalar: qon, so‘lak, soch tolalari, tirnoq; o‘lim holatida ichki organlar, ko‘pincha jigar.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Peshob ob’ekt sifatida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Nega peshob?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Eng ko‘p ma’lumot saqlaydi  ·  Zaharlar va metabolitlari chiqadi  ·  Olish noqulaylik keltirmaydi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Qo‘shimcha namunalar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Qon, so‘lak  ·  Soch tolalari, tirnoq  ·  O‘limda ichki organlar (jigar)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Peshob va qo‘shimcha namunalar (165-bet)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 namunasini olish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 va boshqa namunalar olinishi yuridik shaxs nazorati ostida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Almashtirib qo‘yish va oldindan maxsus tayyorlangan namunalar (sirka, oshlovchi moddalar va b.) qo‘llash holatlaridan saqlanish talab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uchun olingan peshob hajmi 250 ml dan kam bo‘lmasligi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Hajm kam bo‘lsa, bu bayonnomada albatta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 namunasining falsifikatsiyasini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namunasi falsifikatsiya ehtimolini aniqlash uchun darhol dastlabki ko‘rikdan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olingach 5 daqiqa ichida harorat 32,5-37,7 °C, pH 5-7 oralig‘ida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Sezilarli farq bo‘lsa, chuqurroq nazorat ostida yangi namuna olish talab etiladi.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295"/>
                <a:gridCol w="274567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Tekshiruv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Me’yor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Harorat (5 daqiqa ichida)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32,5-37,7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pH-muhit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5-7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Vizual tekshiruv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Rang, cho‘kma; tabiiy holat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Falsifikatsiyani tekshirish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Namunani saqlash va jo‘natishga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Olingan namuna 2 ta idishga solinadi: idishlarga nomlar yoziladi, kod belgilanadi va muhrlanadi.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Bitta idishdagi namunadan zaharli moddalar tahlil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idishdagi namuna nazorat tahlili uchun saqlanadi.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2 idishga solinadi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Nom yoziladi, kod belgilanadi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Idishlar muhrlanadi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Biri tahlil, biri nazorat uchun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Namuna tayyorlash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Endogen va ekzogen birikmalar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Peshobni tahlil qilishda endogen va ekzogen fon moddalar uchrashi mumkinligini unutmaslik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Endogen: aminokislotalar, qandlar, biogen aminlar, mochevina, peptidlar, steroidlar, urobilin.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Ekzogen: oziq-ovqat va dori-zaharlar (barbituratlar, 1,4-benzodiazepinlar) metabolitlari.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320"/>
                <a:gridCol w="374965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Endogen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Aminokislota, qand, mochevina, urobilin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Ekzogen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Oziq-ovqat va dori metabolitlari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Fon birikmalari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Peshobni tahlildan oldingi ishlov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tahlildan oldin turli usullar bilan ishlanadi (jadvalga qarang).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Ularning orasida suyuqlik-suyuqlik ekstraksiyasi eng ko‘p tarqalgan usul hisoblanadi.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709"/>
                <a:gridCol w="296126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Bug‘latish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To‘g‘ridan-to‘g‘ri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Xromatografik ajratish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Yot moddalardan tozalash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Qattiq sorbent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Sorbentda tozalash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Ekstraksiya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Suyuqlik-suyuqlik (eng ko‘p)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Ishlov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165-166, 166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ish: jigarni tahlilga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talabaga 100,0 g jigar va 25,0 ml peshob beriladi; tayyorlashni o‘z qo‘llari bilan bajaradilar.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Jigar maydalanadi; ob’ektning konsistensiyasi va morfologik tuzilishi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Ekzogen va endogen qo‘shimchalar tekshirilib, dastlabki xulosalar beriladi.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Qo‘lqop, niqob kiyiladi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Jigar va peshob olinadi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Jigar maydalanadi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Konsistensiya tekshiriladi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Qo‘shimchalar, dastlabki xulosa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Bajarish tartibi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Ob’ektning tashqi ko‘rinishi: yot qo‘shimchalar va hid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Ko‘z yoki mikroskopda ob’ektda zaharga xos qo‘shimchalar topilishi mumkin: margimush oksidining chinnisimon, strixnin nitritining prizmatik kristallari.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Yot aralashma pinset yordamida ob’ektdan ajratib olinib, taxmin qilingan moddaga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Achchiq bodom hidi sianidlarga, piridin asoslari hidi denaturlangan spirtga ishora qilishi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Hid asosan chirimagan ob’ektda yaxshi seziladi; chirishda mahsulotlar zaharlar hidini o‘zgartiradi.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Rang va pH bo‘yicha dastlabki baho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 rang pikrin kislota, strixnin, xromatlarga, qora rang sulfat kislotaga xos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Muhit kislotali yoki ishqoriyligi turli indikatorlar bilan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Indikator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pH oralig‘i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Lakmus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5,0-8,0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kongo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3,0-5,2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Fenolftalein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8,2-10,0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Indikatorlar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pH natijasini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pH 3 yoki undan kichik bo‘lsa, asosan mineral kislotalar yoki ko‘p miqdorda organik kislotalar borligidan dalolat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Kuchsiz kislotali sharoit ko‘pincha organlarda, ayniqsa chirib qolganlarida, achish jarayoni sodir bo‘lganini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sharoit ob’ektni ishqor yoki karbonatlarga tekshirishga yo‘llanma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tozaligi: nazorat sinovi (Marsh)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Marsh reaksiyasi uch bosqichda: reaktivlar tozaligi, margimushni aniqlash, dog‘ haqiqiyligi.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soatdan keyin sovutilgan qismda qo‘ng‘ir-kulrang dog‘ hosil bo‘lmasligi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Dog‘ning hosil bo‘lmasligi ishlatilayotgan reaktivlarning sud-kimyo nuqtai nazaridan toza ekanini ko‘rsatadi.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Marsh moslamasi yig‘iladi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soat ishlatiladi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Sovutilgan qism tekshiriladi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Dog‘ yo‘q: reaktivlar toza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Tozalik sinovi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76, 212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tozaligi: qoidalar (malaka)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Ekspertizada ishlatiladigan reaktivlar, idish va asboblar kimyoviy toza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 tozaligi ishlatiladigan usul va reaksiya bilan, tahlil uchun kerak bo‘ladigan maksimal miqdorda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SOP qabul mezoni: qo‘llangan reaktivlar va nazorat namunasi aniqlanayotgan moddaga (simobga) musbat reaksiya bermasligi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18-band; Malaka materiali №012 (O‘zR SSV Bosh byuro)., Muolajani bajarish yo‘riqnomasi № RIP.G.240.2013: Biologik materialda simobni sud-kimyoviy aniqlash, betlar: qabul mezonlari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Dalil va hujjatlarni saqlash muddati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Konservalangan ob’ekt 1 yilgacha saqlanadi; hujjatlar seyfda saqlanib, 1 yildan keyin tashlab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saqlovchi ob’ektlar 1 oydan keyin tashlab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kimyogar olgan ashyoviy dalilni tekshiruv boshlanishidan tugaguncha saqlashga javobgar.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Konservalangan ob’ekt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 yilgacha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Hujjatlar (seyfda)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 yil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Spirt saqlovchi ob’ekt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 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Saqlash muddatlari (16-17-betlar)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17, 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hujjatlashtirish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dalilning tashqi ko‘rinishi tavsifida to‘liq tashqi ko‘rinish, o‘ram, idish, muhrlanish va o‘ramdagi yozuvlar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Shuningdek, ashyoviy dalilning rangi, hidi, vazni va pH muhiti yozilishi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Aktni yozishda formula va muallif nomi keltirish man etiladi; usullar va hisoblar ish daftari asosida yoziladi.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16, 17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baholashda nimalar hisobga olinadi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 aniqlanganda albatta miqdor tahlili o‘tkaziladi, chunki ayrim hollarda zararsiz moddaga xos reaksiyalar chiqib qolishi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topilmasligi sabablari: organizmdan chiqib ketishi, metabolizm, parchalanish, boshqa modda bilan birikishi, usul sezgirligining pastligi.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Zahar topilmasa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O‘limgacha chiqib ketgan bo‘lishi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Metabolizmga uchragan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Butunlay parchalangan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modda bilan birikkan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Usul sezgirligi past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Reaksiya musbat bo‘lsa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Dori sifatida iste’mol qilingan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Modda ob’ektda tabiiy bor (metallar)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Chirish mahsulotlari reaksiya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Tashqi muhitdan qo‘shilgan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Natijani baholash (17-bet)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Interpretatsiya va cheklovlar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 asosida biror xulosaga kelib bo‘lmaydi; taxminiy natija musbat bo‘lsa, asosiy tekshirish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taxminiy usullar sezgir bo‘lsa ham xususiy emas; natija qo‘shimcha tahlil bilan tasdiqlanadi.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 ko‘pgina zaharlarni inkor etish yoki qanday zahar bo‘lishi mumkinligini taxmin qilishga yordam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12, 20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«Nima uchun?» texnikasi va klaster metodi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«Nima uchun?» usuli: o‘quvchilar kichik guruhlarda muammoni ifodalaydilar.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Sxema chiziladi va muammoning dastlabki sababi aniqlangunga qadar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Kichik guruhlar birlashadi, fikrlar taqqoslanadi, umumiy chizmaga keltiriladi va natijalar taqdim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Klaster mavzusi: sud-kimyo tahlillari uchun keltiriladigan ob’ektlar va ashyoviy dalillar.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Etika va deontologiya (qisqa eslatma)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xodimi faoliyati yuqori darajadagi odob-axloq va deontologik qoidalarga asoslanadi.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xodimi har qanday bosimga qaramay, qonun va axloq qoidalariga zid ish qilishni rad etishi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xodimiga noto‘g‘ri va noaniq xulosa berish, shuningdek, firibgarlikning barcha turlari qat’iyan taqiqlanadi.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raqamlari bir qarashda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uchun olingan peshob hajmi 250 ml dan kam bo‘lmasligi; harorat 32,5-37,7 °C, pH 5-7.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Olingan namuna 2 ta idishga solinadi: biri tahlil, ikkinchisi nazorat uchun.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ishda har bir talabaga 100,0 g jigar va 25,0 ml peshob beriladi.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 hajmi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≥ 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Harorat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32,5-37,7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pH-muhit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5-7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Idishlar soni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Jigar (talabaga)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100,0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 (talabaga)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25,0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Raqamlar (165-166-betlar)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165, 166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kimyo modulining ahamiyati va vazifalari; ob’ektlar va ularga qo‘yiladigan talablar.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Ob’ektning konsistensiyasi va morfologik tuzilishini tekshirish; ashyoviy dalil holatini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Kukunlarga, biologik suyuqliklarga va biologik ob’ektlarga qanday talablar qo‘yiladi?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Ob’ektlarni tahlilga tayyorlash.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166, 166-167, 167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 natijasi: ob’ektlar turlari, o‘ram va butunlik, rang-muhit-konsistensiya hamda qo‘shimchalar o‘rganildi.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 namunasi: hajm 250 ml dan kam bo‘lmaydi; harorat 32,5-37,7 °C; pH 5-7; ikki idish — tahlil va nazorat.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 tozaligi nazorat sinovi bilan tasdiqlanadi (masalan, Marsh moslamasida dog‘ bo‘lmasligi).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164, 165, 212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Siydik namunasining haroratini namuna olingach 5 daqiqa ichida o‘lchash — falsifikatsiyani aniqlashning birinchi qadami: me’yor 32,5-37,7 °C.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 dalillarining kapsula va tabletka ko‘rinishida topilishi ularning qonuniy savdo tarmoqlaridan noqonuniy olib ketilganini ko‘rsatadi.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Marsh reaksiyasida mineralizatni tekshirishdan oldin moslama bir soat «bo‘sh» ishlatiladi: qo‘ng‘ir-kulrang dog‘ bo‘lmasa, reaktivlar toza hisoblanadi.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Zaharli moddalar tahlili uchun eng ko‘p qo‘llaniladigan biologik ob’ekt — peshob; sabablaridan biri — namuna olish shaxsga jismoniy noqulaylik keltirmasligi.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Ob’ektlar va laboratoriya jihozlari; reaktivlar tozaligini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7-12, 14-17, 20-21, 76, 164-167, 212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168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№012 (O‘zR SSV Bosh byuro). Muolajani bajarish yo‘riqnomasi № RIP.G.240.2013: Biologik materialda simobni sud-kimyoviy aniqlash.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