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ob’ektni tahlil qilishda nimadan boshlanadi? Doskada: mashg‘ulot rejasi. Tipik xato: mashg‘ulotni faqat dalolatnoma yozish deb tushunish. Kitob (272-273) mashg‘ulotning o‘zida organik zaharlar sxemasini batafsil bermaydi; shu sababli bu deckda ajratish va tozalash usullari toks 92-96 va 222-223 sahifalaridan, hujjatlar toks 16-17 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ekspert va talaba o‘rtasidagi mas’uliyat farqi nimada? Doskada: kutilayotgan natijalar. Tipik xato: kutilayotgan natijani «laboratoriya natijasi» deb tushunish — kitobda faqat ma’lumot olish ko‘rsatilgan. Kitobdagi bandlar raqamlanishi (273-bet, «2.») noaniq.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Ekstrakt va ob’ekt bilan ishlashda qo‘lqop shart; kitob bu mashg‘ulotda alohida xavfsizlik ko‘rsatmasi bermaydi.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tezkor (klinik) ekspertiza va sud ekspertizasi farqi nimada? Doskada: uch maqsad — aniqlash, tibbiy yordam, oldini olish. Tipik xato: ekspertizani faqat o‘lim holatlari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p.273 da akt uch qism deb berilgan (tashqi ko‘rinish va kimyoviy tekshiruv «bayon» da birlashgan). Doskada: daraxt. Tipik xato: formula va muallif nomini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o‘rami buzilgan ob’ekt kelsa, birinchi qadam nima? (Akt tuzish, so‘ng tekshiruv.) Doskada: hujjatlar zanjiri. Tipik xato: o‘rami buzilgan dalilni qabul qilmaslik yoki aktsiz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 daftari nima uchun akt tuzish uchun asos? (Akt ish daftaridagi yozuvlar asosida tuziladi — 16-bet.) Doskada: jadval. Tipik xato: ish daftari va akt daftarini bir hujjat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ro‘yxat aynan shu guruhlar bilan cheklangan? (Kitob izoh bermaydi.) Doskada: 7+14+7=28. Tipik xato: sonlarni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yig‘indi qanday chiqadi? Doskada: raqamlar. Tipik xato: alkaloidlar sonini 15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ro‘yxatni guruhlar bo‘yicha yodlash usuli. Doskada: uch ustun. Kitobda: «14 ta alkaloid», ro‘yxatda 15 nom (atropin va giostsiamin alohida). Atropin — rasemik giostsiamin, bitta modda sifatida sanalsa 14 ta (7+14+7=28 bilan 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moddalar nega birga tekshiriladi? Doskada: jadval. Tipik xato: guruh sonlarini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avval kislotali, so‘ng ishqoriy muhitda ekstraksiya qilinadi? Doskada: kislotali ajralma / ishqoriy ajralma. Tipik xato: faqat ishqoriy muhitda ekstraksiya qilib, kislotali moddalarni (barbituratlar, fenatsetin)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nega birinchi efirli qatlam tashlanadi? (Spirt bilan cho‘kmagan yot moddalar unga o‘tadi — 94-bet.) Doskada: 5 bosqichli sxema. Tipik xato: ishqoriy muhitga keltirishni (ammiak yoki natriy bikarbonat) kislotali efir ekstraktidan oldin bajarish. Kitob: ishqorlashda ammiak yoki natriy bikarbonat eritmasi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usul avvalgisidan nimasi bilan farq qiladi? Doskada: vaqt chizig‘i. Tipik xato: yillarni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efir qatlami tashlanadi? Doskada: qadamlar. Tipik xato: ishqorlash bosqichini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chirigan ob’ekt uchun qaysi usul afzal va nima uchun? Doskada: ikki ustun «kamchilik / qulaylik». Tipik xato: Stas-Otto usulini tezkor usul deb hisoblash — kitob uni uzoq vaqt talab qiluvchi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chirigan ob’ekt uchun qaysi usul? Doskada: ikki ustun. Tipik xato: Vasileva usulini chirigan ob’ektga tavsiya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Dragendorf usulida sulfat kislotali ajralmani isitib bug‘latishning kamchiligi nima? (Efir tipidagi alkaloidlarning gidrolizlanishi, iflos qoldiq — 95-bet.) Doskada: jadval. Tipik xato: Stepanov-Shvaykova usulini murda a’zolari uchun yaratilgan deb yozish — u o‘simlik qismlari uchun, Vasileva uni murda a’zolariga qo‘llagan.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gidroliz xavfli? Doskada: qadamlar. Tipik xato: bug‘latishni kamchiliksiz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pH ni tushirish alkaloidlarni oqsildan ajratadi? Doskada: pH qiymatlari (7,3-7,5; 6,2; 2,5-3). Tipik xato: pH 4-5 ni ajratish uchun eng qulay muhit deb o‘ylash — aksincha, shu muhitda komplekslar yaxshi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pH o‘zgartiriladi? Doskada: raqamlar. Tipik xato: murda pH ini tirik organizmniki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ammoniy sulfat nima uchun qo‘shiladi? (Kitob bunga izoh bermaydi; tuzlanish effekti 92-betda umumiy aytilgan.) Doskada: sxema. Tipik xato: pH ni 2-2,5 dan pastga tushirish yoki soatlarni qisqartirish.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ammoniy sulfat qo‘shiladi? Doskada: raqamlar. Tipik xato: ishqoriy bosqich pH ini 12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xloroformli ishqoriy ajralma (alkaloidlar uchun). Muhokama: nega morfin uchun pH 8,5-9,0 kerak? (Kitob: ishqorning nojo‘ya ta’siri — morfindan morfolyat hosil bo‘lmaydi, 95-bet.) Doskada: sxema. Tipik xato: pH ni 9 dan yuqori ko‘tarish.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yod ioni nimadan? Doskada: sxema. Tipik xato: xloroform qatlamini rangsiz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kofein va strixnin nima uchun kislotali ajralmada qidiriladi? (Kuchsiz asos xossali alkaloidlar — 96-bet.) Doskada: ikki ajralma jadvali. Tipik xato: barcha alkaloidlarni faqat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umumiy usul suyuq alkaloidlarni yo‘qotishi mumkin? (Ular uchuvchan — haydash usulini qo‘llash kerak.) Doskada: 5 modda nomi. Tipik xato: nikotinni kristall alkaloid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kuchsiz asos xossali modda reekstraksiyada nega yo‘qoladi? (Kitob sababini aytmaydi.) Doskada: pH-13 / pH-1 sxemasi. Tipik xato: reekstraksiyani barcha moddalar uchun universal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xromatografiya nega ham tozalash, ham chinlik usuli? Doskada: 3 usul. Tipik xato: elektrodializni dializ (suvda eruvchi zaharlar)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kislotali va ishqoriy ajralmalar uchun sistemalar turlicha? Doskada: ikki sistema nisbatlari. Tipik xato: 70:40:5 va 50:30:2 nisbatlarini almashtirish. Kitobdagi bir xil matn toks 93-betda (xromatografik usullar) ham bor. Kitobda (toks 223): «difenilkarbazid» — to‘g‘risi difenilkarbazon (gmt 113).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formula va muallif nomini yozish man etiladi? (Kitob sababini aytmaydi.) Doskada: 4 qoida. Tipik xato: reaksiyani «Marki reaksiyasi» deb muallif nomi bilan yozish — kitob buni taqiqlaydi.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kirish qismida qaysi ma’lumotlar bo‘lishi shart? Doskada: kirish savollari. Tipik xato: kirish qismiga sarlavha yozish — kitob sarlavha yozilmaydi deydi. Kitobda ziddiyat: toks 16-betda akt «4 qismdan» (kirish, tashqi ko‘rinish, kimyoviy tekshirish, xulosa) deyilgan; 273-betda (va malaka 117 da) 3 qism — slaydda 3 qism olindi, chunki tashqi ko‘rinish bayonning bir qismi.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talaba jigar/peshob uchun bayon qismini yozadi. Muhokama: «aniq holda yozish» nimani anglatadi? (Tahlil qanday olib borilgan bo‘lsa, xuddi shunday — 273-bet.) Doskada: tavsif shabloni. Tipik xato: reaksiya natijasini «musbat» deb yozib, rang va cho‘kmani tavsiflamaslik.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manfiy natijalar ham yoziladi? Doskada: xulosa tartibi (topilgan -&gt; topilmagan). Tipik xato: faqat topilgan moddani yozib, tekshirilib topilmaganlarni tushirib qoldirish. Kitobda ikkinchi nusxa sud-tibbiyot ekspertizasi arxivida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miqdor tahlili zarur? (Ayrim hollarda zararsiz moddaga xos reaksiyalar chiqib qolishi mumkin: dori sifatida iste’mol, ob’ektning o‘zida bo‘lishi, chirish mahsulotlari, tashqaridan qo‘shilish — 17-bet.) Doskada: 5 omil. Tipik xato: sifat reaksiyasi musbat chiqqanini yakuniy dalil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spirtli ob’ekt qisqa saqlanadi? Doskada: raqamlar. Tipik xato: oy va yilni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manfiy natija nimani anglatadi? Doskada: daraxt. Tipik xato: manfiy natijani «modda yo‘q»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dori sifatida iste’mol qilingan moddani qanday talqin qilish kerak? Doskada: daraxt. Tipik xato: sifat reaksiyasini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reja (ob’ekt tavsifi, pH, ajratish usuli, tozalash, YuQX/reaksiyalar) va dalolatnoma qoralamasi. Kitobda keys jadvali bo‘sh, javob berilmagan; qizil rangning sababini kitob aytmaydi — talabalar ob’ektni tahlil qilib aniqlaydi (gipoteza: dori yoki qon aralashmasi — o‘qituvchi tasdiqlasin). Muhokama: dalolatnomaga faqat tekshirilgan narsa yoziladimi? Tipik xato: rangga qarab zaharni taxmin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ob’ekt tavsifi, ajratish sharoiti, tozalash usuli, topilgan/topilmagan moddalar va dalolatnoma qoralamasini yozadi. Muhokama: dalolatnoma sifatini qaysi mezonlar bilan baholaysiz? Doskada: 3 xulosa. Tipik xato: dalolatnomada muallif nomi va formulani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Noma’lum ob’ektni tahlil qilish (organik zaharlar); dalolatnoma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sud-kimyo ekspertizasi, uning o‘ziga xosligi, kimyo-toksikologik tekshiruv rejasi va ekspert-kimyogarlar vazifalari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sud-kimyosi tekshiruv dalolatnomasi; 2) kimyo-toksikologik ekspertiza.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noma’lum ob’ektni tahlil qilish. Ekspertiza dalolatnomasini yozish.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sud-kimyosi ekspertizasi, byurosi va xodimlari haqida ma’lumotga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sud-kimyosi tekshiruv akti va kimyo-toksikologik ekspertiza haqida ma’lumotga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ekstrakt, filtr qog‘ozi, voronka, reaktivlar, probirkalar, ko‘rgazmali materiallar, skotch, qog‘oz; xona — maxsus laboratoriya jihozlari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ekspertizasi nima uchun o‘tkaziladi?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 sog‘liqqa zarar yetkazuvchi yoki o‘limga olib keluvchi zaharli moddalarning bor-yo‘qligi, sifati va miqdorini aniqlash uchun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aholiga tibbiy yordamni yaxshilash va zaharlanishni oldini olishda tibbiyot xodimlariga ham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kishiga tez tibbiy yordam ko‘rsatish maqsadida ham, qidiruv organlari yoki shifoxonaning yozma ko‘rsatmasi asosida ekspertiza o‘tkazilishi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tekshiruvi akti: 4 qism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 4 qismdan iborat: kirish qismi, ashyoviy dalilning tashqi ko‘rinishi, kimyoviy tekshiruv va ekspert xulosasi.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ko‘rinish qismida o‘rami, idishi, muhri, rangi, hidi, vazni va pH muhiti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tekshiruv qismi aktning asosiy qismi bo‘lib, ish daftari yozuvlari asosida tartib bilan yoziladi.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Tekshiruv akti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qismi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 hujjat, laboratoriya  ·  ekspert, jabrlanuvchi  ·  tekshiruv vaqti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ko‘rinish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o‘rami, idishi, muhri  ·  rangi, hidi, vazni, pH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 tekshiruv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usullar va reaksiyalar  ·  reaktiv va moslamalar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topilgan zaharlar  ·  mg/100 g ashyo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4 qism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Ekspertizaga kelgan hujjatlar va ob’ekt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Laboratoriyaga ekspertiza o‘tkazish to‘g‘risidagi qaror yozma bayonnomasi, sud-tibbiyot aktidan ko‘chirma, kasallik tarixidan ko‘chirma yuboriladi.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Ashyoviy dalil idora orqali yuboriladi va laboratoriyaning ro‘yxatga olish jurnaliga yoziladi; o‘rami buzilgan bo‘lsa, akt tuziladi.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 dalilni tekshiruv boshlanishidan tugaguncha saqlashga javobgar va o‘zi tuzgan reja asosida ishlaydi.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Qarorda qanday zaharlarni tekshirish ko‘rsatilmagan bo‘lsa, sog‘liqni saqlash vazirligi tasdiqlagan zaharlarga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Ekspertiza to‘g‘risidagi qaror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Ro‘yxatga olish jurnaliga yozish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Ashyoviy dalil sud kimyogariga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tuzgan reja asosida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akti yoki 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jurnallari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Sud-kimyo ekspertizasi laboratoriyalarida asosan uchta jurnal yuritiladi.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daftari va akt daftari raqamlangan, shnurlangan va muhrlangan.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9838"/>
                <a:gridCol w="244813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Jurnal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Ro‘yxatga olish jurnali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 bo‘limdan iborat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kimyogarining ish daftari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Kundalik hisob-kitoblar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 akti daftari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Qo‘lyozma akt, muhrlangan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jurnal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zaharlar: 28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kimyo-toksikologik tahlilda organik zaharlardan 28 ta moddaga tekshiruv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Ular: 7 ta barbiturat, 14 ta alkaloid va 7 ta azot saqlovchi sintetik birikma.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823"/>
                <a:gridCol w="169215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 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 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 saqlovchi sintetik birikmalar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 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28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zaharlar ro‘yxati: soni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kimyo-toksikologik tahlilda organik zaharlardan 28 ta moddaga tekshiruv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Ularga 7 ta barbiturat, 14 ta alkaloid va 7 ta azot saqlovchi sintetik birikma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Barbituratlar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Alkaloidlar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Azotli sintetiklar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Jami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Organik zaharlar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Tekshiriladigan moddalar ro‘yxati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Barbituratlar: barbital, fenobarbital, barbamil, etaminal natriy, siklobarbital (fenodorm), geksabarbital (evipan), benzonal.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Alkaloidlar: morfin, kodein, dionin, geroin, gidrokodon, papaverin, strixnin, atropin (=giostsiamin), skopolamin, kokain, paxikarpin, anabazin, nikotin, xinin.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Azot saqlovchi sintetik birikmalar: promedol, aminazin, diprazin, tizertsin, majeptil, triftazin, imizin va uning analoglari.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zaharlar guruhlari va misollar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Barbituratlar: barbital, fenobarbital, barbamil, etaminal natriy, siklobarbital, geksabarbital, benzonal.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saqlovchi sintetik birikmalar: promedol, aminazin, diprazin, tizertsin, majeptil, triftazin, imizin.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Alkaloidlar: morfin, kodein, strixnin, atropin, skopolamin, kokain, nikotin, xinin va boshqalar.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129356"/>
                <a:gridCol w="234886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barbital, fenobarbital, barbamil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morfin, kodein, strixnin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Azotli sintetiklar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promedol, aminazin, diprazin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Misollar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94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Qutbli erituvchilar bilan ajratish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Yuqoridagi moddalar asosan kristall dorivor moddalar: ob’ektdan nordonlashtirilgan suv va nordonlashtirilgan spirt yordamida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barbiturat va alkaloidlar azot atomi hisobiga tuzlar hosil qiladi va suvli yoki spirtli eritmaga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eritmadan organik erituvchilar bilan ekstraksiya qilinadi, chunki moddalar kislotali, asos yoki neytral xossali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usuli (nordonlashtirilgan spirt)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1851 yilda J.S. Stas tomonidan taklif etilgan; 1856 yilda F. Otto spirtli ajralmani tozalashni qo‘shdi.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kislotali spirt bilan bo‘ktirilib, 1 sutka qoldiriladi; eritmalar 35 °C 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Siropga oqsil va yot moddalarni cho‘ktirish uchun 96% spirt qo‘shiladi; so‘ng efir bilan 3 marta tozalanadi.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Oksalat kislotali spirt, 1 sutka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35 °C da bug‘latish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96% spirt: oqsil cho‘kadi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bilan 3 marta (tashlanadi)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muhit, efir 3 marta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Stas-Otto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Qutbli erituvchilar usullari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usulini 1851 yilda J.S. Stas, 1856 yilda F. Otto takomillashtirgan.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suv usulini 1861 yilda Z. Uslar va L. Erdman qo‘llagan.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1942 yilda Stepanov va Shvaykova, 1946 yilda Vasileva, 1956-1961 yillarda Kramarenko usullarni rivojlantirgan.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1851: J.S. Stas (nordon spirt)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1856: F. Otto (tozalash)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1861: Uslar va Erdman (HCl)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1942: Stepanov, Shvaykova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1946: A.A. Vasileva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1956-1961: Kramarenko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usuli: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kislotali etil spirti bilan bir necha marta bo‘ktirilib, 1 sutkaga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eritmalar 35 °C da bug‘latilib, sirop holiga keltiriladi; oqsil 96% spirt bilan cho‘ktiriladi.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eritma ammiak yoki natriy bikarbonat bilan ishqorlanib, efir bilan 3 marta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oksalat kislotali spirt, 1 sutka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35 °C da sirop holigacha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96% spirt bilan oqsil va yot moddalar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 bilan 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iliq suv, 3 marta efir; efir tashlanadi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ammiak yoki natriy bikarbonat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efir bilan 3 marta; alkaloidlar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Stas-Otto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usulini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Kamchiliklari: uzoq vaqt talab qiladi, sezgirligi past, qimmat spirt kerak, natijalar o‘zgaruvchan.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Qulayligi: chirigan ob’ektdan moddalarni ajratish mumkin; tozalash spirt ishtirokida bo‘lgani uchun emulsiya deyarli hosil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o‘zgartirishlar ob’ektni turli mineral kislotalar bilan nordonlashtirish va ishqorlarni, erituvchilarni o‘zgartirishga bag‘ishlangan.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 va Vasileva usullari: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Stas-Otto usuli uzoq vaqt talab qiladi, sezgirligi past, qimmat spirt kerak; lekin chirigan ob’ektdan ajratish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 usuli tez bajariladi, qimmat reaktiv talab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 usulida suvda erimaydigan moddalarni ajratish qiyin; chirigan ob’ektda barqaror emulsiya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Stas-Otto (spirt)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uzoq vaqt talab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past, qimmat spirt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chirigan ob’ektda ishlaydi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emulsiya deyarli hosil bo‘lmaydi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Vasileva (suv)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bajariladi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qimmat reaktiv kerak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erimaydiganlar qiyin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chirigan ob’ektda emulsiya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Baholash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suv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Baholash: M.D. Shvaykova va A.A. Vasileva usuli tez bajariladi, qimmat reaktiv talab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suvda erimaydigan moddalarni ajratish qiyin; chirigan ob’ektdan to‘liq ajratib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622"/>
                <a:gridCol w="247035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Uslar-Erdman, 1861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Ob’ekt HCl bilan nordonlashtiriladi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H2SO4; 24 soat 96% spirt; ekstraksiya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Stepanov-Shvaykova, 1942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Oksalat kislotali suv (o‘simlikdan)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Vasileva, 1946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Usulni murda a’zolariga qo‘lladi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 va yil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Dragendorf usuli: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sulfat kislota bilan nordonlashtiriladi, suvli eritma qiyom holigacha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24 soat davomida 96% spirtda bo‘ktiriladi va filtrlanadi; filtrat suv bilan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sulfat kislotali ajralmani isitish efir tipidagi alkaloidlarning gidrolizlanishiga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Nordonlashtirish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 sulfat kislota bilan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eritma qiyom holigacha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Spirt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24 soat 96% spirtda bo‘ktirish, filtrlash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Kislotali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+ benzin, petroley efiri, xloroform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ammiak; benzin va izoamil spirti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ekstraktlar birlashtirilib alkaloidlarga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Dragendorf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V.F. Kramarenko (1956-1961) pH-muhit, organik erituvchi xarakteri, elektrolitlar ta’siri va filtrlash o‘rniga sentrifugalashni tavsiya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kuchsiz kislotali muhitda (pH 4-5) oqsillar bilan yaxshi birikadi; murdada pH taxminan 6,2, tirik organizmda 7,3-7,5.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 bilan hosil bo‘lgan komplekslarni parchalash uchun pH 2,5-3 ga keltirilishi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va oqsil: pH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kuchsiz kislotali muhitda (pH-4-5) oqsillar bilan yaxshi birikadi.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organizmda pH-7,3-7,5, murda organizmida 6,2 atrofida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Oqsil komplekslarini parchalash uchun pH-2,5-3 ga erishiladi.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Oqsil bilan birikish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4-5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Tirik organizm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7,3-7,5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Murda organizmi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6,2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Kompleksni parchalash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2,5-3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 usuli asosi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kislotali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0,02 n H2SO4 bilan ko‘miladi, 20% H2SO4 bilan pH 2-2,5; 2 soat, yana 2 va 1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Eritmalar sentrifugalanib, ammoniy sulfat bilan to‘yintiriladi; 1-2 soatdan so‘ng cho‘kma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Sentrifugat 2 marta 40 ml efir bilan ekstraksiya qilinadi; efir tashlanadi (yoki kislotali moddalar uchun).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g ob’ekt + 0,02 n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2-2,5; 2+2+1 soat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Sentrifuga, (NH4)2SO4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2x40 ml efir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Efir: kislotali moddalar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bosqich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0,02 n H2SO4 bilan ko‘miladi, 20% H2SO4 bilan pH-2-2,5 ga keltirilib, 2 soatga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yana 2 marta (2 va 1 soat) bo‘ktiriladi; umumiy sentrifugat 2 marta 40 ml efir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eritmaga 20% NaOH bilan pH-8,5-9,0 ga yetkaziladi va xloroform bilan 3 marta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</a:t>
            </a:r>
            <a:r>
              <a:rPr sz="1500" b="0">
                <a:solidFill>
                  <a:srgbClr val="6B7280"/>
                </a:solidFill>
                <a:latin typeface="Calibri"/>
              </a:rPr>
              <a:t>  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Bo‘ktirish muhiti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 (kislotali)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 × 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Ishqoriy bosqich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8,5-9,0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ishqoriy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eritmaga 20% NaOH qo‘shib pH 8,5-9,0 ga keltiriladi; ammiak ajralib, pH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bilan 3 marta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qatlam nordonlashtirilib, NaNO2 bilan yod ioniga (paxikarpin) tekshiriladi: qizil-pushti.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 suvli eritma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20% NaOH, pH 8,5-9,0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Xloroform, 3 marta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Qolgan qatlam nordonlashtiriladi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NaNO2, xloroform: qizil-pushti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Ishqoriy bosqich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95, 95-96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yod ioni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Ekstraksiyadan qolgan ishqoriy suvli qatlam kislota bilan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nitrit qo‘shilib, yod ioniga tekshiriladi; 1 ml xloroform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 ioni bo‘lsa, xloroform qatlami qizil-pushti rang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Nordonlangan suvli qatlam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Natriy nitrit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ml xloroform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Xloroformli qatlam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Chayqatiladi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Qizil-pushti: yod ioni (paxikarpin)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Paxikarpin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95-96, 96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Hozirgi amaliyot va ikki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 Stas-Otto, Vasileva, Kramarenko usullari asosida qutbli erituvchilar bilan pH 2,5-3,0 da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ajralmadan alkaloidlar pH-9 da ekstraksiya qilinadi; erituvchi sifatida ko‘proq xloroform, ba’zan efir.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va ishqoriy sharoitda olingan ikki organik eritma alohida tahlil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Ajralma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Tekshiriladi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Barbiturat, fenatsetin, kofein, strixnin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Ishqoriy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 va sintetik analoglari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Suyuq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 alkaloidlar: anabazin, nikotin, paxikarpin, koniin, arekolinlar.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o‘ziga xos hidli yog‘simon suyuqlik; yetarlicha uchuvchan,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sharoitda suv bug‘i bilan haydab ajratiladi; distillyat ishqoriy muhitda xloroform bilan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muhitda suv bug‘i bilan haydash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ishqoriy muhitga keltiriladi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 alkaloidlar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tozalash: ekstraksiya va haydash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Ajralmada yot moddalar halaqit beradi, shuning uchun ekstraktlar tozalanadi; umumiy aniq usul yo‘q — fizik-kimyoviy xossalarga asoslanadi.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Kislotali moddalar (organik kislotalar, barbituratlar) ishqor (pH-13) va kislota (pH-1) bilan reekstraksiyada tozalanadi.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Alkaloidlar kislota (pH-1) va ishqor (pH-13) bilan tozalanadi; kuchsiz asoslar (purin hosilalari, narkotin, promedol, antipirin, amidopirin) yo‘qoladi.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Quruq haydash (vozgonka): barbituratlar, benzoy va salitsil kislotalari, kofein kabi sublimatsiyalanuvchi moddalar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Kislotali moddalar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 (pH-13) bilan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 (pH-1) bilan reekstraksiya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Alkaloidlar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 (pH-1) bilan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 (pH-13) bilan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kuchsiz asoslar yo‘qoladi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Reekstraksiya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tozalash: elektr va xromatografiya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Elektrodializ (strixnin, paxikarpin): alkaloid tuzlari doimiy tokda katod tomon siljiydi.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Elektroforez — tok ta’sirida xromatografik tozalash; tuzlar katod tomon turli tezlikda siljiydi.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Xromatografiya yot moddalardan tozalash bilan birga chinlik tahlilini ham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Elektrodializ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Strixnin, paxikarpin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Elektroforez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 va sintetik asoslar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YuQX, kolonkali gel, qog‘oz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Tozalash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Xromatografik tozalash sistemalari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Barbituratlar: xloroform-n-butanol-25% NH4OH (70:40:5); aniqlovchi — 0,02% difenilkarbazon (xloroformda) va simob sulfat (suyultirilgan H2SO4 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siyoh rangli dog‘ hosil qiladi, Rf turlicha.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Alkaloidlar: xloroform-aseton-dietilamin (50:30:2) yoki xloroform-aseton-ammiak (30:20:2); aniqlovchi — Dragendorf reaktivi.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902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8884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xloroform-n-butanol-NH4OH (70:40:5)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xloroform-aseton-dietilamin (50:30:2)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 (muqobil)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xloroform-aseton-ammiak (30:20:2)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tozalash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223, 93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 yozish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daftarning bir qatoriga, bir xil interval va hech qanday bo‘sh joy qoldirmasdan, ikki taraflama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Hoshiya birinchi betda chap tarafdan, ikkinchi betda o‘ng tarafdan qoldiriladi; bo‘sh qolgan qatorlar chizilib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So‘zlarni qisqartirish, shartli belgilar, reaktivlarga muallif nomi yozish, kimyoviy formulalar yozish man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Tuzatmalarga hoshiyada «to‘g‘rilanganiga ishonilsin» deb yozilib, ekspert dastxatini qo‘yadi.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Yozuv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bir xil interval, bo‘sh joy qoldirilmaydi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Hoshiya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1-betda chapdan, 2-betda o‘ngdan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Bo‘sh qatorlar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chizib to‘ldiriladi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Man etiladi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qisqartirish, belgilar, formula, muallif nomi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Tuzatma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«to‘g‘rilanganiga ishonilsin» + dastxat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Dalolatnoma qoidalari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 tuzilishi va kirish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uch qismdan iborat: kirish, bayon (tavsif) va xulosa.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Natijalar «sud-kimyo tekshiruvi dalolatnomasi» shaklida rasmiylashtiriladi; xulosa (akt) uch qismdan iborat: kirish, tekshiruv va yakuniy.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 qismi (sarlavhasiz): qaysi hujjat asosida, kim (talabaning F.I.Sh., kurs, guruh), qachon va qayerda tekshirgani, ashyoviy dalil va maqsad.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Kirishda murdaning F.I.Sh., o‘lim sabablari va voqeaning qisqacha mazmuni ham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Dalolatnoma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asos hujjat, ekspert  ·  ashyoviy dalil, maqsad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Bayon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tashqi ko‘rinish, pH  ·  kimyoviy tekshirish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aniqlangan zaharlar  ·  aniqlanmaganlar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3 qism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273; Malaka materiali №117 (O‘zR SSV, loyiha matni)., Sud-kimyo ekspertiza va tekshiruvlarini o‘tkazish qoidalari, betlar: 28-29-band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Bayon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Bayon (tavsifiy) qismida sarlavha yozilmaydi.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a) biologik ob’ektning tashqi ko‘rinishi, son raqami, pH-muhiti, konsistensiyasi, konservlanganligi.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b) kimyoviy tekshirish: zaharlarni ajratish texnikasi, ajratilgan moddalarning sifat va miqdorini aniqlash usullari batafsil, qisqartirmasdan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kimyoviy qismida ishlatilgan reaktiv va moslamalar, hisoblar ish daftari yozuvi asosida tartib bilan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273, 17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tekshiruv asosida avval aniqlangan va so‘ng aniqlanmagan zaharli moddalar nomma-nom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Topilgan zaharlar miqdori 100 g ashyoviy dalilga mg hisobida ko‘rsatiladi; so‘ngra to‘liq tekshirilib manfiy natija olingan zaharlar.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ekspert imzosi bilan tasdiqlanadi va yozilgan vaqti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miqdori qon va peshobda aniqlanganda akt ikki nusxada bosilib, ekspert-kimyogar muhri bilan tasdiqlanadi.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273, 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 va ob’ektni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Baholashda hisobga olinadi: modda o‘limgacha chiqarilishi, metabolizmga uchrashi, parchalanishi, boshqa moddalar bilan birikishi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Usulning sezgirligi past bo‘lgani uchun moddani aniqlab bo‘lmasligi ham mumkin; modda aniqlansa, miqdor tahlili o‘tkazilishi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Konservlangan ob’ekt 1 yilgacha saqlanadi; spirt saqlovchi ob’ektlar 1 oydan keyin tashlab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 va hujjatlarni saqlash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Agar ob’ekt konservlangan bo‘lsa, 1 yilgacha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Hujjatlar seyfda saqlanib, 1 yildan keyin tashlab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saqlovchi ob’ektlar 1 oydan keyin tashlab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Konservlangan 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Hujjatlar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Spirt saqlovchi 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Saqlash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baholashda hisobga olinadigan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o‘lim sodir bo‘lguncha organizmdan chiqarib yuborilishi yoki metabolitik o‘zgarishlarga uchrashi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umuman parchalanib ketishi yoki boshqa moddalar bilan birikishi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sezgirligi past bo‘lgani uchun moddani aniqlash mumkin bo‘lmasligi ham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Baholash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Chiqarilish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o‘limgacha chiqib ketishi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metabolitik o‘zgarishlar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Parchalanish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umuman parchalanishi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Birikish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moddalar bilan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Usul sezgirligi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past bo‘lsa aniqlanmaydi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5 omil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Soxta ijobiy reaksiya holatlari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 topilganda albatta miqdor tahlili o‘tkazilishi zarur, chunki ba’zan zararsiz moddaga xos reaksiyalar chiqib qolishi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Jabrlanuvchi moddani dori sifatida iste’mol qilgan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chirishi oqibatida tekshiriluvchi moddaga xos reaksiya beruvchi birikmalar hosil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Miqdor tahlili nega kerak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Dori sifatida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jabrlanuvchi iste’mol qilgan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Ob’ektda bor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masalan, metallar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xos reaksiya beruvchi birikmalar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muhit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ob’ektga modda qo‘shilib qolgan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4 holat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14-keys: qizil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14-keys: sud-kimyo ekspertizasiga biologik ob’ekt sifatida peshob keltirildi; peshob rangi qizil.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Vazifa: tahlil o‘tkazib, dalolatnoma tuzilsin; keys jadvali: muammo turi — kelib chiqish sabablari — hal etish yo‘llari.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rejasi uchun: kislotali va ishqoriy ajralma olinadi, har biri alohida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rangli peshob keltirildi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ajralma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ajralma olinadi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 biri alohida tekshiriladi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Dalolatnoma tuziladi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14-keys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273, 96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zaharlar qutbli erituvchilar bilan pH 2,5-3,0 da ajratiladi; kislotali va ishqoriy ajralma alohida tahlil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 reekstraksiya, quruq haydash, elektrodializ, elektroforez va xromatografiya bilan tozalanadi.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Dalolatnoma uch qism: kirish, bayon, xulosa; formula va muallif nomi yozilmaydi, xulosada topilgan va topilmagan zaharlar nomma-nom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96, 223, 273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Alkaloidlarni murda a’zosidan ajratishda pH muhitning ahamiyati katta: tirik organizmda pH 7,3-7,5, murdada taxminan 6,2, shu sababli oqsil bilan komplekslarni parchalash uchun pH 2,5-3 ga keltiriladi.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Stas-Otto usuli 1851 yilda taklif etilgan; chirigan ob’ektdan moddalarni ajratishga qulay, chunki tozalash spirt ishtirokida bo‘lgani uchun emulsiya deyarli hosil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miqdori qon va peshobda aniqlanganda sud-kimyo akti ikki nusxada bosilib, biri sud-tibbiyot ekspertizasi arxivida saqlanadi.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Dalolatnomada kimyoviy tekshiruv qismida formula yozish va biror muallif nomini keltirish man etiladi.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Noma’lum ob’ektni tahlil qilish (organik zaharlar); dalolatnoma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16-17, 93-96, 166, 223, 272-273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