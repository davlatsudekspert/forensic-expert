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noma’lum ob’ektni tahlil qilishda nimadan boshlanadi? Doskada: mashg‘ulot rejasi. Tipik xato: mashg‘ulotni faqat dalolatnoma yozish deb tushunish. Kitob (272-273) mashg‘ulotning o‘zida organik zaharlar sxemasini batafsil bermaydi; shu sababli bu deckda ajratish va tozalash usullari toks 92-96 va 222-223 sahifalaridan, hujjatlar toks 16-17 dan olindi.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ekspert va talaba o‘rtasidagi masʼuliyat farqi nimada? Doskada: kutilayotgan natijalar. Tipik xato: kutilayotgan natijani «laboratoriya natijasi» deb tushunish — kitobda faqat ma’lumot olish ko‘rsatilgan. Kitobdagi bandlar raqamlanishi (273-bet, «2.») noaniq.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qo‘lqop va niqobsiz biologik ob’ekt bilan ishlash qanday xavf tug‘diradi? Doskada: shaxsiy himoya vositalari ro‘yxati. Tipik xato: biologik ob’ektni «toza» deb hisoblash. Kitob bu mashg‘ulotdagi alohida reaktivlarning xavfi (kislota, organik erituvchi) haqida ko‘rsatma bermaydi; ularni o‘qituvchi laboratoriya qoidalari bo‘yicha qo‘shimcha eslatadi. Ekstrakt va ob’ekt bilan ishlashda qo‘lqop shart; kitob bu mashg‘ulotda alohida xavfsizlik ko‘rsatmasi bermaydi. Manba malaka 117 (sanasi va raqami ko‘rsatilmagan qoidalar loyihasi) — lex.uz da amaldagi tahririni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tezkor (klinik) ekspertiza va sud ekspertizasi farqi nimada? Doskada: uch maqsad — aniqlash, tibbiy yordam, oldini olish. Tipik xato: ekspertizani faqat o‘lim holatlari bilan bog‘lash.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o‘rami buzilgan ob’ekt kelsa, birinchi qadam nima? (Akt tuzish, so‘ng tekshiruv.) Doskada: hujjatlar zanjiri. Tipik xato: o‘rami buzilgan dalilni qabul qilmaslik yoki aktsiz tekshirish.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ish daftari nima uchun akt tuzish uchun asos? (Akt ish daftaridagi yozuvlar asosida tuziladi — 16-bet.) Doskada: jadval. Tipik xato: ish daftari va akt daftarini bir hujjat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ro‘yxat aynan shu guruhlar bilan cheklangan? (Kitob izoh bermaydi.) Doskada: 7+14+7=28. Tipik xato: sonlarni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ro‘yxatni guruhlar bo‘yicha yodlash usuli. Doskada: uch ustun. Kitobda: «14 ta alkaloid», ro‘yxatda 15 nom (atropin va giostsiamin alohida). Atropin — rasemik giostsiamin, bitta modda sifatida sanalsa 14 ta (7+14+7=28 bilan mos).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avval kislotali, so‘ng ishqoriy muhitda ekstraksiya qilinadi? Doskada: kislotali ajralma / ishqoriy ajralma. Tipik xato: faqat ishqoriy muhitda ekstraksiya qilib, kislotali moddalarni (barbituratlar, fenatsetin) yo‘qotish.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Muhokama: nega birinchi efirli qatlam tashlanadi? (Spirt bilan cho‘kmagan yot moddalar unga o‘tadi — 94-bet.) Doskada: 5 bosqichli sxema. Tipik xato: ishqoriy muhitga keltirishni (ammiak yoki natriy bikarbonat) kislotali efir ekstraktidan oldin bajarish. Kitob: ishqorlashda ammiak yoki natriy bikarbonat eritmasi qo‘llanadi.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chirigan ob’ekt uchun qaysi usul afzal va nima uchun? Doskada: ikki ustun «kamchilik / qulaylik». Tipik xato: Stas-Otto usulini tezkor usul deb hisoblash — kitob uni uzoq vaqt talab qiluvchi deydi.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Dragendorf usulida sulfat kislotali ajralmani isitib bug‘latishning kamchiligi nima? (Efir tipidagi alkaloidlarning gidrolizlanishi, iflos qoldiq — 95-bet.) Doskada: jadval. Tipik xato: Stepanov-Shvaykova usulini murda a’zolari uchun yaratilgan deb yozish — u o‘simlik qismlari uchun, Vasileva uni murda a’zolariga qo‘llagan.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pH ni tushirish alkaloidlarni oqsildan ajratadi? Doskada: pH qiymatlari (7,3-7,5; 6,2; 2,5-3). Tipik xato: pH 4-5 ni ajratish uchun eng qulay muhit deb o‘ylash — aksincha, shu muhitda komplekslar yaxshi hosil bo‘ladi.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Muhokama: ammoniy sulfat nima uchun qo‘shiladi? (Kitob bunga izoh bermaydi; tuzlanish effekti 92-betda umumiy aytilgan.) Doskada: sxema. Tipik xato: pH ni 2-2,5 dan pastga tushirish yoki soatlarni qisqartirish.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Kutilayotgan natija: xloroformli ishqoriy ajralma (alkaloidlar uchun). Muhokama: nega morfin uchun pH 8,5-9,0 kerak? (Kitob: ishqorning nojo‘ya ta’siri — morfindan morfolyat hosil bo‘lmaydi, 95-bet.) Doskada: sxema. Tipik xato: pH ni 9 dan yuqori ko‘tarish.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kofein va strixnin nima uchun kislotali ajralmada qidiriladi? (Kuchsiz asos xossali alkaloidlar — 96-bet.) Doskada: ikki ajralma jadvali. Tipik xato: barcha alkaloidlarni faqat ishqoriy ajralmada qidirish.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umumiy usul suyuq alkaloidlarni yo‘qotishi mumkin? (Ular uchuvchan — haydash usulini qo‘llash kerak.) Doskada: 5 modda nomi. Tipik xato: nikotinni kristall alkaloid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kuchsiz asos xossali modda reekstraksiyada nega yo‘qoladi? (Kitob sababini aytmaydi.) Doskada: pH-13 / pH-1 sxemasi. Tipik xato: reekstraksiyani barcha moddalar uchun universal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xromatografiya nega ham tozalash, ham chinlik usuli? Doskada: 3 usul. Tipik xato: elektrodializni dializ (suvda eruvchi zaharlar) bilan adashtirish.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nega kislotali va ishqoriy ajralmalar uchun sistemalar turlicha? Doskada: ikki sistema nisbatlari. Tipik xato: 70:40:5 va 50:30:2 nisbatlarini almashtirish. Kitobdagi bir xil matn toks 93-betda (xromatografik usullar) ham bor. Kitobda (toks 223): «difenilkarbazid» — to‘g‘risi difenilkarbazon (gmt 113).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nega formula va muallif nomini yozish man etiladi? (Kitob sababini aytmaydi.) Doskada: 4 qoida. Tipik xato: reaksiyani «Marki reaksiyasi» deb muallif nomi bilan yozish — kitob buni taqiqlaydi.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kirish qismida qaysi ma’lumotlar bo‘lishi shart? Doskada: kirish savollari. Tipik xato: kirish qismiga sarlavha yozish — kitob sarlavha yozilmaydi deydi. Kitobda ziddiyat: toks 16-betda akt «4 qismdan» (kirish, tashqi ko‘rinish, kimyoviy tekshirish, xulosa) deyilgan; 273-betda (va malaka 117 da) 3 qism — slaydda 3 qism olindi, chunki tashqi ko‘rinish bayonning bir qismi. Manba malaka 117 (sanasi va raqami ko‘rsatilmagan qoidalar loyihasi) — lex.uz da amaldagi tahririni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Kutilayotgan natija: talaba jigar/peshob uchun bayon qismini yozadi. Muhokama: «aniq holda yozish» nimani anglatadi? (Tahlil qanday olib borilgan bo‘lsa, xuddi shunday — 273-bet.) Doskada: tavsif shabloni. Tipik xato: reaksiya natijasini «musbat» deb yozib, rang va cho‘kmani tavsiflamaslik.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manfiy natijalar ham yoziladi? Doskada: xulosa tartibi (topilgan -&gt; topilmagan). Tipik xato: faqat topilgan moddani yozib, tekshirilib topilmaganlarni tushirib qoldirish. Kitobda ikkinchi nusxa sud-tibbiyot ekspertizasi arxivida saqlanadi.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miqdor tahlili zarur? (Ayrim hollarda zararsiz moddaga xos reaksiyalar chiqib qolishi mumkin: dori sifatida iste’mol, ob’ektning o‘zida bo‘lishi, chirish mahsulotlari, tashqaridan qo‘shilish — 17-bet.) Doskada: 5 omil. Tipik xato: sifat reaksiyasi musbat chiqqanini yakuniy dalil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15 daqiqa. Kutilayotgan natija: reja (ob’ekt tavsifi, pH, ajratish usuli, tozalash, YuQX/reaksiyalar) va dalolatnoma qoralamasi. Kitobda keys jadvali bo‘sh, javob berilmagan; qizil rangning sababini kitob aytmaydi — talabalar ob’ektni tahlil qilib aniqlaydi (gipoteza: dori yoki qon aralashmasi — o‘qituvchi tasdiqlasin). Muhokama: dalolatnomaga faqat tekshirilgan narsa yoziladimi? Tipik xato: rangga qarab zaharni taxmin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Hisobot: talaba ish daftariga ob’ekt tavsifi, ajratish sharoiti, tozalash usuli, topilgan/topilmagan moddalar va dalolatnoma qoralamasini yozadi. Muhokama: dalolatnoma sifatini qaysi mezonlar bilan baholaysiz? Doskada: 3 xulosa. Tipik xato: dalolatnomada muallif nomi va formulani ishlatish.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Noma’lum ob’ektni tahlil qilish (organik zaharlar); dalolatnoma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Mashg‘ulot maqsadi va rejasi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Noma’lum ob’ektni tahlil qilish (organik zaharlar); dalolatnoma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Maqsad: talabalarni sud-kimyo ekspertizasi, uning o‘ziga xosligi, kimyo-toksikologik tekshiruv rejasi va ekspert-kimyogarlar vazifalari bilan tanishtirish.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1) sud-kimyosi tekshiruv dalolatnomasi; 2) kimyo-toksikologik ekspertiza.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Mavzu: noma’lum ob’ektni tahlil qilish. Ekspertiza dalolatnomasini yozish.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272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Kutilayotgan natijalar va jihozlar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Noma’lum ob’ektni tahlil qilish (organik zaharlar); dalolatnoma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Talabalar sud-kimyosi ekspertizasi, byurosi va xodimlari haqida ma’lumotga ega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Talabalar sud-kimyosi tekshiruv akti va kimyo-toksikologik ekspertiza haqida ma’lumotga ega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Zarur vositalar: ekstrakt, filtr qog‘ozi, voronka, reaktivlar, probirkalar, ko‘rgazmali materiallar, skotch, qog‘oz; xona — maxsus laboratoriya jihozlari bilan.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273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Xavfsizlik va tayyorgarlik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Noma’lum ob’ektni tahlil qilish (organik zaharlar); dalolatnoma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Talaba laboratoriya ishi uchun o‘zi bilan rezina qo‘lqop, salfetka va yuzga tutish uchun niqob keltiradi.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Ekspertiza ventilyatsiya va so‘rish shkafi bor, ish tugagach berkitiladigan va muhrlanadigan xonalarda o‘tkaziladi.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Infeksiyali (sil, gepatit, OITS) shaxslardan ob’ektlar maxsus konteynerda keladi va hujjatlarda belgilanadi.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166; Malaka materiali №117 (O‘zR SSV, loyiha matni)., Sud-kimyo ekspertiza va tekshiruvlarini o‘tkazish qoidalari, betlar: 6-band, 7-band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Sud-kimyo ekspertizasi nima uchun o‘tkaziladi?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Noma’lum ob’ektni tahlil qilish (organik zaharlar); dalolatnoma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Sud-kimyo ekspertizasi kishi sog‘lig‘iga zarar yetkazuvchi yoki o‘limga olib keluvchi zaharli moddalarning bor-yo‘qligi, sifati va miqdorini aniqlash uchun o‘tkaziladi.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Ekspertiza aholiga tibbiy yordamni yaxshilash va zaharlanishni oldini olishda tibbiyot xodimlariga ham yordam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Zaharlangan kishiga tez tibbiy yordam ko‘rsatish maqsadida ham, qidiruv organlari yoki shifoxonaning yozma ko‘rsatmasi asosida ekspertiza o‘tkazilishi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Ekspertizaga kelgan hujjatlar va ob’ekt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Noma’lum ob’ektni tahlil qilish (organik zaharlar); dalolatnoma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Laboratoriyaga ekspertiza o‘tkazish to‘g‘risidagi qaror yozma bayonnomasi, sud-tibbiyot aktidan ko‘chirma, kasallik tarixidan ko‘chirma yuboriladi.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Ashyoviy dalil idora orqali yuboriladi va laboratoriyaning ro‘yxatga olish jurnaliga yoziladi; o‘rami buzilgan bo‘lsa, akt tuziladi.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 dalilni tekshiruv boshlanishidan tugaguncha saqlashga javobgar va o‘zi tuzgan reja asosida ishlaydi.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Qarorda qanday zaharlarni tekshirish ko‘rsatilmagan bo‘lsa, sog‘liqni saqlash vazirligi tasdiqlagan zaharlarga tekshiriladi.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Laboratoriya jurnallari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Noma’lum ob’ektni tahlil qilish (organik zaharlar); dalolatnoma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Sud-kimyo ekspertizasi laboratoriyalarida asosan uchta jurnal yuritiladi.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Ish daftari va akt daftari raqamlangan, shnurlangan va muhrlangan.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9838"/>
                <a:gridCol w="2448136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Jurnal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Mazmuni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Ro‘yxatga olish jurnali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16 bo‘limdan iborat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Sud kimyogarining ish daftari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Kundalik hisob-kitoblar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Tekshiruv akti daftari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Qo‘lyozma akt, muhrlangan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Uch jurnal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Organik zaharlar: 28 modda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Noma’lum ob’ektni tahlil qilish (organik zaharlar); dalolatnoma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To‘liq kimyo-toksikologik tahlilda organik zaharlardan 28 ta moddaga tekshiruv o‘tkaziladi.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Ular: 7 ta barbiturat, 14 ta alkaloid va 7 ta azot saqlovchi sintetik birikma.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5823"/>
                <a:gridCol w="1692152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Guruh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Soni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Barbituratlar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7 ta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Alkaloidlar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14 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Azot saqlovchi sintetik birikmalar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7 ta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28 modda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Tekshiriladigan moddalar ro‘yxati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Noma’lum ob’ektni tahlil qilish (organik zaharlar); dalolatnoma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Barbituratlar: barbital, fenobarbital, barbamil, etaminal natriy, siklobarbital (fenodorm), geksabarbital (evipan), benzonal.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Alkaloidlar: morfin, kodein, dionin, geroin, gidrokodon, papaverin, strixnin, atropin (rasemik giostsiamin), skopolamin, kokain, paxikarpin, anabazin, nikotin, xinin.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Azot saqlovchi sintetik birikmalar: promedol, aminazin, diprazin, tizertsin, majeptil, triftazin, imizin va uning analoglari.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93, 94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Qutbli erituvchilar bilan ajratish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Noma’lum ob’ektni tahlil qilish (organik zaharlar); dalolatnoma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Yuqoridagi moddalar asosan kristall dorivor moddalar: ob’ektdan nordonlashtirilgan suv va nordonlashtirilgan spirt yordamida ajratiladi.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Kislotali sharoitda barbiturat va alkaloidlar azot atomi hisobiga tuzlar hosil qiladi va suvli yoki spirtli eritmaga o‘tadi.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Suvli eritmadan organik erituvchilar bilan ekstraksiya qilinadi, chunki moddalar kislotali, asos yoki neytral xossali bo‘lishi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Stas-Otto usuli (nordonlashtirilgan spirt)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Noma’lum ob’ektni tahlil qilish (organik zaharlar); dalolatnoma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Usul 1851 yilda J.S. Stas tomonidan taklif etilgan; 1856 yilda F. Otto spirtli ajralmani tozalashni qo‘shdi.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Ob’ekt oksalat kislotali spirt bilan bo‘ktirilib, 1 sutka qoldiriladi; eritmalar 35 °C da bug‘latiladi.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Siropga oqsil va yot moddalarni cho‘ktirish uchun 96% spirt qo‘shiladi; so‘ng efir bilan 3 marta tozalanadi.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Oksalat kislotali spirt, 1 sutka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35 °C da bug‘latish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96% spirt: oqsil cho‘kadi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Efir bilan 3 marta (tashlanadi)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Ishqoriy muhit, efir 3 marta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Stas-Otto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Stas-Otto usulini baholash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Noma’lum ob’ektni tahlil qilish (organik zaharlar); dalolatnoma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Kamchiliklari: uzoq vaqt talab qiladi, sezgirligi past, qimmat spirt kerak, natijalar o‘zgaruvchan.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Qulayligi: chirigan ob’ektdan moddalarni ajratish mumkin; tozalash spirt ishtirokida bo‘lgani uchun emulsiya deyarli hosil bo‘lmaydi.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Keyingi o‘zgartirishlar ob’ektni turli mineral kislotalar bilan nordonlashtirish va ishqorlarni, erituvchilarni o‘zgartirishga bag‘ishlangan.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Nordonlashtirilgan suv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Noma’lum ob’ektni tahlil qilish (organik zaharlar); dalolatnoma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Baholash: M.D. Shvaykova va A.A. Vasileva usuli tez bajariladi, qimmat reaktiv talab qilmaydi.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Kamchiligi: suvda erimaydigan moddalarni ajratish qiyin; chirigan ob’ektdan to‘liq ajratib bo‘lmaydi.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7622"/>
                <a:gridCol w="2470353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Mohiyati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Uslar-Erdman, 1861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Ob’ekt HCl bilan nordonlashtiriladi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Dragendorf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H2SO4; 24 soat 96% spirt; ekstraksiya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Stepanov-Shvaykova, 1942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Oksalat kislotali suv (o‘simlikdan)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Vasileva, 1946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Usulni murda a’zolariga qo‘lladi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Usul va yil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Kramarenko usuli: asoslari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Noma’lum ob’ektni tahlil qilish (organik zaharlar); dalolatnoma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V.F. Kramarenko (1956-1961) pH-muhit, organik erituvchi xarakteri, elektrolitlar ta’siri va filtrlash o‘rniga sentrifugalashni tavsiya etdi.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Alkaloidlar kuchsiz kislotali muhitda (pH 4-5) oqsillar bilan yaxshi birikadi; murdada pH taxminan 6,2, tirik organizmda 7,3-7,5.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Oqsil bilan hosil bo‘lgan komplekslarni parchalash uchun pH 2,5-3 ga keltirilishi kerak.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Kramarenko usuli: kislotali bosqich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Noma’lum ob’ektni tahlil qilish (organik zaharlar); dalolatnoma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100 g ob’ekt 0,02 n H2SO4 bilan ko‘miladi, 20% H2SO4 bilan pH 2-2,5; 2 soat, yana 2 va 1 soat.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Eritmalar sentrifugalanib, ammoniy sulfat bilan to‘yintiriladi; 1-2 soatdan so‘ng cho‘kma ajratiladi.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Sentrifugat 2 marta 40 ml efir bilan ekstraksiya qilinadi; efir tashlanadi (yoki kislotali moddalar uchun).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100 g ob’ekt + 0,02 n H2SO4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pH 2-2,5; 2+2+1 soat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Sentrifuga, (NH4)2SO4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2x40 ml efir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Efir: kislotali moddalar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Kislotali bosqich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Kramarenko usuli: ishqoriy bosqich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Noma’lum ob’ektni tahlil qilish (organik zaharlar); dalolatnoma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Nordon eritmaga 20% NaOH qo‘shib pH 8,5-9,0 ga keltiriladi; ammiak ajralib, pH o‘zgaradi.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Xloroform bilan 3 marta ekstraksiya qilinadi.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Qolgan qatlam nordonlashtirilib, NaNO2 bilan yod ioniga (paxikarpin) tekshiriladi: qizil-pushti.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Nordon suvli eritma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20% NaOH, pH 8,5-9,0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Xloroform, 3 marta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Qolgan qatlam nordonlashtiriladi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NaNO2, xloroform: qizil-pushti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Ishqoriy bosqich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95, 95-96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Hozirgi amaliyot va ikki ajralma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Noma’lum ob’ektni tahlil qilish (organik zaharlar); dalolatnoma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Hozir Stas-Otto, Vasileva, Kramarenko usullari asosida qutbli erituvchilar bilan pH 2,5-3,0 da ajratiladi.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Suvli ajralmadan alkaloidlar pH-9 da ekstraksiya qilinadi; erituvchi sifatida ko‘proq xloroform, ba’zan efir.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Kislotali va ishqoriy sharoitda olingan ikki organik eritma alohida tahlil qilinadi.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0850"/>
                <a:gridCol w="3777125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Ajralma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Tekshiriladi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Kislotali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Barbituratlar, fenatsetin, kofein, strixnin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Ishqoriy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Alkaloidlar va sintetik analoglari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Ajralmalar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Suyuq alkaloidlar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Noma’lum ob’ektni tahlil qilish (organik zaharlar); dalolatnoma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Suyuq alkaloidlar: anabazin, nikotin, paxikarpin, koniin, arekolinlar.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Asos holida o‘ziga xos hidli yog‘simon suyuqlik; yetarlicha uchuvchan, organik erituvchilarda yaxshi eriydi.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Ishqoriy sharoitda suv bug‘i bilan haydab ajratiladi; distillyat ishqoriy muhitda xloroform bilan ekstraksiya qilinadi.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Ajralmani tozalash: ekstraksiya va haydash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Noma’lum ob’ektni tahlil qilish (organik zaharlar); dalolatnoma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Ajralmada yot moddalar halaqit beradi, shuning uchun ekstraktlar tozalanadi; umumiy aniq usul yo‘q — fizik-kimyoviy xossalarga asoslanadi.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Kislotali moddalar (organik kislotalar, barbituratlar) ishqor (pH-13) va kislota (pH-1) bilan reekstraksiyada tozalanadi.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Alkaloidlar kislota (pH-1) va ishqor (pH-13) bilan reekstraksiyada tozalanadi; kuchsiz asos xossali moddalar (purin hosilalari, narkotin, promedol, antipirin, amidopirin) yo‘qoladi.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Quruq haydash (vozgonka): barbituratlar, benzoy va salitsil kislotalari, kofein kabi sublimatsiyalanuvchi moddalar uchun.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Ajralmani tozalash: elektr va xromatografiya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Noma’lum ob’ektni tahlil qilish (organik zaharlar); dalolatnoma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Elektrodializ (strixnin, paxikarpin): alkaloid tuzlari doimiy tokda katod tomon siljiydi.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Elektroforez — tok ta’sirida xromatografik tozalash; tuzlar katod tomon turli tezlikda siljiydi.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Xromatografiya yot moddalardan tozalash bilan birga chinlik tahlilini ham beradi.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332"/>
                <a:gridCol w="3139643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Misol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Elektrodializ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Strixnin, paxikarpin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Elektroforez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Alkaloid va sintetik asoslar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Xromatografiya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YuQX, kolonkali gel, qog‘oz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Tozalash usullari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Xromatografik tozalash sistemalari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Noma’lum ob’ektni tahlil qilish (organik zaharlar); dalolatnoma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Barbituratlar: xloroform-n-butanol-25% NH4OH (70:40:5); aniqlovchi — 0,02% difenilkarbazon (xloroformda) va simob sulfat (suyultirilgan H2SO4 da).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Barbituratlar siyoh rangli dog‘ hosil qiladi, Rf turlicha.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Alkaloidlar: xloroform-aseton-dietilamin (50:30:2) yoki xloroform-aseton-ammiak (30:20:2); aniqlovchi — Dragendorf reaktivi.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223, 93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Dalolatnoma yozish qoidalari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Noma’lum ob’ektni tahlil qilish (organik zaharlar); dalolatnoma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Dalolatnoma daftarning bir qatoriga, bir xil interval va hech qanday bo‘sh joy qoldirmasdan, ikki taraflama yoziladi.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Hoshiya birinchi betda chap tarafdan, ikkinchi betda o‘ng tarafdan qoldiriladi; bo‘sh qolgan qatorlar chizilib to‘ldiriladi.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So‘zlarni qisqartirish, shartli belgilar, reaktivlarga muallif nomi yozish, kimyoviy formulalar yozish man etiladi.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Tuzatmalarga hoshiyada «to‘g‘rilanganiga ishonilsin» deb yozilib, ekspert dastxatini qo‘yadi.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273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Dalolatnoma tuzilishi va kirish qismi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Noma’lum ob’ektni tahlil qilish (organik zaharlar); dalolatnoma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Dalolatnoma uch qismdan iborat: kirish, bayon (tavsif) va xulosa.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Natijalar «sud-kimyo tekshiruvi dalolatnomasi» shaklida rasmiylashtiriladi; xulosa (akt) uch qismdan iborat: kirish, tekshiruv va yakuniy.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Kirish qismi (sarlavhasiz): qaysi hujjat asosida, kim (talabaning F.I.Sh., kurs, guruh), qachon va qayerda tekshirgani, ashyoviy dalil va maqsad.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Kirishda murdaning F.I.Sh., o‘lim sabablari va voqeaning qisqacha mazmuni ham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273; Malaka materiali №117 (O‘zR SSV, loyiha matni)., Sud-kimyo ekspertiza va tekshiruvlarini o‘tkazish qoidalari, betlar: 28-29-band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Bayon qismi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Noma’lum ob’ektni tahlil qilish (organik zaharlar); dalolatnoma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Bayon (tavsifiy) qismida sarlavha yozilmaydi.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a) biologik ob’ektning tashqi ko‘rinishi, son raqami, pH-muhiti, konsistensiyasi, konservlanganligi.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b) ob’ektni kimyoviy tekshirish: zaharlarni ajratib olish texnikasi, ajratilgan moddalarning sifati va miqdorini aniqlash usullari batafsil, so‘zlar qisqartirilmasdan yoziladi.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Aktning kimyoviy qismida ishlatilgan reaktiv va moslamalar, hisoblar ish daftari yozuvi asosida tartib bilan yoziladi.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273, 17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qismi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Noma’lum ob’ektni tahlil qilish (organik zaharlar); dalolatnoma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Xulosada tekshiruv asosida avval aniqlangan va so‘ng aniqlanmagan zaharli moddalar nomma-nom yoziladi.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Topilgan zaharlar miqdori 100 g ashyoviy dalilga mg hisobida ko‘rsatiladi; so‘ngra to‘liq tekshirilib manfiy natija olingan zaharlar.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Dalolatnoma ekspert imzosi bilan tasdiqlanadi va yozilgan vaqti ko‘rsatiladi.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Etil spirti miqdori qon va peshobda aniqlanganda akt ikki nusxada bosilib, ekspert-kimyogar muhri bilan tasdiqlanadi.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273, 17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Natijani baholash va ob’ektni saqlash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Noma’lum ob’ektni tahlil qilish (organik zaharlar); dalolatnoma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Baholashda hisobga olinadi: modda o‘limgacha chiqarilishi, metabolizmga uchrashi, parchalanishi, boshqa moddalar bilan birikishi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Usulning sezgirligi past bo‘lgani uchun moddani aniqlab bo‘lmasligi ham mumkin; modda aniqlansa, miqdor tahlili o‘tkazilishi zarur.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Konservlangan ob’ekt 1 yilgacha saqlanadi; spirt saqlovchi ob’ektlar 1 oydan keyin tashlab yuboriladi.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14-keys: qizil peshob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Noma’lum ob’ektni tahlil qilish (organik zaharlar); dalolatnoma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14-keys: sud-kimyo ekspertizasiga biologik ob’ekt sifatida peshob keltirildi; peshob rangi qizil.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Vazifa: tahlil o‘tkazib, dalolatnoma tuzilsin; keys jadvali: muammo turi — kelib chiqish sabablari — hal etish yo‘llari.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Tahlil rejasi uchun: kislotali va ishqoriy ajralma olinadi, har biri alohida tekshiriladi.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273, 96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hisobot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Noma’lum ob’ektni tahlil qilish (organik zaharlar); dalolatnoma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Organik zaharlar qutbli erituvchilar bilan pH 2,5-3,0 da ajratiladi; kislotali va ishqoriy ajralma alohida tahlil qilinadi.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Ajralma reekstraksiya, quruq haydash, elektrodializ, elektroforez va xromatografiya bilan tozalanadi.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Dalolatnoma uch qism: kirish, bayon, xulosa; formula va muallif nomi yozilmaydi, xulosada topilgan va topilmagan zaharlar nomma-nom keltiriladi.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96, 223, 273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Noma’lum ob’ektni tahlil qilish (organik zaharlar); dalolatnoma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Alkaloidlarni murda a’zosidan ajratishda pH muhitning ahamiyati katta: tirik organizmda pH 7,3-7,5, murdada taxminan 6,2, shu sababli oqsil bilan komplekslarni parchalash uchun pH 2,5-3 ga keltiriladi.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Stas-Otto usuli 1851 yilda taklif etilgan; chirigan ob’ektdan moddalarni ajratishga qulay, chunki tozalash spirt ishtirokida bo‘lgani uchun emulsiya deyarli hosil bo‘lmaydi.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Etil spirti miqdori qon va peshobda aniqlanganda sud-kimyo akti ikki nusxada bosilib, biri sud-tibbiyot ekspertizasi arxivida saqlanadi.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Dalolatnomada kimyoviy tekshiruv qismida formula yozish va biror muallif nomini keltirish man etiladi.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Noma’lum ob’ektni tahlil qilish (organik zaharlar); dalolatnoma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16-17, 93-96, 166, 223, 272-273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№117 (O‘zR SSV, loyiha matni). Sud-kimyo ekspertiza va tekshiruvlarini o‘tkazish qoidalari (6-ilova; sanasi va raqami ko‘rsatilmagan loyiha).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