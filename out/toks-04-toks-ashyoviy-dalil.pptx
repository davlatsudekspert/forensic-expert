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ashyoviy dalilni «qaytarib bo‘lmaydigan ob’ekt» deymiz? Doskada: ma’ruza rejasining 5 bandini yozing (olish - konservlash - yuborish - qabul - saqlash, so‘ng dastlabki tekshiruv). Tipik xato: ob’ektni birinchi marta ko‘rishdayoq to‘liq sarflab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tirik qolgan bemordan qaysi ob’ektlar olinadi? Doskada: uch guruh jadvali. Tipik xato: faqat murda a’zolarini ob’ekt deb hisoblash; ishlab chiqarish va uy havosi ham ob’ekt bo‘lishi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arxivdagi uchdan bir qism nima uchun kerak? Doskada: 2/3 ishlatiladi, 1/3 saqlanadi. Tipik xato: butun ob’ektni birinchi tahlilga sarflash. Eslatma: Standart A-6 dvssm kitobida keltirilgan; oxirgi band — malaka materialidagi qoidalar loyihasi (sanasi va raqami ko‘rsatilmagan), amaldagi tahrirni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har bir a’zo alohida bankaga solinadi? Doskada: a’zolar kompleksi ro‘yxati. Tipik xato: bir nechta a’zoni bitta idishga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in’eksiya izi bo‘lsa qaysi to‘qima olinadi? Doskada: kirish yo‘li - ob’ekt juftliklari. Tipik xato: ingalyatsiyada faqat qon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idish tiqingacha to‘ldiriladi? (kitobda sabab ko‘rsatilmagan, faqat qoida beriladi). Doskada: etanol — 10-20 ml, giyohvand — 150 ml qon. Tipik xato: etanol namunasini kechiktirib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kislotada teri bo‘lagi ham olinadi? Doskada: jadvalni to‘ldiring. Tipik xato: xlororganik moddalar uchun miyani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qon xolinesteraza faolligi nimani bildiradi? (kitobda faqat maqsad ko‘rsatilgan). Doskada: uch zahar - uch ob’ekt. Tipik xato: glikozid ob’ektini konservatsiyasiz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surunkali zaharlanishda nega soch va tirnoq olinadi? Doskada: metall - ob’ekt juftliklari. Tipik xato: metgemoglobin zaharlarida qon o‘rniga faqat a’zo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metall idish man etiladi? (kitobda sabab ko‘rsatilmagan). Doskada: «ligatura - shisha - yuvmaslik». Tipik xato: a’zoni suv bilan yuvib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tashqaridan zahar tushib qolishining oldini olish yo‘llari. Doskada: banka tayyorlash tartibi (soda - toza suv - distillangan suv - quritish). Tipik xato: bankani faqat toza suv bilan chayish.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etil spirti va nitritga tekshiriladigan ob’ekt spirt bilan konservlanmaydi? Doskada: «qachon konservlanadi / qachon man». Tipik xato: spirt namunasini yubormaslik. Kitoblar o‘rtasida farq: toks p.10 issiq kunlarda uzoqqa yuborishda konservlashni aytadi, dvssm p.88 (Standart A-6) esa faqat yurak glikozidlariga shubhada; ikkala qoida o‘z manbasi bilan keltirildi, amaldagi talabni me’yoriy hujjatdan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yorliqdagi qaysi ma’lumot ob’ektni hujjatlar bilan bog‘laydi? Doskada: yorliq namunasi. Tipik xato: yo‘llanma yoki qarorsiz ob’ekt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tuproq namunalari nima uchun olti joydan olinadi? (kitobda sabab ko‘rsatilmagan). Doskada: tobut atrofidagi olti nuqta chizmasi. Tipik xato: faqat tobut ichidagi ob’ektni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o‘rami buzilgan ob’ekt bilan nima qilinadi? Doskada: qabul qilish ketma-ketligi. Tipik xato: ekspertizani keyingi kunga qoldirish. Manba — malaka materiali (Sud-kimyo qoidalari loyihasi, sanasi va raqami ko‘rsatilmagan); amaldagi tahrirni lex.uz da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muhr buzilgan bo‘lsa nima yoziladi? Doskada: tavsif punktlari (a-g). Tipik xato: o‘ramni tavsiflamasdan ochib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yorliqdagi familiya yo‘llanmadagidan farq qilsa kim va qanday hujjat tuzadi? Doskada: «farq - hay’at - dalolatnoma - yangi ashyoviy dalil». Tipik xato: farqni e’tiborsiz qoldirib tahlilni davom ettirish.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etil spirtiga tekshirilgan ob’ektlar boshqacha muddatda saqlanadi? (kitobda sabab ko‘rsatilmagan). Doskada: saqlash muddatlari: bir yil va 30 kun. Tipik xato: muddatlarni aralashtirish. Manba — malaka materiali (qoidalar loyihasi); amaldagi tahrirni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qachon to‘liqmas tahlil yetarli bo‘ladi? Doskada: 67 raqami va uning tarkibi (keyingi slaydlar). Tipik xato: to‘liqmas tahlilni to‘liq tahlil deb yozish. Eslatma: kitobdagi guruhlar bo‘yicha sonlar (13, 13, 7, 14, 7 va organik erituvchi guruhi) 67 ga to‘g‘ridan-to‘g‘ri to‘lmaydi; talabalarga kitobdagi raqam aytiladi.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uchuvchi zaharlarning umumiy xususiyati nima? (uchuvchanlik). Doskada: ikki ustun — 13 uchuvchi, 13 metall. Tipik xato: uchuvchi guruhdan fenolni yoki krezollarni tushirib qoldirish. Eslatma: 551-son buyruq eski hujjat (malaka tekshiruvida eskirgan deb belgilangan), amaldagi holatini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bu guruhdagi moddalarning umumiy kimyoviy xossasi nima? (kitob bu yerda ko‘rsatmaydi, keyingi ma’ruzalarda). Doskada: uch ustun — barbiturat, alkaloid, sintetik. Tipik xato: promedolni barbiturat guruhiga qo‘shish. Kitobdagi ro‘yxat sonlari (14 alkaloid, 7 sintetik) matndagi nomlar soni bilan aniq mos kelmaydi; kitob matni keltirildi.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bitta modda bir necha usulda ajratilishi mumkin? Doskada: xlorofos — uch usul. Tipik xato: pestitsidlarni faqat haydash bilan ajratiladi deb o‘ylash. Kitobda «karbafos» yozilgan joy ham bor; slaydda karbofos shaklida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avval ajratib, keyin aniqlaymiz? Doskada: to‘rt bosqichli zanjir. Tipik xato: ajratmani tozalamasdan reaksiyaga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vakuumda haydash nima uchun past haroratda boradi? Doskada: usul - modda juftliklari. Tipik xato: metallarni haydash bilan ajratish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 ning qiymati ekstraksiya samaradorligiga qanday ta’sir qiladi? Doskada: K formulasi. Tipik xato: K ni suvdagi va organik fazadagi konsentratsiyalar nisbatini teskari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reekstraksiyada kislota va asos xossali moddalar qaysi pH da qaysi fazaga o‘tadi? Doskada: pH - faza sxemasi. Tipik xato: sulfirlashni barcha moddalarga qo‘llash; u faqat sulfat kislotaga chidamlilar uchun. Kitobdagi cho‘ktirish haroratining ishorasi (minus) matnda aniq ko‘rinmaydi, shuning uchun slaydda keltirilmadi.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tasnif ajratish usuliga asoslangan? Doskada: 6 guruhning nomi. Tipik xato: guruhni moddaning farmakologik ta’siri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ayrim moddalar bir necha guruhga mos keladi? Doskada: 4-6 guruhlar. Tipik xato: tasnifni qat’iy bo‘linish deb hisoblash; kitob bir modda bir necha usulda ajratilishini ta’kidlaydi.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dastlabki tekshiruv natijasi manfiy bo‘lsa nima xulosa qilinadi? Doskada: reja asoslari ro‘yxati. Tipik xato: dastlabki tekshiruv asosida yakuniy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o‘ramni ochish tahlilning birinchi sharti? Doskada: besh bosqichli zanjir. Tipik xato: bosqichlar tartibini buzish.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chirigan ob’ektda hid nima uchun ishonchsiz? Doskada: hid - zahar juftliklari. Tipik xato: achchiq bodom hidi bo‘lmasa sianid yo‘q deb xulosa qilish; hid chirish bilan o‘zgaradi.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sariq rangli ob’ektda qaysi to‘rt zaharga e’tibor beriladi? Doskada: rang - zahar jadvali (sariq: pikrin kislota, strixnin, xromat, azot kislota; qora: sulfat kislota). Tipik xato: rangni zaharning yakuniy isboti deb qabul qilish. Mashg‘ulot jadvalida (toks p.172) oq mishyak, sianid, sulfat, pikrin, xlorid, nitrat kislotalar belgilar bilan solishtiriladi.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ob’ekt chirishida H2S ajralishi muhitga qanday ta’sir qiladi (kitobga ko‘ra muhit kislotali bo‘lishi mumkin). Doskada: indikator jadvali. Tipik xato: pH ni ob’ektni suvga aralashtirmasdan o‘lchash. Kitobda universal indikator qog‘ozlari ham tilga olingan, ularning oralig‘i keltirilmagan.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sezgir lekin spetsifik bo‘lmagan reaksiya nimaga olib kelishi mumkin? Doskada: «sezgirlik» va «xususiylik» ta’riflari. Tipik xato: musbat taxminiy reaksiyani aniq tasdiq deb hisoblash. Yupqa qatlam skrining: Radionova usuli 49 dori modda (toks p.20; p.12 da bosh harf T.M., p.20 da G.M. deb berilgan — kitobda nomuvofiqlik), Kartoshov usuli 83 ta azot saqlovchi birikma, 5 ta standart modda asosida.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ko‘mirning vazifasi nima? (kitobda reaksiya tenglamasini yozish topshiriq sifatida berilgan, tenglama keltirilmagan). Doskada: probirka va dog‘ joylashuvi. Tipik xato: namlangan o‘ramni qizdirishdan oldin olib tashlash.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ishqor tomchisi nima uchun oynachaning ostki qismida bo‘ladi? (kitobda sabab keltirilmagan; reaksiya tenglamasini yozish topshiriq). Doskada: reaksiya bosqichlari. Tipik xato: oynachani olgach, reaktivlarni tartibsiz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nitrit va nitratlarning qaysi xossasiga asoslangan reaksiya? (oksidlovchilik). Doskada: difenilamin reaksiyasi va azobo‘yoq. Tipik xato: FPN va oddiy temir xlorid reaktivini aralashtirish. Kitobda naftol (-naftol) ning alfa yoki beta shakli ko‘rsatilmagan.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ma’ruzaning asosiy 3 xulosasini o‘z so‘zingiz bilan ayting. Doskada: butun zanjir — olish, konservlash, yuborish, qabul qilish, saqlash, dastlabki tekshiruv. Tipik xato: dastlabki tekshiruv natijasini yakuniy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Ashyoviy dalillar: ob’ektlarni olish, konservatsiya, yuborish, qabul qilish, saqlash; dastlabki tekshiruv (pH, rang, hid)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ashyoviy dalil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sud-kimyo ob’ektlari; ularni olish, konservlash, yuborish; qabul qilish va saqlash; dastlabki tekshiruv (pH, rang, hid).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ashyoviy dalil, biologik ob’ekt, konservlash, dalolatnoma, dastlabki tekshiruv, taxminiy reaksiya.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kimyosi tekshiruvi asosan ashyoviy dalilni tekshirishdir.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ko‘p hollarda qaytarib bo‘lmaydigan ob’ekt, shuning uchun ehtiyotkorlik va tejamkorlik talab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10-12, 10-12, 169,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Kimyo-toksikologik tahlil ob’ektlari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 — murda a’zolari, qon, peshob, qusuq, oshqozon yuvindi suvlarining umumiy nomi.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turiga qarab ajratish usuli farq qiladi: alkaloidlar a’zo, peshob, o‘simlikdan turlicha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 ko‘p hollarda juda kam miqdorda bo‘ladi: avval ajratib olinadi, so‘ng reaksiya bilan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Kimyo-toksikologik ob’ekt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Biologik ob’ekt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Murda a’zolari, qon, peshob  ·  Qusuq, oshqozon yuvindisi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Mahsulot va muhit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Oziq-ovqat, suv, dori, havo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Buyumlar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Kiyim, dog‘lar, idishlar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Tahlil ob’ektlari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10,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Standart A-6: ob’ektlarni olishning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Ichki a’zolar, qon va siydik yuboriladi.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Tanlashda zaharning tabiati, kirish yo‘li, tarqalishi, chiqish yo‘li va tezligi, intoksikatsiya davomiyligi va davolash muolajalari hisobga olinadi.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Qusuq moddalari, yuvindi suvning birinchi qismi, kimyoviy va dori moddalar, ovqatlar, ichimliklar ham yuboriladi.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Ob’ektlar uchdan bir qismi qayta tekshiruv uchun arxivda qolishini hisobga olib, yetarli miqdorda yuboriladi.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Yuborilgan ob’ektlarning uchdan ikki qismi ishlatiladi, uchdan bir qismi bo‘lim arxivida qayta tahlil uchun saqlanadi.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Zahar tabiati, kirish yo‘li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Tarqalishi, chiqish tezligi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Intoksikatsiya davomiyligi, davolash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Ob’ektlar tanlanadi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1/3 qismi arxivda qoladi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A-6: ob’ekt tanlash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87; Malaka materiali №117 (O‘zR SSV, loyiha matni)., Sud-kimyo ekspertiza va tekshiruvlarini o‘tkazish qoidalari, betlar: Sud-kimyo qoidalari (loyiha), I, II va V bo'limlar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Zaharlanishga shubhada olinadigan ob’ektlar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a’zolar kompleksi: oshqozon ichidagi moddasi bilan, jigarning uchdan bir qismi, o‘t suyuqligi, bitta buyrak.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Shuningdek siydik (200 ml gacha) va 200 ml qon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a’zo, qon va siydik alohida toza va quruq shisha bankaga joylanadi.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 ichidagi moddadan zarracha, kristall yoki tabletka topilsa, ular ham sud-kimyo ekspertizasiga yuboriladi.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Jigar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1/3 qismi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Buyrak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bitta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Siydik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200 ml gacha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200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O‘t suyuqligi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olinadi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Oshqozon ichidagi modda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olinadi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Ichki a’zolar kompleksi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 yo‘liga qarab qo‘shimcha ob’ektlar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 kirgan yo‘li taxmin qilinsa, tegishli joydan qo‘shimcha namuna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Ingalyatsion zaharlanishda 300 g dan eng to‘laqon sohadan o‘pka bo‘lagi va bosh miya olinadi.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8834"/>
                <a:gridCol w="297914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Kirish yo‘li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Qo‘shimcha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Qin yoki bachadon orqali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Qin va bachadon (alohida idishda)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Teri ostiga yoki mushak orasiga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Taxmin etilgan soha terisi va mushaklari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Ingalyatsiya (nafas orqali)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O‘pka bo‘lagi va bosh miya, 300 g dan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 yo‘li va qo‘shimcha ob’ekt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Etanol va giyohvand moddalarga shubha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Etanolga: qon va siydik 10-20 ml dan, tiqingacha to‘ldirilgan idishda.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Qon yirik venalardan yoki miya qattiq pardasi sinuslaridan pipetka yoki shpris bilan olinadi.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Qon va siydikni yuborish imkoni bo‘lmasa, 100 g atrofida mushak to‘qimasi yuboriladi.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Giyohvand vositalar va psixotrop moddalarga: albatta qon (150 ml), siydik (150-200 ml) va o‘t pufagi.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Etil spirtidan zaharlanishda materiallarni yuborishning kechikishi miqdoriy aniqlashda ishonchsiz natijalarga sabab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Etanolga shubha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Qon, siydik 10-20 ml dan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Tiqingacha to‘ldirilgan idish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Imkon bo‘lmasa — 100 g mushak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Giyohvand moddalarga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Albatta qon — 150 ml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Siydik — 150-200 ml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O‘t pufagi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Etanol va giyohvand moddalar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87, 88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Kislota, xlororganik moddalar va metil spirti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 va ishqorlarga: halqum, traxeya, qizilo‘ngach, oshqozon devori va zahar ta’siri bo‘lgan teri.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Xlororganiklar: xloroform, xloralgidrat, uglerod to‘rt xlorid, dixloretan, pestitsidlar; miya 200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spirti: miya, jigar, buyrak 100 g dan; qon, siydik 10-20 ml dan.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Zahar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Kislota, ishqor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Halqum, qizilo‘ngach, oshqozon, teri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Xlororganik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Charvi, miya, qon, siydik, jigar, buyrak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Miya, jigar, buyrak, qon, siydik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Qaysi zaharga qaysi ob’ekt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Glikozid, fosfororganik birikma va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Glikozidlar: jigarning uchdan bir qismi o‘t qopi bilan; tez parchalanishi sababli in’eksiya sohasi to‘qimalari etil spirti bilan konservatsiyalangan holda.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Fosfororganik birikmalar: jigar, buyrak, siydik, oshqozon, ichak va qon — xolinesteraza faolligini aniqlash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Uglerod oksidi: qon (10-20 ml).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87, 88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 zaharlar, metgemoglobin, o‘simlik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tuzlari: soch, tirnoq, jigar, buyrak.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Qo‘rg‘oshin, talliy, margimush (surunkali): soch, tirnoq, yassi suyaklar, jigar, buyrak.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Metgemoglobin hosil qiluvchi zaharlar (ferrotsianidlar, anilin, nitrobenzol, kaliy permanganat.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Formaldegid, xromatlar, metilen ko‘ki, asetaldegid) uchun metgemoglobinni aniqlash maqsadida qon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Qo‘ziqorin va zaharli o‘simliklarga: hazm bo‘lmagan bo‘lakchalar, qusuq moddalari va yuvindi suvlar.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A’zolarni ajratib olish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Qizilo‘ngach, oshqozon va ichakdagi moddalar mexanik aralashmasligi uchun ikkitali ligatura qo‘yilgandan keyin ajratib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a’zolarni suv bilan yuvish, kimyoviy moddalar yoki mexanik aralashmalar bilan ifloslantirish mumkin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A’zolar og‘zi keng quruq shisha bankalarga joylanadi; metall yoki keramik idishlarni ishlatish man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Ligatura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Qizilo‘ngach, oshqozon, ichakka ikkitadan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Yuvish mumkin emas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Ichki a’zolar suv bilan yuvilmaydi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Idish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Og‘zi keng quruq shisha banka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Man etiladi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Metall yoki keramik idish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Ajratib olish qoidalari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nazorati va idishlarni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murdadan zaharli moddaning chiqib ketmasligi va tashqaridan tushib qolmasligini nazorat qilishi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ochilguncha seksion stol, asboblar va qo‘lqoplar yaxshilab yuviladi; tekshiruv vaqtida suv va boshqa suyuqliklardan foydalanilmaydi.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Bankalar soda yoki xantal eritmasi bilan yuviladi, toza suvda, so‘ngra distillangan suvda chayiladi va quritish shkafida quritiladi.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Konservatsiya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kunlarda ob’ekt uzoq joyga yuboriladigan bo‘lsa, konservant sifatida etil spirti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etil spirti va nitritga tekshirilishi tavsiya etilgan bo‘lsa, etil spirti bilan konservlash man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Konservlangan ob’ekt bilan birga etil spirtining namunasi laboratoriyaga yuborilishi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 A-6: konservatsiya faqat yurak glikozidlariga shubhada; etil spirti ob’ektni kamida 1 sm ko‘mib turadi, 300 ml spirt namunasi yuboriladi.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Ruxsat etiladi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Issiq kunda uzoqqa yuborilsa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Konservant — etil spirti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Spirt namunasi ham yuboriladi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Man etiladi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Etil spirti/nitritga tekshirilsa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Metall, keramik idish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Konservatsiya qoidalari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10; Yuldashev Z.A., Nurmatova M.I., Toksikologik kimyo modulidan o‘quv-uslubiy majmua, betlar: 88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Yuborish: yorliq, muhr va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 solingan banka yaxshilab berkitilib, surg‘uchli muhr bosiladi.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Etiketkaga murdaning ismi, familiyasi, tug‘ilgan yili, a’zo nomi, sud-tibbiy ekspertiza akti raqami va bankaning tartib raqami yoziladi.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Bankalar zich yopiladi, yorliq yopishtiriladi, muhrlangan polietilen xalta yoki konteynerga joylanib yo‘llanadi.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bilan birga sud-tibbiy ekspertning yo‘llanmasi yoki sud-tergov organlarining ekspertiza qarori yuboriladi.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Banka berkitiladi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Zich yopiladi, surg‘uchli muhr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Etiketka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Ism, familiya, yil, a’zo nomi, akt va tartib raqami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Qadoqlash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Muhrlangan polietilen xalta yoki konteyner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Hujjat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Yo‘llanma yoki ekspertiza qarori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Yuborish tartibi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11; Yuldashev Z.A., Nurmatova M.I., Toksikologik kimyo modulidan o‘quv-uslubiy majmua, betlar: 88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Eksgumatsiya qilingan murda ob’ektlari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Eksgumatsiyada olti joydan (tobutning usti va ostidan, yon tomonlaridan, bosh va oyoq tomonidan) 500 g dan tuproq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Kiyim, qoplama va to‘shama matolardan bo‘laklar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Tobutning pastki taxtasi (500 kub sm atrofida), murda yonidan topilgan taqinchoqlar va boshqa narsalar ham yo‘llanadi.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Tuproq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6 joydan, 500 g 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Tobut taxtasi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500 kub 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Matolar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kiyim, qoplama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Boshqa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taqinchoq va 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Eksgumatsiya: ob’ektlar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dalilni qabul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 ekspertiza tayinlagan idora tomonidan o‘ralgan, muhrlangan va ilova hujjatlarida ko‘rsatilgan bo‘lishi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O‘rami tegishli bo‘lmasa, sud-tibbiy bo‘lim joylashgan shahardan yuborilgan bo‘lsa, ashyoviy dalil qabul qilinmaydi va qaytariladi.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 va ularga tegishli hujjatlar bo‘limning maxsus jurnalida ro‘yxatga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erituvchilar, kislotalar, ishqorlar, sinil kislotasi, kokain kabi moddalar uchuvchan va tez parchalanadi.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 uchun ekspertiza qabul qilingan kuni boshlanishi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Sud-kimyo qoidalari (loyiha), I, II va V bo'limlar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Qabul paytida o‘ramni ko‘zdan kechirish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Ekspert-kimyogar qabul qilishda predmet o‘ramini diqqat bilan ko‘zdan kechirib, tavsiflaydi.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Belgilanadi: bog‘lam turi va muhrni buzmay yechish mumkinligi; quti, paket, banka o‘lchamlari; yozuv va muhr holati (butun, buzilgan); o‘ramdagi nuqsonlar.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O‘ramni ochish idish shikastlanmasligi va ob’ektlar yo‘qolmasligi uchun juda ehtiyotlik bilan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Idish o‘ramini ehtiyotlik bilan ochish to‘g‘ri tahlil olib borishning eng birinchi sharti.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Sud-kimyo qoidalari (loyiha), I, II va V bo'limlar; Yuldashev Z.A., Umarova G.Q., Toksikologik kimyo modulidan o‘quv-uslubiy majmua, betlar: 169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Yozuvlarni hujjatlar bilan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Idish ustidagi yozuvlar yuborilgan yo‘llanma hujjatlar bilan solishtiriladi.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Yozuvlar va hujjatlar o‘rtasida farq bo‘lsa, tahlil natijalari noto‘g‘ri bo‘lishiga sabab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hollarda uch kishilik hay’at ishtirokida dalolatnoma tuziladi va sud organlari yoki sud-tibbiyot laboratoriyasidan boshqa dalillar talab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Mashg‘ulotda ob’ektlarning o‘rami va butunligi, muhiti, rangi va konsistensiyasi o‘rganiladi.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169; Yuldashev Z.A., Nurmatova M.I., Toksikologik kimyo modulidan o‘quv-uslubiy majmua, betlar: 169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Ashyoviy dalillar va hujjatlarni saqlash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 alohida qulflanadigan va muhrlanadigan shkafda saqlanadi; tez buziladigan ob’ektlar muzlatgichda, u ham qulflanadi va muhrlanadi.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 bilan keltirilgan hujjatlar alohida papkada, seyfda yoki qulflanadigan shkafda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Chirishga uchraydigan ob’ektlar qaytarib bo‘lmasa.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spirtida konservatsiyalangan holda muzlatgichda bir yil saqlanadi, so‘ng belgilangan tartibda yo‘q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spirtini aniqlashga taqdim etilgan ob’ektlar tekshiruv tugagach 30 kundan so‘ng yo‘q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Sud-kimyo qoidalari (loyiha), I, II va V bo'limlar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To‘liq va to‘liqmas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Kimyogar-ekspert oldiga qo‘yilgan masalaga qarab tahlil to‘liq va to‘liq bo‘lmagan tahlilga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To‘liqmas tahlilda ekspert alohida ko‘rsatma bo‘yicha bir yoki bir necha zaharli moddaga tekshiruv olib boradi.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To‘liq tahlilda kimyogar-ekspert 67 ta zaharli moddaga tekshiruv olib borishi shart.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To‘liqmas tahlil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Alohida ko‘rsatma bo‘yicha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 yoki bir necha modda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To‘liq tahlil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67 ta zaharli moddaga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Tekshiruv shart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Tahlil turlari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To‘liq tahlil: uchuvchi va metall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Uchuvchi zaharlar (13): sinil kislotasi va uning birikmalari; metil, etil, propil, butil, amil, izoamil spirtlari.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Formaldegid; xloroform; xloralgidrat; to‘rt xlor uglerod; dixloretan; fenol va krezollar.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Metall saqlovchi zaharlar (jami 13): bariy, marganets, xrom, sink, talliy, qo‘rg‘oshin, mis, simob, vismut, kadmiy, kumush, margimush va surma tuzlari.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O‘zSSV ning 551-sonli buyrug‘ida 13 uchuvchi moddaga to‘liq ekspertizada tekshiruv olib borish zarurligi ko‘rsatilgan; ular haydash usullari bilan ajratiladi.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Uchuvchi va metall zaharlar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Uchuvchi zaharlar (13)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Sinil kislota, spirtlar  ·  Formaldegid, xloroform  ·  Fenol va krezollar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Metall zaharlar (13)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Bariy, marganets, xrom, sink  ·  Talliy, qo‘rg‘oshin, mis, simob  ·  Kumush, margimush, surma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To‘liq tahlil: 13 + 13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18,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Nordonlashtirilgan usul bilan ajratiladigan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Nordonlashtirilgan suv va spirt usulida ajratiladigan zaharlar: 7 barbiturat, 14 alkaloid, 7 sintetik modda.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Barbituratlar: barbital, fenobarbital, barbamil, etaminal, siklobarbital, geksabarbital (evipan), benzonal.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Ro‘yxatning davomi: morfin, kodein, dionin, geroin, gidrokodon, papaverin, promedol.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Strixnin, atropin, giostsiamin, skopolamin, kokain, paxikarpin, anabazin, nikotin.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Sintetik moddalar: aminazin, diprozin, tizertsin, majeptil, triftazin, imizin va uni analoglari.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Organik erituvchi bilan ajratiladigan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erituvchi quyib qo‘yish yo‘li bilan ajratib olinadiganlar: karbofos, metafos, metiletiltiofos.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Metilnitrofos, trixlormetafos, fozalon, butifos, xlorofos, ftalofos, oktametil va sevin.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guruhga pestitsidlar, yurak glikozidlari va boshqalar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Xlorofos suv bug‘i bilan haydash, nordonlashtirilgan suv va spirt hamda efir quyib qo‘yish usullarida ajratiladi.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18, 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Kimyo-toksikologik tekshiruv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bir necha bosqichdan iborat: ajratib olish, yot moddalardan tozalash, sifat va miqdorni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Bosqichlarda kimyoviy, fizik va fizik-kimyoviy usullardan foydalaniladi.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Ajratib olish natijasi suyuqlik: distillyat, mineralizat yoki dializat.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Ob’ektdan ajratib olish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Eritmani tozalash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Sifatini aniqlash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Miqdorini aniqlash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zanjiri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18, 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Zaharlarni ajratib olish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Ekstraksiya — qon, peshob, chayindi suvlardan ajratishning asosiy usuli: suvda erigan moddalar suv bilan aralashmaydigan organik erituvchi bilan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bug‘i bilan haydash: sianid kislotasi, spirtlar, formaldegid, geksaxloran, nikotin.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Vakuumda haydash past bosimda va past haroratda olib boriladi; issiqlikdan parchalanuvchi moddalar uchun, masalan, TEQ (tetraetilqo‘rg‘oshin).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zaharlar ho‘l yoki quruq mineralizatsiyalash (destruksiya) usullari bilan ajratib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18, 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Ekstraksiya va taqsimlanish koeffitsienti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Ekstraksiya — bir erituvchida erigan moddaning o‘zaro aralashmaydigan ikki suyuqlikda (suv va organik erituvchi) qayta taqsimlanishi.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Taqsimlanish modda konsentratsiyasi ikkala erituvchida tenglashguncha davom etadi; yot moddalar, oqsil, yog‘ va pigmentlarning erimasligi muhim.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Eruvchanlikka erituvchining tabiati, pH-muhit va elektrolitlar katta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Taqsimlanish koeffitsienti K = C(org) / C(suv): organik erituvchida erigan modda uchun birdan katta, suvda erigan uchun birdan kichik bo‘lishi zarur.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18, 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Ajralmalarni tozalash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Sovunlash — gidrolizga chidamli birikmalar uchun (masalan, xlororganik birikmalarni yog‘dan tozalashda yog‘ gidrolizlanadi).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Qayta ekstraksiya: pH o‘zgarishi bilan eruvchanlik o‘zgaradi.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Kislota xossali moddalar ishqoriy sharoitda suvda, alkaloidlar esa organik erituvchida yaxshi eriydi.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Sulfirlash — yog‘ va lipidga boy ekstraktlarda konsentrlangan sulfat kislotaga chidamli moddalar (masalan, barbituratlar) uchun.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Xromatografik usullar (yupqa qavatli, gaz-suyuqlik) kengroq qo‘llaniladi; yog‘ va mumsimon moddalar aseton, atsetonitrilda sovuq sharoitda cho‘ktiriladi.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Sovunlash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Gidrolizga chidamli birikmalar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Qayta 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pH o‘zgarishi bilan eruvchanlik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Sulfirlash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Barbituratlar kabi chidamli moddalar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Xromatografiya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Yupqa qavatli, gaz-suyuqlik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Yog‘ni cho‘ktirish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Aseton, atsetonitril, sovuqda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Tozalash usullari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 tasnifi: 1-3 guruhlar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Uchuvchi zaharlar: sianid va sirka kislota, zaharli galogen birikmalar, spirt, aldegid, fenollar.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Nordonlashtirilgan usul: barbituratlar, alkaloidlar, analoglari va azot saqlovchi sintetik birikmalar.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045969"/>
                <a:gridCol w="841706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1. Uchuvchi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 bug‘i bilan haydash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Sianid, spirt, aldegid, fenol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2. Nordonlashtirilgan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Nordon suv va spirt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Barbiturat, alkaloid, sintetik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3. Metall zaharlar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Mineralizatsiya (kuydirish)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Og‘ir metallar, margimush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 usuliga ko‘ra guruhlar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 tasnifi: 4-6 guruhlar va tanlov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Xloralgidrat va fenol haydashdan tashqari boshqa usullarda ham ajratiladi (nordon suv, spirt, erituvchi).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Suyuq alkaloidlarni nordonlashtirilgan suv va spirt hamda haydash usulida ajratish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Fizik-kimyoviy xossalarga asoslanib, natijalar taqqoslanadi va eng ko‘p modda ajratilgan usul tanlab olinadi.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727"/>
                <a:gridCol w="1874218"/>
                <a:gridCol w="207502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4. Dializ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Suv bilan bo‘ktirish, dializ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Mineral kislota, ishqor, tuzlar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5. Organik erituvchi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Erituvchi quyib qo‘yish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Pestitsid, yurak glikozidi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6. Maxsus usullar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O‘ziga xos usullar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TEQ, rux fosfidi, ftoridlar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 usuliga ko‘ra guruhlar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Dastlabki tekshirish va tekshiruv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Zaharlanishga sabab bo‘ladigan moddalar juda ko‘p, shuning uchun har bir ob’ektni har bir zaharga tekshirish ko‘p vaqt talab qilar edi.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Ob’ektni tejash va vaqtni tejash uchun sud kimyogari aniq reja tuzadi.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tekshiruv reja ichidagi ko‘p moddalarni inkor qilish yoki taxmin qilish imkonini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 asoslari: yo‘llanmalar va o‘lim sabablari, kasallik tarixi va sud-tibbiyot ekspertizasi akti.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Ob’ektning tashqi ko‘rinishi (pH, hid, rang), dastlabki taxminiy tekshiruv natijalari.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21, 12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Dastlabki tekshirish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Idish o‘rami ehtiyotlik bilan ochiladi, yozuvlar hujjatlar bilan solishtiriladi.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Konsistensiya va morfologik tuzilish ajratish usulini belgilashga va a’zolarni aniq nomlashga yordam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kimyoviy tekshirish zaharni to‘liq aniqlamaydi, lekin nimani birinchi aniqlashni belgilaydi.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Tashqi ko‘rinish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Konsistensiya, morfologiya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Rang, hid, yot modda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Indikator (pH)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Dastlabki kimyoviy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Dastlabki tekshirish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169; Yuldashev Z.A., Nurmatova M.I., Toksikologik kimyo modulidan o‘quv-uslubiy majmua, betlar: 170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Yot qo‘shimcha va hid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Ko‘z yoki mikroskopda zaharga xos qo‘shimchalar ko‘rinishi mumkin: margimush oksidining chinnisimon kristallari.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Strixnin nitritining prizmatik kristallari, zaharli o‘simlik urug‘i.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Yot aralashma pinset bilan ajratib olinib, taxmin qilingan moddaga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Achchiq bodom hidi — sianidlar; piridin asoslari hidi — denaturlangan spirt bilan zaharlanish; fosfororganik birikmalar ham o‘ziga xos hidga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Hid ob’ekt chirimagan bo‘lsa yaxshi seziladi; chirish mahsulotlari hisobiga zaharli moddalar hidi o‘zgaradi.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Ob’ektning rangi va rangli qo‘shimchalar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Sariq rang pikrin kislotasi, strixnin, xromatlar yoki azot kislotasi bilan zaharlanishga xos; qora rang — sulfat kislotasiga.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Rangli qo‘shimchalar: konsentrlangan sulfat, nitrat, pikrin kislotalar, akrixin, shveynfurt yashili.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Ob’ektda yot kristall moddalar, o‘simlik qismlari, meva qoldiqlari bo‘lsa, kimyogar avval ularning xarakterini o‘rganib, zaharga yo‘llanma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boshlanguncha uzoq turib qolish va chirish xarakterli hidlarni aniqlashga halaqit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21; Yuldashev Z.A., Nurmatova M.I., Toksikologik kimyo modulidan o‘quv-uslubiy majmua, betlar: 170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Muhit pH ni aniqlash va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0,5-1,0 ml suv bilan aralashtiriladi; 3-5 daqiqadan so‘ng indikator qog‘oziga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3 yoki undan kichik: asosan mineral yoki ko‘p organik kislotalar borligidan dalolat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Kuchsiz kislotali muhit — achish; ishqoriy muhit — ishqor yoki karbonatlarga tekshirish.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66"/>
                <a:gridCol w="272410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Indikator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pH oralig‘i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Lakmus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5,0-8,0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kongo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3,0-5,2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Fenolftalein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8,2-10,0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Indikatorlar va pH oralig‘i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169, 21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Taxminiy usullar: sezgirlik va xususiylik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taxminiy usullar yuqori sezgir bo‘lsa ham spetsifik emas; sezgirligi tufayli terapevtik dozadagi moddani ham aniqlashi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Taxminiy tekshiruv musbat bo‘lsa, taxmin qilingan moddalarga lozim bo‘lgan asosiy tekshirish olib borish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Taxminiy tekshirishda asosan mikrodiffuziya, mikrokristalloskopik reaksiyalar va xromatografik skrining usullari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fenotiazin hosilalari peshobga temir xloridning sulfat kislotali eritmasi qo‘shilsa och-qizil rang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uchun kobalt atsetat ammiak yoki litiy ishqori sharoitida.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20, 21, 12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Oq mishyakka dastlabki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Ob’ektdagi chinni parchasi ko‘rinishidagi qo‘shimcha pinset bilan ajratib olinadi.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Ingichka shisha probirkaga solinadi, kichik ko‘mir parchasi qo‘shilib kuchsiz alangada qizdiriladi.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Qizdirishdan oldin probirkaning yuqori qismi tozalangan suvda namlangan qog‘oz yoki doka bilan o‘raladi.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Namlangan qism ochilganda devorda qoramtir-kul rangli dog‘ bo‘lsa, oq mishyak borligidan dalolat beradi.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Tajribani yakunlash uchun probirka uchi sindiriladi, qoramtir dog‘ joyi qizdiriladi, boshqa joyi sovitiladi; sovitilgan joyda oq dog‘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Ajratish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Chinni parchasi pinset bilan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Qizdirish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Probirkada ko‘mir bilan, kuchsiz alanga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Namlangan qog‘oz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Yuqori qism o‘raladi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Qoramtir-kul rang dog‘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Tasdiq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Uchi sindirilsa, sovigan joyda oq dog‘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Oq mishyakka dastlabki sinov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Sianid kislotasiga dastlabki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Ob’ektning kichik bo‘lagi kichik chinni tavoqchaga solinadi va oksalat kislotasi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Ustiga ostki qismida ishqor eritmasi tomchisi bor buyum oynachasi yopilib, bir necha muddatga qoldiriladi.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Oynacha asta olinib, unga FeCl3 va FeCl2 tuzlari aralashmasidan bir tomchi tomiziladi va xlorid kislotasi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 kislotasi bo‘lgan taqdirda ko‘k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Ob’ekt + oksalat kislota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Ishqor tomchisi (oynacha ostida)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FeCl3 + FeCl2 aralashmasi, HCl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Ko‘k rang (sianid kislota bor)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Chinni tavoqcha, buyum oynachasi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Sianid kislota bo‘lsa — ko‘k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HCN ga dastlabki sinov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171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Nitrit, nitrat va aminazinga dastlabki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Nitrat va nitritlar: ob’ekt bo‘lagi suvda bo‘ktiriladi, suvli eritmaga difenilamin reaktivi va konsentrlangan sulfat kislotasi qo‘shiladi — zangori rang.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Natija ijobiy bo‘lsa, azobo‘yoq reaksiyasi: xlorid va sulfanil kislotalar aralashmasi hamda naftolning ishqoriy eritmasi qo‘shilsa, qizil bo‘yoq hosil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Peshobdagi aminazin: 1 ml peshobga 1 ml reaktiv (80 ml 10% H2SO4 + 20 ml 5% FeCl3) qo‘shilsa, qizil-pushti rang.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Yoki 1 ml peshobga 1 ml FPN reaktivi (5 ml 5% FeCl3; 45 ml 20% HClO4; 50 ml 50% HNO3) qo‘shilsa, qizil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Suvli eritma (ob’ekt bo‘lagi)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Difenilamin reaktivi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Konsentrlangan H2SO4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Zangori rang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Ijobiy bo‘lsa: azobo‘yoq reaksiyasi — qizil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Nitrat va nitritga sinov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170; Yuldashev Z.A., Nurmatova M.I., Toksikologik kimyo modulidan o‘quv-uslubiy majmua, betlar: 171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 ko‘p hollarda qaytarib bo‘lmaydigan ob’ekt: tekshiruv ehtiyotkorlik bilan, aniq reja asosida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Ob’ektlar zaharning tabiati va kirish yo‘liga qarab olinadi, shisha idishda muhrlab yuboriladi; uchdan bir qismi arxivda 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tekshiruv (ko‘rinish, rang, hid, pH, yot qo‘shimcha) reja tuzishga yo‘llanma beradi, lekin yakuniy xulosa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 usuliga ko‘ra zaharlar 6 guruhga bo‘linadi: uchuvchi, nordonlashtirilgan, mineralizatsiya, dializ, organik erituvchi, maxsus usullar.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12, 21, 20; Yuldashev Z.A., Nurmatova M.I., Toksikologik kimyo modulidan o‘quv-uslubiy majmua, betlar: 87-88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Shveynfurt yashili — mis atsetat va mis arsenitning birikmasi: ob’ektdagi rangli qo‘shimchalar orasida tilga olinadi va mishyak borligiga yo‘llanma bo‘lishi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Yo‘llanmalarda chinni kabi bo‘lakchalarni (Hg va As) Reynsh usulida, margimushni Guttseyt usulida, sinil kislotasi va nitritlarni dastlabki tekshirish usullari keltirilgan.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Eksgumatsiya qilingan murdada tobutning pastki taxtasi ham (500 kub sm atrofida) sud-kimyo ekspertizasiga yuboriladi.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Yupqa qatlam skrining: Kartoshov usuli 5 ta standart modda asosida 83 ta azot saqlovchi organik zaharli birikmani ajratib farqlashni taklif etgan.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dalillar: ob’ektlarni olish, konservatsiya, yuborish, qabul qilish, saqlash; dast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10-12, 18-22, 169-170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87-88, 169-171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