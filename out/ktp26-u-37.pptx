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yallig‘lanish javobi organizm uchun foydali? 2) Qaysi holatda u xavfli bo‘lib qoladi? Doskada: ’jarohat → javob → tiklanish’ strelkasini chizdiring. Tipik xato: yallig‘lanishni faqat zararli jarayon deb o‘ylash. Eslatma: manbalarda ’travmatik kasallik’ atamasi o‘rniga ’jarohatga tizimli yallig‘lanish javobi’ ishlatiladi; talabalarga shuni tushuntiring.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nima uchun jarroh va anesteziolog uchun oddiy javobni bilish muhim? Doskada: ma’ruza rejasini 6 ta bo‘lim ko‘rinishida yozing. Tipik xato: DAMPs ni mikroblar bilan bog‘liq andozalar (PAMPs) bilan adashtirish. Keyinroq farqini alohida ko‘rsating.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Mahalliy javob qachon tizimli javobga aylanadi? 2) Javob kuchi nimaga bog‘liq? Doskada: sxemani o‘zlari chizsin va har strelka ostiga misol yozsin. Tipik xato: har qanday mahalliy yallig‘lanishni tizimli javob deb hisoblash. Tezkor savol: tizimli javob qanday vositachilar bilan boshqariladi?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yallig‘lanish javobi tuzalish uchun kerak? 2) Qaysi holatda u xavfli bo‘lib qoladi? Doskada: ikki ustunli ro‘yxat chizing: «foydasi» va «xavfi (SIRS)». Tipik xato: yallig‘lanish javobini faqat zararli jarayon deb o‘ylash. U tuzalish uchun zarur, xavf esa uning haddan oshishida.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Rejali jarrohlik bemori jarohatlangan bemordan nimasi bilan farq qiladi? 2) Nega ikkinchi zarba immun tizim uchun xavfli? Doskada: zarbalar zanjirini strelkalar bilan chizing va har zarba tagiga misol yozing. Tipik xato: damage-control jarrohlikni yakuniy tiklovchi jarrohlik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yakuniy jarrohlikni darhol qilmaymiz? 2) Kechiktirishning qanday xavfi bor (beqaror sinish, ARDS)? Doskada: bemorning birinchi kundan 3-haftagacha vaqt chizig‘ini chizing va jarrohlik nuqtalarini belgilang. Tipik xato: kechiktirishni xavfsiz deb hisoblash. Manbada kechiktirishning xavflari ham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1) Nega mahalliy javob har doim bo‘ladi, tizimli javob esa yo‘q? 2) Tizimli javobni qaysi mediatorlar chaqiradi? Doskada: ikki doira chizing — kichigi mahalliy, kattasi tizimli — va ichiga mediatorlarni yozing. Tipik xato: talaba har bir jarohatda tizimli yallig‘lanish bo‘ladi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Oqim fazasi nega giper-metabolik faza deb ham ataladi? 2) Nega bu davrlar ikki fazali deyiladi? Doskada: vaqt o‘qini chizing — chapda shok, o‘ngda oqim fazasi — va metabolik o‘zgarishlarni ostiga yozing. Tipik xato: shok fazasini giper-metabolik faza bilan adashtirish; aslida giper-metabolik faza oqim fazasiga to‘g‘ri keladi.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shok fazasida periferik vazokonstriksiya foydali? 2) Anesteziya vositalari shok fazasida qanday xavf tug‘diradi? Doskada: zanjir chizing — qon ketishi → gipovolemiya → vazokonstriksiya → qonning markazga o‘tishi. Tipik xato: shok fazasidagi vazokonstriksiyani oqim fazasidagi vazodilatatsiya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oqim fazasida tomir ichi hajmini saqlash muhim? 2) Qaysi belgilar 4-5 kundan keyin ham saqlansa asoratni o‘ylatadi? Doskada: shok fazasidan oqim fazasiga o‘tish strelkasini chizing (vazokonstriksiya → vazodilatatsiya). Tipik xato: oqim fazasini patologiya deb o‘ylash — asoratsiz travmada u me’yoriy, faqat cho‘zilsa xavfli.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keksa va kasalliklari bor bemorlar yuqori kislorod talabiga bardosh bera olmaydi? 2) Giperglikemiya to‘qima oziqlanishida qanday rol o‘ynaydi? Doskada: vaqt o‘qida pasayish → gipermetabolizm chizig‘ini chizing. Tipik xato: dastlabki davrni ham yuqori metabolizm deb o‘ylash — u avval pasayadi.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dastlabki immunosupressiya foydali, lekin cho‘zilsa zararli? 2) Ikkinchi zarba (operatsiya) immun tizimga qanday ta’sir qiladi? Doskada: SIRS va CARS egri chiziqlarini bir o‘qda chizib, 5-15 kun oralig‘ini belgilang. Tipik xato: SIRS va CARS ni bir vaqtdagi emas, ketma-ket ikki alohida kasallik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nima uchun birinchi soatda odamdagi yallig‘lanish javobi kam o‘rganilgan (qon namunasi olish qiyinligi)? Uchinchi cho‘qqi sabablari nimada? Doskada: vaqt o‘qini chizib, uch cho‘qqini belgilang. Tipik xato: uchala cho‘qqini ham faqat qon ketishi bilan bog‘lash; kech cho‘qqida ko‘pincha SIRS yoki MODS sabab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nega bir ko‘rsatkich 1 haftada, boshqasi 3 haftada normallashadi? Tiklovchi jarrohlikni kechiktirish foydasi isbotlanganmi? Doskada: to‘rt ko‘rsatkich uchun muddatlar chizig‘ini chizing. Tipik xato: 6–7 kunni barcha immun ko‘rsatkichlar uchun umumiy muddat deb o‘ylash. MHCII — monotsitlardagi antigen taqdim etuvchi molekula (asosiy gistomoslik kompleksi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oqim fazasida nima uchun yurak urishi va nafas tezlashadi (kislorod sarfi oshadi)? Bemorni kuzatishda qaysi ko‘rsatkichlarni tekshirasiz? Doskada: oqim fazasi belgilari va ‘4–5 kun’ chegarasini chizing. Tipik xato: taxikardiya va isitmani doim infeksiya deb hisoblash; avval muddatga qarang.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shok fazasida periferik vazokonstriksiya hayotiy ahamiyatga ega? 2) Oqim fazasida nega tomir ichi hajmini saqlash kerak? Doskada: ikki ustunli (shok / oqim) taqqoslash jadvalini chizdiring. Tipik xato: talabalar shok va oqim fazalarini, shuningdek metabolik pasayish va gipermetabolik fazani bir-biriga aralashtiradi.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bu javoblarni alohida emas, birgalikda baholash kerak? 2) Jarohat hajmi javob kuchiga qanday ta’sir qiladi? Doskada: to‘rt komponentni markazdagi jarohat atrofida o‘qlar bilan bog‘lab chizdiring. Tipik xato: komponentlarni ketma-ket emas, bir-biridan mustaqil deb o‘ylash; aslida ular o‘zaro ta’sirlashadi.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Jarohat joyidan buyrak usti bezigacha signal yo‘lini izohlang. 2) Nega ayol jinsining himoyasi estrogen davosini oqlamaydi? Doskada: jarohat → gipotalamus → gipofiz → buyrak usti bezi zanjirini chizdiring. Tipik xato: adrenalin po‘stloqdan, kortizol mag‘izdan chiqadi deb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Nega shikastlangan to‘qima oziqlanishi giperglikemiyaga bog‘liq? 2) Kapillyar sizish shishga qanday olib keladi? Doskada chizish: shikastlangan to‘qima kesimi: tomir, tromboz, sizish, shish va 3-7 kunlik qayta tomirlanish o‘qi. Tipik xato: qayta tomirlanish muddatini (3-7 kun) shok fazasi muddati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mahalliy vositachilarni qon zardobida o‘lchash kam foyda beradi? 2) Koagulyatsiya va komplement qanday bog‘langan? Doskada chizish: trombin → C5a → immun javob zanjiri. Tipik xato: mahalliy vositachilar yarim yemirilishi qisqa bo‘lsa, ta’siri ham qisqa deb o‘ylash. Aslida ta’siri uzoq davom etadi.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TNF-α va IL-1 eng birinchi sitokinlar hisoblanadi? 2) Ikkinchi CRP cho‘qqisi klinik nimani bildiradi? Doskada chizish: TNF-α/IL-1 dan IL-6, IL-8, IL-10 ga o‘qlar. Tipik xato: IL-6 faqat yallig‘lanishni kuchaytiradi deb o‘ylash. U keyinchalik IL-10 orqali qarshi javobni ham qo‘zg‘atadi.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Priming nima uchun ikkinchi zarbada xavfli? 2) Jarohatdan keyingi qaysi ikkinchi zarbalar neytrofillarni qayta qo‘zg‘atadi (operatsiya, kasalxona infeksiyasi)? Doskada: neytrofilning qon tomiridan to‘qimagacha yo‘lini 4 bosqichda chizdiring (priming, dumalash, qattiq yopishish, o‘tish). Tipik xato: priming ≠ to‘liq faollashuv; priming faqat oraliq tayyorgarlik holati. Diqqat: selektin dumalashga, integrin qattiq yopishishga javob beradi, bularni almashtirmang.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MHCII pasayishi nimani ko‘rsatadi va nega uni immun falaj belgisi deb olish mumkin? 2) Nega NK faolligining susayishi Th1/Th2 muvozanatiga ta’sir qiladi? Doskada: Th1 ← → Th2 tarozisini chizib, jarohatdan keyin Th2 tomonga og‘ishini ko‘rsating. Tipik xato: T-hujayralar kam ta’sirlanadi, shuning uchun ularni monotsit bilan bir xil darajada susayadi deb o‘ylash. Diqqat: monotsit uzluksiz susayadi, neytrofil esa faollashadi, bu ikkalasi bir vaqtda kuzatiladi.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Javob: asoratsiz kechishda dastlabki yuqori sitokin va oqsil darajasi asta-sekin normallashadi va qarshi yallig‘lanish javobi bilan muvozanatlanadi; ikkinchi cho‘qqi infeksiya kabi asoratni shubha qildiradi. Muhokama: 1) Qanday ikkinchi zarbalar mumkin? 2) Nega yagona o‘lchov bemorning holatini to‘liq ko‘rsatmaydi? Doskada: vaqt o‘qida ikki cho‘qqili egri chiziq chizdiring. Tipik xato: ikkinchi cho‘qqini darhol normal tiklanish jarayoni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hujayra ichidagi molekula tashqarida «xavf signali» bo‘ladi? 2) Klinik alarmin mezonlarini o‘z so‘zingiz bilan sanang. Doskada: hujayra → DAMP → PRR → sitokin zanjirini chizing. Tipik xato: DAMPs (o‘z molekulalari) va PAMPs (mikrob molekulalari) ni aralashtirish; ikkalasi o‘xshash yallig‘lanish keltirishi mumkin, ammo manbasi boshqa. 2006 yilgi konsensusga ko‘ra klinik alarmin travmadan darhol chiqadi, miqdori jarohat og‘irligini aks ettiradi va plazma darajasi yallig‘lanish bilan bog‘liq.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Nima uchun HMGB1 ni jarohatdan 30 daqiqa keyin o‘lchash qimmatli? 2) HSP72 nega yaxshi prognoz bilan bog‘liq bo‘lishi mumkin? Doskada: jadvalni daftarga ko‘chirib, har DAMP uchun bitta klinik bog‘lanishni belgilang. Tipik xato: barcha DAMPs yomon oqibatni bildiradi deb o‘ylash — HSP72 da aksi kuzatilgan.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bitta DAMP bir nechta retseptorni faollashtirishi (retseptor takrorlanishi) muhim? 2) RAGE ning TLR dan farqi nima? Doskada: DAMP → retseptor → adapter → transkripsiya omili → sitokin zanjirini chizing. Tipik xato: barcha TLR MyD88 orqali ishlaydi deb o‘ylash — TLR3 faqat TRIF yo‘lini ishlatadi; sxema soddalashtirilgan.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4-5 daq. Muhokama: 1) Alarmin deb hisoblanishi uchun modda qaysi mezonlarga javob berishi kerak? 2) Nega bitta DAMP bir nechta retseptorni faollashtirishi (retseptor ortiqchaligi) muhim? Doskada: ikki ustunli sxema chizdiring — chapda TLR (PAMP + DAMP), o‘ngda RAGE (faqat DAMP). Tipik xato: RAGEni ham mikroblarni taniydigan retseptor deb o‘ylash va alarminlarni faqat bitta molekula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HLA-DR pasayishi nimani bildiradi va nega infeksiya xavfi oshadi? 2) Plazma DAMP darajasini bemor yotoqxonasida kuzatish qanday foyda berishi mumkin? Doskada: zanjir chizdiring — shikast → DAMP ajralishi → HLA-DR pasayishi → immunosupressiya → infeksiya. Tipik xato: bog‘liqlikni (korrelyatsiya) bevosita sabab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5-6 daq. Muhokama: 1) Nega reanimatsiya ishemiyani bartaraf etsa-da, I/R (ishemiya/reperfuziya) jarohatini ham keltirib chiqaradi? 2) Nima uchun shikast joyidan uzoqdagi a’zolar zararlanadi? Doskada: qon ketish → ishemiya → reperfuziya → neytrofillar → buyrak/jigar/o‘pka sxemasini chizdiring. Tipik xato: I/R, qon ketish va to‘qima shikastini bir-biridan mutlaqo alohida jarayon deb o‘ylash (ular bir vaqtda ta’sir qiladi). Erta MODS (ko‘p a’zo disfunksiyasi) ko‘pincha nazoratsiz SIRS bilan bog‘liq.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qon quyish travmadan keyingi infeksiya xavfini oshirishi mumkin? 2) Gemoliz va immun nomuvofiqlik bir narsami? Doskada: eritrotsit → gemoliz → DAMPs ro‘yxati (gem, HSP70, RBP-4, IL-33, S100, adenozin). Tipik xato: gemolizni faqat guruh nomuvofiqligi bilan bog‘lash; manbada u nomuvofiqliksiz ham bo‘lishi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Erta immunosupressiya nega foydali, uzoq davom etsa nega zararli? 2) Adenozin yo‘li klassik ‘avval SIRS, keyin CARS’ sxemasidan nimasi bilan farq qiladi? Doskada: flow sxemani ketma-ket chizing, CD39 li Treg hujayralarni qo‘shimcha o‘q bilan ko‘rsating (adenozin miqdorini oshiradi). Tipik xato: immunosupressiyani faqat zararli deb o‘ylash; dastlab u uzoq muddatli a’zo shikastini cheklaydi.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Erta va kech MODS sabablari qanday farq qiladi? 2) DAMPs ivish tizimiga qanday ta’sir qiladi? Doskada: vaqt o‘qi chizing — erta bosqich (SIRS, a’zo shikasti) va 5–15 kundan keyingi CARS/IS bosqichi (infeksiya, kech MODS). Tipik xato: kech MODSni ham SIRSning davomi deb hisoblash; manbada u immunosupressiyadan keyingi infeksiyalar bilan bog‘langan.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1) Qon quyish immunitetni qanday susaytiradi (Th2 tomonga siljish, monotsitlarda MHCII kamayishi)? 2) Nega ommaviy qon quyish jarohat og‘irligini ham aks ettiradi? Doskada chizish: ‘jarohat – qon quyish – DAMP – immunosupressiya – pnevmoniya’ zanjiri. Tipik xato: qon quyishni pnevmoniyaning yagona sababi deb hisoblash, jarohat og‘irligini hisobga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Diqqat: 3 haftagacha kutish randomizatsiyalangan sinovlarga asoslanmagan.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yakuniy jarrohlik darhol qilinmaydi (yana bir ‘zarba’ immunitetga)? 2) Kechiktirishning xavfi nimada (ARDS, ventilyator pnevmoniyasi)? Doskada chizish: jarrohlik muddati zanjirini va har bosqich shartlarini. Tipik xato: damage-control jarrohlikni yakuniy (rekonstruktiv) jarrohlik bilan adashtirish yoki 3 haftalik kechiktirishni isbotlangan qoida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Travmatik kasallik: tushunchasi, davrlari, asosiy komponentlari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travmatik kasallik nima?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Jarohatdan keyin mahalliy yallig‘lanish har doim bo‘ladi. Og‘ir yoki ko‘p o‘rinli jarohatda unga tizimli yallig‘lanish javobi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Tizimli javobni gormonal, metabolik va immunologik vositachilar keltirib chiqaradi. U gemodinamik o‘zgarishlar bilan birga kechadi.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Travma inson to‘qimasi shikastlanishining eng og‘ir shakli. U dunyoda o‘lim va nogironlikning yetakchi sabablaridan biri.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Tizimli javob to‘qima tiklanishi uchun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Asoratsiz jarohatda u vaqtinchalik, oldindan taxmin qilinadigan va yallig‘lanishga qarshi vositachilar bilan muvozanatli.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19754938; Vourc'h et al., Trauma-Induced Damage-Associated Molecular Patterns-Mediated Remote Organ Injury and Immunosuppression in the Acutely Ill Patient, betlar: PMID 29963048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Mavzuning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katta jarohatdan keyingi tizimli yallig‘lanish javobining patofiziologiyasini va yakuniy tiklovchi jarrohlik muddatini tushunish.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bo‘limlar: tushuncha va davrlar, so‘ng uchta komponent: gormonal-metabolik, gemodinamik va immunologik javob.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Keyingi bo‘limlar: DAMPs (zararlanish bilan bog‘liq molekulyar andozalar), uzoq a‘zolar shikasti va jarohatdan keyingi immunosupressiya.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Yakunda qon quyish, ishemiya/reperfuziya (I/R) ta’siri va yakuniy tiklovchi jarrohlikni qachon o‘tkazish masalasi ko‘riladi.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19754938; Vourc'h et al., Trauma-Induced Damage-Associated Molecular Patterns-Mediated Remote Organ Injury and Immunosuppression in the Acutely Ill Patient, betlar: PMID 29963048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Tushuncha: mahalliy va tizimli javob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Mahalliy yallig‘lanish har qanday to‘qima jarohatida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Og‘ir yoki ko‘p o‘rinli jarohatda tizimli javob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mahalliy javob ≠ tizimli javob; ikkinchisining kuchi shikast hajmiga bog‘liq.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Jarohat (travma)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Mahalliy yallig‘lanish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Og‘ir jarohat: vositachilar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Tizimli yallig‘lanish javobi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Muvozanat yoki haddan oshish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Jarohatdan tizimli javobgacha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Javobning foydali va xavfli tomonlari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Jarohatda mahalliy yallig‘lanish doim bo‘ladi. Og‘ir yoki ko‘p jarohatda u butun organizmni qamrab oladi va tizimli javobga aylanadi.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Tizimli yallig‘lanish javobi to‘qima tiklanishi uchun zarur. U sutemizuvchilarda shifo imkoniyatini oshirish uchun shakllangan.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Asoratsiz jarohatda javob vaqtinchalik va bashorat qilinadi. Yallig‘lanishni kuchaytiruvchi va susaytiruvchi mediatorlar muvozanatda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og‘ir jarohatda boshida haddan oshgan javob kuzatilishi mumkin. Shunda tizimli yallig‘lanish sindromi (SIRS) va a’zolar disfunksiyasi xavfi ortadi.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19754938; DOI 10.1186/1757-7241-17-43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Ko‘p zarba nazariyasi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Rejali bemordan farqli, jarohatlangan bemor bir necha zarbaga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zarba — jarohatning o‘zi, ikkinchisi — zarur damage-control jarrohlik.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zarbalardan so‘ng immun tizim charchab, infeksiya va sepsis xavfi oshishi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1-zarba: jarohat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2-zarba: zarur jarrohlik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Immun tizim charchashi mumkin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Infeksiya va sepsis xavfi ortadi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Yakuniy jarrohlik vaqti: munozara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Zarbalar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19754938; DOI 10.1186/1757-7241-17-43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bir bemor, ikki zarba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og‘ir jarohat olgan bemorga birinchi kuni damage-control jarrohlik qilindi, so‘ng u reanimatsiya bo‘limiga (ICU) o‘tkazildi.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Jarohatdan keyin neytrofillar «priming» (oldindan faollashish) holatiga o‘tadi. Ikkinchi zarba bunday holatda kuchliroq javob berishi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Yakuniy tiklovchi jarrohlik ko‘pincha kechiktiriladi: gipotermiya, atsidoz, koagulopatiya xavfi va immun tizimga yangi zarbadan qochish uchun.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yakuniy jarrohlikni qancha kechiktirish kerak? Uch hafta taklif qilingan, lekin bu tasodifiy klinik sinovlarga asoslanmagan.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19754938; DOI 10.1186/1757-7241-17-43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1: tushuncha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travmada qaysi javob har doim yuzaga keladi — mahalliy yoki tizimli yallig‘lanish javobi? Bir daqiqa o‘ylab ko‘ring.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to‘qima travmasida mahalliy yallig‘lanish javobi doim bo‘ladi. Kininlar va gistamin kapillyar o‘tkazuvchanlikni oshirib, shish chaqiradi.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Og‘ir yoki ko‘p joyli jarohat tizimli yallig‘lanish javobini chaqiradi. Uni gormonal, metabolik va immunologik mediatorlar yuzaga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 — mahalliy javob ≠ tizimli javob. Tizimli javob faqat og‘ir jarohatda rivojlanadi, mahalliysi esa har doim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Davrlar: umumiy ko‘rinish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Gemodinamik javob, metabolik va immunologik javob kabi, ikki fazali: shok va oqim fazalari.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Metabolizm avval 24 soatgacha pasayadi, so‘ng giper-metabolik, katabolik faza boshlanadi.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Asoratsiz travmada giper-metabolik faza odatda bir haftadan kam davom 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Shok fazasi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Gipovolemiya, vazokonstriksiya; reanimatsiyasiz ≈ 1 kun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Oqim fazasi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Vazodilatatsiya, O2 sarfi ↑; asoratsiz bir necha kun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Gipometabolizm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Metabolizm sur’ati pasayadi; bir necha soatdan 24 soatgacha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Giper-katabolik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Katabolizm, giperglikemiya; odatda &lt; 1 hafta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Travma davrlari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Shok fazasi: gemodinamik o‘zgarishlar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shok fazasida qon ketishi gipovolemiyaga olib keladi va kuchli periferik vazokonstriksiya rivojlanadi.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 natriy xlorid va suvni ushlab qoladi; qon periferiyadan markaziy hayotiy a’zolarga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Reanimatsiya qilinmagan jabrlanuvchida shok fazasi taxminan bir kun davom etgan. Hozir erta infuzion terapiya va qon quyish uni qisqartiradi.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ko‘pchilik anesteziya vositalari vazodilatatsiya chaqiradi va shok fazasidagi hayotiy muhim vazokonstriksiyaga qarshi ishlaydi.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Oqim (flow) fazasi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Reanimatsiyadan so‘ng vazodilatatsiya bo‘ladi: qon oqimi mushak va jarohatlangan to‘qimaga ham 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Kislorod sarfi va CO2 hosil bo‘lishi ortadi; tana taxikardiya va nafas tezlashuvi bilan javob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asoratsiz holda bir necha kun; taxikardiya, harorat 4-5 kunda normallashmasa — asorat shubhasi.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Suyuqlik bilan reanimatsiya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Vazodilatatsiya, oqim ortadi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O2 sarfi va CO2 ortadi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Taxikardiya, nafas tezlashuvi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4-5 kunda normal emas: asorat?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Oqim fazasi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Metabolik davrlar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Og‘ir travmadan so‘ng metabolizm avval bir necha soatdan 24 soatgacha pasayadi.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gipermetabolik-katabolik faza: to‘qimalar parchalanadi, glyukoneogenez giperglikemiya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Faza 1-2 haftadan oshsa — tizimli yallig‘lanish javobi sindromi (SIRS), infeksiya, sepsis shubhasi.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7082787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59"/>
                <a:gridCol w="1927859"/>
                <a:gridCol w="204596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Davr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O‘zgarish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Dastlabki pasayish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 necha soatdan 24 soatgacha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Metabolizm tezligi kamayadi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Gipermetabolik-katabolik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Asoratsizda odatda 1 haftadan kam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Suyak, mushak, yog‘ katabolizmi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Glyukoneogenez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Gipermetabolik faza bilan birga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Giperglikemiya, O2 talabi ortadi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Cho‘zilgan faza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1-2 haftadan uzoq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Og‘ir SIRS, sepsis shubhasi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Metabolik davrlar solishtiruvi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Immun javob davrlari: SIRS dan CARS gacha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Zarar molekulalari (DAMP) ajralib, steril tizimli yallig‘lanish sindromini (SIRS) boshlaydi.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proyallig‘lanish tez orada kompensator yallig‘lanishga qarshi javob (CARS) bilan muvozanatlanadi.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Travmadan 5-15 kun o‘tib CARS immunosupressiya va kasalxona infeksiyasi xavfini oshiradi.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Travma: DAMP ajralishi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Erta proyallig‘lanish (SIRS)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Kompensator javob (CARS)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Immunosupressiya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Kasalxona infeksiyasi xavfi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SIRS dan CARS gacha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Vourc'h et al., Trauma-Induced Damage-Associated Molecular Patterns-Mediated Remote Organ Injury and Immunosuppression in the Acutely Ill Patient, betlar: PMID 29963048;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cho‘qqilari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Travmadan keyingi o‘limda uchta cho‘qqi bor: birinchi soat ichida, keyingi 24 soatda, kunlar–haftalardan keyin.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24 soatlik cho‘qqida qon ketishidan kelib chiqqan shok (gemorragik shok) o‘limga katta hissa qo‘shadi.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SIRS — sistemali yallig‘lanish javob sindromi; MODS — ko‘p a’zo disfunksiyasi sindromi.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1-cho‘qqi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Birinchi soat ichida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2-cho‘qqi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24 soat: gemorragik shok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3-cho‘qqi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Kunlar–haftalar: SIRS/MODS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Travmadan keyingi uch o‘lim cho‘qqisi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Normallashish muddatlari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Odatda immun javob 2-kunda cho‘qqiga chiqib, 6–7 kunda asliga qaytadi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Aslida javob uzoqroq davom etadi: neytrofillar apoptozining pasayishi 3 hafta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 haftagacha kutish g‘oyasi randomizatsiyalangan nazorat sinovlariga asoslanmagan.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297"/>
                <a:gridCol w="1337310"/>
                <a:gridCol w="1840367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Cho‘qqi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Normallashuv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Neytrofil oksidlovchi portlashi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6-soatda maksimal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 haftadan keyin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MHCII (monotsitlarda)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Ifodasi pasayadi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Odatda 1 hafta ichida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Adgeziya molekulasi CD11/CD18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Dastlabki 24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 hafta keyin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Neytrofil apoptozi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Pasayadi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Pasayish 3 hafta davom etadi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Ko‘rsatkichlar muddati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5-kunda ham taxikardiya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og‘ir travmadan 5 kun o‘tgan, bemorda taxikardiya, tezlashgan nafas, leykotsitoz va yuqori harorat saqlanmoqda.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Asoratsiz bemorda oqim fazasi (gipermetabolik faza) belgilari faqat bir necha kun davom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belgilar 4–5 kunda normallashmasa, asoratlar bo‘lishi mumkinligini o‘ylash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yana qaysi belgi infeksiyani ko‘rsatadi? Javob: yallig‘lanish oqsillari va sitokinlarning ikkinchi cho‘qqisi.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2: davrlar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Shok fazasi: qon yo‘qotishdan gipovolemiya, periferik vazokonstriksiya, tuz va suv ushlanishi, qonning markaziy organlarga o‘tishi.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Oqim fazasi: suyuqlik berilgach vazodilatatsiya, mushak va jarohatlangan to‘qimaga qon oqimi, kislorod sarfi va CO2 ishlab chiqarilishi ortadi.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Metabolizm: dastlab bir necha soatdan 24 soatgacha pasayadi, so‘ng gipermetabolik va katabolik faza keladi; asoratsiz holda odatda bir haftadan qisqa.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shok ≠ oqim fazasi. Shokda vazokonstriksiya, oqimda vazodilatatsiya; belgilar 4–5 kunda me’yorlashmasa, asorat shubhasi.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19754938; DOI 10.1186/1757-7241-17-43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Asosiy komponentlar: umumiy sxema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Yallig‘lanish javobi gormonal, metabolik va immunologik komponentlardan iborat; kengligi to‘qima shikasti hajmiga mos.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Ularga gemodinamik javob qo‘shiladi; u ham metabolik va immun javob kabi ikki fazali.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Neyroendokrin stress javobi immunologik javob bilan o‘zaro ta’sirlashadi.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Og‘ir jarohat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Gormonal javob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Metabolik va gemodinamik javob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Immunologik javob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Pro- va yallig‘lanishga qarshi muvozanat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Komponentlar o‘zaro bog‘liqligi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19754938; DOI 10.1186/1757-7241-17-43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Gormonal komponent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Jarohatdan keyin stress gormonlari ko‘payadi: adrenalin, kortizol, shuningdek glyukagon, o‘sish gormoni, aldosteron va antidiuretik gormon.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 joyidan impulslar gipotalamus bo‘shatuvchi gormonlari va gipofizni qo‘zg‘atadi; kortizolni buyrak usti po‘stlog‘i, adrenalinni mag‘iz qavati chiqaradi.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Gormonal javobning kuchi va davomiyligi jarohat hajmiga mos. Hayvonlarda estrogen himoya beradi; odamda ayol jinsi asoratlarni kamaytiradi.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kuzatuv ≠ davo. Estrogen yoki gormon berish odamda natijani yaxshilashi isbotlanmagan.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19754938; DOI 10.1186/1757-7241-17-43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Gemodinamik komponent: mikrosirkulyatsiya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Shikastlangan to‘qimada mikrosirkulyatsiya xavf ostida bo‘ladi: sababi tomirlarning bevosita shikastlanishi yoki tromboz.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To‘qimaning oziq moddalar bilan ta’minlanishi giperglikemiya yaratgan konsentratsiya gradiyentiga bog‘liq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Mintaqaviy vazodilatatsiya bilan birga kapillyar sizish va mahalliy shish rivojlanadi.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Qayta tomirlanish 3-7 kun ichida kechadi. Asoratsiz og‘ir travmada bir hafta ichida sizish, giperglikemiya va shish me’yorlashadi.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19754938, gemodinamik javob bo‘limi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Immunologik komponent: mahalliy vositachilar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Mahalliy vositachilar: kininlar, araxidon kislota metabolitlari va to‘qimadagi mast hujayralardan ajraluvchi gistamin.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kapillyar o‘tkazuvchanligini va shishni oshiradi, immun hujayralar infiltratsiyasini rag‘batlantiradi.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Ta’siri uzoq, shuning uchun qondagi darajasi kam ahamiyatli.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HMGB1 (yuqori harakatchan guruh oqsili-1) nekrotik hujayradan chiqib, neytrofil va makrofaglarni jalb qiladi, tomir sizishini oshiradi.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Komplement kaskadi uch yo‘l bilan faollanadi va koagulyatsiya bilan bog‘liq: trombin komplementning C5a qismini faollashtiradi.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19754938, immunologik javob bo‘limi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Sitokinlar zanjiri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O‘sma nekrozi omili (TNF-α) va interleykin-1 (IL-1) birinchi chiqadi; yarim yemirilishi 20 va 6 daqiqa.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IL-6 bir soatda plazmada paydo bo‘ladi; jigarda C-reaktiv oqsil (CRP) va prokalsitonin sintezini oshiradi.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IL-6 travma hajmi va asoratlar xavfi bilan bog‘liq; o‘tkir faza oqsillarining ikkinchi cho‘qqisi asoratni bildiradi.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TNF-α va IL-1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Birinchi; yarim yemirilish 20 va 6 daqiqa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IL-6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 soatda plazmada; jigarda CRP, prokalsitonin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IL-8, IL-10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IL-1 va TNF-α ta’sirida ishlanadi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IL-6 → PGE2 → IL-10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Yallig‘lanishga qarshi javob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Muvozanat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Proyallig‘lanish — qarshi javob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Sitokinlar zanjiri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19754938, immunologik javob bo‘limi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Neytrofillar: ishga tushish va ko‘chib o‘tish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Neytrofillar jarohat joyiga birinchi yetib boradi; shu vaqtda qonda leykotsitoz ham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Priming — dam olish va to‘liq faollik oralig‘idagi holat; ikkinchi zarba kuchliroq javob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Faol neytrofillar sog‘ to‘qimani ham buzib, ARDS (o‘tkir respirator distress sindromi) xavfini oshiradi.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Priming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3–24 soat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Dumalash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Selektin CD62L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Qattiq yopishish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Integrin CD11b/CD18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To‘qimaga o‘tish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Xemoattraktantlar ta’sirida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Ortiqcha to‘planish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ARDS xavfi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Neytrofil yo‘li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Monotsitlar, NK va T-hujayralar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Monotsitlarda MHCII (gistomoslik kompleksi II) ifodasi pasayadi; bu jarohat hajmiga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Monotsit faolligi ikki fazali emas, uzluksiz pasayadi; sepsis xavfi bilan bog‘liq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NK (natural killer) hujayralarda IFN-γ kamayishi Th2 ustunligiga olib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Immun hujayralar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Monotsit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MHCII pasayadi; 1 haftada normallashadi  ·  Sitokin sintezi susayadi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NK-hujayra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Faolligi pasayadi  ·  Bir necha kun; kuyishda 2–4 hafta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T-hujayra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Kechikkan sezgirlik susayadi  ·  Ko‘payish susayadi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Th1/Th2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Th2 tomonga siljish  ·  IL-4, IL-10; hujayra immuniteti 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Hujayralar taqqosi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sitokinlarning ikkinchi cho‘qqisi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og‘ir jarohatdan keyin dastlabki soatlarda sitokinlar va o‘tkir faza oqsillari (masalan, C-reaktiv oqsil) yuqori bo‘ldi, so‘ng pasaydi.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Keyinroq qonda proyallig‘lanish sitokinlari va o‘tkir faza oqsillari yana ko‘tarildi.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cho‘qqi asorat, masalan infeksiya, borligini ko‘rsatishi mumkin; ikkinchi zarba operatsiya yoki kasalxona infeksiyasi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ikkinchi cho‘qqi nimani anglatadi va asoratsiz kechishda sitokinlarga nima bo‘ladi?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DAMPs: ta’rifi va alarminlar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DAMPs — hujayra ichidagi yadro, mitoxondriya yoki sitozol molekulalari. Hujayradan tashqariga chiqsa, tug‘ma va adaptiv immunitetni faollashtiradi.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Dendritik hujayralar va neytrofillar DAMPsni tanish retseptorlari (PRR, pattern recognition receptors) orqali taniydi.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 sitokin va xemokinlar ishlab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Travmadan keyin chiqqan DAMPs alarminlar deb ham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Mahalliy yallig‘lanish to‘qima tiklanishiga xizmat qiladi, nazoratsiz bo‘lsa uzoq a’zolar yetishmovchiligini keltiradi.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Vourc'h et al., Trauma-Induced Damage-Associated Molecular Patterns-Mediated Remote Organ Injury and Immunosuppression in the Acutely Ill Patient, betlar: PMID 29963048; DOI 10.3389/fimmu.2018.01330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DAMPs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HMGB1 (high-mobility group box 1) darajasi 30 daqiqada jarohat og‘irligiga mos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Plazmada DNK jarohat og‘irligiga parallel oshadi; mtDNA (mitoxondrial DNK) o‘pka shikasti bilan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HSP72 yuqori bo‘lsa omon qolish yaxshiroq, HMGB1 yuqori bo‘lsa — yomon oqibat.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Asosiy DAMPs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Nuklein kislotalar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DNK va mtDNK qonga chiqadi  ·  Jarohat og‘irligiga mos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HMGB1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Yadro oqsili  ·  6 soatda eng yuqori; o‘lim bilan bog‘liq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HSP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Chaperon oqsillar  ·  Dendritik hujayralarni yetiltiradi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S100 oqsillari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Kaltsiy bog‘lovchi, 20 dan ortiq  ·  Kuyishdan keyin yuqori — yomon oqibat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Asosiy DAMPs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Vourc'h et al., Trauma-Induced Damage-Associated Molecular Patterns-Mediated Remote Organ Injury and Immunosuppression in the Acutely Ill Patient, betlar: PMID 29963048; DOI 10.3389/fimmu.2018.01330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DAMPs retseptorlari va signal yo‘llari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TLR (toll-like retseptor) yuzada, NLR (NOD-like) ichkarida; NF-κB (yadro omili κB) yo‘lini ishga soladi.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MyD88 yo‘li NF-κB ni, TRIF yo‘li IRF (interferon regulyator omil) orqali I tur interferonni oshiradi.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RAGE faqat DAMPga javob beradi, PAMPga emas; TREM-1 TLR4 bilan HMGB1 ta’sirini kuchaytiradi.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DAMP (HMGB1, HSP, DNK, S100)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TLR, NLR, RAGE, TREM-1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MyD88–NF-κB yoki TRIF–IRF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Sitokin: TNF-α, IL-6, IL-8, IFN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DAMP signali (soddalashtirilgan)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Vourc'h et al., Trauma-Induced Damage-Associated Molecular Patterns-Mediated Remote Organ Injury and Immunosuppression in the Acutely Ill Patient, betlar: PMID 29963048; DOI 10.3389/fimmu.2018.01330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3: DAMPs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nega travmada ajralgan DAMPlar (shikast bilan bog‘liq molekulyar andozalar) “alarminlar” deb ataladi?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ular shikastdan so‘ng darhol ajraladi, immun hujayralarni faollashtiradi va konsentratsiyasi travma og‘irligini aks ettiradi.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RAGE (ilg‘or glikatsiya mahsulotlari retseptori) bilan TLR (toll-simon retseptor) farqi nimada?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 — TLR ≠ RAGE. TLR mikrob andozalarini (PAMP) ham, DAMPni ham taniydi; RAGE faqat DAMPga xos, PAMP bilan faollashmaydi.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Vourc'h et al., Trauma-Induced Damage-Associated Molecular Patterns-Mediated Remote Organ Injury and Immunosuppression in the Acutely Ill Patient, betlar: PMID 29963048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DAMPs va HLA-DR pasayishi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travma olgan 166 nafar kattada plazmadagi yadro DNK va HSP70 (issiqlik shok oqsili) darajasi HLA-DR ekspressiyasi bilan teskari bog‘langan.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Yadro DNK darajasi yuqori va monotsitlarda HLA-DR yana pasaygan bemorlarda infeksiya ko‘proq qayd etilgan.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bemorda qanday immun holat va qanday xavf kutiladi?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ish DAMP darajasini immunosupressiya va infeksiya bilan bog‘lagan dastlabki tadqiqotlardan biri.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Monotsitlarda MHC II ekspressiyasining pasayishi shikast hajmiga mos keladi va immun falajni kuzatish uchun qo‘llangan.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Vourc'h et al., Trauma-Induced Damage-Associated Molecular Patterns-Mediated Remote Organ Injury and Immunosuppression in the Acutely Ill Patient, betlar: PMID 29963048;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Gemorragik shok, ishemiya va reperfuziya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Gemorragik shok travmadan keyingi o‘limning ikki asosiy sababidan biri; o‘lim cho‘qqilaridan biri dastlabki 24 soatga to‘g‘ri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ketgach leykotsitlar faol endoteliy bo‘ylab dumalaydi, komplement faollashadi, HMGB1 va sitokinlar ajraladi.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IL-6 ning doimiy yuqoriligi o‘lim bilan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Reperfuziya yallig‘lanishning asosiy qo‘zg‘atuvchisi: neytrofillar shikastlangan joyda ham, uzoq a’zolarda ham (buyrak, jigar, o‘pka) to‘planadi.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Uzoq a’zolar: yuqori HMGB1 o‘pkada o‘tkazuvchanlikni oshirib, interstitsial shishga olib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19754938; Vourc'h et al., Trauma-Induced Damage-Associated Molecular Patterns-Mediated Remote Organ Injury and Immunosuppression in the Acutely Ill Patient, betlar: PMID 29963048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Reperfuziya shikasti va uzoq a’zolar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Barcha yirik travmalarda ishemiya/reperfuziya (I/R) bir daraja bo‘ladi; I/R, jarohat va qon ketishdan zararni ajratish qiyin.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Reperfuziya yallig‘lanishning asosiy qo‘zg‘atuvchisi: neytrofillar zararlangan joyda ham, buyrak, jigar va o‘pkada ham to‘planadi.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Bu a’zolarda neytrofillar va MPO ko‘p topiladi; MPO gipoxlorit kabi erkin radikallar hosil qiladi, ular mikrobni ham, to‘qimani ham shikastlaydi.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I/R da komplementning uch yo‘li ham faollanib, hujayra membranasida teshiklar hosil qiladi; T-hujayrasiz sichqonlar I/R dan himoyalangan.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Reperfuziya shikasti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Qo‘zg‘atuvchi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Reperfuziya — asosiy trigger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Neytrofillar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Zararlangan joy va uzoq a’zolar  ·  Buyrak, jigar, o‘pka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MPO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Erkin radikallar (gipoxlorit)  ·  Bakteritsid va to‘qima zararlovchi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Komplement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Uch yo‘l ham faollanadi  ·  Membrana teshiklari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I/R: mexanizm va a’zolar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19754938; DOI 10.1186/1757-7241-17-43 (I/R in relation to trauma)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quyish va DAMPs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quyish tug‘ma immunitetni susaytirishi mumkin va jarrohlik paytida o‘lim xavfi bilan bog‘liq. Infeksiya xavfi quyilgan qon hajmiga qarab oshadi.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Quyilgan eritrotsitlarning 25% gachasi 24 soat ichida gemolizga uchrashi mumkin. Buning uchun guruh nomuvofiqligi yoki immun reaksiya shart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Eritrotsitda DAMPs (zarar bilan bog‘liq molekulyar andozalar) ko‘p. Gemolizda gem, HSP70, RBP-4, IL-33, S100 oqsillari va adenozin qonga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saqlash muddati bir xil bo‘lsa ham eritrotsit massasi (PRBC) tarkibi farq qiladi. Muddat bo‘yicha yirik tadqiqotlar qarama-qarshi natija bergan.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Vourc'h et al., Trauma-Induced Damage-Associated Molecular Patterns-Mediated Remote Organ Injury and Immunosuppression in the Acutely Ill Patient, betlar: PMID 29963048; DOI 10.3389/fimmu.2018.01330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Endotoksin tolerantligi va HMGB1: immunosupressiya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Massiv DAMP ajralishidan keyin erta haddan oshgan yallig‘lanish “immunologik chandiq” qoldirib, uzoq immun o‘zgarishlarga olib keladi.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Bunda monotsitlarning TLR stimulyatsiyasidan keyin sitokin ishlab chiqarish qobiliyati pasayadi.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Erta tolerantlik a’zo yetishmovchiligini yengillashtiradi, uzoq tolerantlik esa ikkilamchi infeksiyaga moyillikni oshiradi.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Og‘ir bosh miya shikastidan keyin infeksiya 40% gacha; HMGB1 o‘zgargan monotsitlar ko‘payishini chaqirib limfopeniyaga olib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Massiv DAMP ajralishi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Erta kuchli yallig‘lanish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Monotsitlar giporeaktivligi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Immunosupressiya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Ikkilamchi infeksiya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DAMPs → tolerantlik → infeksiya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Vourc'h et al., Trauma-Induced Damage-Associated Molecular Patterns-Mediated Remote Organ Injury and Immunosuppression in the Acutely Ill Patient, betlar: PMID 29963048; DOI 10.3389/fimmu.2018.01330 (DAMPs Induce Endotoxin Tolerance), PMID 29963048; DOI 10.3389/fimmu.2018.01330 (Immunosuppressive Properties of HMGB1)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Postravmatik immunosupressiya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CARS (kompensator yallig‘lanishga qarshi javob) travmadan 5–15 kun keyin immunosupressiyaga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Endotoksin tolerantligida monotsitlar sitokinni kam ishlab chiqaradi; epigenetik o‘zgarishlar ham sabab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Adenozin A2AR retseptori orqali Th2 javobini bevosita yoqishi mumkin; oldin kuchli yallig‘lanish shart 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Hujayra shikasti: ATP ajraladi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CD39: ATP → adenozin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A2AR → IL-33 ishlanadi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ILC-2/Th2: IL-4, IL-13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Immunosupressiya (IS)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Adenozin–Th2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Vourc'h et al., Trauma-Induced Damage-Associated Molecular Patterns-Mediated Remote Organ Injury and Immunosuppression in the Acutely Ill Patient, betlar: PMID 29963048; DOI 10.3389/fimmu.2018.01330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oqibatlar: erta va kech MODS, DIC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Erta MODS (ko‘p a’zo disfunksiyasi) nazoratsiz SIRS (tizimli yallig‘lanish sindromi) bilan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Kech MODSda asosiy xavf — immunosupressiyadan keyingi kasalxona pnevmoniyasi; u 40% gacha yetishi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DIC (tarqoq tomir ichi ivish) tez uchraydi; HMGB1 va DNK–gistone kompleksi uning mustaqil bashorat omillari.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DAMPs va klinik oqibat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Erta MODS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Nazoratsiz SIRS, ko‘p DAMPs  ·  Buyrak, o‘pka shikasti, DIC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Kech MODS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 tufayli nozokomial infeksiya  ·  Pnevmoniya, uzoq ventilyatsiya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DIC: HMGB1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To‘qima omili ↑, NET ajralishi  ·  Ivish kuchayadi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DIC: gistonlar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Trombin, trombotsit agregatsiyasi  ·  Protein C to‘silishi, ivish buziladi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MODS va DIC mexanizmi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Vourc'h et al., Trauma-Induced Damage-Associated Molecular Patterns-Mediated Remote Organ Injury and Immunosuppression in the Acutely Ill Patient, betlar: PMID 29963048; DOI 10.3389/fimmu.2018.01330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Immun modulyatsiya va monitoring cheklovlari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Dastlabki haddan oshgan yallig‘lanishni kamaytirish uchun G-CSF va indometatsin, keyingi immun falajni qo‘zg‘atish uchun IFN-γ va PGE2 sinalgan.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Amaliyotda tasdiqlangan immun modulyatsion davo yo‘q.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IL-6 proyallig‘lanishni, monotsitlarda MHCII pasayishi yallig‘lanishga qarshi javobni kuzatish uchun taklif etilgan.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Pro- va yallig‘lanishga qarshi muvozanatni o‘lchaydigan tez biologik sinov yo‘q; immunitetga ta’sirning kam yo‘li — rekonstruktiv jarrohlikni rejalash.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Proyallig‘lanish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Marker: IL-6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Sinalgan: G-CSF, indometatsin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Qarshi javob (falaj)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Marker: monotsitlarda MHCII ↓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Sinalgan: IFN-γ, PGE2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Holat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Tasdiqlangan davo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Tez tahlil yo‘q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Immunitetni modulyatsiya qilish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19754938; DOI 10.1186/1757-7241-17-43 (Timing of surgery)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qon quyish va pnevmoniya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ko‘p jarohatli bemorga ommaviy qon quyildi, keyin u reanimatsiyada sun’iy nafas apparatida yotibdi.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quyish infeksiya bilan doza bo‘yicha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Gemolizga uchragan eritrotsitlardan DAMPlar (shikastlanish bilan bog‘liq molekulyar obrazlar: gem, HSP70 va b.) ajraladi.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Immunosupressiya kasalxona pnevmoniyasi (HAP) xavfini oshiradi. Og‘ir jarohatdan keyin uning ulushi 40% gacha yetishi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qon quyish pnevmoniyaga qanday olib kelishi mumkin? Sabab qon quyishning o‘zimi yoki jarohat og‘irligimi?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Vourc'h et al., Trauma-Induced Damage-Associated Molecular Patterns-Mediated Remote Organ Injury and Immunosuppression in the Acutely Ill Patient, betlar: PMID 29963048;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Tiklovchi jarrohlik uchun mezonlar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Tiklovchi jarrohlik pH, harorat va koagulyatsiya me’yorlashgandan keyin rejalanadi.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Yurak-qon tomir tizimi vazokonstriktorsiz barqaror bo‘lishi kerak: laktat 2 dan past.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Kislorodlanish past yoki o‘rtacha FiO2 da yetarli; ICP 20 mm sim. ust. dan past; trombositlar 100 000/μl dan yuqori.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Diurez taxminan 1 ml/kg/soat bo‘lishi lozim.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Laktat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&lt;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ICP</a:t>
            </a:r>
          </a:p>
          <a:p>
            <a:pPr algn="l">
              <a:spcAft>
                <a:spcPts val="10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&lt; 20</a:t>
            </a:r>
            <a:r>
              <a:rPr sz="1100" b="0">
                <a:solidFill>
                  <a:srgbClr val="6B7280"/>
                </a:solidFill>
                <a:latin typeface="Calibri"/>
              </a:rPr>
              <a:t>  mm sim. ust.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Trombositlar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&gt; 100 000</a:t>
            </a:r>
            <a:r>
              <a:rPr sz="1400" b="0">
                <a:solidFill>
                  <a:srgbClr val="6B7280"/>
                </a:solidFill>
                <a:latin typeface="Calibri"/>
              </a:rPr>
              <a:t>  /μl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Diurez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≈ 1</a:t>
            </a:r>
            <a:r>
              <a:rPr sz="1300" b="0">
                <a:solidFill>
                  <a:srgbClr val="6B7280"/>
                </a:solidFill>
                <a:latin typeface="Calibri"/>
              </a:rPr>
              <a:t>  ml/kg/soat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pH, harorat, ivish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Me’yorda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FiO2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Past–o‘rtacha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Tiklovchi jarrohlik mezonlari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19754938; DOI 10.1186/1757-7241-17-43 (Timing of surgery)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Jarrohlik muddati va 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Damage-control: 1-kun faqat qisqa amallar; gipotermiya, atsidoz, koagulopatiya xavfi oldi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Rekonstruktiv jarrohlik pH, harorat, koagulyatsiya me’yorlashgach; laktat &lt;2, trombosit &gt;100 000/μl.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Xulosa: kechiktirish bahsli — 3 hafta tavsiyasi sinovlarga asoslanmagan, kechiktirish xavfi ham bor.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Dastlabki soat: hayotiy amallar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1-kun: damage-control jarrohlik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Reanimatsiya: me’yorlashtirish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Rekonstruktiv jarrohlik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Kechiktirish: 3 hafta bahsli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Jarrohlik muddati ketma-ketligi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Brøchner et al., Pathophysiology of the systemic inflammatory response after major accidental trauma, betlar: PMID 19754938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Travmadan keyin o‘lim uch cho‘qqi beradi: birinchi soat ichida, keyingi 24 soatda (gemorragik shok katta rol o‘ynaydi) va kunlar yoki haftalar o‘tib (ko‘pincha SIRS yoki MODS sabab bo‘ladi). Eslab qolish usuli: «1 soat – 24 soat – kunlar/haftalar». SIRS – tizimli yallig‘lanish javobi sindromi, MODS – ko‘p a’zolar disfunksiyasi sindromi.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«Ikki zarba» tahlili: birinchi zarba – travmaning o‘zi, ikkinchisi – zarur damage-control (shikastni cheklovchi) jarrohlik. Yakuniy tiklovchi operatsiya ko‘pincha kechiktiriladi, chunki gipotermiya, atsidoz va koagulopatiya xavfli uchligi hamda immun tizimga yangi zarba oldini olinadi. Eslab qolish: «sovuq – kislota – qon ivishi buzilishi».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Gemodinamik javob ikki fazali. Shok fazasida qon tomirlar toraygan bo‘ladi, qon markaziy a’zolarga o‘tadi. Suyuqlik bilan reanimatsiyadan keyin oqim (giperметаболик) fazasi boshlanadi: tomirlar kengayadi, kislorod sarfi oshadi. Taxikardiya, tez nafas olish, leykotsitoz va harorat 4–5 kunda me’yorlashmasa, asoratdan shubha qilinadi.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DAMPs – shikastlangan to‘qimalardan qonga chiqadigan hujayra ichidagi molekulalar. Ular avval sterril SIRS va a’zolar yetishmovchiligini keltiradi. Keyin, taxminan 5–15-kunlarda, CARS orqali immunosupressiya rivojlanadi va kasalxona infeksiyalari, asosan pnevmoniya xavfi oshadi. Diqqat: SIRS (yallig‘lanish) ≠ CARS (yallig‘lanishga qarshi javob).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quyish ham DAMPs manbai bo‘lishi mumkin. Transfuziyadan keyin 24 soat ichida eritrotsitlarning 25% gacha qismi gemolizga uchrashi mumkin. Bunda gem, HSP70, adenozin va boshqa DAMPs qonga chiqadi. Infeksiya xavfi quyilgan qon miqdoriga bog‘liq holda ortadi.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kasallik: tushunchasi, davrlari, asosiy komponentlari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Brøchner et al. Pathophysiology of the systemic inflammatory response after major accidental trauma, Scandinavian Journal of Trauma, Resuscitation and Emergency Medicine. 2009. PMID 19754938; DOI 10.1186/1757-7241-17-43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Vourc'h et al. Trauma-Induced Damage-Associated Molecular Patterns-Mediated Remote Organ Injury and Immunosuppression in the Acutely Ill Patient, Frontiers in Immunology. 2018. PMID 29963048; DOI 10.3389/fimmu.2018.01330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