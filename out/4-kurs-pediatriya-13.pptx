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Eslatma: yuqori va past bosim ta’siri bo‘yicha manba matni yo‘q, alohida tayyorlanadi. Muhokama: Kinetik va kinetik bo‘lmagan shikast farqi nimada? Doskada: uch fizik omil. Tipik xato: fizik omillarni faqat mexanik jarohat deb tushunish.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Harorat va vaqt shikastni qanday belgilaydi? Doskada: 44 / 60 / 70 °C jadvali. Tipik xato: faqat haroratga e’tibor berib, ta’sir vaqtini unutish.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daq. Muhokama: Qaynoq suv va olov kuyishining farqi nimada? Doskada: ikki tur. Tipik xato: qaynoq suyuqlik jarohatini quruq kuyish deb atash.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Darajalar bo‘yicha farqni belgilar bilan ayting. Doskada: uch daraja ketma-ketligi. Tipik xato: qisman va to‘liq qalinlikdagi kuyishni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chuqur kuyishda og‘riq kam bo‘lishi mumkin? Doskada: chuqurlik — og‘riq — bitish. Tipik xato: og‘riq yo‘qligini yengil kuyish deb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«To‘qqiz qoidasi»ni amalda qanday qo‘llaymiz? Doskada: foiz ifodasi. Tipik xato: faqat chuqurlikka qarab xavfni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Suyuqlik izlari jabrlanuvchi vaziyatini qanday ko‘rsatadi? Doskada: sath chizig‘i va oqib tushish. Tipik xato: oqib tushish izlarini tasodifiy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Tasodifiy va qasddan jarohatni qaysi belgilar ajratadi? Doskada: ikki ustun. Tipik xato: bitta belgiga qarab xulosa qilish; boshqa shikastlar ham baholanishi lozim.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kuyganlar sepsisga moyil? Doskada: sabab-oqibat zanjiri. Tipik xato: gipertermiyaga xos morfologik belgi bor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Yong‘in joyiga patolog nega chaqiriladi? Doskada: mutaxassislar vazifasi. Tipik xato: yong‘inda topilgan murdani avtomatik baxtsiz hodisa deb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Murda vaziyati nimani ko‘rsatadi? Doskada: besh maqsad. Tipik xato: yong‘indan oldin o‘lganlik masalasini qo‘ymaslik.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Tishlarni nega saqlash zarur? Doskada: identifikatsiya usullari. Tipik xato: kuygan murdani faqat tashqi ko‘rinishi bo‘yicha aniqlash.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ovoz boylamlaridan pastdagi kuya muhim? Doskada: kuya joylari. Tipik xato: kuyaning yo‘qligini o‘limdan keyingi yonishning isboti deb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Past karboksigemoglobin bo‘lsa, nima deyish mumkin? Doskada: omillar ro‘yxati. Tipik xato: bitta ko‘rsatkich asosida hayotiylikni rad etish.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Qaysi sabab tahlili tergovga yordam beradi? Doskada: sabablar ro‘yxati. Tipik xato: mastlikni doim baxtsiz hodisa sababi deb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ko‘pchilik kuyishdan o‘lmaydi? Doskada: mexanizmlar. Tipik xato: kuygan murdada sababni doim kuyish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Bu artefaktlar nega travma bilan adashtiriladi? Doskada: artefakt — haqiqiy travma. Tipik xato: terining yorilishini pichoq jarohati deb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Qaysi belgi artefaktni travmadan ajratadi? Doskada: hayotiylik belgilari ro‘yxati. Tipik xato: politsiya ko‘rigidagi dastlabki taassurotga tayanish.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Suvda sovuq havoga nisbatan tezroq sovishning sababi? Doskada: issiqlik yo‘qotish yo‘llari. Tipik xato: gipotermiyani faqat tog‘da uchraydi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Titroq to‘xtashi nimani bildiradi? Doskada: daraja jadvali. Tipik xato: haroratni mutlaq chegara deb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Bolalar nega tez soviydi? Doskada: xavf guruhlari. Tipik xato: gipotermiyani faqat qattiq sovuqda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Vishnevskiy dog‘lari nega xos emas? Doskada: belgilar — spetsifiklik. Tipik xato: Vishnevskiy dog‘larini gipotermiyaning patognomik belgisi deb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Yalang‘och topilgan murdani qotillik deb baholash mumkinmi? Doskada: ikki sindrom. Tipik xato: kiyimsizlikni jinsiy zo‘ravonlik isboti deb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ko‘krak qafasidan o‘tgan tok xavfliroq? Doskada: Om qonuni. Tipik xato: faqat kuchlanishga qarab xavfni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«Ushlab qolish» effekti nega xavfli? Doskada: 10 / 30 / 50 mA. Tipik xato: o‘zgarmas tokni o‘zgaruvchandan xavfliroq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daq. Muhokama: Nega vannada elektr xavfi yuqori? Doskada: quruq / ho‘l qarshilik. Tipik xato: qarshilik tokka ta’sir qilmaydi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Elektr belgisi bo‘lmasa elektrdan o‘limni rad etamizmi? Doskada: belgi tavsifi. Tipik xato: belgisizlikni elektr yo‘qligi deb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Kontaktli va uchqun belgisi farqi? Doskada: ikki tur. Tipik xato: uchqun kuyishini oddiy termik kuyish deb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Nega tashqi belgi asosiy hisoblanadi? Doskada: topilma — spetsifiklik. Tipik xato: yadrolar qatorlanishini elektrning patognomik belgisi deb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Kiyim yechilgan murdani chaqmoq urgan deb qachon o‘ylash mumkin? Doskada: chaqmoq shikast turlari. Tipik xato: kiyimsizlikni zo‘ravonlik belgisi deb tez xulosa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Lixtenberg shakllarining ishonchliligi nega munozarali? Doskada: bobning uch bo‘limi yakuni. Tipik xato: Lixtenberg shaklini chaqmoqning albatta uchraydigan belgisi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Amaliy mashg‘ulot: Yuqori va past haroratning ta’siri. Alanga ta’sirining hayotiyligini aniqlash. Texnik va atmosfera elektr tokining ta’siri. Yuqori va past bosimning ta’siri.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Kirish: fizik omillar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Yuqori va past haroratning ta’siri. Alanga ta’sirining hayotiyligini 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Issiqlik, sovuq va elektr — tanaga kinetik bo‘lmagan shikast yetkazadigan «fizik omillar»dandir.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Darslik bobi uch yo‘nalishni qamraydi: issiqlik shikasti, sovuq shikasti (gipotermiya) va elektr shikasti.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Issiqlik shikasti kuyish va qaynoq suyuqlik shikastiga, sovuq shikasti esa gipotermiya va sovuq urishiga bo‘linadi.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169, 169–176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Kuyish mexanizmi va harorat-vaqt bog‘liqligi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Yuqori va past haroratning ta’siri. Alanga ta’sirining hayotiyligini 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Kuyish — jismoniy yoki kimyoviy manbadan to‘qimaga energiya o‘tishi bo‘lib, modda almashinuvini buzadi va qaytmas o‘zgarish, to‘qima o‘limiga olib keladi.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Shikast darajasi to‘qima ta’sirlangan harorat va ta’sir davomiyligiga bog‘liq.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Epidermisning to‘liq nekrozi 44 °C da 6 soatda, 60 °C da 5 soniyada, 70 °C da 1 soniyadan kamda yuz beradi.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3987"/>
                <a:gridCol w="2643987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Harorat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Vaqt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44 °C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6 soat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60 °C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5 soniya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70 °C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 soniyadan kam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Epidermis to‘liq nekrozi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169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Quruq issiqlik va qaynoq suyuqlik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Yuqori va past haroratning ta’siri. Alanga ta’sirining hayotiyligini 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Issiqlik quruq bo‘lsa shikast «kuyish» (burn), qaynoq suv, bug‘ va suyuqlikdan bo‘lsa «kuyish-qaynoq suyuqlik» (scald) deyiladi.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Urush hududi va terakt sharoitida portlovchi qurilmalardan maxsus termik jarohatlar bo‘lib, ular portlash jarohati bilan qo‘shiladi.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169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Kuyish og‘irligi: darajalar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Yuqori va past haroratning ta’siri. Alanga ta’sirining hayotiyligini 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Tarixiy keng qo‘llangan tasnif: I daraja — eritema va pufaklar; II daraja — epidermisning butun qalinligi kuyishi, dermis ochilishi.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III daraja — teri osti to‘qimalarigacha yemirilish, ba’zan ko‘mirlanish, mushak va suyak ochilishi.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Boshqa tasnif davolash imkoniyatini aks ettiradi: yuza qisman qalinlik, chuqur qisman qalinlik va to‘liq qalinlik.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I: eritema, pufak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58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532888"/>
            <a:ext cx="5287975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II: dermis ochiladi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32841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602736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III: teri osti, ko‘mirlanish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Kuyish darajalari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169, 169–170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Kuyish chuqurligi bo‘yicha klinik farqlar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Yuqori va past haroratning ta’siri. Alanga ta’sirining hayotiyligini 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Juda yuza kuyish (quyosh): qizarish va yengil pufaklar 12–18 soatdan keyin; 5–10 kunda qatlamlar ko‘chadi, chandiqsiz.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Yuza qisman qalinlikda pufak va qoraqo‘tir, juda og‘riqli; 10–14 kunda deyarli chandiqsiz bitadi.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Chuqur qisman qalinlikda nerv uchlari yemirilgani uchun og‘riq kam, chandiq yaqqol; to‘liq qalinlikda teri elementlari butunlay yo‘q bo‘ladi.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170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Kuyish maydoni va xavf omillari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Yuqori va past haroratning ta’siri. Alanga ta’sirining hayotiyligini 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Kuyish maydoni xavfni baholashda chuqurlikdan ham muhimroq bo‘lishi mumkin; u tananing umumiy yuzasining foizi sifatida «to‘qqiz qoidasi» bilan ifodalanadi.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O‘lim xavfiga kuyish maydoni, yosh va nafas yo‘llari ingalyatsion shikasti ta’sir qiladi; omillar qo‘shilsa xavf keskin oshadi.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Quruq kuyishda kiyim himoya berishi mumkin (alangalanmasa); chandiq kiyim naqshini aks ettirishi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170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Qaynoq suyuqlik shikasti naqshi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Yuqori va past haroratning ta’siri. Alanga ta’sirining hayotiyligini 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Qaynoq suyuqlikda eritema va pufaklar bo‘ladi; ko‘mirlanish faqat juda qaynoq suyuqlikda (masalan, erigan metall).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Immersiyada yuqori «suyuqlik sathi» chizig‘i; sachragan tomchilar nuqtali o‘choqlar; oqib tushgan izlar tortishish yo‘nalishida — jabrlanuvchi vaziyatini ko‘rsatadi.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Kiyim qaynoq suyuqlikni terida ushlab turib, shikastni kuchaytiradi; sanoatda bug‘ quvuri portlashi va bolalarda choynak tortib olish uchraydi.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170, 170–171, 171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Bolalarda qaynoq suyuqlikdan jarohat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Yuqori va past haroratning ta’siri. Alanga ta’sirining hayotiyligini 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Qaynoq suyuqlikdan jarohat bolalarni jismoniy zo‘ravonlik qilishda eng ko‘p uchraydigan qasddan termik shikastdir.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Tasodifiy: ko‘pincha «to‘kilish» jarohati — chegaralari va chuqurligi notekis, «qo‘lqop va paypoq» taqsimoti yo‘q.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Qasddan (majburiy botirish): simmetrik «qo‘lqop va paypoq» ko‘rinishi, teri burmalari va dumba sohasi saqlanadi, chuqurligi bir xil, sath chizig‘i aniq.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7911"/>
                <a:gridCol w="1692152"/>
                <a:gridCol w="1797911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Tasodifiy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Qasddan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Mexanizm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To‘kilish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Majburiy botirish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Chegara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Notekis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Aniq, simmetrik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Qo‘lqop va paypoq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Yo‘q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Bor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Bolalarda qaynoq suyuqlikdan jarohat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171, 171–172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Termik jarohatning patofiziologiyasi va gipertermiya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Yuqori va past haroratning ta’siri. Alanga ta’sirining hayotiyligini 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Kuyish o‘tkir yallig‘lanishni, kapillyar o‘tkazuvchanlik oshishini va suyuqlik yo‘qotishni chaqiradi: suvsizlanish, elektrolit buzilishi va gipovolemik shok.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Kuyish maydoni 20% dan oshsa, yallig‘lanish mediatorlari o‘tkir o‘pka shikasti va ko‘p a’zolar yetishmovchiligiga olib kelishi mumkin; kuygan teri infeksiyadan himoya qilmaydi.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Gipertermiya — tana harorati 40 °C dan yuqori; avtopsiya topilmalari nospetsifik: o‘pka yoki miya shishi, visseral petexiyalar.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172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Yong‘indan topilgan murdalar: ehtiyotkorlik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Yuqori va past haroratning ta’siri. Alanga ta’sirining hayotiyligini 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Yong‘indan o‘lim holatida qotillikni yashirish uchun «dalilni yoqish» ehtimoliga ehtiyotkorlik bilan qarash lozim.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Yong‘in joyini sabab, o‘choq va tezlatgichlar (benzin) bo‘yicha mutaxassis tekshiruvchilar ko‘rishi kerak; patologning joyda ishtirok etishi talqinga yordam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Gaz portlashidan keyin tekshiruvchilarning xavfsizligi muhim.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172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Murda vaziyati va tekshiruv maqsadlari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Yuqori va past haroratning ta’siri. Alanga ta’sirining hayotiyligini 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Alanga yoki tutun yaqinlashganda jabrlanuvchi burchakka, shkafga, eshik yoki derazaga o‘tishi mumkin — u olov boshlangach harakatga qodir bo‘lganini ko‘rsatadi.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Tekshiruv maqsadlari: shaxsni aniqlash; yong‘in paytida tirik bo‘lganmi; nega qutula olmagan; o‘lim sababi; o‘lim turi haqida fikr.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Shaxsni aniqlash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Hayotiylik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Qutulmaslik sababi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O‘lim sababi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O‘lim turi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Tekshiruv maqsadlari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172–173, 173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Yongan murda identifikatsiyasi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Yuqori va past haroratning ta’siri. Alanga ta’sirining hayotiyligini 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Yuz belgilari bo‘yicha ko‘rish orqali tanish yengil kuyishda mumkin, lekin issiqlik to‘g‘ridan-to‘g‘ri kuymasa ham yuzni keskin buzishi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Shaxsiy buyumlar, chandiq va tatuirovka yordam beradi; kuchli ko‘mirlanishda tish tekshiruvi va DNK ishonchli.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Yorishdan oldin rentgen: identifikatsiya (tishlar, protezlar), sinishlar, o‘q yoki parchalarni istisno qilish uchun.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173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Alanga ta’sirining hayotiyligi: kuya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Yuqori va past haroratning ta’siri. Alanga ta’sirining hayotiyligini 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Yong‘inda tirik bo‘lganlik (vitality) nafas yo‘llari, qizilo‘ngach va/yoki oshqozonda kuya topilishi bilan aniqlanadi — kuya nafas olish zarurligini bildiradi.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Ovoz boylamlaridan pastda kuya topilishi va nafas yo‘llari epiteliysining termik shikasti ayniqsa foydali; mikroskopiya bilan tasdiqlanadi.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Qizilo‘ngachdagi kuya shaxs yutishga qodir bo‘lganini; halqumdagi termik shikast issiq gaz ingalyatsiyasini ko‘rsatadi.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Nafas yo‘llarida kuya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Qizilo‘ngach, oshqozonda kuya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Halqum termik shikasti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Karboksigemoglobin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Hayotiylik belgilari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173, 174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Karboksigemoglobin va uning cheklovlari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Yuqori va past haroratning ta’siri. Alanga ta’sirining hayotiyligini 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Qonda karboksigemoglobin tez baholanadi — yonish mahsulotlari (is gazi) ingalyatsiyasi markeri; 50% dan yuqori daraja yaxshi dalil hisoblanadi.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Past daraja yong‘in paytida tirik bo‘lmaganlikni bildirmaydi: flesh-over va transport vositasidagi benzin yong‘inida odatiy.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Chekuvchilarda fon darajasi (og‘ir chekuvchilarda 20% gacha) yuqori; yurak-o‘pka kasalligida juda past darajada ham o‘lim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173–174, 174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Yong‘indan qutula olmaslik sabablari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Yuqori va past haroratning ta’siri. Alanga ta’sirining hayotiyligini 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Jabrlanuvchi yong‘indan oldin o‘lgan bo‘lishi, mast (spirt, giyohvand), keksa yoki nogiron, harakatsiz bo‘lishi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Fiziologik zaxira yomon (yurak ishemik kasalligi, surunkali o‘pka kasalligi) yoki yong‘in (portlash, flesh-over) tez bo‘lishi.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Vahima, chiqish yo‘llarining to‘silishi, notanish muhit ham sabab bo‘ladi.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174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Yong‘inda o‘lim mexanizmlari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Yuqori va past haroratning ta’siri. Alanga ta’sirining hayotiyligini 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Kuygan murdalarning ko‘pchiligi kuyishdan emas, yonish mahsulotlari (tutun, is gazi, sianid) va/yoki issiq havo-gaz ingalyatsiyasidan o‘lgan.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Mexanizmlar: nafas buzilishi (kislorod kamayishi, is gazi); issiq ingalyatsiya — laringospazm, bronxospazm, «vagal ingibitsiya» va yurak to‘xtashi; yuqori harorat va shok; travma; kasallik zo‘ravonligi.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Yong‘indan keyin o‘lim: gipovolemik shok, infeksiya, o‘tkir o‘pka shikasti, buyrak yetishmovchiligi, ivish buzilishi.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174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Yong‘inning artefaktlari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Yuqori va past haroratning ta’siri. Alanga ta’sirining hayotiyligini 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«Pugilist vaziyati» — issiqdan mushaklarning farqli qisqarishi: bilak, qo‘l va sonlar bukilishi.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Kuygan nozik terining o‘limdan keyingi yorilishi; yong‘in va issiqqa bog‘liq sinishlar.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Issiqdan «ekstradural qon quyilish»: bosh terisi qizishida diploe va venoz sinuslardagi qon kengayib yorilib, qattiq pardadan tashqarida qo‘ng‘ir g‘ovak qon to‘planishi.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174, 175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Artefakt va travmani ajratish; o‘lim turi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Yuqori va past haroratning ta’siri. Alanga ta’sirining hayotiyligini 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Artefaktni tirik davr jarohatidan eritema, pufak, shish, ko‘kimtir qon quyilish va o‘tkir yallig‘lanish (hayotiylik belgilari) yo‘qligi ajratadi.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Shubhada jarohatlarning umumiy naqshi va taqsimoti baholanadi.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O‘lim turi: qotillik (o‘t qo‘yish yoki oldin zo‘ravonlik), baxtsiz hodisa (mast, tashlangan sigaret) yoki kamdan-kam o‘z-o‘zini yoqish.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175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Sovuq jarohati: gipotermiya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Yuqori va past haroratning ta’siri. Alanga ta’sirining hayotiyligini 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Gipotermiya klinik va sud-tibbiy jihatga ega; mo‘tadil iqlimda ham qishda ko‘p odam 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Dengiz halokatlarida gipotermiya cho‘kish kabi o‘lim sababi bo‘lishi mumkin; juda sovuq suvda o‘lim bir necha daqiqada yuz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Gipotermiya — tana harorati 37 °C atrofidan 35 °C dan pastga tushishi; issiqlik yo‘qotilishi nurlanish, konveksiya, o‘tkazuvchanlik, nafas va bug‘lanish orqali.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175, 175–176, 176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Gipotermiya sharoitlari va darajalari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Yuqori va past haroratning ta’siri. Alanga ta’sirining hayotiyligini 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Atrof harorat 10 °C dan past bo‘lsa, zaif shaxslarda xavfli gipotermiya yetarli bo‘lishi mumkin; alkogol vazodilatatsiya orqali va shamol-yomg‘ir sovishni kuchaytiradi.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Suv sovutish ta’siri quruq havodan 20–30 baravar ko‘p.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Daraja: yengil (32–35 °C), o‘rtacha (30–32 °C), og‘ir (&lt;30 °C); 32 °C dan pastda titroq to‘xtaydi; 27–30 °C da hushsizlik, 27 °C dan pastda qorincha fibrillyatsiyasi va apnoe.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0211"/>
                <a:gridCol w="2937763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Daraja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Yadro harorati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Yengil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32–35 °C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O‘rtacha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30–32 °C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Og‘ir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30 °C dan past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Gipotermiya darajalari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176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Gipotermiyaga moyil shaxslar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Yuqori va past haroratning ta’siri. Alanga ta’sirining hayotiyligini 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Moyil: ekstremal sharoitdagilar (alpinist, chang‘ichi, dengizchi), uysizlar, og‘ir giyohvand va alkogol iste’mol qiluvchilar, sovuq suvga tushganlar.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Keksalar, bolalar va travmali bemorlar sezgir; bolalarda tana yuzasi va vazn nisbati katta, issiqlik tez yo‘qoladi.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Yengil sovuq qishda ham ko‘p keksa odam gipotermiyaga uchrashi mumkin; qasddan e’tiborsizlikda chaqaloqlar isitilmagan xonada qolishi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176, 176–177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Gipotermiyada murdadagi o‘zgarishlar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Yuqori va past haroratning ta’siri. Alanga ta’sirining hayotiyligini 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Katta bo‘g‘imlar (tirsak, son, tizza) ustida noaniq qizil-binafsha rang — «frost eritema» taxminan 50% holatda uchraydi; mikroskopiyada eritrotsit ekstravazati yo‘q, shu bilan ko‘kimtirdan farqlanadi.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Oshqozonda gemorragik eroziyalar — Vishnevskiy dog‘lari: shilliq nekrozi va gematin hosil bo‘lishi; ular gipotermiyaga xos emas (sepsis, shok, alkogolda ham).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Ichak gemorragik eroziyasi va infarkti, gemorragik pankreatit; ekstremitalarda sovuq urishi (eritemadan nekrozgacha).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177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Gipotermiyadagi xulq va joy belgilari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Yuqori va past haroratning ta’siri. Alanga ta’sirining hayotiyligini 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Paradoksal yechinish: o‘lik gipotermiyada qisman kiyingan yoki yalang‘och topilishi; sababi chalkashlik va sovuqda teri ta’sirotlarini noto‘g‘ri qabul qilib, issiqlik sezish bilan izohlanadi.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«Yashirinib o‘lish sindromi»: murda mebel ostida yoki burchakda yashiringanday topiladi; atrofda buzilgan mebel, kiyim.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Bunday xulq o‘lim joyida shubhali manzara yaratadi.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177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Elektr jarohati: tok kuchi va qarshilik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Yuqori va past haroratning ta’siri. Alanga ta’sirining hayotiyligini 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Zararlovchi omil — tok kuchi (mA); u to‘qima qarshiligi (Om) va kuchlanishga (V) bog‘liq: Om qonuniga ko‘ra qarshilik kamaysa yoki kuchlanish oshsa tok ko‘payadi.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Deyarli barcha elektr o‘limlari 110 V yoki 240 V li umumiy tarmoqdan; 100 V dan past kuchlanishda o‘lim kam.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Odatda kirish nuqtasi qo‘l, chiqish yer orqali (ikkinchi qo‘l yoki oyoqlar); tok ko‘krak qafasi orqali o‘tadi — yurak to‘xtashi yoki nafas falaji xavfi yuqori.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178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Tok kuchi va tana reaksiyasi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Yuqori va past haroratning ta’siri. Alanga ta’sirining hayotiyligini 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Qo‘l o‘tkazgichni ushlaganda ~10 mA da og‘riq va mushak tortishishi boshlanadi.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Qo‘lda tok ~30 mA dan oshsa mushaklar spazmga tushadi va qo‘yib yuborib bo‘lmaydi («ushlab qolish» effekti): bukuvchilar yozuvchilardan kuchli.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Ko‘krakdan 50 mA va undan ortiq tok bir necha soniya o‘tsa ham halokatli qorincha fibrillyatsiyasi ehtimoli yuqori; o‘zgaruvchan tok (AC) o‘zgarmasdan (DC) ancha xavfli.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161"/>
                <a:gridCol w="3487813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Tok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Oqibat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~10 mA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Og‘riq, mushak tortishishi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~30 mA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Spazm, qo‘yib yuborib bo‘lmaydi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50 mA va ko‘p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Qorincha fibrillyatsiyasi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Tok kuchi va oqibat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178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Teri qarshiligi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Yuqori va past haroratning ta’siri. Alanga ta’sirining hayotiyligini 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Qalin quruq teri (kaft, tovon) qarshiligi 1 million Om gacha bo‘lishi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Ho‘l teri qarshiligi bir necha yuz Omgacha tushadi, tok keskin ortadi.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 vannaxonalar, tashqi qurilish maydonlari va terlashda ayniqsa muhim.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1788"/>
                <a:gridCol w="2776186"/>
              </a:tblGrid>
              <a:tr h="8686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Teri holati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Qarshilik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Quruq, qalin (kaft)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Taxminan 1 million Om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Ho‘l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Bir necha yuz Om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Teri qarshiligi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178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Elektr belgisi (elektr jarohati)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Yuqori va past haroratning ta’siri. Alanga ta’sirining hayotiyligini 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Aniq holat noma’lum bo‘lsa, murdaning tok bilan kontaktini bilish qiyin; qisqa kontakt kam iz qoldirishi, ho‘l teri yoki vannada iz umuman bo‘lmasligi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Odatda aniq kirish nuqtasi bo‘ladi, ko‘pincha qo‘lda; shu sababli qo‘llar alohida e’tibor bilan tekshiriladi.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Fokal elektr belgisi — pufak: o‘tkazgich teriga zich tegsa; tez yorilib, ko‘tarilgan chetli, botiq markazli, oqargan teri va oqargan areola (mahalliy vazokonstriksiya).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178, 178–179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Uchqun kuyishi va yuqori kuchlanish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Yuqori va past haroratning ta’siri. Alanga ta’sirining hayotiyligini 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Uchqun kuyishi — metall va teri orasida havo oralig‘i bo‘lganda: markazda jigarrang yoki sariq erigan keratin tuguni, atrofida oqargan teri areolasi.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Ikkala turdagi belgi ko‘pincha yonma-yon joylashadi.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Yuqori kuchlanishda ko‘p uchqunlar katta maydonni shikastlaydi — tashqi ko‘rinishi sababli «timsoh terisi» deyiladi.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900"/>
                <a:gridCol w="3675075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Tur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Xususiyati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Pufak (kontakt)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Qulagan pufak, ko‘tarilgan chet, oqargan areola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Uchqun kuyishi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Erigan keratin tuguni, oqargan areola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Yuqori kuchlanish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«Timsoh terisi»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Elektr belgisi turlari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179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Elektrdan o‘limda ichki topilmalar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Yuqori va past haroratning ta’siri. Alanga ta’sirining hayotiyligini 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O‘lgan shaxsda ichki xarakterli topilma yo‘q; teri o‘zgarishlari asosan termik xarakterda.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Gistologik ko‘rinishlar elektrga xosmi degan fikrlar turlicha: hujayra yadrolarining parallel qatorlanishi sof termik kuyishda ham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Elektron mikroskopiyada xos hujayra ichi o‘zgarishlari bor, lekin yalpi patologik diagnoz tashqi ko‘rinishga tayanadi.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179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Atmosfera elektri: chaqmoqdan o‘lim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Yuqori va past haroratning ta’siri. Alanga ta’sirining hayotiyligini 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Chaqmoqdan yiliga yuzlab o‘lim, ayniqsa tropik mamlakatlarda; bulutdan yerga urilishda millionlab amper va ulkan kuchlanish ishtirok etadi.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Shikast turlari: elektr, kuyish va qizigan havo siqilish to‘lqinining «portlash» ta’siri (quloq pardasi yorilishi, o‘pka portlash jarohati, mushak nekrozi/mioglobinuriya).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G‘alati ko‘rinishlar: kiyimning qisman yoki to‘liq yechilishi (shubha uyg‘otadi), og‘ir kuyish, sinish, jarohat, kiyimdagi metall buyumlarning magnitlanishi yoki erishi.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179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Lixtenberg shakllari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Yuqori va past haroratning ta’siri. Alanga ta’sirining hayotiyligini 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Darslikda odatiy ta’rif — teridagi «paporotnik yoki shoxsimon» naqshlar (Lixtenberg shakllari), lekin ayrimlar bunday belgilar uchramaydi, deydi.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Teri burmalari yoki ter yo‘li bo‘ylab qizil chiziqlar ko‘proq; ko‘p murdalarda hech qanday belgi bo‘lmaydi.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Ko‘plab murdalarda (elektr, chaqmoq) hech qanday iz umuman bo‘lmaydi.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179–180, 180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Yuqori va past haroratning ta’siri. Alanga ta’sirining hayotiyligini 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Suvning sovutish ta’siri quruq havodan 20–30 baravar ko‘p — shuning uchun sovuq suvda tana tez soviydi.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Kiyim qaynoq suyuqlikni terida ushlab turib, ostidagi terini ko‘proq shikastlashi mumkin.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Yongan murdani rentgenda tekshirish o‘q yoki parchalarni topishga yordam beradi (rasmda yengil o‘tkazgich bo‘laklari).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Gipotermiyada «yashirinib o‘lish sindromi»: murda mebel ostida yoki burchakda yashiringanday topilishi mumkin.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Yuqori va past haroratning ta’siri. Alanga ta’sirining hayotiyligini 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Payne-James J., Jones R., Karch S.B., Manlove J. Simpson's Forensic Medicine, 13th ed. 2011. Chapter 17. Heat, cold and electrical trauma, pp. 169–180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