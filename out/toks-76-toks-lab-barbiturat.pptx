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nima uchun barbituratlar sud-kimyoda va narkologiyada muhim? Doskada: ikki bo‘lim — 2.1 (xossalar, reaksiyalar), 2.2 (ajratish va tahlil). Tipik xato: mashg‘ulotni faqat rangli reaksiyalar deb tushunish. Kitob (gmt) laboratoriya rejasini alohida bermaydi; maqsad malaka 010 (2014 ma’ruza) dan, reja gmt bo‘lim sarlavhalaridan olindi.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har bir reaktiv qaysi bosqichda ishlatiladi? Doskada: bosqichlar bo‘yicha ro‘yxat. Tipik xato: reaktivlarni oldindan tayyorlamaslik. Kitob (gmt) jihozlar ro‘yxatini alohida bermaydi — slayd usul bayonlaridan yig‘ildi, miqdor va konsentratsiyalar keyingi slaydlarda.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qo‘lqop va niqobsiz biologik ob’ekt bilan ishlash qanday xavf tug‘diradi? Doskada: shaxsiy himoya vositalari ro‘yxati. Tipik xato: biologik ob’ektni «toza» deb hisoblash. Kitob bu mashg‘ulotdagi alohida reaktivlarning xavfi (kislota, organik erituvchi) haqida ko‘rsatma bermaydi; ularni o‘qituvchi laboratoriya qoidalari bo‘yicha qo‘shimcha eslatadi. Barbituratlar kuchli ta’sir etuvchi, nazoratdagi moddalar: standart namunalarni faqat o‘qituvchi nazoratida ishlating. Simob sulfat (YuQX) va kobaltli reaktivlar zaharli — o‘qituvchi alohida eslatadi. Manba malaka 117 (sanasi va raqami ko‘rsatilmagan qoidalar loyihasi) — lex.uz da amaldagi tahririni tekshiring.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barbitur kislotaning o‘zi dori emas, hosilalari dori? Doskada: umumiy formulaning sxemasi (gmt 101 da chizma bor). Tipik xato: barbitur kislotani dori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peshob tekshiriladi? Doskada: raqamlar. Tipik xato: barbital va fenobarbital ulushlarini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pKa nimani bildiradi? Doskada: jadval. Tipik xato: pKa qiymatlarini boshqa moddaga bog‘lash.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ekstraksiya uchun qaysi erituvchi? Doskada: jadval. Tipik xato: nisbatni teskari talqin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ro‘yxat raqami nimani bildiradi? (Nazorat darajasi — kitobda tushuntirilmagan.) Doskada: jadval. Eslatma: O‘zbekiston ro‘yxatlari va qaror tahriri amaldagi holati bilan lex.uz da tekshirilsin (docs/toks/malaka_errors.md, E6). Kitobda ziddiyat: 102-104-betlardagi jadvalda ro‘yxat raqamlari (masalan, allobarbital «II», amobarbital «III») 106-betdagidan farq qiladi — slaydda faqat Konvensiya ro‘yxati (101-bet) va qaror (105-bet) olindi.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sublimatsiya ajratish va tozalash uchun qanday ahamiyatga ega? (Keyingi slaydlar.) Doskada: eruvchanlik qatori: efir &gt; xloroform, spirt &gt; suv. Tipik xato: tiopentalni kristall moddalar qatoriga kiritish — kitob uni istisno qiladi.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ikkalasi uzoq ta’sirli? Doskada: ikki ustun. Tipik xato: sinonimlarni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Kutilayotgan natija: toza kukunning suyuqlanish harorati jadvaldagi bilan solishtiriladi. Muhokama: aralashma suyuqlanish haroratiga qanday ta’sir qiladi? (Kitob buni aytmaydi.) Doskada: jadval. Kitobning boshqa jadvalida (102-104) qiymatlar biroz farq qiladi (masalan, barbital 188-192 °C); slaydda 15-jadval (108-bet) qiymatlari olindi.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ular neytral deb ataladi? Doskada: ikki ustun. Tipik xato: tiopentalni kislotali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ta’sir davomiyligi metabolizm tezligi bilan qanday bog‘liq? (107-bet: uzoq ta’sirlilar jigarda kam parchalanadi.) Doskada: jadval. Tipik xato: geksenalni uzoq ta’sir etuvchi guruhga qo‘yish.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patologoanatomik belgilar bo‘lmasa, zaharlanishni qanday aniqlaymiz? Doskada: «20 baravar», 6-10 g va 4-6 g. Tipik xato: o‘lim dozasini terapevtik doza deb yozish. Kitob konsentratsiya (qondagi) chegaralarini bu betda bermaydi.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nima uchun fenobarbital uchun peshobdagi ulush barbitalnikidan kam? (Kitob buni aytmaydi.) Doskada: ikki raqam (70-80% va 15-20%). Tipik xato: ularni almashtirish. Kitobdagi metabolizm chizmasi (107-bet, 20-rasm) matn sifatida o‘qilmaydi.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zaharlangan bemor peshobini tekshirish zarur? Doskada: belgilar ro‘yxati. Tipik xato: belgilarni FOB zaharlanishi (qorachiq torayishi, so‘lak)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barbituratlar nega kislotali ajralmada qidiriladi? (Kislotali xossali moddalar; toks 96.) Doskada: ob’ekt -&gt; usul jadvali (to‘qima / biosuyuqlik). Tipik xato: barbituratlarni ishqoriy ajralmada qidirish. Kitobdagi 5-jadval (erituvchi ta’siri) matnda yo‘q.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reekstraksiyada barbiturat qaysi fazada qoladi? (Ishqoriy suvli qatlam — kerakli; organik qatlam kerakmas — toks 223 sxemasi.) Doskada: pH-13 / pH-1 sxemasi. Tipik xato: pH-13 va pH-1 ni teskari qo‘llash.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Kutilayotgan natija: ammiak hidi (nam lakmus qog‘ozi bilan tasdiqlash — kitobda yo‘q, o‘qituvchi taklifi). Muhokama: nega reaksiya barcha barbituratlar uchun umumiy? (Barbitur halqaning parchalanishi.) Tipik xato: ammiak hidini hidlab emas, qog‘oz bilan tekshirmaslik (xavfsizlik). Kitobdagi tenglama sxemasi matnda o‘qilmaydi.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qaysi reaksiya umumiy? Doskada: daraxt. Tipik xato: kobalt reaksiyasini ko‘p miqdor uchun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daqiqa. Kutilayotgan natija: qizil, so‘ng ko‘k rang. Muhokama: nega rang bosqichma-bosqich o‘zgaradi? Doskada: 5 bosqichli sxema. Kitobdagi ’tuzilish formulalari’ matnda o‘qilmaydi. Tipik xato: bosqichlar tartibini buzish. Eslatma: malaka 010 da izonitrozo birikma «pushti» rangda deyilgan; slaydda kitob (gmt) varianti — qizil.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daqiqa. Kutilayotgan natija: qizil (filtr qog‘ozida) yoki qizil-pushti (xloroformli eritmada) rang. Muhokama: purin alkaloidlari (kofein) borligida natijaga qanday qaraladi? (Halaqit beradi — yolg‘on natija bo‘lishi mumkin.) Doskada: jadval. Tipik xato: kobalt reaksiyasini barbituratlar uchun yagona tasdiq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kimlar halaqit beradi? Doskada: sxema. Tipik xato: reaksiyani faqat fenobarbital beradi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bu reaksiya kobalt ammiakatidan nimasi bilan farq qiladi? Doskada: sxema. Tipik xato: ranglarni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nima uchun qizdirishsiz o‘tkazilishi muhim? (Modda strukturasi o‘zgarmaydi — 111-bet.) Doskada: 3 afzallik. Tipik xato: kristall o‘lchamini mkm o‘rniga mm bilan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nam kamera kerak? Doskada: qadamlar. Tipik xato: kattalashtirishni 15-25 marta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nega tekshiriladigan modda va reaktiv tomchilari yaqin qo‘yilib, tayoqcha bilan birlashtiriladi? (Kitob: yaxshi natija beradi — 112-bet.) Doskada: sabablar zanjiri. Tipik xato: konsentrlangan reaktivdan foydalanish — kitob suyultirilganini tavsiya etadi.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tomchi qaysi joydan kristallana boshlaydi? Doskada: ikki ustun. Tipik xato: kristallanish markazdan boshlanadi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solishtirish nazorati nimadan iborat? (Standart modda bilan parallel reaksiya — kitob umumiy aytadi.) Doskada: omillar ro‘yxati. Tipik xato: bitta kristall shakliga qarab moddani aniqlash.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daqiqa. Kutilayotgan natija: mikroskopda kristallar (shakl va rang daftarga chiziladi). Muhokama: sulfat kislota reaksiyasi qanday xossaga asoslangan? (Kons. kislotada oson erishi, suyultirilganda cho‘kishi — 113-bet.) Tipik xato: konsentrlangan kislotani suyultirishda ehtiyot bo‘lmaslik — o‘qituvchi xavfsizlikni eslatadi (kitobda ko‘rsatma yo‘q).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kislota qo‘shilsa nima bo‘ladi? Doskada: sxema. Tipik xato: cho‘kma kislotada barqaror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15 daqiqa. Kutilayotgan natija: ko‘k-binafsha dog‘lar; Rf standart bilan solishtiriladi. Muhokama: nima uchun standart yoniga tomiziladi? Doskada: sxema. Plastinka turi (Silufol) kitobda aytilmagan. Rf qiymatlari kitobda berilmagan. Kitobda (gmt 113): difenilkarbazon konsentratsiyasi «0,02%» va «0,01%» deb chalkash; toks 90, 93 da 0,02% — boshqa decklarda 0,02% qabul qilindi.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nima uchun muhit pH o‘zgarsa, maksimum siljiydi? (Ionlanish shakli o‘zgaradi: monoimid -&gt; diimid.) Doskada: ikki shakl va to‘lqin uzunliklari. Tipik xato: pH 10 va 9,2 ni aralashtirish. Kitobda: 114-bet matnida «pH=10», monoimid 238-240 nm, diimid «258-260 nm» va «optik faol emas» (atama xato). Qaror: 0,05 M borat buferi pH 9,2; 239-241 va 254-256 nm (115-bet jadvali, 12 modda uchun izchil).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Kutilayotgan natija: noma’lum barbiturat spektri jadval bilan solishtiriladi. Muhokama: qaysi modda pH 13 da eng yuqori yutilish beradi? (Barbital — 427.) Doskada: jadval. Kitobda ’A11’ belgilanishi A(1%, 1 sm) ma’nosida (malaka_errors E2: ’ε’ emas). Tipik xato: A ni molyar yutilish koeffitsienti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nima uchun ikkita muhitda o‘lchanadi? (Maksimumlar ikkala muhitda siljishi chinlikni tasdiqlaydi — slayd mantiqi, kitob bu so‘zni aniq aytmaydi; o‘qituvchi tasdiqlasin.) Doskada: jadval. Tipik xato: pH 13 qiymatini pH 9,2 ustuniga qo‘yish.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Kovach indeksi nima uchun mutlaq ushlanish vaqtidan afzal? (Kitob buni aytmaydi.) Doskada: sharoitlar jadvali. Kitobda harorat «190-200 S» deb yozilgan (daraja belgisi tushgan); °C deb o‘qildi. Tipik xato: injektor va kolonka haroratini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nima uchun aniqlash 216 nm da (UB-SF maksimumlaridan farqli)? (Kitob izoh bermaydi.) Doskada: sharoitlar. Tipik xato: 216 nm ni UB-SF dagi 239 nm bilan aralashtirish. Kitobda «rN» pH ma’nosida yozilgan.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sifat reaksiyalari musbat bo‘lsa, keyingi qadam nima? Doskada: «sifat -&gt; YuQX -&gt; UB/GX -&gt; miqdor». Tipik xato: bitta rangli reaksiya bilan «barbiturat topildi» deyish. Kitob miqdoriy usul tafsilotini (hisob formulasi) bu betlarda bermaydi; nazorat savollari 16-17 UB-SF miqdoriga ishora qiladi.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har bir guruhdan bittadan savol. Doskada: raqamlar. Tipik xato: javobda pH, reaktiv va rangni keltirmaslik. Kitobda 18 ta nazorat savoli bor, mazmuniga ko‘ra 4 guruhga jamlandi; test savollari (117) bu deckka kiritilmadi.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Hisobot: ish daftariga ob’ekt tavsifi, har bir reaksiya (reaktiv, rang/kristall), Rf, UB maksimumlari va xulosa yoziladi. Muhokama: eng ishonchli dalil qaysi? Doskada: 3 xulosa. Tipik xato: UB maksimumini pH ko‘rsatmay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Barbituratlar: ajratish, mikrokristalloskopiya, YuQX, UB-SF (pH 9,2/13)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Mashg‘ulot maqsadi va rejasi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Barbituratlar: ajratish, mikrokristalloskopiya, YuQX, UB-SF (pH 9,2/13)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Maqsad: barbituratlarni aniqlashdagi umumiy va mikrokristalloskopik (xususiy) reaksiyalar hamda kristallarning hosil bo‘lish sharoitlarini o‘rgatish.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Reja: 1) barbitur kislota hosilalari, fizik-kimyoviy xossalari, narkologik ahamiyati, mikrokristalloskopik tahlili va rangli reaksiyalari.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2) barbituratlarni ashyoviy dalillardan ajratish va YuQX-skrining, UB-spektrofotometrik hamda boshqa fizik-kimyoviy usullarda tahlil qilish.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№010 (TFI Toksikologik kimyo kafedrasi)., 6-ma’ruza: Psixotrop moddalar. Barbituratlarning narkologik ahamiyati, betlar: 2-bet; Yuldashev Z.A., Zulfikariyeva D.A., Usmanaliyeva Z.U., Nurmatova M.I., Giyohvand moddalar tahlili. O‘quv qo‘llanma. Toshkent, betlar: 101, 108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Reaktivlar va jihozlar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Barbituratlar: ajratish, mikrokristalloskopiya, YuQX, UB-SF (pH 9,2/13)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Rangli reaksiyalar: kobalt nitrati shimdirilgan filtr qog‘ozi, ammiak bug‘i, kobalt atsetat va izopropilaminning spirtli eritmalari.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Mikrokristalloskopiya: buyum oynasi, mikroskop, nam kamera (Petri idishi), konsentrlangan sulfat kislota, mis piridin reaktivi.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YuQX: xloroform-n-butanol-25% ammiak (70:40:5), difenilkarbazon va simob sulfat; UB-SF: 0,05 M borat buferi va 1 M ishqor.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110, 112-113, 113-115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Xavfsizlik va tayyorgarlik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Barbituratlar: ajratish, mikrokristalloskopiya, YuQX, UB-SF (pH 9,2/13)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Talaba laboratoriya ishi uchun o‘zi bilan rezina qo‘lqop, salfetka va yuzga tutish uchun niqob keltiradi.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Ekspertiza ventilyatsiya va so‘rish shkafi bor, ish tugagach berkitiladigan va muhrlanadigan xonalarda o‘tkaziladi.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Infeksiyali (sil, gepatit, OITS) shaxslardan ob’ektlar maxsus konteynerda keladi va hujjatlarda belgilanadi.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166; Malaka materiali №117 (O‘zR SSV, loyiha matni)., Sud-kimyo ekspertiza va tekshiruvlarini o‘tkazish qoidalari, betlar: 6-band, 7-band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Barbituratlar: tavsif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Barbituratlar: ajratish, mikrokristalloskopiya, YuQX, UB-SF (pH 9,2/13)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Barbitur kislota (malonil mochevina) tibbiyotda qo‘llanilmaydi; uning hosilalari — barbituratlar — keng qo‘llaniladi va katta narkologik ahamiyatga ega.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Tibbiyotda tinchlantiruvchi, uxlatuvchi, anesteziyada va tutqanoqqa qarshi vosita sifatida ishlatiladi, giyohvandlik xususiyatini namoyon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Malon kislota va mochevinadan sintez qilinib, 2500 dan ortiq barbiturat olingan; hozir dunyoda 50 dan ortig‘i tibbiyotda qo‘llanadi.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101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O‘limga olib keluvchi doza va ajralish: raqamlar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Barbituratlar: ajratish, mikrokristalloskopiya, YuQX, UB-SF (pH 9,2/13)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Barbituratlarning o‘lim chaqiruvchi dozasi terapevtik dozadan 20 baravar ko‘p: barbital uchun 6-10 g, fenobarbital uchun 4-6 g.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Sog‘lom kishilarda barbitalning 70-80%, fenobarbitalning 15-20% peshob bilan chiqariladi.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Barbituratlarning biologik ob’ektlarda saqlanish muddati 1,5 oydan 14 oygacha ko‘rsatiladi.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O‘lim/terapevtik doza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20</a:t>
            </a:r>
            <a:r>
              <a:rPr sz="1500" b="0">
                <a:solidFill>
                  <a:srgbClr val="6B7280"/>
                </a:solidFill>
                <a:latin typeface="Calibri"/>
              </a:rPr>
              <a:t>  baravar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Barbital, o‘lim dozasi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6-10</a:t>
            </a:r>
            <a:r>
              <a:rPr sz="1500" b="0">
                <a:solidFill>
                  <a:srgbClr val="6B7280"/>
                </a:solidFill>
                <a:latin typeface="Calibri"/>
              </a:rPr>
              <a:t>  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Fenobarbital, o‘lim doza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4-6</a:t>
            </a:r>
            <a:r>
              <a:rPr sz="1500" b="0">
                <a:solidFill>
                  <a:srgbClr val="6B7280"/>
                </a:solidFill>
                <a:latin typeface="Calibri"/>
              </a:rPr>
              <a:t>  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Barbital peshobda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70-80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Fenobarbital peshobda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15-20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578443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8171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Saqlanish muddati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1,5-14</a:t>
            </a:r>
            <a:r>
              <a:rPr sz="1500" b="0">
                <a:solidFill>
                  <a:srgbClr val="6B7280"/>
                </a:solidFill>
                <a:latin typeface="Calibri"/>
              </a:rPr>
              <a:t>  oy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Barbituratlar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106, 107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Barbituratlar: pKa va molekulyar massa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Barbituratlar: ajratish, mikrokristalloskopiya, YuQX, UB-SF (pH 9,2/13)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Barbituratlar kislotali tabiatli moddalar; pKa qiymatlari taxminan 7,4 dan 8,0 gacha.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Fenobarbital pKa 7,4 (M.m. 232,2); barbital pKa 8,0 (M.m. 184,2).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Allobarbital pKa 7,8; amobarbital va butalbital pKa 7,9; siklobarbital pKa 7,6.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3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4603"/>
                <a:gridCol w="1726685"/>
                <a:gridCol w="1726685"/>
              </a:tblGrid>
              <a:tr h="438912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M.m.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pKa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Barbital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184,2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8,0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Fenobarbital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232,2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7,4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Allobarbital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208,2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7,8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Amobarbital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226,3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7,9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Butalbital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224,3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7,9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Siklobarbital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236,3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7,6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Kitob jadvallari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102-104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Barbituratlarning eruvchanligi: suv va etanol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Barbituratlar: ajratish, mikrokristalloskopiya, YuQX, UB-SF (pH 9,2/13)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Barbital suvda 1:130, etanolda 1:14 nisbatda eriydi.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Fenobarbital suvda 1:1000, etanolda 1:8; amobarbital suvda 1:1300, etanolda 1:15.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Siklobarbital suvda 1:800, etanolda 1:5; pentobarbital etanolda 1:4,5 eriydi, suvda juda kam eriydi.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3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4603"/>
                <a:gridCol w="1726685"/>
                <a:gridCol w="1726685"/>
              </a:tblGrid>
              <a:tr h="512064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Suvda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Etanolda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Barbital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1:130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1:14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Fenobarbital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1:1000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1:8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Amobarbital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1:1300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1:15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Siklobarbital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1:800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1:5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Pentobarbital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juda kam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1:4,5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Eruvchanlik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102, 102-104, 103-104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Xalqaro va milliy nazorat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Barbituratlar: ajratish, mikrokristalloskopiya, YuQX, UB-SF (pH 9,2/13)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BMT ning 1971 yildagi Psixotrop moddalar Konvensiyasiga binoan 12 barbiturat nazoratga olingan.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O‘zbekiston VM ning 2015-yil 12-noyabrdagi 330-sonli qaroriga asosan 13 turdagi barbiturat ro‘yxatga olingan.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0850"/>
                <a:gridCol w="3777125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Ro‘yxat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Barbituratlar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Sekobarbital (1)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III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Amobarbital, butalbital va yana 2 ta (4)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IV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Allobarbital, barbital, fenobarbital (7)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Konvensiya ro‘yxatlari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101, 105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Fizik xossalari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Barbituratlar: ajratish, mikrokristalloskopiya, YuQX, UB-SF (pH 9,2/13)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Barcha barbituratlar (tiopental-natriydan tashqari) qattiq kristall, hidsiz, achchiq ta’mli moddalar.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Dietil efirida yaxshi, xloroform va spirtda yomonroq, suvda yomon eriydi.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Yuqori haroratda quruq haydaladi (sublimatsiya); sublimat kristallari ayrim barbituratlar uchun xarakterli.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106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Barbital va fenobarbital: taqqoslash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Barbituratlar: ajratish, mikrokristalloskopiya, YuQX, UB-SF (pH 9,2/13)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Ikkalasi uzoq ta’sir etuvchi barbituratlar guruhiga kiradi.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Barbital sinonimlari: Veronal, Malonal, Sonal; fenobarbital sinonimlari: Phenemal, Phenobarbital.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Barbitalning M.m. 184,2, fenobarbitalniki 232,2; peshobda 70-80% va 15-20% chiqariladi.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Barbital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M.m. 184,2; pKa 8,0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sinonim: Veronal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uzoq ta’sir etuvchi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peshobda 70-80%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Fenobarbital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M.m. 232,2; pKa 7,4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sinonim: Phenemal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uzoq ta’sir etuvchi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peshobda 15-20%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Taqqoslash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106, 102-104, 102-107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Ayrim barbituratlarning suyuqlanish harorati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Barbituratlar: ajratish, mikrokristalloskopiya, YuQX, UB-SF (pH 9,2/13)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Qoldiq ko‘p yoki dalil toza kukun bo‘lsa, birinchi reaksiya — suyuqlanish haroratini aniqlash.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Tiopental (natriyli tuz) 156-159 °C da suyuqlanadi; oq, ba’zan sarg‘ish, oltingugurtga xos kuchsiz hidli.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3866"/>
                <a:gridCol w="2724108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Harorat, °C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Barbital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189-191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Fenobarbital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174-177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Barbamil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141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Geksenal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143-146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Suyuqlanish harorati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108, 109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Tiopental-natriy va barbital-natriy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Barbituratlar: ajratish, mikrokristalloskopiya, YuQX, UB-SF (pH 9,2/13)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Tiopental-natriy va barbital-natriy kislotali emas, neytral tabiatli.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Tiopental-natriy oq, ba’zan sarg‘ish, oltingugurtga xos hidli; suyuqlanish harorati 156-159 °C; dietil efirida erimaydi.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Barbital-natriy suvda 1:5, issiq suvda 1:2,5, etanolda 1:400 eriydi; suyuqlanish harorati 190 °C.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Tiopental-natriy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neytral tabiat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156-159 °C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suv va etanolda yaxshi eriydi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efirda erimaydi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Barbital-natriy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neytral tabiat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190 °C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suvda 1:5, issiq suvda 1:2,5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etanolda 1:400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Natriyli tuzlar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105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Uxlatuvchi ta’siri bo‘yicha guruhlari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Barbituratlar: ajratish, mikrokristalloskopiya, YuQX, UB-SF (pH 9,2/13)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Barbituratlar uxlatuvchi ta’siriga ko‘ra uch guruhga bo‘linadi.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Hozir tibbiyotda: barbital, fenobarbital, geksenal, barbamil, etaminal, benzonal, butobarbital.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2742"/>
                <a:gridCol w="2585232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Ta’sir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Barbituratlar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Uzoq ta’sir etuvchi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Barbital, fenobarbital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O‘rtacha ta’sir etuvchi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Barbamil, etaminal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Qisqa ta’sir etuvchi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Geksenal, butobarbital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Ta’sir guruhlari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106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Toksikologik ahamiyati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Barbituratlar: ajratish, mikrokristalloskopiya, YuQX, UB-SF (pH 9,2/13)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Barbituratlarning o‘lim chaqiruvchi dozasi terapevtik dozadan 20 baravar ko‘p.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O‘lim chaqiruvchi doza: barbital uchun 6-10 g, fenobarbital uchun 4-6 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Ba’zilari kumulyatsiyalanadi; o‘limda patologoanatomik tekshirish xarakterli alomat bermaydi.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Shu sababli zaharlanganda biologik ob’ektning sud-kimyoviy tahlili va albatta moddaning miqdorini aniqlash katta ahamiyatga ega.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106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Metabolizm va ajralish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Barbituratlar: ajratish, mikrokristalloskopiya, YuQX, UB-SF (pH 9,2/13)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Barbituratlar organizmda dezalkillanish, gidroksillanish, karboksillanishga uchraydi; bir qismi jigarda zararsizlanadi, bir qismi peshob bilan chiqadi.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Qabul qilingan barbitalning 70-80%, fenobarbitalning 15-20% peshob bilan chiqariladi — shuning uchun peshob tekshiriladi.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Uzoq ta’sirlilar jigarda kam parchalanib peshob bilan chiqadi; geksenal, tiopental kabi qisqa ta’sirlilar jigarda tez parchalanadi.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Biologik ob’ektlarda saqlanish muddati turli mualliflarda 1,5 oydan 14 oygacha.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Barbiturat organizmga tushadi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Dezalkillanish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Gidroksillanish, karboksillanish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Qisman jigarda zararsizlanadi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Qisman peshob bilan chiqadi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Metabolizm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106, 107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Zaharlanish belgilari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Barbituratlar: ajratish, mikrokristalloskopiya, YuQX, UB-SF (pH 9,2/13)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Bemor uzoq uxlaydi, ba’zan 1-2 kungacha uyg‘onmaydi, xurrak otib nafas oladi.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 bosimi pasayadi, oyoq-qo‘llari soviydi, ba’zan ko‘ngil aynib qusadi.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O‘lim nafas va qon tomirlar ishini boshqaruvchi markazlarning falajlanishidan sodir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Uzoq uyqu (1-2 kungacha), xurrak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Qon bosimi pasayadi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Oyoq-qo‘llar soviydi, qusish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Nafas va qon tomir markazlari falaji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O‘lim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Zaharlanish borishi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107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Ajratib olish usullari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Barbituratlar: ajratish, mikrokristalloskopiya, YuQX, UB-SF (pH 9,2/13)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Barbituratlar ob’ektdan nordonlashtirilgan spirt yoki suv usulida ajratiladi; ayrimlari xususiy usullarda.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Biologik suyuqliklardan organik erituvchilar bilan ekstraksiya qilinadi.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Nordonlashtirilgan usullarda kislotali ajralmada barbituratlar, neytral moddalar (fenatsetin) va kuchsiz asos xossali alkaloidlar tekshiriladi.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Barbituratlarni ajratish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Ob’ektdan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nordonlashtirilgan spirt  ·  nordonlashtirilgan suv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Xususiy usullar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ayrim barbituratlar uchun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Biologik suyuqlik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organik erituvchi bilan ekstraksiya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Usullar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108; Yuldashev Z.A., Umarova G.Q., Toksikologik kimyo modulidan o‘quv-uslubiy majmua, betlar: 96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Ajralmani tozalash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Barbituratlar: ajratish, mikrokristalloskopiya, YuQX, UB-SF (pH 9,2/13)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Kislotali xossali moddalar (organik kislotalar, barbituratlar) ishqor (pH-13) va kislota (pH-1) bilan reekstraksiyada tozalanadi.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Quruq haydash (vozgonka): barbituratlar, benzoy va salitsil kislotalari, kofein kabi sublimatsiyalanuvchi moddalar uchun.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Xromatografik usullar yot moddalardan tozalash bilan birga chinlik tahlilini ham beradi.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Ajralmani tozalash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Reekstraksiya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ishqor (pH-13)  ·  kislota (pH-1)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Quruq haydash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barbituratlar sublimatsiyasi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Xromatografiya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tozalash + chinlik tahlili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Usullar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223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Umumiy reaksiyalar: ishqor bilan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Barbituratlar: ajratish, mikrokristalloskopiya, YuQX, UB-SF (pH 9,2/13)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Qoldiq ko‘p yoki ashyoviy dalil toza kukun bo‘lganda avval suyuqlanish harorati aniqlanadi.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Barbituratlar kislota va ishqorga barqaror; ishqor bilan yuqori haroratda qizdirilsa, parchalanib ammiak hidi keladi.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Reaksiya mahsulotiga kislota qo‘shilsa, tegishli kislotaning hidi keladi; reaksiyani barcha barbituratlar beradi.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108, 109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Umumiy reaksiyalar: tanlov sxemasi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Barbituratlar: ajratish, mikrokristalloskopiya, YuQX, UB-SF (pH 9,2/13)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Qoldiq ko‘p yoki dalil toza kukun bo‘lsa, suyuqlanish harorati aniqlanadi va ishqor bilan reaksiya o‘tkaziladi.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Kam miqdorda barbituratlar kobalt ammiakati va kobalt-izopropilamin bilan aniqlanadi.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Mikrokristalloskopik reaksiyalar konsentrlangan H2SO4 va mis-piridin reaktivi bilan o‘tkaziladi.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Barbituratlar reaksiyalari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Qoldiq ko‘p bo‘lsa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suyuqlanish harorati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Ishqor bilan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ammiak hidi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Rangli reaksiyalar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izonitrozobarbitur kislota  ·  kobalt ammiakati (qizil)  ·  kobalt-izopropilamin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Mikrokristallar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konts. H2SO4  ·  mis-piridin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Reaksiyalar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108-109, 110, 113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Izonitrozobarbitur kislotasi reaksiyasi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Barbituratlar: ajratish, mikrokristalloskopiya, YuQX, UB-SF (pH 9,2/13)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Barbiturat qoldig‘iga pergidrol va ammoniy xlorid qo‘shib qizdiriladi — oksidlanish mahsuloti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Na2S bilan barbitur kislotasi; nitritlar bilan qizil rangli izonitrozobarbitur kislotasi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Izonitrozobarbitur kislotasi temir tuzlari bilan ko‘k rangli temirli kompleks beradi.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Qoldiq + pergidrol, NH4Cl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Qizdirish: oksidlanish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Na2S: barbitur kislotasi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Nitrit: qizil izonitrozo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Fe tuzi: ko‘k kompleks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Rang hosil bo‘lishi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109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Kobalt reaksiyalari (kam miqdor uchun)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Barbituratlar: ajratish, mikrokristalloskopiya, YuQX, UB-SF (pH 9,2/13)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Kam miqdorda barbituratlar umumiy reaksiyalar bilan aniqlanadi; kobalt reaksiyalari ham ular qatoriga kiradi.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Kobalt nitrati shimdirilgan qog‘ozga spirtli ajralma tomizilib, ammiak bug‘iga tutiladi.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Halaqit beradi: purin alkaloidlari va byuret zanjiri saqlovchi moddalar.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0253"/>
                <a:gridCol w="2467721"/>
              </a:tblGrid>
              <a:tr h="86868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Reaktiv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Natija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Kobalt tuzi + NH3 + metil spirti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Xarakterli qizil rang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Kobalt atsetat + izopropilamin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Qizil-pushti; ichki kompleks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Kobalt reaksiyalari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110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Kobalt ammiakati bilan reaksiya sxemasi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Barbituratlar: ajratish, mikrokristalloskopiya, YuQX, UB-SF (pH 9,2/13)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Kobalt nitrati shimdirilgan filtr qog‘oziga barbiturat saqlovchi spirtli eritma shimdirilib, ammiak bug‘iga tutiladi.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Barcha barbituratlar kobalt tuzlarining ammiakli eritmasi bilan metil spirti ishtirokida xarakterli qizil rang hosil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Reaksiyaga purin alkaloidlari va byuret zanjiri saqlovchi moddalar halaqit beradi.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278227" cy="856488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Barbiturat (spirtli eritma)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273808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2566416"/>
            <a:ext cx="2278227" cy="856488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Kobalt nitrati (qog‘ozda)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40680" y="3422904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40680" y="3715512"/>
            <a:ext cx="2278227" cy="856488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Ammiak bug‘i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73387" y="2537460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Kobalt ichki kompleksi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10347" y="2994660"/>
            <a:ext cx="1371600" cy="0"/>
          </a:xfrm>
          <a:prstGeom prst="line">
            <a:avLst/>
          </a:prstGeom>
          <a:ln w="508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718907" y="2217420"/>
            <a:ext cx="1554480" cy="713232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Metil spirti ishtirokida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40680" y="4709160"/>
            <a:ext cx="6110935" cy="731520"/>
          </a:xfrm>
          <a:prstGeom prst="roundRect">
            <a:avLst>
              <a:gd name="adj" fmla="val 8000"/>
            </a:avLst>
          </a:prstGeom>
          <a:solidFill>
            <a:srgbClr val="FFF6D6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Kuzatuv:  </a:t>
            </a:r>
            <a:r>
              <a:rPr sz="1500" b="0">
                <a:solidFill>
                  <a:srgbClr val="1F2937"/>
                </a:solidFill>
                <a:latin typeface="Calibri"/>
              </a:rPr>
              <a:t>Xarakterli qizil rang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Kobalt ammiakati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110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Kobalt atsetat va izopropilamin reaksiyasi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Barbituratlar: ajratish, mikrokristalloskopiya, YuQX, UB-SF (pH 9,2/13)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Xloroformli eritmaga kobalt asetati va izopropilaminning spirtli eritmalari qo‘shib chayqatiladi.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Barbituratlar bo‘lsa, qizil-pushti rang va qizil rangli ichki kompleks hosil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278227" cy="856488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Barbiturat (xloroformda)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273808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2566416"/>
            <a:ext cx="2278227" cy="856488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Kobalt asetati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40680" y="3422904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40680" y="3715512"/>
            <a:ext cx="2278227" cy="856488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Izopropilamin (spirtli)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73387" y="2537460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Qizil ichki kompleks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10347" y="2994660"/>
            <a:ext cx="1371600" cy="0"/>
          </a:xfrm>
          <a:prstGeom prst="line">
            <a:avLst/>
          </a:prstGeom>
          <a:ln w="508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718907" y="2217420"/>
            <a:ext cx="1554480" cy="713232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Chayqatiladi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40680" y="4709160"/>
            <a:ext cx="6110935" cy="731520"/>
          </a:xfrm>
          <a:prstGeom prst="roundRect">
            <a:avLst>
              <a:gd name="adj" fmla="val 8000"/>
            </a:avLst>
          </a:prstGeom>
          <a:solidFill>
            <a:srgbClr val="FFF6D6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Kuzatuv:  </a:t>
            </a:r>
            <a:r>
              <a:rPr sz="1500" b="0">
                <a:solidFill>
                  <a:srgbClr val="1F2937"/>
                </a:solidFill>
                <a:latin typeface="Calibri"/>
              </a:rPr>
              <a:t>Qizil-pushti rang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Kobalt-izopropilamin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110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Mikrokristalloskopiya: asoslari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Barbituratlar: ajratish, mikrokristalloskopiya, YuQX, UB-SF (pH 9,2/13)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Usul kristall tuzilishi, o‘lchami va rangi bo‘yicha aniqlashga asoslangan; buyum oynasida moddaga reaktiv tomizilib, kristall ko‘riladi.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Afzalliklari: modda juda oz miqdorda kifoya; portlovchi va zaharli moddalar tahlilida qo‘llanadi; filtrlash, bug‘latish, qizdirish talab etilmaydi.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Kristallar 20-50 mkm bo‘lishi kerak; 2-20 mkm zarrachalar 150-250 marta kattalashtirib ko‘riladi.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111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Mikrokristalloskopiya: qadamlar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Barbituratlar: ajratish, mikrokristalloskopiya, YuQX, UB-SF (pH 9,2/13)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Buyum oynachasiga tekshirilayotgan modda tomiziladi, so‘ng reaktiv tomizilib, mikroskop ostida kristall ko‘riladi.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Hosil bo‘lgan kristallar o‘lchami 20-50 mkm bo‘lishi kerak; 2-20 mkm zarrachalar 150-250 marta kattalashtirib ko‘riladi.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Reaksiya sekin ketsa, buyum oynasi namlangan filtr qog‘ozli Petri idishiga (nam kameraga) qo‘yiladi.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Modda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buyum oynachasiga tomiziladi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Reaktiv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yaqin joylashtirilib, tayoqcha bilan qo‘shiladi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Nam kamera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sekin reaksiyada Petri idishida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Mikroskop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kristall shakli, qirralari, rangi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O‘lchamlar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kristall 20-50 mkm; 150-250 marta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Mikrokristalloskopiya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111, 112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Kristallanish sharoitlari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Barbituratlar: ajratish, mikrokristalloskopiya, YuQX, UB-SF (pH 9,2/13)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Kristallanishda avval kristallanish markazi hosil bo‘ladi, so‘ng kristall o‘sadi; birinchi bosqich sekin bo‘lsa, yirik kristallar hosil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Yirik kristallar uchun suyultirilgan va issiq eritmalarga reaktiv ta’sir ettiriladi; konsentrlangan eritmalardan xarakterli bo‘lmagan mayda kristallar chiqadi.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Tomchi chetlaridan kristallanish boshlanadi; reaksiya sekin bo‘lsa, buyum oynasi nam kameraga (Petri idishi) qo‘yiladi.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112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Kristallanish sharoitlari: taqqoslash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Barbituratlar: ajratish, mikrokristalloskopiya, YuQX, UB-SF (pH 9,2/13)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Birinchi bosqich sekin borsa, kristallanish markazlari kam, lekin kristallar yirik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Suyultirilgan va issiq eritmalarga reaktiv ta’sir ettirilsa, yirik kristallar 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Konsentrlangan eritmaga konsentrlangan reaktiv ta’sirida xarakterli bo‘lmagan mayda kristallar hosil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Sekin kristallanish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markazlar kam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yirik kristallar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suyultirilgan, issiq eritma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Tez kristallanish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markazlar ko‘p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mayda kristallar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konsentrlangan eritma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xarakterli bo‘lmagan shakl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Kristallanish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112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Usulning kamchiliklari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Barbituratlar: ajratish, mikrokristalloskopiya, YuQX, UB-SF (pH 9,2/13)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Ko‘pincha ma’lum shaklli kristall hosil bo‘lmasligi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Sabablar: modda va reaktiv konsentratsiyasi, hajm, kristall hosil bo‘lish tezligi, bug‘lanish, pH, harorat, polimorfizm.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Ko‘p moddalar o‘xshash kristall beradi, bu spesifiklikni pasaytiradi; to‘g‘ri xulosa uchun solishtirish nazorati o‘tkaziladi.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112, 112-113, 113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Barbituratlarning mikrokristalloskopik reaksiyalari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Barbituratlar: ajratish, mikrokristalloskopiya, YuQX, UB-SF (pH 9,2/13)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Sulfat kislota bilan: qoldiq konsentrlangan H2SO4 da eritilib, suv bilan suyultirilsa, oq loyqa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Aksariyat barbituratlarning cho‘kma kristallari o‘ziga xos shaklga ega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Mis piridin reaktivi amorf yoki kristall cho‘kma beradi; birikma mineral kislotalar ta’sirida parchalanadi.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3987"/>
                <a:gridCol w="2643987"/>
              </a:tblGrid>
              <a:tr h="86868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Reaktiv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Natija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Konsentrlangan H2SO4, so‘ng suv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Oq loyqa, o‘ziga xos kristallar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Mis piridin reaktivi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Amorf yoki kristall cho‘kma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Mikrokristallar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113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Mis-piridin reaksiyasi sxemasi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Barbituratlar: ajratish, mikrokristalloskopiya, YuQX, UB-SF (pH 9,2/13)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Barbiturat saqlovchi qoldiq ustiga mis piridin reaktivi qo‘shilsa, amorf yoki kristall cho‘kma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Hosil bo‘lgan birikma mineral kislotalar ta’siridan parchalanadi.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278227" cy="856488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Barbiturat qoldig‘i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273808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2566416"/>
            <a:ext cx="2278227" cy="856488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Mis tuzi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40680" y="3422904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40680" y="3715512"/>
            <a:ext cx="2278227" cy="856488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Piridin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73387" y="2537460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Mis piridin kompleksi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10347" y="2994660"/>
            <a:ext cx="1371600" cy="0"/>
          </a:xfrm>
          <a:prstGeom prst="line">
            <a:avLst/>
          </a:prstGeom>
          <a:ln w="508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718907" y="2217420"/>
            <a:ext cx="1554480" cy="713232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Buyum oynasida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40680" y="4709160"/>
            <a:ext cx="6110935" cy="731520"/>
          </a:xfrm>
          <a:prstGeom prst="roundRect">
            <a:avLst>
              <a:gd name="adj" fmla="val 8000"/>
            </a:avLst>
          </a:prstGeom>
          <a:solidFill>
            <a:srgbClr val="FFF6D6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Kuzatuv:  </a:t>
            </a:r>
            <a:r>
              <a:rPr sz="1500" b="0">
                <a:solidFill>
                  <a:srgbClr val="1F2937"/>
                </a:solidFill>
                <a:latin typeface="Calibri"/>
              </a:rPr>
              <a:t>Amorf yoki kristall cho‘kma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Mis-piridin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113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YuQX-skrining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Barbituratlar: ajratish, mikrokristalloskopiya, YuQX, UB-SF (pH 9,2/13)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Harakatlanuvchi faza: xloroform-n-butanol-25% ammiak (70:40:5).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Aniqlovchi reaktivlar: difenilkarbazonning xloroformli eritmasi va simob sulfatning suvli eritmasi purkaladi.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Barbituratlar o‘ziga xos Rf qiymatli ko‘k-binafsha dog‘ hosil qiladi.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Qoldiq xloroformda eritiladi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Plastinkaga tomiziladi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Xloroform-n-butanol-NH3 70:40:5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Difenilkarbazon + simob sulfat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Ko‘k-binafsha dog‘, Rf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YuQX bosqichlari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113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UB-spektrofotometriya: asoslari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Barbituratlar: ajratish, mikrokristalloskopiya, YuQX, UB-SF (pH 9,2/13)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Barbituratlar keto (kislotali) shaklda UB sohada xarakterli maksimum bermaydi.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Borat buferida (0,05 M, pH 9,2) monoimid shaklida 239-241 nm da spektral maksimum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 M ishqorda (pH 13) diimid shaklida 254-256 nm da maksimum beradi.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pH 9,2 (0,05 M borat)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monoimid shakl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239-241 nm maksimum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pH 13 (1 M ishqor)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diimid shakl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254-256 nm maksimum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Keto (kislotali) shakl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maksimum bermaydi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UB-SF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114, 114-115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UB-spektrlar: ko‘p qo‘llanadigan barbituratlar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Barbituratlar: ajratish, mikrokristalloskopiya, YuQX, UB-SF (pH 9,2/13)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Maksimum to‘lqin uzunligi (nm) va solishtirma yutilish A(1%, 1 sm) qavs ichida.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Jadvalda 12 barbituratning UB, IQ va mass-spektr ma’lumotlari berilgan.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9750"/>
                <a:gridCol w="1781383"/>
                <a:gridCol w="1696841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pH 9,2: nm (A)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pH 13: nm (A)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Barbital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239 (549)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254 (427)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Fenobarbital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239 (452)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254 (342)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Amobarbital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240 (445)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255 (364)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Pentobarbital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239 (438)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255 (327)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UB-maksimumlar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115, 115-116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UB-spektrlar: boshqa barbituratlar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Barbituratlar: ajratish, mikrokristalloskopiya, YuQX, UB-SF (pH 9,2/13)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Vinilbital uchun suvli ishqorda 247 nm (A=298) berilgan.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Barbituratlarning chinligini ikki muhitdagi (pH 9,2 va pH 13) spektrni solishtirib baholash mumkin.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5969"/>
                <a:gridCol w="1658757"/>
                <a:gridCol w="1583248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pH 9,2: nm (A)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pH 13: nm (A)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Allobarbital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241 (460)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256 (356)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Butobarbital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239 (477)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254 (388)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Siklobarbital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239 (410)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256 (320)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Sekbutabarbital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239 (428)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254 (354)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UB-maksimumlar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116, 114-115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GX (gaz xromatografiya) sharoitlari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Barbituratlar: ajratish, mikrokristalloskopiya, YuQX, UB-SF (pH 9,2/13)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Kolonka: shisha, 2 m, ichki diametri 2-4 mm; sorbent — xromosorb G-HP ga 3% SE-30 shimdirilgan.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Qo‘zg‘aluvchi faza — azot, 45-50 ml/daqiqa; izotermik sharoit, kolonka 190-200 °C.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Injektor va detektor harorati 220 °C; barbituratlar ushlanish indekslari va Kovach indeksi bilan identifikatsiya qilinadi.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Kolonka uzunligi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</a:t>
            </a:r>
            <a:r>
              <a:rPr sz="1500" b="0">
                <a:solidFill>
                  <a:srgbClr val="6B7280"/>
                </a:solidFill>
                <a:latin typeface="Calibri"/>
              </a:rPr>
              <a:t>  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Ichki diametri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2-4</a:t>
            </a:r>
            <a:r>
              <a:rPr sz="1500" b="0">
                <a:solidFill>
                  <a:srgbClr val="6B7280"/>
                </a:solidFill>
                <a:latin typeface="Calibri"/>
              </a:rPr>
              <a:t>  mm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Sorbent: SE-30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3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Azot oqimi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45-50</a:t>
            </a:r>
            <a:r>
              <a:rPr sz="1500" b="0">
                <a:solidFill>
                  <a:srgbClr val="6B7280"/>
                </a:solidFill>
                <a:latin typeface="Calibri"/>
              </a:rPr>
              <a:t>  ml/daq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Kolonka harorati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190-200</a:t>
            </a:r>
            <a:r>
              <a:rPr sz="1500" b="0">
                <a:solidFill>
                  <a:srgbClr val="6B7280"/>
                </a:solidFill>
                <a:latin typeface="Calibri"/>
              </a:rPr>
              <a:t>  °C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578443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8171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Injektor, detektor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220</a:t>
            </a:r>
            <a:r>
              <a:rPr sz="1500" b="0">
                <a:solidFill>
                  <a:srgbClr val="6B7280"/>
                </a:solidFill>
                <a:latin typeface="Calibri"/>
              </a:rPr>
              <a:t>  °C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GX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113-114, 114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YuSSX sharoitlari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Barbituratlar: ajratish, mikrokristalloskopiya, YuQX, UB-SF (pH 9,2/13)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Kolonka: 150 mm, ichki diametri 2,6 mm, oktadesil silikagel bilan to‘ldirilgan.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Mobil faza: pH 3,5 li 0,1 M fosfat buferi va metanol (60:40); oqim 2 ml/daqiqa.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Detektor — UB-spektrometr, 216 nm; injektorga 20 mkl namuna yuboriladi.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Kolonka uzunligi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150</a:t>
            </a:r>
            <a:r>
              <a:rPr sz="1500" b="0">
                <a:solidFill>
                  <a:srgbClr val="6B7280"/>
                </a:solidFill>
                <a:latin typeface="Calibri"/>
              </a:rPr>
              <a:t>  mm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Ichki diametri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2,6</a:t>
            </a:r>
            <a:r>
              <a:rPr sz="1500" b="0">
                <a:solidFill>
                  <a:srgbClr val="6B7280"/>
                </a:solidFill>
                <a:latin typeface="Calibri"/>
              </a:rPr>
              <a:t>  mm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Mobil faza pH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3,5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Fosfat:metanol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60:40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Oqim tezligi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</a:t>
            </a:r>
            <a:r>
              <a:rPr sz="1500" b="0">
                <a:solidFill>
                  <a:srgbClr val="6B7280"/>
                </a:solidFill>
                <a:latin typeface="Calibri"/>
              </a:rPr>
              <a:t>  ml/daq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578443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8171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Aniqlash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216</a:t>
            </a:r>
            <a:r>
              <a:rPr sz="1500" b="0">
                <a:solidFill>
                  <a:srgbClr val="6B7280"/>
                </a:solidFill>
                <a:latin typeface="Calibri"/>
              </a:rPr>
              <a:t>  nm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YuSSX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114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Natijani talqin qilish va cheklovlar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Barbituratlar: ajratish, mikrokristalloskopiya, YuQX, UB-SF (pH 9,2/13)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Kobalt reaksiyasiga purin alkaloidlari va byuret zanjiri saqlovchi moddalar halaqit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Mikrokristalloskopiyada ko‘p moddalar o‘xshash kristall beradi — spesifiklik past; solishtirish nazorati kerak.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Barbituratlar zaharlanishda patologoanatomik alomat bermaydi, shuning uchun moddaning miqdorini aniqlash albatta zarur.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110, 113, 106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Nazorat savollari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Barbituratlar: ajratish, mikrokristalloskopiya, YuQX, UB-SF (pH 9,2/13)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Barbitur kislota hosilalarining toksikologik va narkologik ahamiyati; ularni ob’ektdan ajratishning xususiy usullari.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Umumiy reaksiyalar; kobalt tuzi va ammiak reaksiyasining tenglamasi; mikrokristalloskopik reaksiyalar.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BMT 1971 yil Konvensiyasi; uxlatuvchi ta’siriga ko‘ra guruhlanishi; zaharlanish belgilari; YuQX usuli.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UB-spektrofotometriya mohiyati, muhit ta’siri, chinlik va miqdorni aniqlash; differensial spektrofotometriya.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116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 va hisobot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Barbituratlar: ajratish, mikrokristalloskopiya, YuQX, UB-SF (pH 9,2/13)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Umumiy reaksiyalar: suyuqlanish harorati, ishqor bilan ammiak hidi, izonitrozobarbitur (qizil -&gt; ko‘k), kobalt (qizil).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Mikrokristalloskopiya: konsentrlangan H2SO4 va mis piridin; YuQX: xloroform-n-butanol-NH3 (70:40:5), ko‘k-binafsha dog‘.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UB-SF: pH 9,2 da 239-241 nm, pH 13 da 254-256 nm; GX va YuSSX sharoitlari alohida.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108-110, 113, 114-115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Barbituratlar: ajratish, mikrokristalloskopiya, YuQX, UB-SF (pH 9,2/13)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Barbituratlarning o‘lim chaqiruvchi dozasi terapevtik dozadan 20 baravar ko‘p: barbital uchun 6-10 g, fenobarbital uchun 4-6 g.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Qabul qilingan barbitalning 70-80%, fenobarbitalning esa 15-20% peshob bilan chiqariladi.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Mikrokristalloskopiyani birinchi bo‘lib kimyoviy tadqiqotlarda qo‘llagan olim sifatida kitobda M.V. Lomonosov, kristall shakli orqali aniqlashda T.E. Lovits nomi keltirilgan.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Barbituratlar keto shaklda UB sohada xarakterli maksimum bermaydi; ular pH 9,2 da monoimid, pH 13 da diimid shaklida o‘ziga xos UB maksimum beradi.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Barbituratlar: ajratish, mikrokristalloskopiya, YuQX, UB-SF (pH 9,2/13)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Umarova G.Q. Toksikologik kimyo modulidan o‘quv-uslubiy majmua (Farmatsiya). Toshkent farmatsevtika instituti, 2025. b. 96, 166, 223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Zulfikariyeva D.A., Usmanaliyeva Z.U., Nurmatova M.I. Giyohvand moddalar tahlili. O‘quv qo‘llanma. Toshkent, 2024. b. 101-116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Malaka materiali №010 (TFI Toksikologik kimyo kafedrasi). 6-ma’ruza: Psixotrop moddalar. Barbituratlarning narkologik ahamiyati, rangli, YuQX, spektrofotometrik va boshqa fizik-kimyoviy tahlil usullari (2014). qo‘shimcha ma’lumot (kitobda bo‘lmagan joylar uchun)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Malaka materiali №117 (O‘zR SSV, loyiha matni). Sud-kimyo ekspertiza va tekshiruvlarini o‘tkazish qoidalari (6-ilova; sanasi va raqami ko‘rsatilmagan loyiha). qo‘shimcha ma’lumot (kitobda bo‘lmagan joylar uchun)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