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spirtlarning qaysi biri ichimlik o‘rniga ishlatilganda xavfli? Doskada: reja. Eslatma: mashg‘ulot sarlavhasida etilenglikol yo‘q, lekin syllabus mavzusida bor: kitobning amaliy qismi (185-187) etilenglikol bajarish tartibini bermaydi — u ma’ruza qismidan (toks 44-46) keltirildi. Tipik xato: etilenglikolni suv bug‘i bilan oddiy haydab ajratish mumkin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spirtlar qaysi distillyatda izlanadi? (Ikkinchisida — toks 26.) Doskada: 3 spirt nomi. Tipik xato: ishlash uchun distillyat o‘rniga to‘g‘ridan-to‘g‘ri ob’ektdan namuna 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spirtni tahlil qilishda nega tezlik muhim? (Etil spirti jigarda tez oksidlanadi — toks 41.) Doskada: 4 spirt va ajratish usuli. Tipik xato: etilenglikolni ikkinchi distillyatdan izlash.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metil spirti ko‘rishni buzadi? (Kitob mexanizmni bu joyda tushuntirmaydi.) Doskada: 7-8 g, 30-100 g. Eslatma: kitobdagi qaynash harorati va foizlar o‘z o‘rnida (toks 40) faqat o‘qish uchun; slaydga ko‘chirilmadi. Tipik xato: metil va etil spirtini hid bilan aniq farqlash — kitob hidlari o‘xshashligini aytadi.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metabolitlar nima uchun sud-kimyo uchun muhim? Doskada: zanjir. Tipik xato: metil spirtini ham tez oksidlanadigan modda deb hisoblash — kitob uni sekin oksidlanishini aytadi (toks 40).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metilsalitsilat hidi. Muhokama: bu reaksiyani etil spirti ham beradi (toks 41: hidlar o‘xshash) — metil spirtini etil spirtidan qanday farqlaymiz? Kitob talabi: tenglamalarni yozing, sud-kimyoviy ahamiyatini izohlang. Xavfsizlik: konsentrlangan H2SO4 — qo‘lqop, ko‘z himoyasi. Tipik xato: etil spirti bor distillyatda bu reaksiyani metil spirti uchun xos deb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kodein+H2SO4 da ko‘k-binafsha, fuksinsulfitda zangori/binafsha rang (toks 176). Muhokama: distillyatda formaldegid bo‘lsa nima qilinadi? (Kitob: avval uni oksidlab yo‘qotiladi.) Kitob talabi: tenglamalarni yozing. Tipik xato: ortiqcha permanganatni oksalat bilan yo‘qotmay formaldegid reaksiyasini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spirtni tahlil qilish nega tez bajarilishi kerak? Doskada: ’peshob &gt; qon’. Eslatma: kitobda qondagi spirt konsentratsiyasi bo‘yicha jadval (toks 41) berilgan, lekin u kitobdagi xato (birlik va qiymatlar fiziologik jihatdan mos emas) — slaydga kiritilmadi. Tipik xato: kitobdagi qon konsentratsiyalari jadvalidan o‘limni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yodoform hidi/sariq cho‘kma; mikroskopda yulduzsimon kristallar. Muhokama: reaksiya manfiy ahamiyatga ega (toks 42; aseton ham beradi — toks 33). Kitob talabi: kristallar shaklini chizing, tenglamani yozing. Tipik xato: yodoform natijasini etil spirtiga xos deb yakuniy xulosa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badbo‘y hid; sirka aldegidi hidi. Xavfsizlik: izonitril hidi uchun so‘rish shkafi (toks 182 dagi talabga mos); kaliy bixromat bilan ehtiyot bo‘ling (kitobda ko‘rsatma yo‘q). Kitob talabi: tenglamalarni yozing. Tipik xato: izonitril reaksiyasini yodoformsiz bajarish.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sirka etil efiri hidi. Muhokama: qaysi miqdoriy usul qon uchun ishlatiladi? (GSX — 53-mashg‘ulotda.) Kitob talabi: tenglamani yozing. Tipik xato: ag‘darishni sovuq suvga emas, issiq suvga qilish.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kitob ’sababini tushuntiring‘ deydi — nega efir bilan ekstraksiya kerak? (Reaksiya sezgirligini oshirish — toks 43.) Doskada: 4 tovoqcha -&gt; 4 reaksiya. Tipik xato: efirni qizdirib uchirish — kitobda xona haroratida.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binafsha-qizil rang. Muhokama: reaksiya sezgir, lekin manfiy sud-kimyoviy ahamiyatga ega (toks 43) — bu nimani anglatadi? Xavfsizlik: konsentrlangan H2SO4. Tipik xato: rangni 3 daqiqadan oldin baholash.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Kutilayotgan natija: nok hidi; keyin aldegid va kislota hidlari. Muhokama: nega hidlar ketma-ket o‘zgaradi? (Aldegid -&gt; kislota oksidlanishi.) Kitob talabi: tenglamalar. Tipik xato: oksidlashdan oldin efirni uchirmay boshlash.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Kutilayotgan natija: to‘q qizil, suyultirilganda binafsha. Muhokama: bu reaksiya sud-kimyoviy ahamiyati qanday? (Kitob: izoh bering.) Xavfsizlik: konsentrlangan sulfat kislota asosli reaktiv eritmasi. Tipik xato: suyultirishni oldin bajarish.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nega etilenglikol bilan zaharlanishda buyrak jabrlanadi? (Kalsiy oksalat.) Doskada: 50 ml / 100-300 ml. Tipik xato: etilenglikolni hidli modda deb o‘ylash — toza etilenglikol hidsiz (toks 44).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yig‘uvchi idishda suvli ajralma (etilenglikol uchun). Muhokama: benzol nima vazifani bajaradi? (Suv va etilenglikolni uchirib olib ketadi, o‘zi kolbaga qaytadi — toks 45.) Xavfsizlik: benzol — yonuvchan va zaharli (kitobda ko‘rsatma yo‘q); so‘rish shkafi, alangadan uzoq. Tipik xato: oksalatsiz yoki benzolsiz haydash.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ko‘k eritma; formaldegid reaksiyasi (fuksinsulfit); oq cho‘kma. Muhokama: glitserin halal bersa, uni qanday chetlashtiramiz? (Kitob: bu sharoitda glitserin haydalmaydi.) Eslatma: etilenglikol bajarish tartibi amaliy qismda (185-187) yo‘q — ma’ruza bo‘limidan olindi. Tipik xato: formaldegid reaksiyasini etilenglikol uchun yakuniy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8 daqiqa. Kutilayotgan natija: talabalar kitobdagi bo‘sh jadvalni (187) to‘ldiradi. Eslatma: jadval 8 reaksiyani 3 spirt bilan solishtiradi; javoblar 185-187 betlardagi tartibga asoslangan. Metilsalitsilat reaksiyasini etil spirti ham beradi (toks 41). Tipik xato: bir reaksiyani faqat bir spirtga xos deb belgilash.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talaba kitob ma’lumotini muhokama qiladi: kitob zaharlanganda peshobdagi konsentratsiya qondagidan ancha ko‘p bo‘lishini aytadi (toks 41) — keysdagi teskari holat (qonda ko‘p) uchun kitob izoh bermaydi, shu sababli muhokama savol sifatida qoladi (masalan, spirt yaqinda ichilgan va qonga tez o‘tgan: toks 41 ’qonga tez o‘tadi’). Tipik xato: xulosani kitobda bo‘lmagan izoh bilan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har bir savolga bittadan misol keltiring. Doskada: 11 savolni raqamlab yozing. Eslatma: savollardagi benzoy-etil efiri reaksiyasi (benzoilxlorid) toks 42 da ma’ruza qismida bor. Tipik xato: reaksiyalarni spirtlar o‘rtasida almashtirish.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Xavfsizlik: konsentrlangan sulfat kislota, benzol va metil spirti zaharli (toks 40, 45); kitobda har reaksiya uchun alohida ko‘rsatma yo‘q — o‘qituvchi talab qiladi. Hisobot: ish daftariga har bir reaksiya natijasi. Tipik xato: hidlarni bevosita yaqindan hidlash.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Metil, etil, amil spirtlari va etilenglikolni kimyoviy aniqlash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7-laboratoriya mashg‘uloti: ikkinchi distillyatda metil, etil, amil spirtlarini kimyoviy usullarda tahlil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distillyatdan metil spirtini, etil spirtini, amil spirtini kimyoviy usullarda tahlil qilish.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 spirtlarning toksikologik va narkologik ahamiyati, dori turlari haqida ma’lumotga ega bo‘lishi va distillyatlardan tahlil qilishni o‘zlashtirishi zarur.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distillyatdan metil, etil va amil spirtini kimyoviy usullarda tahlil qiladi.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Asbob-uskunalar: distillyat, kolbalar, probirkalar, reaktivlar, ko‘rgazmali materiallar, skotch, qog‘oz.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Spirtlarni ob’ektdan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Metil spirti suv bilan yaxshi haydaladi; haydashda 32% gacha spirt yo‘qotiladi, konsentratsiyani oshirish uchun deflegmatsiyalanadi.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 ham suv bug‘i bilan haydaladi; spirt ichilganda qonga tez o‘tadi, 5 daqiqadan qondan aniqlash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Amil spirti ob’ektdan suv bug‘i yordamida haydaladi; sezgirlikni oshirish uchun distillyat efir bilan ekstraksiyalanadi.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Etilenglikol suv bug‘i bilan yomon haydaladi — u Lapkina va Nazarenko usulida ajratiladi.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40, 41, 43, 45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Metil spirti: ahamiyat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Metil spirti inson organizmiga kuchli ta’sir etadi; etil spirti o‘rnida ishlatilishi oqibatida zaharlanish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Zaharli dozasi 7-8 g; LD50 = 30-100 g; asabni zaharlovchi modda, organizmda kumulyatsiyalanadi.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 kishi hushidan ketadi va o‘lishi mumkin; omon qolganlarning bir qismi ko‘rish qobiliyatini yo‘qotadi.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Murdada ichki organlarda qon quyilishi, miyada qon to‘planishi, jigar va taloqni yog‘ qoplashi; peshobda ko‘p chumoli kislotasi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Metil spirti: metabolizm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Organizmda metil spirti oksidlanib chumoli aldegidiga, so‘ng chumoli kislotasiga o‘tadi.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Murda peshobida ko‘p chumoli kislotasi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Chumoli kislotasi so‘ngra karbonat kislotaga (CO2 va suv) oksidlanadi.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CH3OH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Chumoli aldegidi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Chumoli kislotasi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CO2 + H2O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Oksidlanish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Metil spirti: murakkab efir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ml distillyat (yoki suvli eritma) salitsil kislotasi kristallari bilan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So‘ngra 3-4 ml konsentrlangan sulfat kislota solinadi va aralashma qizdiriladi.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Metilsalitsilat efirining o‘ziga xos yoqimli hidi seziladi.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+ salitsil kislota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3-4 ml H2SO4 (konsentr.)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Qizdirish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Yoqimli hid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Metilsalitsilat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Metil spirti: oksidlash va formaldegidni aniqlash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5 ml distillyatga 2-3 ml 10% sulfat kislota qo‘shilib, sovuq suv bilan sovitiladi; 1% KMnO4 aralashma barqaror och binafsha rang bo‘lguncha tomchilab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Aralashma 15-20 daqiqa salqin joyda qoldiriladi; ortiqcha permanganat 15% oksalat kislotasi bilan yo‘qotiladi.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Filtratga formaldegidga yuqorida ko‘rsatilgan 2- va 3-reaksiyalar (kodein va fuksinsulfit) bajariladi.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ahamiyat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 farmakologik ta’siri bo‘yicha narkotik moddalar guruhiga kiradi; avval qo‘zg‘alish, so‘ng narkoz holati, muntazam iste’mol alkogolizmga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Spirtli ichimlikka ko‘pincha xloralgidrat, kokain, opiy alkaloidlari, barbituratlar qo‘shilishi ko‘p o‘limlarga sababchi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Zaharlanganda spirtning peshobdagi konsentratsiyasi qondagidan ancha ko‘p bo‘ladi; organizmda jigarda tez oksidlanadi, 90-99% CO2 gacha.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 uchun me’da, jigar, buyrak va miya olish mumkin; 100-300 g spirt o‘limga olib keladi.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yodoform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 ml distillyatga 1 ml 1% ishqor; och sariq rangga o‘tguncha yodning KI dagi eritmasi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Suv hammomida (50 °C) qizdiriladi: yodoform hidi, ko‘p bo‘lsa sariq cho‘kma.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Mikroskopda oltiburchakli yulduzsimon mikrokristallar ko‘rinadi; ularning shakli ish daftariga chiziladi.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Distillyat + 1% ishqor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Yod/KI: och sariq rang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hammomi 50 °C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Sariq cho‘kma, kristallar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Yodoform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izonitril va sirka aldegidi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Yodoform hosil bo‘lgach, suyuqlikka 1 tomchi anilin qo‘shilib qizdirilsa, badbo‘y hidli izonitril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Sirka aldegidi: 1 ml distillyat 1 ml 10% H2SO4 bilan aralashtirilib, qo‘ng‘ir-sariq rang bo‘lguncha 10% kaliy bixromat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Aralashma bir oz uy haroratida saqlangach, sirka aldegidining xarakterli hidi seziladi.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 spirti: etilatsetat va miqdori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 ml distillyatga natriy atsetat kristallari solinib, ikki barobar konsentrlangan H2SO4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Havo pufakchalari hosil bo‘lguncha suv hammomida qizdiriladi; etil spirti bo‘lsa sirka etil efiri hidi seziladi; 20-25 ml sovuq suvga ag‘darilsa hid yaqqol seziladi.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Miqdori: etilnitrit, Vidmark-Shaymosh, Karantaev (FEK) va GSX usullarida aniqlanadi.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186, 43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Amil spirti: ahamiyat va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Amil spirti qand va shakardan qo‘lbola tayyorlangan aroq (samogon) tarkibida ko‘p uchraydi.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Amil va izoamil spirtlari markaziy asab tizimiga ta’sir qiladi; 10-15 g amil spirti o‘limga olib keladi.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Tahlildan oldin distillyat efir bilan ekstraksiyalanadi; efir quruq filtrdan o‘tkazilib, to‘rtta chinni tovoqchaga teng taqsimlanadi.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Efir xona haroratida uchiriladi va qoldiqlar bilan reaksiyalar bajariladi.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43, 186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Amil spirti: salitsil aldegidi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tovoqchadagi qoldiqqa 20-25 tomchi 1% salitsil aldegidi va 3 ml konsentrlangan H2SO4 qo‘shiladi.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Aralashma sovugach, tovoqcha 3 daqiqa qaynoq suv hammomida qizdiriladi.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Binafsha-qizil rang amil spirti borligidan dalolat beradi; ko‘p bo‘lsa rang qizdirilmasdan ham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Amil spirti: amilatsetat va oksidlash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Amilatsetat: qoldiqqa 2 tomchi konsentrlangan H2SO4 va quritilgan natriy atsetat kristallari qo‘shilib, asta-sekin qizdiriladi; nok essensiyasini eslatuvchi hid seziladi.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Oksidlash: qoldiq efirda eritilib, efir uchirilgach, bir necha tomchi 1% KMnO4 va teng miqdorda konsentrlangan H2SO4 tomiziladi; 1-2 daqiqa suv hammomida isitiladi.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Avval hushbo‘y izovalerian aldegidi, so‘ngra yoqimsiz (sasigan pishloq) izovalerian kislotasi hidi seziladi.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186, 186-187, 187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Amil spirti: n-dimetilaminobenzaldegid reaksiyasi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Qoldiqqa 0,5% n-dimetilaminobenzaldegidning H2SO4 dagi eritmasidan 5-10 tomchi qo‘shiladi.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To‘q qizil rang hosil bo‘ladi.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Aralashma suv bilan suyultirilsa, rang binafsha rangga o‘tadi.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+ 5-10 tomchi reaktiv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To‘q qizil rang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bilan suyultirish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Binafsha rang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Aldegid reaksiyasi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Etilenglikol: ahamiyat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Antifriz tarkibi 55% etilenglikol va 45% suvdan iborat bo‘lib, -40 °C da ham muzlamaydi.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Spirtli ichimlik o‘rnida ichilsa, bemor to‘satdan hushdan ketadi; nafas buziladi, tirishish yuz beradi, ko‘z qorachig‘i kengayadi.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100 ml dan 300 ml gacha miqdori o‘limga olib boradi; 50 ml organizmga zaharli ta’sir ko‘rsatadi.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Metabolizmida hosil bo‘lgan glikol kislotasi to‘planadi; oksalat kislotasigacha oksidlanib kalsiy bilan birikadi va buyrak naychalarida yig‘iladi.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Etilenglikolni ajratish (Lapkina va Nazarenko)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Tahlil uchun jigar olinadi, chunki etilenglikol asosan jigarda to‘planadi.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Jigarga (10 g) shavel (oksalat) kislotasi kristallaridan 5 g qo‘shib, chinni hovonchada ezg‘ilanadi.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Kolbaga o‘tkazilib, ustiga benzol (30 ml) qo‘shiladi va suv hammomida qaynatiladi.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Jigar 10 g + oksalat 5 g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22199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496312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Benzol 30 ml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3255264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529584"/>
            <a:ext cx="5287975" cy="740664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hammomida qaynatish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4288536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4562856"/>
            <a:ext cx="5287975" cy="740664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Suvli qatlam ajratiladi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Ajratish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Etilenglikolning chinlik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Mis (II)-gidroksid cho‘kmasi erib, ko‘k rangli tiniq suyuqlik hosil bo‘ladi; reaksiyaga glitserin halal beradi.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Kaliy periodat bilan kislotali muhitda formaldegidgacha oksidlanadi, so‘ng formaldegidning xarakterli reaksiyalari bilan aniqlanadi.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Konsentrlangan nitrat kislota bilan oksalat kislotasigacha oksidlanadi; ammoniy gidroksid va kalsiy tuzlari bilan oq kalsiy oksalat cho‘kmasi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46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«Charxpalak»: reaksiyalar va spirtlar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Metil spirti: metilsalitsilat; KMnO4 bilan oksidlab, formaldegidni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 spirti: yodoform, izonitril, sirka aldegidi, etilatsetat reaksiyalari.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Amil spirti: salitsil aldegidi, amilatsetat, oksidlanish, n-dimetilaminobenzaldegid.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3745"/>
                <a:gridCol w="280422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Spirt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Metilsalitsilat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Metil (hidlari etil bilan o‘xshash)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Yodoform, izonitril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Etilatsetat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Etil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Amilatsetat, aldegid reaksiyasi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Amil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Reaksiya va spirt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185, 186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6-keys: avtohalokat, qon va peshob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ekspertizasiga spirtli ichimlik ichib avtomobil halokatiga uchragan kishining 10 ml qon va 10 ml peshob namunalari keltirildi.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tarkibida peshobdan ko‘ra ko‘proq etil spirti aniqlandi.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Vazifa: vaziyatni izohlang, sud-kimyo tahlilini o‘tkazing; jadval: muammo turi, sabablari, hal etish yo‘llari.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Metil, etil va amil spirtlarining toksikologik va narkologik ahamiyati; ularni biologik ob’ektdan ajratish.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Metil spirtini salitsil kislotasi bilan efir hosil qilish va oksidlab aniqlash reaksiyalari.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Etil spirtini yodoform va izonitril hosil qilish; etil-sirka efiri va benzoy-etil efirini hosil qilish reaksiyalari.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Amil spirtini salitsil aldegidi bilan reaksiyasi, oksidlab aniqlash, sirka-amil efiri; spirtlar miqdorini aniqlash.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187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xulosa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Xulosa: metil — salitsilat efiri va oksidlash; etil — yodoform, izonitril, etilatsetat; amil — salitsil aldegidi, amilatsetat, oksidlash.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166, 185-187; Malaka materiali №117 (O‘zR SSV, loyiha matni)., Sud-kimyo ekspertiza va tekshiruvlarini o‘tkazish qoidalari, betlar: 6-band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Antifriz tarkibi 55% etilenglikol va 45% suvdan iborat bo‘lib, -40 °C da ham muzlamaydi.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Etilenglikol suv bug‘i bilan yomon haydalgani uchun u Lapkina va Nazarenko usulida benzol ishtirokida ajratiladi.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Amil va izoamil spirti oksidlanganda avval hushbo‘y izovalerian aldegidi, so‘ng sasigan pishloq hidli izovalerian kislotasi hosil bo‘ladi.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Etil spirtining miqdori etilnitrit, Vidmark-Shaymosh, Karantaev (FEK) va GSX usullarida aniqlanadi.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Metil, etil, amil spirtlari va etilenglikolni kimyoviy aniqlash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40-41, 43-46, 166, 185-187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