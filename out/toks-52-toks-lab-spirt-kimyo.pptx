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spirtlarning qaysi biri ichimlik o‘rniga ishlatilganda xavfli? Doskada: reja. Eslatma: mashg‘ulot sarlavhasida etilenglikol yo‘q, lekin syllabus mavzusida bor: kitobning amaliy qismi (185-187) etilenglikol bajarish tartibini bermaydi — u ma’ruza qismidan (toks 44-46) keltirildi. Tipik xato: etilenglikolni suv bug‘i bilan oddiy haydab ajratish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spirtlar qaysi distillyatda izlanadi? (Ikkinchisida — toks 26.) Doskada: 3 spirt nomi. Tipik xato: ishlash uchun distillyat o‘rniga to‘g‘ridan-to‘g‘ri ob’ektdan namuna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spirtni tahlil qilishda nega tezlik muhim? (Etil spirti jigarda tez oksidlanadi — toks 41.) Doskada: 4 spirt va ajratish usuli. Tipik xato: etilenglikolni ikkinchi distillyatdan izlash.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hid bo‘yicha metil va etil spirtini ajratib bo‘lmaydi? Doskada: daraxt. Qaynash harorati kitobda 63 °C deb berilgan, ilmiy muharrir qarori bo‘yicha slaydga yozilmadi. Tipik xato: metil spirtini ichimlik spirti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metil spirti ko‘rishni buzadi? (Kitob mexanizmni bu joyda tushuntirmaydi.) Doskada: 7-8 g, 30-100 g. Eslatma: kitobdagi qaynash harorati va foizlar o‘z o‘rnida (toks 40) faqat o‘qish uchun; slaydga ko‘chirilmadi. Tipik xato: metil va etil spirtini hid bilan aniq farqlash — kitob hidlari o‘xshashligini aytadi.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metabolitlar nima uchun sud-kimyo uchun muhim? Doskada: zanjir. Tipik xato: metil spirtini ham tez oksidlanadigan modda deb hisoblash — kitob uni sekin oksidlanishini aytadi (toks 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metilsalitsilat hidi. Muhokama: bu reaksiyani etil spirti ham beradi (toks 41: hidlar o‘xshash) — metil spirtini etil spirtidan qanday farqlaymiz? Kitob talabi: tenglamalarni yozing, sud-kimyoviy ahamiyatini izohlang. Xavfsizlik: konsentrlangan H2SO4 — qo‘lqop, ko‘z himoyasi. Tipik xato: etil spirti bor distillyatda bu reaksiyani metil spirti uchun xos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etil spirti halal beradi? Doskada: CH3OH + HO-SO3H → CH3-O-SO3H + H2O, so‘ng salitsil kislota bilan efir. Tipik xato: hidni yakuniy dalil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kodein+H2SO4 da ko‘k-binafsha, fuksinsulfitda zangori/binafsha rang (toks 176). Muhokama: distillyatda formaldegid bo‘lsa nima qilinadi? (Kitob: avval uni oksidlab yo‘qotiladi.) Kitob talabi: tenglamalarni yozing. Tipik xato: ortiqcha permanganatni oksalat bilan yo‘qotmay formaldegid reaksiyasini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ortiqcha permanganatni yo‘qotish kerak? Doskada: 5CH3OH + 2KMnO4 + 3H2SO4 → 5HCHO + K2SO4 + 2MnSO4 + 8H2O. Tipik xato: permanganat ortiqchasida formaldegid ham oksidlanishi (kitobda bevosita yozilmagan: 185-bet «distillyatda formaldegid bo‘lsa avval uni oksidlab yo‘qotiladi»).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spirtni tahlil qilish nega tez bajarilishi kerak? Doskada: ’peshob &gt; qon’. Eslatma: kitobda qondagi spirt konsentratsiyasi bo‘yicha jadval (toks 41) berilgan, lekin u kitobdagi xato (birlik va qiymatlar fiziologik jihatdan mos emas) — slaydga kiritilmadi. Tipik xato: kitobdagi qon konsentratsiyalari jadvalidan o‘limni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spirt tahlilini tezlik bilan olib borish kerak? (jigarda tez oksidlanadi — 41-bet.) Doskada: oksidlanish zanjiri. Tipik xato: spirt organizmda uzoq saqlanadi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ichimlikdagi qo‘shimchalarni topish muhim? Doskada: daraxt. Qondagi spirt darajalari (promille) kitobda noaniq berilgan — slaydga kiritilmadi. Tipik xato: faqat spirt topilganda boshqa zaharlarni qidirmaslik.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yodoform hidi/sariq cho‘kma; mikroskopda yulduzsimon kristallar. Muhokama: reaksiya manfiy ahamiyatga ega (toks 42; aseton ham beradi — toks 33). Kitob talabi: kristallar shaklini chizing, tenglamani yozing. Tipik xato: yodoform natijasini etil spirtiga xos deb yakuniy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reaksiya aseton va sut kislotada ham chiqadi? Doskada: I2 + 2NaOH → NaI + NaOI + H2O; CH3CH2OH + NaOI → CH3CHO + NaI + H2O; CH3CHO + 3NaOI → CI3CHO + 3NaOH; CI3CHO + NaOH → CHI3 + HCOONa. Tipik xato: yodoform topilsa etil spirti isbotlandi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badbo‘y hid; sirka aldegidi hidi. Xavfsizlik: izonitril hidi uchun so‘rish shkafi (toks 182 dagi talabga mos); kaliy bixromat bilan ehtiyot bo‘ling (kitobda ko‘rsatma yo‘q). Kitob talabi: tenglamalarni yozing. Tipik xato: izonitril reaksiyasini yodoformsiz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sirka etil efiri hidi. Muhokama: qaysi miqdoriy usul qon uchun ishlatiladi? (GSX — 53-mashg‘ulotda.) Kitob talabi: tenglamani yozing. Tipik xato: ag‘darishni sovuq suvga emas, issiq suvga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eng aniq va tez? (kitobda taqqoslanmagan — o‘qituvchi muhokamasi.) Doskada: daraxt. Tipik xato: faqat sifat reaksiyasi bilan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efir hosil qilish reaksiyalarining sezgirligi qanday? (sirka-etil efiri uchun 5 mg — sirka kislotasi, 178-bet.) Doskada: jadval. Tipik xato: efirning hidini yaxshi eslab qolmaslik.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kitob ’sababini tushuntiring‘ deydi — nega efir bilan ekstraksiya kerak? (Reaksiya sezgirligini oshirish — toks 43.) Doskada: 4 tovoqcha -&gt; 4 reaksiya. Tipik xato: efirni qizdirib uchirish — kitobda xona haroratida.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oshqozon tarkibi muhim? Doskada: oqim sxemasi. Tipik xato: amil spirtini faqat samogon tarkibidagi aralashma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distillyat yuzidagi moysimon qavat nimadan dalolat beradi? Doskada: daraxt. Tipik xato: amil spirtini suvda yaxshi eriydi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binafsha-qizil rang. Muhokama: reaksiya sezgir, lekin manfiy sud-kimyoviy ahamiyatga ega (toks 43) — bu nimani anglatadi? Xavfsizlik: konsentrlangan H2SO4. Tipik xato: rangni 3 daqiqadan oldin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12 daqiqa. Kutilayotgan natija: nok hidi; keyin aldegid va kislota hidlari. Muhokama: nega hidlar ketma-ket o‘zgaradi? (Aldegid -&gt; kislota oksidlanishi.) Kitob talabi: tenglamalar. Tipik xato: oksidlashdan oldin efirni uchirmay boshlash.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to‘q qizil, suyultirilganda binafsha. Muhokama: bu reaksiya sud-kimyoviy ahamiyati qanday? (Kitob: izoh bering.) Xavfsizlik: konsentrlangan sulfat kislota asosli reaktiv eritmasi. Tipik xato: suyultirishni oldin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etilenglikol bilan zaharlanishda buyrak jabrlanadi? (Kalsiy oksalat.) Doskada: 50 ml / 100-300 ml. Tipik xato: etilenglikolni hidli modda deb o‘ylash — toza etilenglikol hidsiz (toks 44).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buyrak yetishmovchiligi rivojlanadi? Doskada: oqim. Tipik xato: etilenglikolning o‘zini asosiy zaharli birikma deb hisoblash — kitobda metabolitlar xavfi ta’kidlanadi.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o‘lim kechikib sodir bo‘lishi mumkin? Doskada: vaqt jadvali. Tipik xato: faqat dastlabki mastlik belgilariga qarab xavfsiz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etilenglikolni suv bug‘i bilan ajratib bo‘lmaydi? Doskada: raqamlar. Tipik xato: texnik etilenglikolni (rangli) toza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yig‘uvchi idishda suvli ajralma (etilenglikol uchun). Muhokama: benzol nima vazifani bajaradi? (Suv va etilenglikolni uchirib olib ketadi, o‘zi kolbaga qaytadi — toks 45.) Xavfsizlik: benzol — yonuvchan va zaharli (kitobda ko‘rsatma yo‘q); so‘rish shkafi, alangadan uzoq. Tipik xato: oksalatsiz yoki benzolsiz haydash.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ko‘k eritma; formaldegid reaksiyasi (fuksinsulfit); oq cho‘kma. Muhokama: glitserin halal bersa, uni qanday chetlashtiramiz? (Kitob: bu sharoitda glitserin haydalmaydi.) Eslatma: etilenglikol bajarish tartibi amaliy qismda (185-187) yo‘q — ma’ruza bo‘limidan olindi. Tipik xato: formaldegid reaksiyasini etilenglikol uchun yakuniy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kristallar mineral kislotada eriydi? Doskada: oksalat kislota + CaCl2 → CaC2O4. Tipik xato: kristall shaklini kutmasdan (ba’zan 2-3 kundan keyin hosil bo‘ladi)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reaksiya qaysi spirtga xos? Doskada: jadval. Tipik xato: metilsalitsilat hidini faqat metil spirtiga xos deb hisoblash (etil spirti ham beradi).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Kutilayotgan natija: talabalar kitobdagi bo‘sh jadvalni (187) to‘ldiradi. Eslatma: jadval 8 reaksiyani 3 spirt bilan solishtiradi; javoblar 185-187 betlardagi tartibga asoslangan. Metilsalitsilat reaksiyasini etil spirti ham beradi (toks 41). Tipik xato: bir reaksiyani faqat bir spirtga xos deb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talaba kitob ma’lumotini muhokama qiladi: kitob zaharlanganda peshobdagi konsentratsiya qondagidan ancha ko‘p bo‘lishini aytadi (toks 41) — keysdagi teskari holat (qonda ko‘p) uchun kitob izoh bermaydi, shu sababli muhokama savol sifatida qoladi (masalan, spirt yaqinda ichilgan va qonga tez o‘tgan: toks 41 ’qonga tez o‘tadi’). Tipik xato: xulosani kitobda bo‘lmagan izoh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Kitobda keysga javob berilmagan. Muhokama: peshobdagi konsentratsiya odatda qondagidan ko‘p bo‘ladi (41-bet) — keysdagi teskari nisbat spirt tez ichilib, hali qondan peshobga o‘tmaganini bildirishi mumkin (kitobda yozilmagan: o‘qituvchi talqini). Tipik xato: tahlil natijasini ichish vaqtidan mustaqil talqin qilish.</a:t>
            </a:r>
          </a:p>
          <a:p/>
          <a:p>
            <a:r>
              <a:t>Tekshirish kerak (manbada noaniq):</a:t>
            </a:r>
          </a:p>
          <a:p>
            <a:r>
              <a:t>- Keys: spirtli ichimlik ichib avtohalokatga uchragan kishining 10 ml qon va 10 ml peshob namunalari keltirildi.</a:t>
            </a:r>
          </a:p>
          <a:p>
            <a:r>
              <a:t>- Qon tarkibida peshobdan ko‘ra ko‘proq etil spirti aniqlandi.</a:t>
            </a:r>
          </a:p>
          <a:p>
            <a:r>
              <a:t>- Zaharlanganda spirtning peshobdagi konsentratsiyasi qondagidan ancha ko‘p bo‘ladi; spirt qonga tez o‘tadi va jigarda tez oksidlanadi.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savolga bittadan misol keltiring. Doskada: 11 savolni raqamlab yozing. Eslatma: savollardagi benzoy-etil efiri reaksiyasi (benzoilxlorid) toks 42 da ma’ruza qismida bor. Tipik xato: reaksiyalarni spirtlar o‘rtasida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Xavfsizlik: konsentrlangan sulfat kislota, benzol va metil spirti zaharli (toks 40, 45); kitobda har reaksiya uchun alohida ko‘rsatma yo‘q — o‘qituvchi talab qiladi. Hisobot: ish daftariga har bir reaksiya natijasi. Tipik xato: hidlarni bevosita yaqindan hidlash.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Metil, etil, amil spirtlari va etilenglikolni kimyoviy aniqlash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7-laboratoriya mashg‘uloti: ikkinchi distillyatda metil, etil, amil spirtlarini kimyoviy usullarda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distillyatdan metil spirtini, etil spirtini, amil spirtini kimyoviy usullarda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 spirtlarning toksikologik va narkologik ahamiyati, dori turlarini bilishi va distillyatlardan tahlil qilishni o‘zlashtirishi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distillyatdan metil, etil va amil spirtini kimyoviy usullarda tahlil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Asbob-uskunalar: distillyat, kolbalar, probirkalar, reaktivlar, ko‘rgazmali materiallar, skotch, qog‘oz.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Spirtlarni ob’ektdan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Metil spirti suv bilan yaxshi haydaladi; haydashda 32% gacha spirt yo‘qotiladi, konsentratsiyani oshirish uchun deflegmatsiyalanadi.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Etil spirti ham suv bug‘i bilan haydaladi; spirt ichilganda qonga tez o‘tadi, 5 daqiqadan qondan aniqlash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Amil spirti ob’ektdan suv bug‘i yordamida haydaladi; sezgirlikni oshirish uchun distillyat efir bilan ekstraksiyalanadi.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Etilenglikol suv bug‘i bilan yomon haydaladi — u Lapkina va Nazarenko usulida ajratiladi.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Ajratish usuli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bug‘i; 32% gacha yo‘qotiladi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bilan haydash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+ efir ekstraksiyasi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Lapkina-Nazarenko usuli (benzol)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(40-45-betlar)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40, 41, 43,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qo‘llanilishi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kimyo sanoatida keng qo‘llanadi: asosan formaldegid sintezi uchun xom ashyo, lak va nitrobo‘yoqlar erituvchisi.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metil spirti harakatchan, rangsiz, tiniq suyuqlik; suv va organik erituvchilar bilan yaxshi aralashadi, hidi etil spirtini eslatadi.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etil spirti o‘rnida ishlatilishi oqibatida zaharlanish sodir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Metil spirti CH3OH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Xom ashyo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Formaldegid sintezi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Lak va nitrobo‘yoqlar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Dorishunoslik  ·  Qishloq xo‘jaligi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Rangsiz, tiniq suyuqlik  ·  Hidi etil spirtiga o‘xshash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 spirti (40-bet)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Metil spirti inson organizmiga kuchli ta’sir etadi; etil spirti o‘rnida ishlatilishi oqibatida zaharlanish sodir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Zaharli dozasi 7-8 g; LD50 = 30-100 g; asabni zaharlovchi modda, organizmda kumulyatsiyalanadi.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Zaharlangan kishi hushidan ketadi va o‘lishi mumkin; omon qolganlarning bir qismi ko‘rish qobiliyatini yo‘qotadi.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Murdada ichki organlarda qon quyilishi, miyada qon to‘planishi, jigar va taloqni yog‘ qoplashi; peshobda ko‘p chumoli kislotasi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7-8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30-100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Kumulyatsiya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bor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Murda peshobida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ko‘p HCOOH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 spirti (40-bet)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metil spirti oksidlanib chumoli aldegidiga, so‘ng chumoli kislotasiga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peshobida ko‘p chumoli kislotasi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Chumoli kislotasi so‘ngra karbonat kislotaga (CO2 va suv) oksidlanadi.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CH3OH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Chumoli aldegidi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Chumoli kislotasi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CO2 + H2O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murakkab efir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distillyat (yoki suvli eritma) salitsil kislotasi kristallari bilan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So‘ngra 3-4 ml konsentrlangan sulfat kislota solinadi va aralashma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Metilsalitsilat efirining o‘ziga xos yoqimli hidi seziladi.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salitsil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3-4 ml H2SO4 (konsentr.)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Qizdirish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Yoqimli 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Metilsalitsilat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Metilsalitsilat reaksiyasi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konsentrlangan H2SO4 ishtirokida salitsil kislotasi bilan o‘ziga xos hidli metilsalitsilat efirini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Distillyatda etil spirti bo‘lmasa, hosil bo‘lgan hid metil spirti uchun xarakterli.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reaksiyani etil spirti ham beradi, hidlar o‘xshash — shu sababli reaksiya cheklangan.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Metil spirti CH3OH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Salitsil kislotasi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Metilsalitsilat efiri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Konsentrlangan H2SO4, qizdirish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O‘ziga xos yoqimli hid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Metilsalitsilat (40-41-betlar)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40,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spirti: oksidlash va formaldegidni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distillyatga 2-3 ml 10% sulfat kislota qo‘shilib sovitiladi; 1% KMnO4 barqaror och binafsha rang bo‘lguncha tomchilab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15-20 daqiqa salqin joyda qoldiriladi; ortiqcha permanganat 15% oksalat kislotasi bilan yo‘qotiladi.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Filtratga formaldegidga yuqorida ko‘rsatilgan 2- va 3-reaksiyalar (kodein va fuksinsulfit)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Tayyorlash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ml distillyat + 2-3 ml 10% H2SO4, sovitiladi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Oksidlash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1% KMnO4 tomchilab: barqaror och binafsha rang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15-20 daqiqa salqin joyda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Ortiqchasi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15% oksalat kislotasi bilan yo‘qotiladi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Aniqlash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Filtratga kodein va fuksinsulfit reaksiyalari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Oksidlash tartibi (185-bet)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 spirtini oksidlash tenglamasi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 kaliy permanganat va sulfat kislota bilan oksidlanib formaldegid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permanganat oksalat kislotasi bilan yo‘qotiladi.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formaldegid fuksinsulfit kislotasi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CH3OH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KMnO4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Formaldegid HCHO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MnSO4, K2SO4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Sovuq muhit, 15-20 daqiqa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Keyin formaldegid reaksiyalari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Oksidlash (41-bet)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 farmakologik ta’siri bo‘yicha narkotik moddalar guruhiga kiradi; avval qo‘zg‘alish, so‘ng narkoz holati, muntazam iste’mol alkogolizmga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Spirtli ichimlikka ko‘pincha xloralgidrat, kokain, opiy alkaloidlari, barbituratlar qo‘shilishi ko‘p o‘limlarga sababchi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Zaharlanganda spirtning peshobdagi konsentratsiyasi qondagidan ancha ko‘p bo‘ladi; organizmda jigarda tez oksidlanadi, 90-99% CO2 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uchun me’da, jigar, buyrak va miya olish mumkin; 100-300 g spirt o‘limga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xossalari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etil spirti harakatchan, rangsiz, uchuvchan, o‘tkir mazali suyuqlik; suv va efir bilan yaxshi aralashadi, 77-78,5 °C da qaynaydi.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Zangori alanga bilan yonadi, suv bug‘i bilan haydaladi, oson oksidlanib sirka aldegidi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jigarda tez oksidlanadi: 90-99% CO2 gacha, qolgani nafas va buyrak orqali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 spirti CH3CH2OH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Sirka aldegidi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Sirka kislotasi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CO2 + H2O (90-99%)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Oksidlanish (41-bet)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ichilganda avval asab qo‘zg‘aladi, so‘ng tez narkoz holati bilan almashadi; muntazam iste’mol alkogolizmga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Ichimlikka xloralgidrat, kokain, opiy alkaloidlari, barbituratlar qo‘shilishi ko‘p o‘limlarga sababchi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Mastlikda qusish nafas yo‘lini berkitib o‘limga olib kelishi mumkin; murdada ichki a’zolardan spirt hidi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Etil spirti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Dastlabki ta’sir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Asab qo‘zg‘alishi  ·  So‘ng narkoz holati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Surunkali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Alkogolizm kasalligi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Xavfli qo‘shimchalar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Xloralgidrat, kokain  ·  Opiy alkaloidlari, barbituratlar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Ichki a’zolardan spirt hidi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(41-bet)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yodoform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ml distillyatga 1 ml 1% ishqor; och sariq rangga o‘tguncha yodning KI dagi eritmasi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hammomida (50 °C) qizdiriladi: yodoform hidi, ko‘p bo‘lsa sariq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oltiburchakli yulduzsimon mikrokristallar ko‘rinadi; ularning shakli ish daftariga chiziladi.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 + 1% ishqor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Yod/KI: och sariq rang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 50 °C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 cho‘kma, kristallar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Yodoform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Yodoform reaksiyasi: kimyoviy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ishqoriy muhitda yod bilan sirka aldegidiga oksidlanadi, u esa yodoformga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Yodoform — sariq loyqa, o‘ziga xos hidli; mikroskopda olti qirrali sariq yulduzchasimon kristallar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manfiy ahamiyatga ega, chunki organizmda shunga mos guruhli moddalar ko‘p uchraydi.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CH3CH2OH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I2 + NaOH (NaOI)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Yodoform CHI3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Natriy formiat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Ishqoriy muhit, qizdirish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 loyqa, olti qirrali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Yodoform reaksiyasi (42-bet)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izonitril va sirka aldegidi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Yodoform hosil bo‘lgach, suyuqlikka 1 tomchi anilin qo‘shilib qizdirilsa, badbo‘y hidli izonitril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aldegidi: 1 ml distillyat 1 ml 10% H2SO4 bilan aralashtirilib, qo‘ng‘ir-sariq rang bo‘lguncha 10% kaliy bixromat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bir oz uy haroratida saqlangach, sirka aldegidining xarakterli hidi seziladi.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Etil spirti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K2Cr2O7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Sirka aldegidi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Cr2(SO4)3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Oksidlanish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Sirka aldegidi hidi; yashil rang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Bixromat bilan oksidlash (42, 186-betlar)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etilatsetat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distillyatga natriy atsetat kristallari solinib, ikki barobar konsentrlangan H2SO4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 pufakchalari hosil bo‘lguncha suv hammomida qizdiriladi; etil spirti bo‘lsa sirka etil efiri hidi keladi; 20-25 ml sovuq suvga ag‘darilsa hid yaqqol.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Miqdori: etilnitrit, Vidmark-Shaymosh, Karantaev (FEK) va GSX usullarida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186, 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 miqdorini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spirtining miqdori to‘rt usulda aniqlanadi: etilnitrit usuli, Vidmark-Shaymosh usuli, Karantaev (FEK) usuli va GSX.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 tez oksidlanadi, shu sababli tahlilni tezlik bilan olib borish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me’da, jigar, buyrak va miya olinishi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Etil spirti miqdori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Etilnitrit usuli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Vidmark-Shaymosh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Karantaev (FEK)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Fotokolorimetrik usul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GSX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Gaz-suyuqlik xromatografiya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Miqdoriy usullar (43-bet)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43,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efir hosil qilish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Distillyatga konsentrlangan H2SO4 va CH3COONa kristali qo‘shib qizdirilsa, sirka etil efirining hidi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Benzoilxlorid ishqoriy muhitda etil spirti bilan o‘ziga xos hidli efir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spirtining miqdori etilnitrit, Vidmark-Shaymosh, Karantaev (FEK) va GSX usullarida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378"/>
                <a:gridCol w="1620508"/>
                <a:gridCol w="179108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Hosil bo‘ladi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CH3COONa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Sirka etil efiri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Xarakterli hid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Benzoilxlorid +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Benzoy-etil efiri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O‘ziga xos hid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I2 + NaOH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Yodoform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loyqa, kristall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Anilin (yodoformdan)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Izonitril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Badbo‘y hid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Etil spirti (42-bet)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42, 43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ahamiyat va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spirti qand va shakardan qo‘lbola tayyorlangan aroq (samogon) tarkibida ko‘p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va izoamil spirtlari markaziy asab tizimiga ta’sir qiladi; 10-15 g amil spirti o‘limga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Tahlildan oldin distillyat efir bilan ekstraksiyalanadi; efir quruq filtrdan o‘tkazilib, to‘rtta chinni tovoqchaga teng taqsimlanadi.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 xona haroratida uchiriladi va qoldiqlar bilan reaksiyalar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43, 186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zaharlanish kechishi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spirti 20-30 daqiqada ta’sir ko‘rsatib, tez mastlik holatini keltiradi, lekin to‘satdan hushdan ketish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Sianoz (terining ko‘karishi) yuz beradi; 10-15 daqiqadan so‘ng tirishib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spirti organizmda juda sekin so‘riladi va so‘rilmagan qismi oshqozonda turadi — bu sud-kimyo tahlili uchun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20-30 daqiqada tez mastlik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To‘satdan hushdan ketish, sianoz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10-15 daqiqadan so‘ng tirishish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O‘lim; murdada asfiksiya, spirt hidi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kechishi (43-bet)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xossalari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va izoamil spirti sarg‘ish, quyuq suyuqlik, o‘tkir bo‘g‘uvchi hidli; suvda yomon, organik erituvchilarda yaxshi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Erimagan qismi suv ustida qalqib yuradi; ko‘p bo‘lsa distillyat yuzida moysimon suyuqlik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Lak va bo‘yoq sanoatida erituvchi, amilnitrit, valerian kislotasi preparatlari va tutunsiz porox tayyorlashda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Amil spirti C5H11OH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Xossalari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Sarg‘ish, quyuq suyuqlik  ·  O‘tkir bo‘g‘uvchi hid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Eruvchanligi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Suvda yomon  ·  Organik erituvchida yaxshi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Qo‘llanilishi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Lak, bo‘yoq erituvchisi  ·  Amilnitrit, valerian kislotasi  ·  Tutunsiz porox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Uchrashi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Samogon (qo‘lbola aroq)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Amil spirti (43-bet)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salitsil aldegidi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tovoqchadagi qoldiqqa 20-25 tomchi 1% salitsil aldegidi va 3 ml konsentrlangan H2SO4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sovugach, tovoqcha 3 daqiqa qaynoq suv hammomida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Binafsha-qizil rang amil spirti borligidan dalolat beradi; ko‘p bo‘lsa rang qizdirilmasdan ham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salitsil aldegidi + H2SO4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daqiqa qaynoq suv hammomi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Binafsha-qizil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Salitsil aldegidi (186-bet)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amilatsetat va oksidlash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Amilatsetat: qoldiqqa 2 tomchi konsentrlangan H2SO4 va quritilgan natriy atsetat qo‘shilib, asta-sekin qizdiriladi; nok essensiyasini eslatuvchi hid seziladi.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Oksidlash: qoldiq efirda eritilib, efir uchirilgach, bir necha tomchi 1% KMnO4 va teng miqdorda konsentrlangan H2SO4 tomiziladi; 1-2 daqiqa suv hammomida.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hushbo‘y izovalerian aldegidi, so‘ngra yoqimsiz (sasigan pishloq) izovalerian kislotasi hidi seziladi.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Amil spirti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Izovalerian aldegidi: hushbo‘y hid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Izovalerian kislotasi: sasigan pishloq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Oksidlash (187-bet)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186, 186-187, 187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Amil spirti: n-dimetilaminobenzaldegid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0,5% n-dimetilaminobenzaldegidning H2SO4 dagi eritmasidan 5-10 tomchi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To‘q qizil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suv bilan suyultirilsa, rang binafsha rangga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+ 5-10 tomchi reaktiv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 qizil rang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bilan suyultirish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Binafsha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Aldegid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Antifriz tarkibi 55% etilenglikol va 45% suvdan iborat bo‘lib, -40 °C da ham muzlamaydi.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Spirtli ichimlik o‘rnida ichilsa, bemor to‘satdan hushdan ketadi; nafas buziladi, tirishish yuz beradi, ko‘z qorachig‘i kengayadi.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100 ml dan 300 ml gacha miqdori o‘limga olib boradi; 50 ml organizmga zaharli ta’sir ko‘rsatadi.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Metabolizmida hosil bo‘lgan glikol kislotasi to‘planadi; oksalat kislotasigacha oksidlanib kalsiy bilan birikadi va buyrak naychalarida yig‘iladi.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Antifriz: etilenglikol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Zaharli doza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O‘limga olib keladi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100-300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O‘zgarmay chiqadi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Etilenglikol (44-bet)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metabolizm va buyrak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 ichak orqali tez so‘riladi va fermentlar ta’sirida tez metabolitlanadi.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glikol kislotasi organizmda to‘planadi; oksalat kislotasigacha oksidlanib kalsiy bilan birikadi.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Kalsiy oksalat buyrak naychalari va miya tomirlarida yig‘ilib, bu a’zolar faoliyatiga xavf soladi; 3% ga yaqin qismi o‘zgarmay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Etilenglikol (ichakdan so‘riladi)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Glikol kislotasi (to‘planadi)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Oksalat kislotasi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Kalsiy oksalat: buyrak, miya tomirlari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Metabolizm (44-bet)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 zaharlanishi: bosqichlar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odam avval kayf qilayotgandek sezadi, bel va qorni og‘riydi, so‘ngra hushdan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zaharlanishda 12-24 soat taxikardiya, taxipnoe, o‘pka shishi; 24-72 soat davomida buyrak yetishmovchiligi va metabolik atsidoz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Bemor 13-14 kundan keyin anuriya tufayli o‘lishi mumkin; murdada miyaga qon quyilishi, buyrak yo‘llari kalsiy oksalat bilan to‘lgan.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Davr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Dastlab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Kayf, bel va qorin og‘rig‘i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12-24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Taxikardiya, taxipnoe, o‘pka shishi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24-72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Buyrak yetishmovchiligi, atsidoz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13-14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Anuriya tufayli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Zaharlanish kechishi (44-45-betlar)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Etilenglikol: xossalari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 etilenglikol rangsiz, yog‘simon quyuq, shirin mazali, hidsiz, gigroskopik suyuqlik; 197,0 °C da qaynaydi, solishtirma og‘irligi 1,127.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Antifriz tarkibi 55% etilenglikol va 45% suvdan iborat bo‘lib, -40 °C da ham muzlamaydi.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Texnikada moylovchi vosita, gidravlik suyuqliklar, siyoh, plastmassa va poliefir tolalar tayyorlashda ishlatiladi.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197,0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Solishtirma og‘irlik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1,127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Antifriz: etilenglikol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Antifriz: suv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Muzlamaydi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-40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Etilenglikol (44-bet)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Etilenglikolni ajratish (Lapkina va Nazarenko)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uchun jigar olinadi, chunki etilenglikol asosan jigarda to‘planadi.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Jigarga (10 g) shavel (oksalat) kislotasi kristallaridan 5 g qo‘shib, chinni hovonchada ezg‘ilanadi.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Kolbaga o‘tkazilib, ustiga benzol (30 ml) qo‘shiladi va suv hammomida qaynatiladi.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Jigar 10 g + oksalat 5 g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Benzol 30 ml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hammomida qaynatish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ajratiladi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Etilenglikolning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(II)-gidroksid cho‘kmasi erib, ko‘k rangli tiniq suyuqlik hosil bo‘ladi; reaksiyaga glitserin halal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periodat bilan kislotali muhitda formaldegidgacha oksidlanadi, so‘ng formaldegidning xarakterli reaksiyalari bilan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nitrat kislota bilan oksalat kislotasigacha oksidlanadi; ammoniy gidroksid va kalsiy tuzlari bilan oq kalsiy oksalat cho‘kmasi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113"/>
                <a:gridCol w="289186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Cu(OH)2 cho‘kmasi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 eritma; glitserin halal beradi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KIO4 +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 hosil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Konsentr. HNO3, so‘ng Ca tuzi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Oksalat, oq kalsiy oksalat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Ushlanish parametrlari bo‘yicha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Chinlik reaksiyalari (46-47-betlar)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Kalsiy oksalat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Ajralmaga konsentrlangan nitrat kislota 2-3 marta qo‘shib qizdirilsa, etilenglikol oksalat kislotasigacha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Oksalat kislotaga ammoniy gidroksid va kalsiy tuzlari qo‘shilsa, kalsiy oksalatning oq cho‘kmasi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Mikroskopda konvert shaklidagi kristallar ko‘rinadi; ular mineral kislotalarda eriydi; sezgirligi 0,1 g etilenglikol.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Etilenglikol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Konsentr. HNO3 (2-3 marta)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NH4OH + CaCl2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Kalsiy oksalat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Qizdirish, oksidlanish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Oq cho‘kma; konvert shaklidagi kristallar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Kalsiy oksalat (46-47-betlar)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46, 47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Spirtlar uchun asosiy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spirti: salitsil kislotasi bilan efir va permanganat bilan oksidlab formaldegidni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spirti: yodoform, izonitril, sirka aldegidi, etilatsetat; amil spirti: salitsil aldegidi, amilatsetat, oksidlash.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Reaksiyalar spirtlarning bir-biridan farqini ko‘rsatadi, lekin ayrimlari manfiy sud-kimyoviy ahamiyatga ega.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345"/>
                <a:gridCol w="1786478"/>
                <a:gridCol w="2358151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Spirt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Salitsil kislota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Metilsalitsilat hidi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Metil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KMnO4 bilan oksidlash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Formaldegid hosil bo‘ladi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Yodning ishqorli eritmasi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Yodoform, kristallar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Sirka aldegidi (bixromat)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Hid, yashil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Salitsil aldegidi +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Binafsha-qizil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Amil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KMnO4 +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Valerian aldegidi, kislotasi hidi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Spirt reaksiyalari (185-187-betlar)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185, 186,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«Charxpalak»: reaksiyalar va spirtlar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spirti: metilsalitsilat; KMnO4 bilan oksidlab, formaldegidni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spirti: yodoform, izonitril, sirka aldegidi, etilatsetat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spirti: salitsil aldegidi, amilatsetat, oksidlanish, n-dimetilaminobenzaldegid.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745"/>
                <a:gridCol w="280422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Spirt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Metilsalitsilat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(hidlari etil bilan o‘xshash)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Yodoform, izonitril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Etilatsetat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Amilatsetat, aldegid reaksiyasi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Amil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Reaksiya va spirt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185, 186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6-keys: avtohalokat, qon va peshob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ekspertizasiga spirtli ichimlik ichib avtomobil halokatiga uchragan kishining 10 ml qon va 10 ml peshob namunalari keltirildi.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tarkibida peshobdan ko‘ra ko‘proq etil spirti aniqlandi.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Vazifa: vaziyatni izohlang, sud-kimyo tahlilini o‘tkazing; jadval: muammo turi, sabablari,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6-keys: muhokama yo‘li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Keys: spirtli ichimlik ichib avtohalokatga uchragan kishining 10 ml qon va 10 ml peshob namunalari keltirildi.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tarkibida peshobdan ko‘ra ko‘proq etil spirti aniqlandi.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spirtning peshobdagi konsentratsiyasi qondagidan ancha ko‘p bo‘ladi; spirt qonga tez o‘tadi va jigarda tez oksidlanadi.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Ob’ekt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 ml qon va 10 ml peshob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Ajratish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 bug‘i bilan haydash (etil spirti)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Aniqlash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Yodoform, etilatsetat va boshqa reaksiyalar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Etilnitrit, Vidmark-Shaymosh yoki GSX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Talqin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va peshobdagi konsentratsiyalarni solishtirish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Keys yo‘li (41-43, 187-betlar)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187,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Metil, etil va amil spirtlarining toksikologik va narkologik ahamiyati; ularni biologik ob’ektdan ajratish.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Metil spirtini salitsil kislotasi bilan efir hosil qilish va oksidlab aniqlash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 spirtini yodoform va izonitril hosil qilish; etil-sirka efiri va benzoy-etil efirini hosil qilish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Amil spirtini salitsil aldegidi bilan reaksiyasi, oksidlab aniqlash, sirka-amil efiri; spirtlar miqdorini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187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Xulosa: metil — salitsilat efiri va oksidlash; etil — yodoform, izonitril, etilatsetat; amil — salitsil aldegidi, amilatsetat, oksidlash.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166, 185-187; Malaka materiali №117 (O‘zR SSV, loyiha matni)., Sud-kimyo ekspertiza va tekshiruvlarini o‘tkazish qoidalari, betlar: 6-band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Antifriz tarkibi 55% etilenglikol va 45% suvdan iborat bo‘lib, -40 °C da ham muzlamaydi.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 suv bug‘i bilan yomon haydalgani uchun u Lapkina va Nazarenko usulida benzol ishtirokida ajratiladi.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Amil va izoamil spirti oksidlanganda avval hushbo‘y izovalerian aldegidi, so‘ng sasigan pishloq hidli izovalerian kislotasi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spirtining miqdori etilnitrit, Vidmark-Shaymosh, Karantaev (FEK) va GSX usullarida aniqlanadi.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Metil, etil, amil spirtlari va etilenglikolni kimyoviy aniqlash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40-47, 166, 185-187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