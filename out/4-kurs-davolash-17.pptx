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Axloq va huquq me’yorlari qanday farq qiladi? 2) Ularga rioya qilinishi qanday ta’minlanadi? Doskada: ikki ustunli taqqoslash jadvali. Tipik xato: axloq buzilishini ham huquqbuzarlik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«Lozim darajada bajarmaslik» nimani anglatadi? Doskada: TXKH ta’rifini yozdiring. Tipik xato: faqat talabni umuman bajarmaslikni huquqbuzarlik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belgi qilmishni jinoyatdan ajratadi? Doskada: ikki yo‘nalishli sxema. Tipik xato: har qanday qilmishni jinoyat deb atash.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Har bir turga tibbiyotdan misol keltiring. Doskada: uch tur jadvali. Tipik xato: intizomiy va ma’muriy qilmishni bir xil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Xatoni oshkor etish nega kasbiy yetuklik belgisi? Doskada: Pirogov qoidasi. Tipik xato: atamani kimga tegishli ekanini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belgi vijdonan adashishni beparvolikdan ajratadi? Doskada: ta’rifning uch sababi. Tipik xato: beparvolikni ham vrach xatosi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Xato muhokamasi javobgarlikdan qo‘rqmasdan o‘tishi uchun nima kerak? Doskada: «xato → oshkor → muhokama → takrorlamaslik». Tipik xato: har bir adashishni jazolash zarur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Savol: bu holat vrach xatosiga kiradimi? Javob: manbaga ko‘ra vrach muassasada ko‘zda tutilgan barcha muolajalarni bajargan; anamnez va kasallikning atipik kechishi adashishga sabab bo‘lgan. Doskada: sabablar zanjiri. Tipik xato: bu holatni beparvolik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Krassovskiy tavsiyalari bugun qaysi qoidalarga aylangan? Doskada: xatoni oshkor etish natijasi. Tipik xato: gubka qoldirilishini baxtsiz hodisa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Baxtsiz hodisa va vrach xatosi o‘rtasidagi asosiy farq nima? Doskada: «oldindan bilish mumkin emas». Tipik xato: baxtsiz hodisani vrach xatosi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Yatrogeniya tushunchasi nima uchun kengaygan? Doskada: atama etimologiyasi. Tipik xato: yatrogeniyani faqat ruhiy ta’sir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Har bir turga misol keltiring. Doskada: turlar jadvali. Tipik xato: davolamaslikni yatrogeniya turlaridan chetda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Jinoyat va qilmish farqini yana bir bor ayting. Doskada: to‘rt belgi. Tipik xato: ijtimoiy xavflilikni faqat real zarar bilan cheklash (manbada real xavf ham kiritilgan).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To‘g‘ri va egri qasd farqini tibbiy misolda tushuntiring. Doskada: qasd turlari. Tipik xato: egri qasdni ehtiyotsizlik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Ikki shaklning asosiy farqi nimada? Doskada: taqqoslash jadvali. Tipik xato: o‘z-o‘ziga ishonishni qasd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Savol: har bir misol ehtiyotsizlikning qaysi shakli? Javob: birinchisi o‘z-o‘ziga ishonish, ikkinchisi beparvolik. Doskada: ikki ustun. Tipik xato: standartni bilmaslikni uzrli sabab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Oxirgi zaruratning ikki sharti nima? Doskada: shartlar ro‘yxati. Tipik xato: har qanday shoshilinch holatni oxirgi zarurat deb atash.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Tavakkalchilikning asosliligini nima belgilaydi? Doskada: uch shart. Tipik xato: natija ijobiy bo‘lsa tavakkalchilikni har doim asosli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Savol: jarroh harakati jinoyatmi? Javob: yo‘q, manbaga ko‘ra asosli tavakkalchilik. Doskada: shartlarni belgilang. Tipik xato: sharoit yo‘qligi sababli yordam ko‘rsatmaslik kerak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Aqli norasolikda ikkala mezon nega birga kerak? Doskada: tibbiy + yuridik. Tipik xato: faqat tibbiy mezonning o‘zini yetarli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Tibbiy misolda har bir elementni toping. Doskada: to‘rt element sxemasi. Tipik xato: sababiy bog‘lanishni jinoyat tarkibidan tashqarida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Motiv va maqsad farqini misol bilan ayting. Doskada: jinoyat tarkibi jadvali. Tipik xato: motiv va maqsadni bir xil tushuncha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guruh tibbiy xodimlarga eng ko‘p tegishli? Doskada: guruhlar ro‘yxati. Tipik xato: modda raqamlarini yodlab, mohiyatni e’tiborsiz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Qaysi oqibat qilmishni jinoyatga aylantiradi? Doskada: oqibat darajasi sxemasi. Tipik xato: oqibatsiz kasb nuqsonini ham jinoyat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Dam olish kuni ko‘chada yordam ko‘rsatish majburiyatmi? Doskada: majburiyat doirasi. Tipik xato: faqat ish joyida majburiyat bor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maxsus bilimning yo‘qligi uzrli sabab emas? Doskada: ikki ustunli jadval. Tipik xato: ta’tildaligini uzrli sabab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Qaysi shart bo‘lmasa javobgarlik yuzaga kelmaydi? Doskada: uch shart. Tipik xato: faqat oqibat bor ekan, javobgarlik ham bor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Subyekt kimlar bo‘lishi mumkin? Doskada: modda qismlari. Tipik xato: abortni faqat akusher-ginekolog sodir etadi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Muddatlarni hammasi birga jadvalda ko‘rsating. Doskada: 12 / 22 hafta / tibbiy ko‘rsatma. Tipik xato: 12 va 22 hafta muddatlarini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monelik muddat bilan bog‘liq? Doskada: besh monelik. Tipik xato: ro‘yxatni to‘liq deb olish (boshqalar maxsus yo‘riqnomalarda).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Oxirgi zaruratdagi abort qachon jinoyat emas? Doskada: holatlar sxemasi. Tipik xato: bepusht qolish oqibatini yengil oqibat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Tibbiy xodim qaysi hollarda subyekt bo‘ladi? Doskada: 113-modda 5-band. Tipik xato: tanosil kasalligi turi baholashga ta’sir qiladi deb hisoblash (manbada ta’sir qilmaydi).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Oddiy shifokor qachon mansabdor shaxs sanaladi? Doskada: lavozim jinoyatlari ro‘yxati. Tipik xato: har bir vrachni mansabdor shaxs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Mehnatga layoqatsizlik varaqasi berish nima uchun alohida? Doskada: uch belgi. Tipik xato: davolash faoliyatini ham mansab jinoyati subyektiga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Ikki jinoyatning farqi nimada? Doskada: ikki misol. Tipik xato: ikkala jinoyatni bir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Rentgen nosozligi misolida kim mas’ul? Doskada: loqaydlik → oqibat. Tipik xato: sovuqqonlikni qasddan sodir etilgan jinoyat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Mansab soxtakorligi pora bilan nega birga uchraydi? Doskada: ikki tushuncha. Tipik xato: tovlamachilikni faqat mansabdorga tegishli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Ekspert nima uchun ogohlantirilishi kerak? Doskada: 238–240 moddalar. Tipik xato: qarindoshning guvohlikdan bosh tortishini ham jinoyat deb bilish (manbada javobgarlik yo‘q).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Xabar berishni hujjatlashtirish nima uchun foydali? Doskada: kimga, qachon, qanday. Tipik xato: bemor sirini har qanday holatda saqlash kerak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Savollar: qilmish jinoyatdan nimasi bilan farq qiladi? Vrach xatosi nima? Jinoyat tarkibi elementlari qaysilar? Doskada: yakuniy sxema. Tipik xato: barcha noxush oqibatni jinoyat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Amaliy mashg‘ulot: Tibbiyot xodimlarining huquqiy holati. Tibbiy xodimlarning qilmishi.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axloq va huquq me’yorlari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Jamiyatda munosabatlar axloq va huquq me’yorlarini o‘zida mujassam etgan ijtimoiy me’yorlar bilan boshqariladi.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Axloq me’yorlari etika, din talablari va urf-odatlardan tashkil topadi; ularga rioya jamoatchilik fikri kuchi bilan ta’minlanadi.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Huquq me’yorlari davlat tomonidan joriy qilinadi, hamma uchun bir xil amal qiladi va davlat majburlovi bilan ta’minlanadi.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 xodimlarning kasb huquqbuzarligi (TXKH)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 xodimlarning faoliyati qonun va boshqa me’yoriy hujjatlar bilan belgilangan.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 faoliyatda belgilangan talablarni bajarmaslik yoki lozim darajada bajarmaslik TXKH deb ataladi.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Qilmish va jinoyat farqi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G‘ayriqonuniy harakat ijtimoiy xavf belgisiga ega bo‘lmasa va Jinoyat kodeksida ko‘zda tutilmagan bo‘lsa, qilmish deb ataladi.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Ijtimoiy xavf alomatlari bo‘lgan holatda ushbu harakat jinoyat sifatida baholanadi.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G‘ayriqonuniy harakat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Ijtimoiy xavf yo‘q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Qilmish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Ijtimoiy xavf belgisiga ko‘ra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 xodimlar qilmishining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Huquq nuqtai nazaridan tibbiy xodimlarning qilmishi intizomiy, ma’muriy va fuqaroviy turlarga bo‘linadi.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Intizomiy qilmishda belgilangan mehnat, xizmat va ishlab chiqarish tartibi buziladi.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Ma’muriy huquqbuzarlikda muassasani boshqaruv tartibi buziladi.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Fuqaroviy qilmish fuqarolar va tashkilotlarning mulkiy va nomulkiy huquqlarini buzishni anglatadi.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«Vrach xatosi» atamasi va Pirogov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«Vrach xatosi» jumlasi ilk bor N. I. Pirogov tomonidan taklif etilgan.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Pirogov vrachning xato qilish huquqi bor, ularni yashirish huquqi yo‘q, deb ta’kidlagan.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 o‘z xato va omadsizliklarini hech qachon yashirmaslikni qoida qilib olganini yozgan.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69, 69–70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Davidovskiy ta’rifi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Davidovskiy (1928): vrach xatosi — tibbiyot fani va usullarining nomukammalligi, kasallikning atipik kechishi yoki vrach tayyorgarligining yetarli emasligi oqibatidagi vijdonan adashish.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Bunda sovuqqonlik, e’tiborsizlik yoki tibbiy beparvolik elementlari bo‘lmaydi.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Fanning nomukammalligi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Kasallikning atipik kechishi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Tayyorgarlik yetarli emasligi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Vijdonan adashish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Vrach xatosi sabablari (Davidovskiy)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Vrach xatosi va huquqiy javobgarlik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«Vrach xatosi» huquqiy jihatdan jinoyat yoki ma’muriy, intizomiy, fuqaroviy qilmish bo‘lgan holatlarni anglatmasligi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«Vijdonan adashish» natijasidagi noxush oqibatlar mantiq bo‘yicha huquqiy javobgarlikni yuzaga keltirmasligi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 oshkor qilinib, takrorlamaslik maqsadida hamkasblar o‘rtasida muhokama etilishi lozim.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70, 70–71, 71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qorin og‘rig‘i bilan murojaat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30 yoshli erkak qorin og‘rig‘i, ko‘ngil aynish, qusish, bir marta suyuq axlat bilan murojaat qilgan; AB 110/70, puls 90.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Vrach ovqatdan zaharlanishga shubha qilib oshqozonni yuvishga qaror qilgan; zond kiritilganda bemor to‘satdan vafot etgan.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Autopsiyada miokardning o‘tkir infarkti (abdominal shakli) aniqlangan.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Tarixiy misol: Krassovskiy (1870)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1870 yilda Krassovskiy tuxumdon kistasini olib tashlagan; ayol 40 soatdan so‘ng vafot etgan.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Patologoanatomik tekshiruvda qorin bo‘shlig‘ida gubkali tampon qoldirilgani aniqlangan.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Krassovskiy buni maqolada bayon etishni burchi deb bilgan; jarrohlikda gubkalarni sanash va uzun tasma biriktirishni taklif etgan.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71, 71–72, 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Baxtsiz hodisa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Baxtsiz hodisa — tibbiy xodimlarga bog‘liq bo‘lmagan, oldindan bilish va bartaraf etish imkoni bo‘lmagan holatlardan kelib chiqqan noxush oqibat.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Aksariyat holatlarda bunday oqibatlar shaxsning hayotligida aniqlanmagan a’zolarning individual xususiyatlaridan yuz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Yatrogeniya atamasi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«Yatrogeniya» (grekcha iatros — vrach, gennao — yuzaga keltiraman) 1925 yilda nemis psixiatri O. Bumke tomonidan taklif etilgan.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 bu vrach so‘zlari yoki harakatlarining bemor ruhiyatiga noxush ta’siridan kelib chiqqan kasalliklarni anglatgan.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Kassirskiy bu tushunchaga muolajalarni noto‘g‘ri bajarish va dorilarni noto‘g‘ri qo‘llashni ham kiritishni taklif etgan.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Yatrogeniyaning hozirgi talqini va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Hozirgi umum qabul qilingan talqinga ko‘ra yatrogeniya — tibbiy omillar ta’sirida yuzaga kelgan yangi patologik holat.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 omil tibbiy texnologiyaning barcha elementlarini va bemor yotgan muassasa sharoitlarini o‘z ichiga 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Turlari: diagnostik, davolash (davolash, jarrohlik, jismoniy), ruhiy-emotsional va informatsion, profilaktik, davolamaslik (tibbiy yordamga kechikib murojaat) va boshqalar.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Jinoyat: umumiy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Jinoyat belgilari: jamiyat uchun xavf, jinoiy huquqbuzarlik, aybdorlik va jazo ko‘zda tutilishi.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Jazo tahdidi bilan taqiqlangan aybli ijtimoiy xavfli qilmish jinoyat deb topiladi (JK 14-modda).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Faqat qonun jinoyat deb tasniflagan ijtimoiy xavfli qilmish jinoiy huquqbuzarlik hisoblanadi.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Ayb: qasd va ehtiyotsizlik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Ayb — ijtimoiy xavfli qilmish inson ongi va irodasi nazorati ostida sodir etilishi; qasd yoki ehtiyotsizlik orqasidan sodir etgan shaxs aybdor topiladi (JK 20-modda).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To‘g‘ri qasd: shaxs xavfni anglagan, oqibatlarni oldindan ko‘rgan va ularni istagan (JK 21-modda).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Egri qasd: oqibatlarni oldindan ko‘rgan va ularning yuz berishiga ongli ravishda yo‘l qo‘ygan.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Ehtiyotsizlik: o‘z-o‘ziga ishonish va beparvolik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O‘z-o‘ziga ishonish: shaxs oqibat kelib chiqishi mumkinligini ko‘ra turib, ehtiyot choralariga rioya qilmay, ular yuz bermasligiga asossiz umid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Beparvolik: shaxs oqibatni ko‘rmagan, lekin ko‘rishi lozim va mumkin bo‘lgan (JK 22-modda).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Aksariyat holatlarda tibbiy xodimlar ehtiyotsizlik orqasidan sodir etilgan jinoyatlar uchun javobgarlikka tortiladi.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ehtiyotsizlik misollari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Navbatchilikda jarroh va anesteziolog hech qanday obyektiv sababsiz, tayyorgarliksiz, assistent va hamshirasiz rejali qorin operatsiyasini o‘tkazgan; jiddiy oqibat yuz bergan — o‘z-o‘ziga ishonish.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Vrach amaldagi standartlarni bajarmagan, asorat bemor o‘limiga sabab bo‘lgan; vrach standartlarni bilishi lozim edi — beparvolik.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Jinoyatni istisno qiluvchi holatlar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Qilmishning jinoyat ekanligini istisno etadigan holatlar: kasb bilan bog‘liq asosli tavakkalchilik va oxirgi zarurat.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Oxirgi zarurat: xavfni boshqa choralar bilan qaytarib bo‘lmasa va yetkazilgan zarar oldi olingan zarardan kam bo‘lsa, qilmish jinoyat emas (JK 38-modda).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Xavf mavjud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Boshqa chora yo‘q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Zarar kamroq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Jinoyat emas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Jinoyatni istisno etadi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116, 117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Asosli tavakkalchilik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Harakat zamonaviy ilmiy-texnik bilim va tajribaga mos bo‘lsa, maqsadga tavakkalsiz erishib bo‘lmasa va zararni oldini olish choralari ko‘rilsa, tavakkalchilik asosli (JK 41-modda).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Asosli tavakkalchilikda natijaga erishilmasa ham, yetkazilgan zarar uchun javobgarlik vujudga kelmaydi.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Odamlar halok bo‘lish xavfi yoki og‘ir oqibatlar mumkinligini bila turib qilingan tavakkalchilik asosli hisoblanmaydi.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yurak jarohati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Tuman shifoxonasiga ko‘krak qafasining sanchma-kesma yarasi bilan bemor kelgan; yurak shikastlanganligi aniqlangan.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Yurak operatsiyasi uchun shart-sharoit yo‘q, bemorni ko‘chirib bo‘lmaydi, mutaxassis kelguncha bemor vafot etishi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Navbatchi jarroh yurak jarohatini tikishga qaror qilgan; bu qaror yagona to‘g‘ri qaror va asosli tavakkalchilik deb baholanadi.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117–118, 118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Jinoiy javobgarlik subyekti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Jinoiy javobgarlik Jinoyat kodeksida belgilangan aqli raso jismoniy shaxslarga nisbatan belgilanadi; aksariyat hollarda jinoyat paytida 16 yoshga to‘lgan shaxslar (JK 17-modda).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Aqli rasolik — o‘z qilmishining ijtimoiy xavfli xususiyatini anglash va harakatlarini boshqara olish.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Aqli norasolik ikki mezonda: tibbiy (ruhiy kasallik, vaqtinchalik buzilish, aqli zaiflik) va yuridik (harakatni anglamaslik yoki boshqara olmaslik).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118–119, 119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Jinoyat tarkibi elementlari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Jinoiy qilmishning qonun belgilagan belgilari jinoyat tarkibi deb ataladi va to‘rt elementdan iborat.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Obyekt — zarar yetkazilgan narsa: tibbiy xodimlar jinoyatida odatda fuqarolarning sog‘lig‘i va hayoti.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Obyektiv tomon — tashqi ko‘rinish, oqibat, qilmish va oqibat o‘rtasidagi sababiy bog‘lanish, shuningdek joy, vaqt, usul va vositalar.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Jinoyat tarkibi: subyekt va subyektiv tomon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Subyekt — qilmish sodir etgan jismoniy shaxs: ko‘proq vrachlar, ba’zan o‘rta va kichik tibbiy xodimlar; mansabdor rahbarlar boshqaruv tartibiga qarshi jinoyat subyekti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Subyektiv tomon — shaxsning qilmishga ruhiy munosabati: ayb, motiv va maqsad.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Motiv — jinoyatga intilishni uyg‘otgan mayl, istak; maqsad — erishmoqchi bo‘lgan natija.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72"/>
                <a:gridCol w="3629002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Element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Mazmuni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Obyekt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Sog‘liq va hayot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Obyektiv tomon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Qilmish, oqibat, sababiy bog‘lanish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Subyekt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Aqli raso jismoniy shaxs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Subyektiv tomon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Ayb, motiv, maqsad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Jinoyat tarkibi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 xodimlar jinoyatlari guruhlari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Sog‘liq va hayotga qarshi: ehtiyotsizlik bilan odam o‘ldirish (102), tan jarohatlari (104, 105, 109, 111), kasb vazifasini lozim bajarmaslik (116), xavf ostida qoldirish (117).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Jinoiy abort (114-modda), tanosil yoki OITS ni tarqatish (113-modda) ham sog‘liq va hayotga qarshi jinoyatlar guruhiga kiradi.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Boshqaruv tartibiga qarshi: mansabga sovuqqonlik (207), mansab soxtakorligi (209), pora olish (210), pora berish (211).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Kasb vazifasini lozim bajarmaslik (JK 116)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Shaxsning kasbiga beparvoligi yoki insofsizligi tufayli vazifani bajarmaganligi yoki lozim bajarmaganligi o‘rtacha og‘ir yoki og‘ir shikastga sabab bo‘lsa, jinoiy javobgarlik yuzaga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Ikkinchi qismda: yordam ko‘rsatishi shart bo‘lgan shaxs uzrli sababsiz yordam ko‘rsatmagan va shikast yetgan bo‘lsa — jiddiyroq jazo.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Odamlar o‘limiga yoki boshqa og‘ir oqibatga olib kelsa, yanada og‘irroq jazo belgilangan.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121, 121–122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Shoshilinch yordam ko‘rsatish majburiyati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«Fuqarolar sog‘lig‘ini saqlash to‘g‘risida»gi Qonun 30-moddasi: tibbiyot va farmatsevtika xodimlari shoshilinch tibbiy yordam ko‘rsatishi shart.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Zarurat bo‘lsa, yordam joydan va vaqtdan qat’iy nazar — tibbiy muassasadan tashqarida va ish vaqtidan tashqarida ham ko‘rsatiladi.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Vrachgacha birlamchi yordamni voqea joyida militsiya, yong‘in xavfsizligi, transport xodimlari ko‘rsatishi lozim.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Uzrli va uzrsiz sabablar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Uzrli (obyektiv) sabablar: xodimning kasalligi, og‘irroq bemorga yordam bilan bandlik, dori-darmon, asbob, transport yo‘qligi, tabiiy ofatlar.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Uzrli sabab hisoblanmaydi: dam olish va bayram kunlari, ishdan tashqari vaqt, ta’til, shoshilinch yordam uchun maxsus bilim yo‘qligi, bemor bilan shaxsiy adovat.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Sabablarning uzrli ekanligi masalasini sud hal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122–123, 123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Javobgarlikning uch sharti (Vermel)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Vermelga ko‘ra uchta shart: 1) harakatlar obyektiv noto‘g‘ri va amaldagi yo‘riqnoma, qoida, standartlarga zid;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2) xodim o‘z tayyorgarligi va toifasiga mos ravishda harakati noto‘g‘riligini anglashi va to‘g‘ri qaror qabul qilish real imkoniyatiga ega bo‘lishi;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3) harakat yoki harakatsizlik jiddiy noxush oqibat bilan bevosita sabab-oqibat bog‘lanishiga ega bo‘lishi. Fuqaroviy javobgarlik uchun ham shu shartlar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Jinoiy abort (JK 114): umumiy qoidalar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114-modda 1-qism: akusher-ginekolog tomonidan davolash muassasalaridan tashqarida yoki tibbiy nuqtai nazardan mumkin bo‘lmagan holda sun’iy homila tushirish uchun javobgarlik.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2-qism: sun’iy homila tushirishga huquqi bo‘lmagan shaxsning bunday ishni amalga oshirishiga taalluqli.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Obyekt — homilador ayolning sog‘lig‘i va hayoti; subyektiv tomon — qasd; motiv ko‘pincha shaxsiy manfaat.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123–124, 124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Homiladorlikni uzishga ruxsat etilgan sharoit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Ayolning xohishi bilan 12 haftagacha homiladorlikni ixtisoslashtirilgan muassasalarda uzish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Ijtimoiy ko‘rsatma bo‘lsa 22 haftagacha, tibbiy ko‘rsatma bo‘lsa muddatidan qat’i nazar uzishga imkon beriladi.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Ijtimoiy ko‘rsatmalar ro‘yxatini Vazirlar Mahkamasi, tibbiy ko‘rsatmalarni Sog‘liqni saqlash vazirligi belgilaydi.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Homiladorlikni uzishga tibbiy monelik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 moneliklar: homiladorlik 12 haftadan ortiq; o‘tkir yuqumli kasalliklar.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Jinsiy a’zolarning o‘tkir va o‘tkir osti yallig‘lanish kasalliklari; joylashuvidan qat’i nazar yiringli o‘choqlar.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So‘nggi abortdan keyin 6 oydan kam vaqt o‘tganligi.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Abort: javobgarlikni belgilovchi holatlar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Muassasadan tashqarida o‘tkazilganda tibbiy moneliklar bor-yo‘qligi inobatga olinmaydi; muddat va usul ham ahamiyatsiz.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Og‘ir tan jarohati yetsa — JK 104-modda (qasddan og‘ir tan jarohati); o‘lim yoki boshqa og‘ir oqibat bo‘lsa — 114-moddaning 3-qismi.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Ayol o‘zi homiladorlikni to‘xtatganda va oxirgi zarurat holatida jinoiy javobgarlik yuzaga kelmaydi.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125, 125–126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Tanosil kasalliklari va OIV (JK 113)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Subyekt — odatda tanosil kasalligi yoki OIV bilan kasallangan shaxs; o‘z kasalligini bilgan holda boshqaga yuqtirishi yoki xavf ostida qoldirishi.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2010 yilda moddaga tibbiy xodimlar javobgarligi kiritildi: OIV/OITS yuqtirish kasb vazifasini lozim bajarmaslik oqibatida bo‘lsa (5-band); obyekt — bemor.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O‘zgartirishning mohiyati OIV/OITS tarqalishining oldini olishga qaratilgan.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Lavozim jinoyatlari: subyekt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Lavozim jinoyatlari boshqaruv tartibiga qarshi; tibbiyotda ko‘proq: vakolatni suiiste’mol qilish (205), vakolatdan chetga chiqish (206), mansabga sovuqqonlik (207), mansab soxtakorligi (209), pora olish (210).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Subyekt faqat mansabdor shaxs — ma’muriy-xo‘jalik, tashkiliy, taqsimlash va nazorat huquqiga ega shaxs.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 xodimlardan: muassasa rahbarlari va o‘rinbosarlari, bo‘lim, laboratoriya, dorixona mudirlari, bosh (katta) hamshiralar.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127, 127–128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Vrach qachon mansabdor shaxs bo‘ladi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Vrachlar va o‘rta tibbiy xodimlar tashxis, davolash, profilaktika paytida mansabdor shaxs hisoblanmaydi.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Ayrim holatlarda mansabdor shaxs deb e’tirof etiladi: mehnatga layoqatsizlik varaqasi berish, nogironlikni aniqlash, attestatsiya, toifa berish, harbiy xizmatga layoqatni aniqlash.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Mansab jinoyatining uch belgisi: majburiyatni buzish, ijtimoiy xavf alomatlari, huquqbuzarlik va oqibat o‘rtasida sabab-oqibat bog‘lanishi.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Vakolatni suiiste’mol qilish va chetga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Suiiste’mol: mansabdor shaxsning vakolatlaridan qasddan foydalanishi natijasida ko‘p miqdorda zarar yoki jiddiy ziyon yetishi (masalan, bemor yotqizilishini rad etish, og‘ir bemorni erta chiqarish).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Doiradan chetga chiqish: ko‘zda tutilmagan harakatlarni qasddan sodir etish (masalan, bosh vrachning birgalikda hal etiladigan masalani yakka hal qilishi; oila vrachining 30 kunga varaqa berishi).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128, 128–129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Mansabga sovuqqonlik bilan qarash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Mansabdor shaxsning o‘z vazifalariga loqaydlik oqibatida ularni bajarmasligi yoki lozim bajarmasligi ko‘p miqdorda zarar, tan jarohati yoki odam o‘limiga sabab bo‘lsa — mansabga sovuqqonlik.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Misollar: sanitariya-epidemiologiya tartibini qo‘pol buzish tufayli kasalxona ichi infeksiyasi tarqalishi; fizioterapiyada texnika xavfsizligi buzilib elektrotravmadan o‘lim.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Mas’ul rahbarlar jinoiy javobgarlikka tortilishi mumkin; bu jinoyat asosan ehtiyotsizlik orqasida sodir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129, 129–131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Mansab soxtakorligi va pora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Mansab soxtakorligi: g‘arazgo‘ylik bilan rasmiy hujjatlarga bila turib soxta ma’lumot kiritish yoki hujjatni qalbakilashtirish (masalan, qovurg‘a sinig‘ini kasallik tarixida qayd etmaslik).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Pora olish: xizmat mavqeidan foydalanib, harakatni bajarish yoki bajarmaslik evaziga bila turib moddiy qimmatliklar yoki mulkiy naf olish.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Tovlamachilik bilan haq talab qilish (214) mansab jinoyati emas; uning subyekti deyarli barcha tibbiy xodimlar bo‘lishi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130, 130–131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Odil sudlovga qarshi jinoyatlar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 xodimlardan ko‘proq sud-tibbiy va sud-psixiatriya ekspertlari bu jinoyatlar subyekti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Yolg‘on guvohlik: ekspertning bila turib noto‘g‘ri xulosa berishi (238-modda); pora evaziga yoki bosim orqali yolg‘on ko‘rsatma berishga majburlash ham shunday baholanadi.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Tergov sirlarini ruxsatsiz oshkor qilish (239) va ko‘rsatma yoki xulosa berishdan bo‘yin tovlash (240) jinoyat hisoblanadi.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131, 131–132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 va jinoyat haqida xabar bermaslik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ekspertizasi to‘g‘risidagi Qonunning 16-moddasi va Jinoyat-protsessual kodeksning 68-moddasi ekspert majburiyatlarini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Davlat sud-ekspertiza muassasasi rahbari ekspertni jinoiy javobgarlik haqida ogohlantirishi, tilxat olishi va xulosa bilan yuborishi lozim (14-modda).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JK 241: og‘ir yoki o‘ta og‘ir jinoyat haqida bila turib xabar bermaslik; tibbiy xodimlar huquq-tartibot idoralariga xabar berishi va buni hujjatda qayd etishi maqsadga muvofiq.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Kasb huquqbuzarligi: qilmish yoki jinoyat; qilmish intizomiy, ma’muriy, fuqaroviy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Vrach xatosi (vijdonan adashish) va baxtsiz hodisa huquqiy javobgarlik keltirmaydi, lekin tahlil qilinishi shart.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Jinoiy javobgarlik ayb, jinoyat tarkibi va sabab-oqibat bog‘lanishi bo‘lgandagina yuzaga keladi.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67–68, 70–74, 118–123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Pirogov (1837): xatolarni imkon qadar tez oshkor etish — vijdonli insonning, ayniqsa o‘qituvchining, ichki zaruriyati.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klinik-anatomik konferensiya 1930 yil 9 dekabrda Moskvadagi «Medsantrud» kasalxonasida o‘tkazilgan.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«Yatrogeniya» atamasi 1925 yilda O. Bumke tomonidan taklif etilgan.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Mansab soxtakorligi misoli: tan jarohati og‘irligini pasaytirish uchun vrach qovurg‘a sinig‘ini kasallik tarixida qayd etmasligi.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mashg‘ulot: Tibbiyot xodimlarining huquqiy holati.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Vrach faoliyatining huquqiy asoslari: darslik, Toshkent: Tafakkur-Bo‘stoni. 2012. 5-bob. Tibbiy xodimlarning kasb huquqbuzarliklari; bet 67-77; 9-bob. Tibbiy xodimlarning jinoiy javobgarligi; bet 115-133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