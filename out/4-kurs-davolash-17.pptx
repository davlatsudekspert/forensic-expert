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Axloq va huquq me’yorlari qanday farq qiladi? 2) Ularga rioya qilinishi qanday ta’minlanadi? Doskada: ikki ustunli taqqoslash jadvali. Tipik xato: axloq buzilishini ham huquqbuzarlik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«Lozim darajada bajarmaslik» nimani anglatadi? Doskada: TXKH ta’rifini yozdiring. Tipik xato: faqat talabni umuman bajarmaslikni huquqbuzarlik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belgi qilmishni jinoyatdan ajratadi? Doskada: ikki yo‘nalishli sxema. Tipik xato: har qanday qilmishni jinoyat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tibbiyotdan misol keltiring. Doskada: uch tur jadvali. Tipik xato: intizomiy va ma’muriy qilmishni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Xatoni oshkor etish nega kasbiy yetuklik belgisi? Doskada: Pirogov qoidasi. Tipik xato: atamani kimga tegishli ekanini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vijdonan adashishni beparvolikdan ajratadi? Doskada: ta’rifning uch sababi. Tipik xato: beparvolikni ham vrach xatosi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Xato muhokamasi javobgarlikdan qo‘rqmasdan o‘tishi uchun nima kerak? Doskada: «xato → oshkor → muhokama → takrorlamaslik». Tipik xato: har bir adashishni jazolash zarur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Savol: bu holat vrach xatosiga kiradimi? Javob: manbaga ko‘ra vrach muassasada ko‘zda tutilgan barcha muolajalarni bajargan; anamnez va kasallikning atipik kechishi adashishga sabab bo‘lgan. Doskada: sabablar zanjiri. Tipik xato: bu holatni beparvolik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Krassovskiy tavsiyalari bugun qaysi qoidalarga aylangan? Doskada: xatoni oshkor etish natijasi. Tipik xato: gubka qoldirilishini baxtsiz hodisa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Baxtsiz hodisa va vrach xatosi o‘rtasidagi asosiy farq nima? Doskada: «oldindan bilish mumkin emas». Tipik xato: baxtsiz hodisani vrach xatosi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Yatrogeniya tushunchasi nima uchun kengaygan? Doskada: atama etimologiyasi. Tipik xato: yatrogeniyani faqat ruhiy ta’sir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turga misol keltiring. Doskada: turlar jadvali. Tipik xato: davolamaslikni yatrogeniya turlaridan chetda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Jinoyat va qilmish farqini yana bir bor ayting. Doskada: to‘rt belgi. Tipik xato: ijtimoiy xavflilikni faqat real zarar bilan cheklash (manbada real xavf ham kiritilgan).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To‘g‘ri va egri qasd farqini tibbiy misolda tushuntiring. Doskada: qasd turlari. Tipik xato: egri qasdni ehtiyotsizlik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shaklning asosiy farqi nimada? Doskada: taqqoslash jadvali. Tipik xato: o‘z-o‘ziga ishonishni qasd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Savol: har bir misol ehtiyotsizlikning qaysi shakli? Javob: birinchisi o‘z-o‘ziga ishonish, ikkinchisi beparvolik. Doskada: ikki ustun. Tipik xato: standartni bilmaslikni uzrli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Oxirgi zaruratning ikki sharti nima? Doskada: shartlar ro‘yxati. Tipik xato: har qanday shoshilinch holatni oxirgi zarurat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Tavakkalchilikning asosliligini nima belgilaydi? Doskada: uch shart. Tipik xato: natija ijobiy bo‘lsa tavakkalchilikni har doim asosli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Savol: jarroh harakati jinoyatmi? Javob: yo‘q, manbaga ko‘ra asosli tavakkalchilik. Doskada: shartlarni belgilang. Tipik xato: sharoit yo‘qligi sababli yordam ko‘rsatmaslik kerak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Aqli norasolikda ikkala mezon nega birga kerak? Doskada: tibbiy + yuridik. Tipik xato: faqat tibbiy mezonning o‘zini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Tibbiy misolda har bir elementni toping. Doskada: to‘rt element sxemasi. Tipik xato: sababiy bog‘lanishni jinoyat tarkibidan tashqarida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Motiv va maqsad farqini misol bilan ayting. Doskada: jinoyat tarkibi jadvali. Tipik xato: motiv va maqsadni bir xil tushuncha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guruh tibbiy xodimlarga eng ko‘p tegishli? Doskada: guruhlar ro‘yxati. Tipik xato: modda raqamlarini yodlab, mohiyatni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oqibat qilmishni jinoyatga aylantiradi? Doskada: oqibat darajasi sxemasi. Tipik xato: oqibatsiz kasb nuqsonini ham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Dam olish kuni ko‘chada yordam ko‘rsatish majburiyatmi? Doskada: majburiyat doirasi. Tipik xato: faqat ish joyida majburiyat bor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maxsus bilimning yo‘qligi uzrli sabab emas? Doskada: ikki ustunli jadval. Tipik xato: ta’tildaligini uzrli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shart bo‘lmasa javobgarlik yuzaga kelmaydi? Doskada: uch shart. Tipik xato: faqat oqibat bor ekan, javobgarlik ham bor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Subyekt kimlar bo‘lishi mumkin? Doskada: modda qismlari. Tipik xato: abortni faqat akusher-ginekolog sodir etadi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Muddatlarni hammasi birga jadvalda ko‘rsating. Doskada: 12 / 22 hafta / tibbiy ko‘rsatma. Tipik xato: 12 va 22 hafta muddatlarini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monelik muddat bilan bog‘liq? Doskada: besh monelik. Tipik xato: ro‘yxatni to‘liq deb olish (boshqalar maxsus yo‘riqnomalarda).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Oxirgi zaruratdagi abort qachon jinoyat emas? Doskada: holatlar sxemasi. Tipik xato: bepusht qolish oqibatini yengil oqibat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Tibbiy xodim qaysi hollarda subyekt bo‘ladi? Doskada: 113-modda 5-band. Tipik xato: tanosil kasalligi turi baholashga ta’sir qiladi deb hisoblash (manbada ta’sir qilmaydi).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Oddiy shifokor qachon mansabdor shaxs sanaladi? Doskada: lavozim jinoyatlari ro‘yxati. Tipik xato: har bir vrachni mansabdor shaxs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Mehnatga layoqatsizlik varaqasi berish nima uchun alohida? Doskada: uch belgi. Tipik xato: davolash faoliyatini ham mansab jinoyati subyektiga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jinoyatning farqi nimada? Doskada: ikki misol. Tipik xato: ikkala jinoyatni bir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Rentgen nosozligi misolida kim mas’ul? Doskada: loqaydlik → oqibat. Tipik xato: sovuqqonlikni qasddan sodir etilgan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Mansab soxtakorligi pora bilan nega birga uchraydi? Doskada: ikki tushuncha. Tipik xato: tovlamachilikni faqat mansabdorga tegishli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nima uchun ogohlantirilishi kerak? Doskada: 238–240 moddalar. Tipik xato: qarindoshning guvohlikdan bosh tortishini ham jinoyat deb bilish (manbada javobgarlik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Xabar berishni hujjatlashtirish nima uchun foydali? Doskada: kimga, qachon, qanday. Tipik xato: bemor sirini har qanday holatda saqlash kerak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Savollar: qilmish jinoyatdan nimasi bilan farq qiladi? Vrach xatosi nima? Jinoyat tarkibi elementlari qaysilar? Doskada: yakuniy sxema. Tipik xato: barcha noxush oqibatni jinoyat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mashg‘ulot: Tibbiyot xodimlarining huquqiy holati. Tibbiy xodimlarning qilmishi.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axloq va huquq me’yorlari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Jamiyatda munosabatlar axloq va huquq me’yorlarini o‘zida mujassam etgan ijtimoiy me’yorlar bilan boshqariladi.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Axloq me’yorlari etika, din talablari va urf-odatlardan tashkil topadi; ularga rioya jamoatchilik fikri kuchi bilan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me’yorlari davlat tomonidan joriy qilinadi, hamma uchun bir xil amal qiladi va davlat majburlovi bilan ta’minlanadi.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xodimlarning kasb huquqbuzarligi (TXKH)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xodimlarning faoliyati qonun va boshqa me’yoriy hujjatlar bilan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faoliyatda belgilangan talablarni bajarmaslik yoki lozim darajada bajarmaslik TXKH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Qilmish va jinoyat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G‘ayriqonuniy harakat ijtimoiy xavf belgisiga ega bo‘lmasa va Jinoyat kodeksida ko‘zda tutilmagan bo‘lsa, qilmish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xavf alomatlari bo‘lgan holatda ushbu harakat jinoyat sifatida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Qilmish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G‘ayriqonuniy harakat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Ijtimoiy xavf belgisi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Jinoyat kodeksida ko‘zda tutilmagan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Jinoyat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Ijtimoiy xavf alomatlari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Jazo tahdidi bilan taqiqlangan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Aybli ijtimoiy xavfli qilmish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Ijtimoiy xavf belgisiga ko‘ra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 qilmishining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nuqtai nazaridan tibbiy xodimlarning qilmishi intizomiy, ma’muriy va fuqaroviy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Intizomiy qilmishda belgilangan mehnat, xizmat va ishlab chiqarish tartibi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Ma’muriy huquqbuzarlikda muassasani boshqaruv tartibi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Fuqaroviy qilmish fuqarolar va tashkilotlarning mulkiy va nomulkiy huquqlarini buzishni anglatadi.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Qilmish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Intizomiy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Mehnat va xizmat tartibi buziladi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Ma’muriy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Muassasani boshqarish tartibi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Fuqaroviy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Mulkiy va nomulkiy huquqlar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Huquq nuqtai nazaridan uch tur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«Vrach xatosi» atamasi va Pirogov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«Vrach xatosi» jumlasi ilk bor N. I. Pirogov tomonidan taklif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Pirogov vrachning xato qilish huquqi bor, ularni yashirish huquqi yo‘q, deb ta’kidlagan.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o‘z xato va omadsizliklarini hech qachon yashirmaslikni qoida qilib olganini yozgan.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69, 69–70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Davidovskiy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Davidovskiy (1928): vrach xatosi — tibbiyot fani va usullarining nomukammalligi, atipik kechish yoki tayyorgarlik yetishmasligi oqibatidagi vijdonan adashish.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sovuqqonlik, e’tiborsizlik yoki tibbiy beparvolik elementlari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Vrach xatosi (1928)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Fan nomukammal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Atipik kechish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Tayyorgarlik yetarli emas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Vijdonan adashish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Beparvolik elementlari yo‘q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Davidovskiy ta’rifining tarkibi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xatosi va huquqiy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«Vrach xatosi» huquqiy jihatdan jinoyat yoki ma’muriy, intizomiy, fuqaroviy qilmish bo‘lgan holatlarni anglatmasligi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«Vijdonan adashish» natijasidagi noxush oqibatlar mantiq bo‘yicha huquqiy javobgarlikni yuzaga keltirmasligi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oshkor qilinib, takrorlamaslik maqsadida hamkasblar o‘rtasida muhokama etilishi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70, 70–71,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qorin og‘rig‘i bilan murojaat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 yoshli erkak qorin og‘rig‘i, ko‘ngil aynish, qusish, bir marta suyuq axlat bilan murojaat qilgan; AB 110/70, puls 90.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ovqatdan zaharlanishga shubha qilib oshqozonni yuvishga qaror qilgan; zond kiritilganda bemor to‘satdan vafot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Autopsiyada miokardning o‘tkir infarkti (abdominal shakli) aniqlangan.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Qorin og‘rig‘i, qusish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Zaharlanishga shubha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Oshqozon zondi kiritildi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to‘satdan vafot etdi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Autopsiya: miokard infarkti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Voqea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Tarixiy misol: Krassovskiy (1870)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1870 yilda Krassovskiy tuxumdon kistasini olib tashlagan; ayol 40 soatdan so‘ng vafot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Patologoanatomik tekshiruvda qorin bo‘shlig‘ida gubkali tampon qoldirilgani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Krassovskiy buni maqolada bayon etishni burchi deb bilgan; jarrohlikda gubkalarni sanash va uzun tasma biriktirishni taklif etgan.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1870: operatsiya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Tuxumdon kistasi olib tashlandi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40 soatdan so‘ng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Ayol vafot etdi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Autopsiya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Qorinda gubkali tampon topildi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Krassovskiy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Voqeani maqolada ochiq bayon etdi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Taklif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Gubkalarni sanash, uzun tasma biriktirish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Krassovskiy voqeasi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71, 71–72,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Baxtsiz hodisa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Baxtsiz hodisa — tibbiy xodimlarga bog‘liq bo‘lmagan, oldindan bilish va bartaraf etish imkoni bo‘lmagan holatlardan kelib chiqqan noxush oqibat.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holatlarda bunday oqibatlar shaxsning hayotligida aniqlanmagan a’zolarning individual xususiyatlaridan yuz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 atamasi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«Yatrogeniya» (grekcha iatros — vrach, gennao — yuzaga keltiraman) 1925 yilda nemis psixiatri O. Bumke tomonidan taklif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 bu vrach so‘zlari yoki harakatlarining bemor ruhiyatiga noxush ta’siridan kelib chiqqan kasalliklarni anglatgan.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Kassirskiy bu tushunchaga muolajalarni noto‘g‘ri bajarish va dorilarni noto‘g‘ri qo‘llashni ham kiritishni taklif etgan.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Yatrogeniyaning hozirgi talqini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Hozirgi umum qabul qilingan talqinga ko‘ra yatrogeniya — tibbiy omillar ta’sirida yuzaga kelgan yangi patologik holat.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omil tibbiy texnologiyaning barcha elementlarini va bemor yotgan muassasa sharoitlarini o‘z ichiga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diagnostik, davolash (jarrohlik, jismoniy), ruhiy-emotsional va informatsion, profilaktik, davolamaslik (kechikib murojaat) va boshqalar.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Yatrogeniya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Diagnostik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Davolash  ·  Jarrohlik  ·  Jismoniy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Ruhiy-emotsional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Informatsion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Profilaktik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Davolamaslik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Kechikib murojaat qilish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 omil ta’sirida yangi holat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Jinoyat: umumiy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belgilari: jamiyat uchun xavf, jinoiy huquqbuzarlik, aybdorlik va jazo ko‘zda tutilishi.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Jazo tahdidi bilan taqiqlangan aybli ijtimoiy xavfli qilmish jinoyat deb topiladi (JK 14-modda).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qonun jinoyat deb tasniflagan ijtimoiy xavfli qilmish jinoiy huquqbuzarlik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Jinoyat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Jamiyat uchun xavf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Jinoiy huquqbuzarlik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qonun jinoyat deb tasniflasa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Aybdorlik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Jazo ko‘zda tutiladi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14-modda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Jinoyatning to‘rt belgisi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Ayb: qasd va ehtiyotsizlik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Ayb — ijtimoiy xavfli qilmish inson ongi va irodasi nazorati ostida sodir etilishi; qasd yoki ehtiyotsizlik bilan aybdor topiladi (JK 20-modda).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To‘g‘ri qasd: shaxs xavfni anglagan, oqibatlarni oldindan ko‘rgan va ularni istagan (JK 21-modda).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Egri qasd: oqibatlarni oldindan ko‘rgan va ularning yuz berishiga ongli ravishda yo‘l qo‘ygan.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Ayb (JK 20-modda)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To‘g‘ri qasd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Xavfni anglagan, oqibatni istagan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Egri qasd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Oqibatga ongli yo‘l qo‘ygan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Ehtiyotsizlik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O‘z-o‘ziga ishonish  ·  Beparvolik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Qasd va ehtiyotsizlik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Ehtiyotsizlik: o‘z-o‘ziga ishonish va beparvolik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O‘z-o‘ziga ishonish: shaxs oqibat kelib chiqishi mumkinligini ko‘ra turib, ehtiyot choralariga rioya qilmay, ular yuz bermasligiga asossiz umid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Beparvolik: shaxs oqibatni ko‘rmagan, lekin ko‘rishi lozim va mumkin bo‘lgan (JK 22-modda).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holatlarda tibbiy xodimlar ehtiyotsizlik orqasidan sodir etilgan jinoyatlar uchun javobgarlikka tortiladi.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O‘z-o‘ziga ishonish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 mumkinligini ko‘radi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Ehtiyot choralariga rioya qilmaydi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 bo‘lmasligiga asossiz umid qiladi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Beparvolik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Oqibatni ko‘rmagan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Ko‘rishi lozim va mumkin edi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JK 22-modda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Ehtiyotsizlik shakllari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ehtiyotsizlik misollari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Navbatchi jarroh va anesteziolog sababsiz, tayyorgarliksiz, assistent va hamshirasiz rejali qorin operatsiyasini qildi; jiddiy oqibat — o‘z-o‘ziga ishonish.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 amaldagi standartlarni bajarmagan, asorat bemor o‘limiga sabab bo‘lgan; vrach standartlarni bilishi lozim edi — beparvolik.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Jarroh va anesteziolog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Rejali qorin operatsiyasi, tayyorgarliksiz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Assistent va hamshirasiz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Turi: o‘z-o‘ziga ishonish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Standartni bilmagan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Standartlarni bajarmadi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Asorat bemor o‘limiga olib keldi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Turi: beparvolik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misol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Jinoyatni istisno qiluvchi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Qilmishning jinoyat ekanligini istisno etadigan holatlar: kasb bilan bog‘liq asosli tavakkalchilik va oxirgi zarurat.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zarurat: xavfni boshqa choralar bilan qaytarib bo‘lmasa va yetkazilgan zarar oldi olingan zarardan kam bo‘lsa, qilmish jinoyat emas (JK 38-modda).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Xavf mavjud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Boshqa chora yo‘q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 kamroq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Jinoyat emas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Jinoyatni istisno etadi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116, 117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tavakkalchilik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 zamonaviy ilmiy-texnik bilimga mos, maqsadga tavakkalsiz erishib bo‘lmasa va zararni oldini olish choralari ko‘rilsa, tavakkalchilik asosli (JK 41).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tavakkalchilikda natijaga erishilmasa ham, yetkazilgan zarar uchun javobgarlik vujudga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halok bo‘lish xavfi yoki og‘ir oqibatlar mumkinligini bila turib qilingan tavakkalchilik asosli hisoblanmaydi.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Bilimga mos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Harakat zamonaviy ilmiy-texnik bilimga mos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Boshqa yo‘l yo‘q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Maqsadga tavakkalsiz erishib bo‘lmaydi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Choralar ko‘rilgan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Zararni oldini olish choralari ko‘rilgan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Istisno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Halok bo‘lish xavfini bilib qilsa — asosli emas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Asosli tavakkalchilik (JK 41)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yurak jarohati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Tuman shifoxonasiga ko‘krak qafasining sanchma-kesma yarasi bilan bemor kelgan; yurak shikastlanganligi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operatsiyasi uchun shart-sharoit yo‘q, bemorni ko‘chirib bo‘lmaydi, mutaxassis kelguncha bemor vafot 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Navbatchi jarroh yurak jarohatini tikishga qaror qilgan; bu qaror yagona to‘g‘ri qaror va asosli tavakkalchilik deb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Ko‘krak sanchma-kesma yarasi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shikastlangan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Shart-sharoit yo‘q, ko‘chirib bo‘lmaydi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Jarroh yurakni tikdi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Asosli tavakkalchilik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Qaror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117–118, 118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javobgarlik subyekti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javobgarlik aqli raso jismoniy shaxslarga belgilanadi; aksariyat hollarda jinoyat paytida 16 yoshga to‘lgan shaxslarga (JK 17-modda).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Aqli rasolik — o‘z qilmishining ijtimoiy xavfli xususiyatini anglash va harakatlarini boshqara 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Aqli norasolik ikki mezonda: tibbiy (ruhiy kasallik, vaqtinchalik buzilish, aqli zaiflik) va yuridik (harakatni anglamaslik yoki boshqara olmaslik).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 mezon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Ruhiy kasallik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Ruhiy holatning vaqtincha buzilishi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Aqli zaiflik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Yuridik mezon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 ahamiyatini anglamaslik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Harakatni boshqara olmaslik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Aqli norasolik: ikki mezon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118–119, 119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tarkibi elementlari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qilmishning qonun belgilagan belgilari jinoyat tarkibi deb ataladi va to‘rt elementdan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 — zarar yetkazilgan narsa: tibbiy xodimlar jinoyatida odatda fuqarolarning sog‘lig‘i va hayoti.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Obyektiv tomon — tashqi ko‘rinish, oqibat, qilmish va oqibat o‘rtasidagi sababiy bog‘lanish, shuningdek joy, vaqt, usul va vositalar.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tarkibi: subyekt va subyektiv tomon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 — qilmish sodir etgan jismoniy shaxs: ko‘proq vrachlar, ba’zan o‘rta va kichik xodimlar; rahbarlar boshqaruv tartibiga qarshi jinoyat subyekti.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Subyektiv tomon — shaxsning qilmishga ruhiy munosabati: ayb, motiv va maqsad.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Motiv — jinoyatga intilishni uyg‘otgan mayl, istak; maqsad — erishmoqchi bo‘lgan natija.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Jinoyat tarkibi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Sog‘liq va hayot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Obyektiv tomon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Qilmish, oqibat, sababiy bog‘lanish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Subyekt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Aqli raso jismoniy shaxs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Subyektiv tomon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Ayb, motiv, maqsad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element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xodimlar jinoyatlari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 va hayotga qarshi: ehtiyotsizlikdan o‘ldirish (102), tan jarohati (104, 105, 109, 111), kasb vazifasini bajarmaslik (116), xavf ostida qoldirish (117).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(114-modda), tanosil yoki OITS ni tarqatish (113-modda) ham sog‘liq va hayotga qarshi jinoyatlar guruhiga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Boshqaruv tartibiga qarshi: mansabga sovuqqonlik (207), mansab soxtakorligi (209), pora olish (210), pora berish (211).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xodim jinoyatlari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Sog‘liq va hayotga qarshi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102, 104, 105, 109, 111  ·  JK 113, 114, 116, 117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Boshqaruv tartibiga qarshi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207, 209, 210, 211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moddalari guruhlari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Kasb vazifasini lozim bajarmaslik (JK 116)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Beparvolik yoki insofsizlik tufayli kasb vazifasini bajarmaslik yoki lozim bajarmaslik o‘rtacha og‘ir yoki og‘ir shikastga olib kelsa, jinoiy javobgarlik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qismda: yordam ko‘rsatishi shart bo‘lgan shaxs uzrli sababsiz yordam ko‘rsatmagan va shikast yetgan bo‘lsa — jiddiyroq jazo.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o‘limiga yoki boshqa og‘ir oqibatga olib kelsa, yanada og‘irroq jazo belgilangan.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1-qism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Lozim bajarmaslik: o‘rtacha og‘ir yoki og‘ir shikast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2-qism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Uzrsiz yordam ko‘rsatmaslik: jiddiyroq jazo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 oqibat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Odamlar o‘limi yoki og‘ir oqibat: yanada og‘ir jazo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116: jazo darajalari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121, 121–122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ko‘rsatish majburiyati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«Fuqarolar sog‘lig‘ini saqlash to‘g‘risida»gi Qonun 30-moddasi: tibbiyot va farmatsevtika xodimlari shoshilinch tibbiy yordam ko‘rsatishi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Zarurat bo‘lsa, yordam joydan va vaqtdan qat’iy nazar — tibbiy muassasadan tashqarida va ish vaqtidan tashqarida ham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Vrachgacha birlamchi yordamni voqea joyida militsiya, yong‘in xavfsizligi, transport xodimlari ko‘rsatishi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Uzrli va uzrsiz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Uzrli (obyektiv) sabablar: xodimning kasalligi, og‘irroq bemorga yordam bilan bandlik, dori-darmon, asbob, transport yo‘qligi, tabiiy ofatlar.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Uzrli sabab emas: dam olish va bayram kunlari, ishdan tashqari vaqt, ta’til, shoshilinch yordam uchun bilim yo‘qligi, bemor bilan adovat.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Sabablarning uzrli ekanligi masalasini sud hal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Uzrli (obyektiv)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Xodimning kasalligi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Og‘irroq bemorga yordam bilan bandlik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Dori, asbob, transport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Tabiiy ofatlar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Uzrli emas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Dam olish va bayram kunlari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Ta’til, ishdan tashqari vaqt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Maxsus bilim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 bilan shaxsiy adovat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 hal qiladi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122–123, 123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Javobgarlikning uch sharti (Vermel)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Vermelga ko‘ra uchta shart: 1) harakatlar obyektiv noto‘g‘ri va amaldagi yo‘riqnoma, qoida, standartlarga zid;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2) xodim o‘z tayyorgarligi va toifasiga mos ravishda harakati noto‘g‘riligini anglashi va to‘g‘ri qaror qabul qilish real imkoniyatiga ega bo‘lishi;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3) harakat yoki harakatsizlik jiddiy noxush oqibat bilan bevosita sabab-oqibat bog‘lanishiga ega bo‘lishi. Fuqaroviy javobgarlik uchun ham shu shartlar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Harakat noto‘g‘ri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Yo‘riqnoma, qoida, standartlarga zid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Anglash imkoniyati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Tayyorgarlik va toifaga mos, to‘g‘ri qaror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Sababiy bog‘lanish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Jiddiy noxush oqibat bilan bevosita aloqa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Vermel bo‘yicha shartlar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 (JK 114): umumiy qoidalar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114-modda 1-qism: akusher-ginekolog tomonidan davolash muassasalaridan tashqarida yoki tibbiy jihatdan mumkin bo‘lmagan holda sun’iy homila tushirish.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2-qism: sun’iy homila tushirishga huquqi bo‘lmagan shaxsning bunday ishni amalga oshirishiga taalluqli.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 — homilador ayolning sog‘lig‘i va hayoti; subyektiv tomon — qasd; motiv ko‘pincha shaxsiy manfaat.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123–124, 124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Homiladorlikni uzishga ruxsat etilgan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Ayolning xohishi bilan 12 haftagacha homiladorlikni ixtisoslashtirilgan muassasalarda uzish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ko‘rsatma bo‘lsa 22 haftagacha, tibbiy ko‘rsatma bo‘lsa muddatidan qat’i nazar uzishga imkon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ko‘rsatmalar ro‘yxatini Vazirlar Mahkamasi, tibbiy ko‘rsatmalarni Sog‘liqni saqlash vazirligi belgilaydi.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Ayol xohishi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Ijtimoiy ko‘rsatma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 ko‘rsatma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muddatsiz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Ijtimoiy ro‘yxat</a:t>
            </a:r>
          </a:p>
          <a:p>
            <a:pPr algn="l">
              <a:spcAft>
                <a:spcPts val="100"/>
              </a:spcAft>
            </a:pPr>
            <a:r>
              <a:rPr sz="2100" b="1">
                <a:solidFill>
                  <a:srgbClr val="0B1F3A"/>
                </a:solidFill>
                <a:latin typeface="Calibri"/>
              </a:rPr>
              <a:t>Vazirlar Mahkamasi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Tibbiy ro‘yxat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SSV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Muddatlar va vakolat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Homiladorlikni uzishga tibbiy monelik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moneliklar: homiladorlik 12 haftadan ortiq; o‘tkir yuqumli kasalliklar.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a’zolarning o‘tkir va o‘tkir osti yallig‘lanish kasalliklari; joylashuvidan qat’i nazar yiringli o‘choqlar.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So‘nggi abortdan keyin 6 oydan kam vaqt o‘tganligi.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moneliklar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Muddat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12 haftadan ortiq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Kasalliklar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O‘tkir yuqumli kasalliklar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Yallig‘lanish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Jinsiy a’zolarning o‘tkir va o‘tkir osti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Yiringli o‘choqlar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Joylashuvidan qat’i nazar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Oxirgi abort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6 oydan kam vaqt o‘tgan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Abortga monelik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Abort: javobgarlikni belgilovchi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Muassasadan tashqarida o‘tkazilganda tibbiy moneliklar bor-yo‘qligi inobatga olinmaydi; muddat va usul ham ahamiyatsiz.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tan jarohati yetsa — JK 104-modda (qasddan og‘ir tan jarohati); o‘lim yoki boshqa og‘ir oqibat bo‘lsa — 114-moddaning 3-qismi.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Ayol o‘zi homiladorlikni to‘xtatganda va oxirgi zarurat holatida jinoiy javobgarlik yuzaga kelmaydi.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125, 125–126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 (JK 113)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Subyekt — odatda tanosil kasalligi yoki OIV bilan kasallangan shaxs; o‘z kasalligini bilgan holda boshqaga yuqtirishi yoki xavf ostida qoldirishi.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2010 yilda moddaga tibbiy xodimlar javobgarligi kiritildi: OIV/OITS yuqtirish kasb vazifasini lozim bajarmaslik oqibatida bo‘lsa (5-band); obyekt — bemor.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O‘zgartirishning mohiyati OIV/OITS tarqalishining oldini olishga qaratilgan.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Lavozim jinoyatlari: subyekt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Lavozim jinoyatlari boshqaruv tartibiga qarshi; tibbiyotda ko‘proq: suiiste’mol (205), chetga chiqish (206), sovuqqonlik (207), soxtakorlik (209), pora (210).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Subyekt faqat mansabdor shaxs — ma’muriy-xo‘jalik, tashkiliy, taqsimlash va nazorat huquqiga ega shaxs.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xodimlardan: muassasa rahbarlari va o‘rinbosarlari, bo‘lim, laboratoriya, dorixona mudirlari, bosh (katta) hamshiralar.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Lavozim jinoyatlari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Suiiste’mol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205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Vakolatdan chetga chiqish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206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Mansabga sovuqqonlik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207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Mansab soxtakorligi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209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Pora olish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Boshqaruv tartibiga qarshi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127, 127–128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Vrach qachon mansabdor shaxs bo‘ladi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Vrachlar va o‘rta tibbiy xodimlar tashxis, davolash, profilaktika paytida mansabdor shaxs hisoblanmaydi.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holatda mansabdor deb e’tirof etiladi: mehnatga layoqatsizlik varaqasi, nogironlikni aniqlash, attestatsiya, toifa berish, harbiy xizmatga layoqat.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Mansab jinoyatining uch belgisi: majburiyatni buzish, ijtimoiy xavf alomatlari, huquqbuzarlik va oqibat o‘rtasida sabab-oqibat bog‘lanishi.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Mansabdor emas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Tashxis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Davolash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Profilaktika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Mansabdor hisoblanadi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Mehnatga layoqatsizlik varaqasi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Nogironlikni aniqlash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Attestatsiya, toifa berish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Harbiy xizmatga layoqat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Mansab jinoyatining subyekti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Vakolatni suiiste’mol qilish va chetga chiqish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Suiiste’mol: mansabdor vakolatidan qasddan foydalanishi natijasida ko‘p miqdorda zarar yoki ziyon (masalan, bemor yotqizilishini rad etish).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Chetga chiqish: ko‘zda tutilmagan harakatni qasddan qilish (masalan, bosh vrachning birgalikdagi masalani yakka hal qilishi; 30 kunga varaqa berish).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Suiiste’mol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Vakolatdan qasddan foydalanish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miqdorda zarar yoki jiddiy ziyon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bemor yotqizishni rad etish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Chetga chiqish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Ko‘zda tutilmagan harakat qasddan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bosh vrach yakka qaror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varaqa birdan 30 kunga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jinoyat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128, 128–129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Mansabga sovuqqonlik bilan qarash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Mansabdor shaxsning loqaydligi oqibatida vazifani bajarmasligi ko‘p miqdorda zarar, tan jarohati yoki o‘limga sabab bo‘lsa — mansabga sovuqqonlik.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sanitariya-epidemiologiya tartibini qo‘pol buzib kasalxona ichi infeksiyasi tarqalishi; fizioterapiyada texnika xavfsizligi buzilib elektrotravma.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Mas’ul rahbarlar jinoiy javobgarlikka tortilishi mumkin; bu jinoyat asosan ehtiyotsizlik orqasida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129, 129–131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Mansab soxtakorligi va pora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Mansab soxtakorligi: g‘arazgo‘ylik bilan rasmiy hujjatga bila turib soxta ma’lumot kiritish yoki qalbakilashtirish (masalan, qovurg‘a sinig‘ini yozmaslik).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Pora olish: xizmat mavqeidan foydalanib, harakatni bajarish yoki bajarmaslik evaziga bila turib moddiy qimmatliklar yoki mulkiy naf 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Tovlamachilik bilan haq talab qilish (214) mansab jinoyati emas; uning subyekti deyarli barcha tibbiy xodimlar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Mansab soxtakorligi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Soxta ma’lumot kiritish, qalbakilashtirish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G‘arazgo‘ylik bilan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Pora olish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Xizmat mavqeidan foydalanish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Moddiy qimmatlik yoki mulkiy naf olish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Tovlamachilik (214)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Mansab jinoyati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Subyekt: deyarli barcha xodimlar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jinoyat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130, 130–131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Odil sudlovga qarshi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xodimlardan ko‘proq sud-tibbiy va sud-psixiatriya ekspertlari bu jinoyatlar subyekti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Yolg‘on guvohlik: ekspertning bila turib noto‘g‘ri xulosa berishi (238-modda); pora yoki bosim bilan yolg‘on ko‘rsatmaga majburlash ham shunday.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sirlarini ruxsatsiz oshkor qilish (239) va ko‘rsatma yoki xulosa berishdan bo‘yin tovlash (240) jinoyat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Odil sudlovga qarshi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Yolg‘on guvohlik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238: noto‘g‘ri xulosa berish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Sirni oshkor qilish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239: tergov sirlari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Bo‘yin tovlash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JK 240: ko‘rsatma yoki xulosadan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Asosan ekspertlar subyekt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131, 131–132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va jinoyat haqida xabar bermaslik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ekspertizasi to‘g‘risidagi Qonunning 16-moddasi va Jinoyat-protsessual kodeksning 68-moddasi ekspert majburiyatlarini keltiradi.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sud-ekspertiza muassasasi rahbari ekspertni jinoiy javobgarlik haqida ogohlantirishi, tilxat olishi va xulosa bilan yuborishi lozim (14-modda).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 241: og‘ir yoki o‘ta og‘ir jinoyat haqida bila turib xabar bermaslik; xodimlar huquq-tartibot idoralariga xabar berib, hujjatda qayd etgani maqsadga muvofiq.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Rahbar ogohlantiradi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Ekspertni jinoiy javobgarlik haqida (14-modda)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Tilxat olinadi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Ekspertdan tilxat olinadi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 bilan yuboriladi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Tilxat xulosa bilan birga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JK 241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Og‘ir jinoyat haqida bila turib xabar bermaslik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Ekspertning majburiyatlari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Kasb huquqbuzarligi: qilmish yoki jinoyat; qilmish intizomiy, ma’muriy, fuqaroviy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xatosi (vijdonan adashish) va baxtsiz hodisa huquqiy javobgarlik keltirmaydi, lekin tahlil qilinishi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Jinoiy javobgarlik ayb, jinoyat tarkibi va sabab-oqibat bog‘lanishi bo‘lgandagina yuzaga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67–68, 70–74, 118–123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Pirogov (1837): xatolarni imkon qadar tez oshkor etish — vijdonli insonning, ayniqsa o‘qituvchining, ichki zaruriyati.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klinik-anatomik konferensiya 1930 yil 9 dekabrda Moskvadagi «Medsantrud» kasalxonasida o‘tkazilgan.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«Yatrogeniya» atamasi 1925 yilda O. Bumke tomonidan taklif etilgan.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Mansab soxtakorligi misoli: tan jarohati og‘irligini pasaytirish uchun vrach qovurg‘a sinig‘ini kasallik tarixida qayd etmasligi.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mashg‘ulot: Tibbiyot xodimlarining huquqiy holati. Tibbiy xodimlarning qilmishi.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5-bob. Tibbiy xodimlarning kasb huquqbuzarliklari; bet 67-77; 9-bob. Tibbiy xodimlarning jinoiy javobgarligi; bet 115-133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