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 savoli: sud-tibbiy xizmat nega huquqiy asoslarni bilishni talab qiladi? Miya o‘limi nima uchun transplantatsiya bilan bog‘liq? Doskada chizish: mavzuning uch yo‘nalishini uchta shox ko‘rinishida chizdiring. Tipik xato: miya o‘limini JPK 173-moddadagi o‘lim sababini aniqlash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 savollari: nega ekspertizaning tartibi qat’iy belgilanishi kerak? Oddiy shifokor ko‘rigi bilan ekspertiza qanday farqlanadi? Doskada chizish: to‘rt xususiyatni jadval shaklida chizing. Tipik xato: ekspertiza va fan tushunchalarini aralashtirish. Ekspertiza fanning amaliy ko‘rinishi ekanini ta’kidlang.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 savollari: nega predmet tizimi ekspertiza ob’ektlariga bog‘langan? Qaysi bo‘lim sizning kelajakdagi ishingizga eng yaqin? Doskada chizish: sakkiz bo‘limni juft-juft qilib guruhlab chizing. Tipik xato: bo‘limlar tartibini va Avdeev tizimi sanasini (1948)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fan tarkibi vaqt o‘tishi bilan o‘zgaradi? 2) 2002-yilda ajralgan qism nimaga oid edi? Doskada chizish: 9 qismli daraxt (tarix, asoslar, tanatologiya, travmatologiya, akusherlik-ginekologiya, toksikologiya, biologiya, tashqi omillar, identifikatsiya). Qo‘shimcha: V.L.Popov (1999) fanda asosan uch ta’limotni farqlaydi: o‘lim va undan keyingi o‘zgarishlar, jarohatlar, shaxs identifikatsiyasi. Tipik xato: kasb huquqbuzarliklari hali ham fan tarkibida deb o‘ylash. Jadvaldagi guruhlash o‘qituvchi tomonidan soddalashtirilgan.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mexanik jarohatda travmatologiya bilimi kerak? 2) Ekspert va davolovchi vrach maqsadi qanday farq qiladi? Doskada chizish: ikki ustun — “davolovchi vrach: diagnostika, davolash, profilaktika” va “ekspert: huquqiy baholash”. Diqqat: ekspert ≠ davolovchi vrach — ikkalasi bir holatga turli maqsadda qaraydi. Tipik xato: sud tibbiyotini fundamental fan deb hisoblash; u amaliy qo‘llanma fandir.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Talabalarga savollarni avval javobsiz o‘qing, 30 soniya o‘ylashga bering, so‘ng javobni oching. Muhokama: 1) Fan predmeti nega nazariya va amaliyotdan iborat? 2) Yana qaysi klinik fanlar kerak bo‘lishi mumkin? Doskada chizish: fan–klinik fan juftliklari (travmatologiya — mexanik jarohat). Tipik xato: Avdeev tizimini 2002-yil bilan adashtirish (1948 va 2002 boshqa voqealar).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Ekspertning mustaqilligi nega uning shaxsiy mas’uliyatini keltirib chiqaradi? 2) Tashabbus huquqi qachon foydali bo‘lishi mumkin? Doskada: 6 ta prinsipni ustun qilib yozdiring va har biriga bittadan qisqa misol keltirtiring. Tipik xato: talabalar xolislik va mustaqillikni bir xil tushuncha deb hisoblaydi.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Ob’ektning ishonchliligi uchun kim javob beradi? 2) Identifikatsiya davrini hisobga olmaslik ekspertiza samaradorligiga qanday ta’sir qiladi? Doskada: to‘rt ob’ekt turini sxema qilib chizdiring va har biriga bittadan misol yozdiring. Tipik xato: ob’ektni taqdim etuvchi shaxs bilan uni tekshiruvchi ekspertni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usul takroriy tekshirishga imkon berishi kerak? 2) Pichoq va teridagi jarohatni qiyoslash qaysi guruhga kiradi? Doskada: uch guruhni jadval qilib chizdiring va har biriga o‘zingiz bittadan yangi misol qo‘shing. Tipik xato: rentgenologik yoki kimyoviy usulni maxsus usullar deb hisoblash; ular xususiy usullar.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ob’ektni ekspert emas, ekspertiza tayinlagan shaxs taqdim etadi? 2) Nega ob’ektni tekshirish muddati muhim? Doskada: uch usul guruhini (umumilmiy, xususiy, maxsus) ustun qilib chizib, vaziyatdagi usullarni joylashtiring. Tipik xato: rentgenologik va kimyoviy usulni maxsus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Antistius xulosasi nima uchun sud-tibbiy ahamiyatga ega? 2) Yustinian kodeksida vrach xulosasi nega yuqoriroq baholangan? Doskada: vaqt chizig‘ini (e.a. IX asrdan VI asrgacha) chizing. Tipik xato: Sezar voqeasini eramizdan keyingi davrga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“Si Yuan Lu” mazmuni zamonaviy sud tibbiyoti bo‘limlariga qanday mos keladi? 2) “Karolina” nega vrachlar ishtirokini talab qilgan? Doskada: jadvaldagi to‘rt voqeani yil bo‘yicha tartiblang. Tipik xato: Ambruaz Pare asarini XVII asrga, Karolinani XVI asrdan oldinga joylash.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fan dastlab anatomiya va xirurgiya bilan birga o‘qitilgan? O‘pka sinamasi nimani aniqlashga xizmat qiladi deb o‘ylaysiz? Doskada: XVI–XX asr voqealarining qisqa vaqt chizig‘ini chizdiring. Tipik xato: Shreer (o‘pka sinamasi) bilan Bon (fan nomi) 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allomalar asarlarini sud-tibbiy ekspertiza deb bo‘lmaydi? Ibn Sino keltirgan ma’lumotlar bugungi sud tibbiyotida qayerda kerak bo‘ladi? Doskada: ikki ustunli sxema – “tibbiy yordam maqsadi” va “odil sudlov maqsadi”. Tipik xato: allomalarni sud-tibbiy ekspertiza asoschilari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talabalar juftlikda savollarni bir-biridan so‘rasin; qaysi shaxs va asar ko‘proq chalkashtirildi? Doskada: shaxs–asar–sana moslashtirish ro‘yxatini tuzdiring. Tipik xato: Bon bilan Shreerning hissasini, shuningdek 1681-yil bilan 1846-yilni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dastlabki kafedra tibbiyot fakultetida ochilgan? Kafedra faoliyati ekspertiza xizmatiga qanday ta’sir qilgan? Doskada: 1920 dan 1993 gacha vaqt chizig‘ini chizdiring. Tipik xato: yillarni va muassasalarni aralashtirish (masalan, 1935 va 1959).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ma’lumotning mavjudligi va uning maqsadi nima uchun alohida baholanadi? Shariat davrida tibbiyot vakillari nega jalb qilinmagan? Doskada: ikki ustun chizing — «tibbiy yordam maqsadi» va «odil sudlov maqsadi». Tipik xato: Beruniy, Ibn Sino va Jurjoniy asarlarini rasmiy sud-tibbiy ekspertiza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nega II davrda ekspertizani kafedralar o‘tkazgan? Mustaqillik xizmatga qanday yangi vazifalar qo‘ygan? Doskada: to‘rt davrli jadvalni talabalar bilan to‘ldiring. Tipik xato: II davr (50-yillargacha) bilan III davr (1950-yildan) chegarasini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murakkab hollarda ekspertiza bir necha bosqichdan o‘tgan? Rossiya ustavi Turkistonga qanday ta’sir qilgan? Doskada: uch instansiya zanjirini chizing. Tipik xato: I davrda Turkistonda ekspert-kriminalistika muassasasi bo‘lgan deb o‘ylash; manbada 20-yillarigacha bunday muassasa bo‘lmagan, ekspertizalar epizodik o‘tkazilgan.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kafedra bazasidan mustaqil byurolarga o‘tish nimani o‘zgartirdi? Nega yagona tartib-qoidalar muhim? Doskada: 1920 dan 1991 gacha vaqt chizig‘ini chizib, 1945 va 1950 ni belgilang. Tipik xato: 1945-yilgi kabinetni 1950-yilgi Bosh byuro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1991-yilgacha xizmat qaysi hujjatlarga tayangan va mustaqillik nimani o‘zgartirdi? Attestatsiya nima uchun kerak? Doskada: IV davrdagi to‘rt yangilikni ro‘yxat qilib yozing. Tipik xato: “Sud ekspertizasi to‘g‘risida”gi Qonunni sobiq ittifoq davriga tegishli deb hisoblash; u IV davrda ilk bor qabul qilingan.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1945-yilgi kabinet nega II davrga kiradi? 2) II va III davr asosiy farqi nimada? Doskada: to‘rt davrli vaqt chizig‘ini chizdiring (XX asr 20-yillarigacha, 50-yillargacha, 1991-yilgacha, hozirgacha). Tipik xato: 1945-yilni III davrga, 1950-yilni II davrga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sud-tibbiy ekspert JK va JPK ni bilishi kerak? 2) Qonun va kodeksning farqi nimada? Doskada: qonun – kodeks – JK/JPK ko‘rinishidagi daraja sxemasini chizdiring. Tipik xato: qonun va kodeksni bir xil tushuncha deb hisoblash; JK va JPK vazifalarini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Yoshni aniqlash qaysi hollarda kerak bo‘ladi? 2) Nega jabrlanuvchi va guvohning jismoniy holati ham tekshiriladi? Doskada: 173-moddaning 6 bandini qisqa ro‘yxat qilib yozdiring. Tipik xato: ro‘yxatni to‘liq deb o‘ylash; modda boshqa maxsus bilim talab qiladigan holatlarni ham qamraydi.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shart-sharoitni ta’minlash mas’uliyati variantga qarab o‘zgaradi? 2) Sud tergovi dastlabki tergovdan nimasi bilan farq qiladi? Doskada: uch variantli sxemani chizdiring va eksgumatsiya misolini joylashtiring. Tipik xato: eksgumatsiya ekspertizasi faqat byuroda o‘tadi deb o‘ylash. Aslida jasad qabristonda ochiladi, olingan material laboratoriyada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Savollarni talabalarga og‘zaki bering, avval javobni yashiring. Muhokama: 173-moddadagi qaysi holat amaliyotda ko‘proq uchraydi deb o‘ylaysiz? Doskada: moddadagi holatlarning qisqa ro‘yxatini yozdiring. Tipik xato: ro‘yxatni yopiq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ekspert ish yuzasidan manfaatdor tomonlar bilan shaxsiy aloqaga kirishmasligi kerak? 2) Tashabbus huquqi amalda nimani anglatadi? Doskada: ikki ustunli huquq/majburiyat jadvalini chizdiring. Tipik xato: ekspert faqat so‘ralgan savollarga javob beradi, deb o‘ylash. Aslida u muhim boshqa masalalarda ham fikr bildirishi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Ekspert qanday holatlarda o‘zini o‘zi rad etishi kerak? 2) Nega xulosani ruxsatsiz oshkor qilish jinoiy javobgarlikka olib keladi? Doskada: raddiya jarayoni sxemasini chizdiring (asos – ariza – tayinlagan shaxs qarori – muddat). Tipik xato: talabalar ilgari shu ishda mutaxassis bo‘lgan shaxs ekspert bo‘la olmaydi deb o‘ylaydi. Aslida bu to‘siq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Tirik shaxsni guvohlantirishda davolash muassasasi vrachi qaysi rolda jalb qilinadi? 2) Mutaxassis nega hujjat tuzmaydi? Doskada: ikki ustunli solishtirish jadvalini chizdiring. Tipik xato: mutaxassis va ekspert rolini aralashtirish, mutaxassisga xulosa tuzish vakolatini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9 daqiqa. Muhokama: 1) Yo‘l-transport hodisasida qaysi tur tayinlanadi va nega? 2) Manfaatdor tomonning noroziligi qayta ekspertiza uchun asos bo‘ladimi? Doskada: har tur uchun bitta qisqa misol yozdiring. Tipik xato: qo‘shimcha va qayta ekspertizani aralashtirish. Qo‘shimchada kamchilik to‘ldiriladi, qayta ekspertizada esa savol takroran qo‘yiladi. Dastlabki ekspert qayta ekspertizani o‘tkaza olmaydi.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avvalgi ekspert qayta ekspertizada xulosa tuzishda qatnashmaydi? 2) Taraflarning noroziligi nima uchun yetarli asos emas? Doskada: ikki ustunli jadval chizdiring: «Qo‘shimcha» va «Qayta» (maqsadi, kim bajaradi, asos). Tipik xato: qo‘shimcha ekspertizani qayta ekspertiza bilan aralashtirish. Qayta ekspertizada yangi savol emas, avvalgi savollar takroran qo‘yiladi.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Xulosaning tadqiqot qismi nega maxsus bilimi yo‘q odamga ham tushunarli bo‘lishi kerak? 2) Xulosa nega oldindan daliliy kuchga ega emas? Doskada: xulosaning uch qismini ketma-ket chizing va har biriga mazmunini yozing. Tipik xato: dalolatnomaning yakuniy qismini ham «to‘xtam» deb atash, aslida u «xotima».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Javoblar: 1) qayta ekspertiza, odatda ikki va undan ortiq ekspert, avvalgi ekspert qatnashmaydi, byuroning qayta va komission ekspertizalar bo‘limida; 2) yo‘q, norozilikning o‘zi asos emas; 3) sud xulosani boshqa dalillar qatori baholaydi, qo‘shilmasa qaror yoki ajrimda asoslaydi. Muhokama: qayta ekspertiza qarorida nima ko‘rsatilishi kerak? Doskada: «shubha → qayta ekspertiza → sud bahosi» zanjirini chizing. Tipik xato: noroziligi asos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hududiy byuro ikki tomonga bo‘ysunadi? 2) Qayta va komission ekspertiza qaysi bo‘limda o‘tkaziladi? Doskada: Bosh byurodan tuman bo‘linmasigacha bo‘ysunish sxemasini chizdiring. Tipik xato: tuman bo‘linmalari ham Bosh byuroga to‘g‘ridan-to‘g‘ri bo‘ysunadi deb o‘ylash; aslida ularga hududiy byuro rahbarlik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po‘stloq o‘limi shaxsning o‘limi deb hisoblanadi? Doskada: 5 bosqichli zanjir. Tipik xato: miya o‘limini barcha a’zolar bir vaqtda o‘ladi deb tushunish; aslida orada ~20 soat bor. Miya o‘limini aniqlash tartibi Sog‘liqni saqlash vazirligi hujjatida belgilanadi; darslikda mezonlar sanalmagan.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dastlabki belgilar yetarli emas? Doskada: ikki ustunli taqqoslash. Tipik xato: Beloglazov simptomini 2 soatdan keyin ham albatta topiladi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ko‘pincha yelka mushaklari tekshiriladi? Doskada: muddatlar jadvali. Tipik xato: muddatlarni mutlaq aniq deb hisoblash; ular taxminiy oraliqlar.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xilni ekspert emas, huquqni muhofaza organlari aniqlaydi? Doskada: toifa-xil-tur daraxti. Tipik xato: xil va turni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Nazorat savollari: 1) To‘rt davrni ayting. 2) JPK 173-moddada qanday holatlar bor? 3) Ekspert va mutaxassisning farqi nima? 4) Qayta ekspertiza qachon tayinlanadi? Doskada: besh turni bir qatorda yozib, har biriga bittadan belgi qo‘ying. Tipik xato: qo‘shimcha va qayta ekspertizani aralashtirish; qo‘shimcha kamchilikni to‘ldiradi, qayta esa xulosa shubhali bo‘lganda tayinlanadi.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O’zbekistonda sud tibbiyotining tarixi. Sud-tibbiy ekspertiza faoliyatini belgilovchi me’yoriy hujjatlar. Miya o’limining diagnostikasi.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ma’ruza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Mavzuning birinchi yo‘nalishi — sud tibbiyotining jahon va O‘zbekistondagi rivojlanish tarixi hamda xizmatning shakllanish davrlari.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yo‘nalish — ekspertizani belgilovchi me’yoriy asoslar: «Sud ekspertizasi to‘g‘risida»gi Qonun, JPK va ekspert huquqlari.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Uchinchi yo‘nalish — miya o‘limi: bosh miya po‘stlog‘ining o‘limi biologik o‘limning boshlanishi sifatida tanatologiya bobida yoritilgan.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O‘quv maqsadi: sud tibbiyoti va ekspertiza ta’rifini, fan predmetini va uning bo‘limlarini bilib, ularni bir-biridan farqlay olish.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9-13, 14-19, 219-220, 4-5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tibbiyoti va sud-tibbiy ekspertiza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— sud-tergov faoliyatidagi tibbiy-biologik masalalarni o‘rganuvchi alohida fan.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— vazifa qo‘yilgan tadqiqot bo‘lib, ekspert xulosasi tuzish bilan yakunlanadi.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sud tibbiyoti (fan) ≠ sud-tibbiy ekspertiza (fan bilimlarining amaliy qo‘llanishi).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Mutaxassis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Tadqiqotni bilimli mutaxassis o‘tkazadi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Vazifa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Aniq vazifa bo‘yicha, odatda baholash uchun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Qat’iy tartib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O‘tkazish tartibi qat’iy belgilangan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Hujjat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Jarayon va natija hujjatda rasmiylashtiriladi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Ekspertizaning to‘rt xususiyati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tibbiyotining predmeti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Predmet — sud-tibbiy ekspertizaning nazariyasi va amaliyoti.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M.I.Avdeev 1948-yilda predmetning ilmiy asoslangan tizimini birinchi bo‘lib taklif etgan.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Tizim sud-tibbiy amaliyotga tayanadi va ekspertiza ob’ektlari bilan uzviy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Predmetning 8 bo‘limi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1–2-bo‘lim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Tarix  ·  Tashkiliy va protsessual masalalar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3–4-bo‘lim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Tashqi omillar va o‘lim  ·  Murda ekspertizasi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5–6-bo‘lim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Tirik shaxslar  ·  Ashyoviy dalillar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7–8-bo‘lim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Tergov-sud materiallari  ·  Kasb huquqbuzarligi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Avdeev tizimi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4-5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zamonaviy tarkibiy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Fan hozir 9 qismdan iborat: tarix, asoslar, tanatologiya, travmatologiya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qismlar: akusherlik-ginekologiya, toksikologiya, biologiya, tashqi omillar va identifikatsiya.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2002-yilda kasb huquqbuzarliklari bo‘limi “Vrach faoliyatining huquqiy asoslari” fani sifatida ajraldi.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Fan tarkibi (9 qism)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Tarix va huquq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Fan tarixi  ·  Tashkiliy va protsessual asoslar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va jarohat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Tanatologiya  ·  Travmatologiya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bo‘limlar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Akusherlik-ginekologiya  ·  Toksikologiya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qismlar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Biologiya  ·  Tashqi omillar  ·  Identifikatsiya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Guruhlangan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5-6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tibbiyotining boshqa fanlar bilan aloqasi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 fundamental emas, amaliy fan; tibbiy, yuridik, tabiiy va falsafa fanlari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bir paytda barcha ixtisoslarni to‘liq bilolmaydi; klinik bilimlar esa ayrim ekspertizalarda muhim.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Davolovchi mutaxassis diagnostika va davolashga, ekspert esa holatni huquqiy baholashga yondashadi.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54121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Fan guruhi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Fundamental tibbiy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Poydevor; ularsiz ekspertiza o‘tmaydi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Klinik fanlar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Travmatologiya, akusherlik, oftalmolog.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Kimyo va fizika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Toksikologiya; harorat, tok, bosim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Falsafa va mantiq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Dialektik baholash, xulosada mantiq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Fanlar aloqasi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1: fan va uning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1. Sud tibbiyotining predmeti nima? Javob: sud-tibbiy ekspertizaning nazariyasi va amaliyoti; tizimni 1948-yilda M.I.Avdeev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2. 2002-yilda qaysi qism alohida fanga aylandi? Javob: tibbiy xodimlarning kasb huquqbuzarliklari — “Vrach faoliyatining huquqiy asoslari”.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3. Jinoiy abort va ko‘z shikasti holatlarida qaysi klinik bilim kerak? Javob: akusherlik-ginekologiya va oftalmologiya.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5-6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ekspertiza prinsiplari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Qonunda asosiy prinsiplar: qonuniylik, inson huquq va erkinliklariga rioya, ekspert mustaqilligi, xolislik, har tomonlamalik, to‘liqlik.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Prinsiplar ko‘p yillik ekspertiza amaliyotini o‘rganish va tahlil qilishdan olingan, umumlashtirilgan faktlardir.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tekshiruvi doim ilmiy asoslanadi. Mustaqil ekspert tekshiruv, natija va xulosa uchun shaxsan mas’ul bo‘ladi va faqat o‘z vakolati doirasida ishlaydi.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Tashabbus huquqi: ekspert xulosada so‘ralgan savollardan tashqari, ish uchun muhim boshqa masalalar bo‘yicha ham fikr bildirishi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7–9 (1.4-bo‘lim)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ob’ektlari va identifikatsiya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ob’ektlari to‘rtta: murda, tirik shaxslar, ashyoviy dalillar hamda jinoiy va fuqarolik ishlari materiallari.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Ob’ektlarni ekspertizani tayinlagan shaxs taqdim etadi va ularning ishonchliligiga o‘zi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faqat ma’lum davrda dalil manbai bo‘la oladi. Masalan, aksariyat shilinma va qontalashlarni dastlabki 10–15 kungacha tekshirish maqsadga muvofiq.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10–15 kun muddati aksariyat shilinma va qontalashga tegishli; uni barcha jarohatlarga umumlashtirmang.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7–9 (1.5-bo‘lim), 7–9 (1.4-bo‘lim)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ekspertiza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Usullar uch guruhga bo‘linadi: umumilmiy, xususiy va maxsus.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ilmiy asosli, oddiy, barqaror natijali va takroriy tekshirishga imkon beradigan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mamlakat Bosh sud-tibbiy ekspertizasi ruxsat etgan yoki tavsiya qilgan usullar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Umumilmiy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Kuzatuv, tavsif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Taqqoslash, o‘lchash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Turli fanlarda qo‘llanadi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Xususiy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Morfologik, klinik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Rentgenologik, kimyoviy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fanga xos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Maxsus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Fototaqqoslash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Jarohat–pichoq qiyosi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Shaxs va qurol aynanligi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 guruhlari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7–9 (1.5-bo‘lim)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ekspertiza asoslari bo‘yicha vaziyat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tergovchi murda, tirik shaxs va pichoq bo‘yicha ekspertiza tayinladi. Ob’ektlarni tayinlovchi taqdim etadi, ishonchliligiga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kuzatuv va o‘lchashni (umumilmiy usul), rentgenologik va kimyoviy tekshiruvni (xususiy usul), pichoqni qiyosiy o‘rganishni (maxsus usul) qo‘llaydi.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Davr: shilinma va qontalashlarni dastlabki 10-15 kungacha tekshirish maqsadga muvofiq; kasallik belgilari uchun murda imkon qadar tez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kuzatuv, rentgen va pichoqni qiyosiy o‘rganish qaysi usul guruhlari? Diqqat: xususiy ≠ maxsus; maxsus usullar asosan sud-tibbiy amaliyotda.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7-8, 8, 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Jahon tarixi: qadimgi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Sparta: “Likurg qonunlari” (e.a. IX-VIII asr) tibbiy tekshiruvni qayd etgan; qoidalarda Gippokrat qatnashgan.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Sezar murdasini vrach Antistius ko‘zdan kechirdi: 23 jarohatdan faqat bittasi o‘limga olib kelgan.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Yustinian kodeksi (VI asr): vrach va doyalar xulosasi guvoh ko‘rsatmasidan ahamiyatliroq.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Likurg qonunlari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e.a. IX–VIII asr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Gippokrat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460–370 e.a.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Sezar, Antistius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e.a. 44-yil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Antistius: o‘limga sabab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1 / 23</a:t>
            </a:r>
            <a:r>
              <a:rPr sz="1300" b="0">
                <a:solidFill>
                  <a:srgbClr val="6B7280"/>
                </a:solidFill>
                <a:latin typeface="Calibri"/>
              </a:rPr>
              <a:t>  jarohat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Yustinian kodeksi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VI asr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Qadimgi davr xronologiyasi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8, 8-9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Jahon tarixi: o‘rta asrlar va Uyg‘onish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“Si Yuan Lu” qismlari: murda va jarohat, qurol, bo‘g‘ish va cho‘kish, zahar.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“Karolina”da qotillik, o‘z-o‘zini o‘ldirish, zaharlanish ishlarida vrach ishtiroki zarur deyilgan.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Pare “Opera chirurgica”da jarohat, asfiksiya, is gazi va xulosa namunalarini yoritgan.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27"/>
                <a:gridCol w="1337310"/>
                <a:gridCol w="275183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Yil/asr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Joy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1247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Xitoy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Sun-si: “Si Yuan Lu”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XIII asr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Bolonya, Italiya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Xugo Lukka tribunalda xulosa bergan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XIV asr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Fransiya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Qirol xirurglari; Monpelede ilk ko‘rik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Germaniya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“Karolina”: vrach ishtiroki zarur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O‘rta asrlar voqealari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Fanning shakllanishi va XIX-XX asr olimlari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 XVI asr oxiri–XVII asr boshida alohida fan bo‘la boshladi. 1681-yilda I.Shreer chaqaloq murdasida birinchi marta o‘pka sinamasini qo‘lladi.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I.Bonning “Medicina forensis specimen” asarida fanni “sud tibbiyoti” deb atash taklif qilindi. Bu nom hozir ham ko‘p mamlakatda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XVIII asr oxiri–XIX asr boshida Evropa universitetlarida fan anatomiya va xirurgiya bilan birga o‘qitilgan. Alohida kafedralar keyinroq ochilgan.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N.I.Pirogov 1846-yilda murda tekshiruvi atlasini yaratdi, o‘q otar jarohatlarga oid ma’lumot berdi. Ikkinchi jahon urushidan so‘ng ko‘p darsliklar yozildi.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10,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Markaziy Osiyo: shariat davri va allomalar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XX asr boshigacha hozirgi O‘zbekiston hududida odil sudlov shariat qoidalariga asoslangan. Tibbiyot vakillarini jalb qilish ko‘zda tutilmagan.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Beruniy, Ibn Sino va Ismoil Jurjoniy asarlarida sud tibbiyotiga oid yoki unga aloqador ma’lumotlar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Ibn Sinoning “Tib qonunlari”da o‘limdan keyingi murda o‘zgarishlari, zo‘raki o‘limning ayrim turlari, zaharlar va jarohatlar haqida yozilgan.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Bu ma’lumotlar odil sudlov uchun emas, asosan to‘g‘ri tibbiy yordam ko‘rsatish maqsadidagi tadqiqot natijasidir.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2: jahon va Sharq tarixi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1681-yilda Seyts shahrida chaqaloq murdasi tekshiruvida qaysi sinama birinchi marta qo‘llangan? Javob: o‘pka sinamasi (I.Shreer).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fanni “sud tibbiyoti” deb atashni kim, qaysi asarda taklif qilgan? Javob: I.Bon, “Medicina forensis specimen”.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1846-yilda murda tekshiruvlari uchun atlas yaratgan olim kim? Javob: N.I.Pirogov. Sharqdan: “Tib qonunlari” muallifi Ibn Sino.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Eslab qoling: Shreer – o‘pka, Bon – nom, Pirogov – atlas, Ibn Sino – “Tib qonunlari”. Har shaxsni bitta asar yoki ish bilan bog‘lang.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10, 11, 10–11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O‘zbekistonda sud tibbiyoti kafedralari xronologiyasi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Ilmiy izlanishlar XX asrning 20-yillaridan boshlangan va asosan oliy tibbiy o‘quv yurtlari kafedralari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Markovin, Kolosova, Shahobiddinov, Eydlin va boshqa olimlar fanning rivojiga salmoqli hissa qo‘shgan.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Hozir oliy tibbiy ta’limda 9 ta sud tibbiyoti kafedrasi bor; o‘quv jarayoni ilmiy va amaliy ish bilan birga boradi.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1920 – Turkiston universiteti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1935 – Samarqand tibbiyot inst.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1959 – Andijon tibbiyot inst.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1972 – Toshkent pediatriya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1993 – malaka oshirish kursi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Kafedralar ochilish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11, 11-12,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tarixiy manbadan vaziyat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Ibn Sinoning «Tib qonunlari»da o‘limdan keyingi murda o‘zgarishlari, zaharlanish va jarohatlar haqida ma’lumot berilgan.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bilan birga XX asr boshlariga qadar bu hududda odil sudlov shariat qoidalariga asoslangan, tibbiyot vakillarini jalb qilish ko‘zda tutilmagan.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sud tibbiyotiga oid ma’lumot bor ≠ sud-tibbiy ekspertiza o‘tkazilgan. Ma’lumotlar asosan to‘g‘ri tibbiy yordam ko‘rsatish uchun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Ibn Sino ma’lumotlarining maqsadi nima edi va ularni nega odil sudlov uchun qilingan ekspertiza deb bo‘lmaydi?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O‘zbekistonda ekspertiza xizmati: to‘rt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Xizmat sog‘liqni saqlash tizimiga kiradi; asosiy vazifasi — sud-tergovdagi tibbiy-biologik masalalarni hal etish.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Shartli ravishda 4 davr farqlanadi: 20-yillargacha, 50-yillargacha, 1950–1991 va 1991 dan hozirgacha.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1991-yilgacha xizmat sobiq ittifoq sog‘liqni saqlash vazirligi yo‘riqnomalariga tayangan; 1991 dan mustaqil tizim shakllandi.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XX asr 20-yillarigacha: epizodik ekspertizalar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XX asr 50-yillarigacha: kafedralar bazasida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1950–1991: Bosh byuro va hududiy byurolar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 davr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1991-yildan: mustaqil xizmat, yangi hujjatlar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Xizmat rivojining to‘rt davri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12, 12-13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davr: Rossiya ustavi va uch instansiya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Xizmat Ichki ishlar vazirligi Tibbiy departamentiga bo‘ysunib, tartibni 1842-yilgi ustav belgilagan.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Gospital vrachlari birinchi instansiyada ishlagan; murakkab hollarda yuqori instansiyalar qo‘shilgan.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Turkistonda shu tartib qo‘llangan; 1916–1918-yillarda Toshkentda shtatdagi sud vrachi V.S.Elkin ishlagan.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Ma’muriy idora talabi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Gospital vrachlari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Uezd vrachlari va boshliqlar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Tibbiyot kengashi vrachlari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instansiya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12, 12-13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 va III davr: kafedralardan byurolargacha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 davrda kafedralar qoshida laboratoriyalar ochilib, ekspertizani o‘qituvchilar o‘tkazgan.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1945-yilda I.V.Markovin tashabbusi bilan Toshkentda Respublika sud-tibbiy ekspertiza kabineti ochilgan.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1950-yilda Bosh byuro tashkil topib, hududlarda byurolar ochilgan; tartib butun ittifoqda yagona edi.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Voqea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 davr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Kafedra xodimlari ekspertiza o‘tkazgan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 davr, 1945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Toshkentda Respublika kabineti ochilgan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 davr, 1950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Sog‘liqni saqlash vazirligi Bosh byurosi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III davr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Hududiy byurolar, yagona tartib-qoida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Davrlar xronologiyasi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IV davr: mustaqillik va yangi me’yoriy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IV davr 1991-yildan boshlanib, mustaqil davlat sud-tibbiy ekspertiza xizmati tizimining shakllanishini aks ettiradi.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Huquqiy jamiyatda huquqni muhofaza idoralarining ekspertizaga ehtiyojini to‘la, sifatli va o‘z vaqtida qondirish dolzarb vazifaga aylandi.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Yangi me’yoriy hujjatlar (qonunlar, yo‘riqnoma, qoidalar, standartlar) ishlab chiqildi; ilk bor «Sud ekspertizasi to‘g‘risida»gi Qonun qabul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Muassasalar tarkibi takomillashtirildi, yangi tuzilmalar ochildi; mutaxassis tayyorlash, malaka oshirish va attestatsiya tizimi yaratildi.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13, 13-14, 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xizmat rivojlanish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arxivda 1945-yilda Toshkentda “Respublika sud-tibbiy ekspertiza kabineti” ochilgani qayd etilgan. Tashabbuskor — professor I.V.Markovin.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voqea qaysi davrga kiradi? Javob: II davr (XX asrning 50-yillarigacha); ekspertizalar asosan tibbiyot OTM kafedralarida o‘tgan.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Taqqoslang: 1950-yilda Sog‘liqni saqlash vazirligining sud-tibbiy ekspertiza Bosh byurosi tuzilgan. Bu III davr (1950–1991-yillar).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1991-yildan boshlangan IV davrda mustaqil xizmat shakllandi va ilk bor “Sud ekspertizasi to‘g‘risida”gi Qonun qabul qilindi.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13, 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atamalar: huquq, qonun, kodeks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— davlat kafolatlagan, ijtimoiy munosabatlarni tartibga soluvchi majburiy qoidalar tizimi.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qonun ≠ kodeks. Kodeks — bir sohadagi qonunlarning tizimlashtirilgan majmuasi.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Jinoyat-protsessual kodeksi (JPK) jinoiy ishni tergov qilish va sudda ko‘rish tartibini belgilaydi.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320"/>
                <a:gridCol w="374965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Atama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Ta’rifi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Majburiy, davlat kafolatlagan qoidalar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Umummajburiy me’yoriy-huquqiy hujjatlar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Kodeks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soha qonunlarining tizimli to‘plami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Jinoyat kodeksi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Jinoyat, javobgarlik chegarasi va jazo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huquqiy atamalar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JPK 173-modda: ekspertiza majburiy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surishtiruv, tergov qarori yoki sud ajrimi asosida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Moddada tanosil va boshqa yuqumli kasallarni davolash zarurati va imkoniyatini aniqlash ham ko‘zda tutilgan.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uchun muhim va maxsus bilim talab qiladigan boshqa holatlarda ham ekspertiza tayinlanadi.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173-modda: aniqlanadi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O‘lim, jarohat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 sababi  ·  Jarohat turi va og‘irligi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Jinsiy soha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Jinsiy aloqa, homiladorlik  ·  Homila tushirish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Hujjat yo‘q yoki shubhali bo‘lsa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Jismoniy ahvol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Ayblanuvchi, jabrlanuvchi, guvoh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Majburiy holatlar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14, 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o‘tkazilish joyi va sud tergovi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byuroda, undan tashqarida yoki aralash o‘tkazilishi mumkin; shart-sharoitni ta’minlovchi shaxs har xil.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tergovida ekspert majlisda to‘liq qatnashadi, ish tafsilotlarini tekshiradi va savol berishga haqli.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yozma xulosasini majlisda o‘qib eshittiradi; xulosa majlis bayonnomasiga ilova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Muassasada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Byuroda o‘tkaziladi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Shart-sharoit — muassasa rahbari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Tashqarida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Byurodan tashqarida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Mas’ul — tayinlovchi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Aralash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qismi byuroda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 qismi tashqarida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Misol: eksgumatsiya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o‘tkazish variantlari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15, 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3: protsessual asoslar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JPK 173-moddasi qaysi holatlarda ekspertizani shart qiladi? Javob: o‘lim sababi, tan jarohatining xususiyati va og‘irligi aniqlanganda.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yoshni aniqlash uchun ekspertiza qachon tayinlanadi? Javob: yosh haqida hujjat bo‘lmasa yoki hujjatlar shubha tug‘dirsa.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ekspertiza qayerda o‘tkazilishi mumkin? Javob: byuroda, undan tashqarida yoki aralash; eksgumatsiyada jasad qabristonda ochiladi.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173-modda ro‘yxati yakuniy emas; maxsus bilim zarur bo‘lgan boshqa holatlarda ham ekspertiza tayinlanadi.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14, 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eksperti: huquq va majburiyatlari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materiallari bilan tanishadi, iltimosnoma beradi va ruxsat bilan savol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Xulosada ish uchun muhim qo‘shimcha masalalar bo‘yicha ham fikr bildiradi (tashabbus huquqi).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Bila turib noto‘g‘ri xulosa berish jinoiy javobgarlik keltiradi; xolislik va sirni saqlash majburiy.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Huquqlar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 materiallari bilan tanishish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Iltimosnoma berish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Savol berish (ruxsat bilan)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Tarjimon, shikoyat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Majburiyatlar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 tomonlama, to‘liq tekshirish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Asosli va xolisona xulosa berish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Ma’lumotni oshkor qilmaslik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Ob’ektlarni saqlash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 huquq va majburiyatlari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16, 17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javobgarligi va raddiya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Muomalaga layoqatsiz yoki layoqati cheklangan shaxs ekspert bo‘la olmaydi. Sudlanganligi tugallanmagan yoki olib tashlanmagan shaxs ham ekspert bo‘la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kodeksi: bila turib noto‘g‘ri xulosa (238-modda), ma’lumotni oshkor qilish (239-modda), xulosadan bo‘yin tovlash (240-modda).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Raddiya asoslari: qarindoshlik, moddiy yoki xizmat bog‘liqligi, malakaning yetarli emasligi. Ekspert o‘zini o‘zi ham rad 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Raddiyani faqat ekspertizani tayinlagan shaxs hal qiladi. Surishtiruv va dastlabki tergovda 24 soat ichida, sud majlisida shu majlisning o‘zida hal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16, 17, 19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Mutaxassis va ekspert: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Mutaxassis (Jinoyat-protsessual kodeksi, 69-modda) dalillarni topish va mustahkamlashda yordam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Huquq: maqsadni bilish, malakasiz bo‘lsa bosh tortish. Majburiyat: chaqiruvga kelish, sirni saqlash.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ekspert ≠ mutaxassis. Mutaxassis mustaqil hujjat tuzmaydi.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Ekspert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faktni aniqlab baholaydi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Ekspert xulosasini tuzadi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Qaror yoki ajrim bilan tayinlanadi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Tekshiruv va xulosa beradi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Mutaxassis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Dalil topishda yordam beradi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Mustaqil hujjat tuzmaydi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Chaqiriladi (69-modda)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Ko‘zdan kechirish, eksgumatsiya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 va mutaxassis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17-18, 18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Ekspertizaning protsessual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Komissiyaviy — kasb huquqbuzarligi, yosh, salomatlik; kompleks — boshqa fanlar ham kerak bo‘lsa.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— kamchilikni to‘ldiradi, odatda oldingi ekspert bajaradi; qayta — xulosa shubhali bo‘lsa.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Qayta, komissiyaviy, kompleks ekspertiza faqat byuroning qayta-komission bo‘limida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Birlamchi: bir ekspert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Komissiyaviy: komissiya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Kompleks: turli fan sohalari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Qo‘shimcha: to‘ldirish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Qayta: odatda 2+ ekspert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Beshta turi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19, 20, 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Qayta va qo‘shimcha ekspertiza: asosiy farqlar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qo‘shimcha ≠ qayta. Qo‘shimcha ekspertiza avvalgi xulosadagi kamchilikni to‘ldirish uchun tayinlanadi, odatda oldingi ekspert bajaradi.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 ekspertiza xulosa asoslanmagan yoki shubhali, dalillar ishonchsiz yoki qoidalar jiddiy buzilganda tayinlanadi; odatda 2 va undan ortiq ekspert o‘tkazadi.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ekspert qayta ekspertizani bajara olmaydi, faqat tushuntirish beradi. Taraflarning noroziligi o‘z-o‘zidan qayta ekspertiza uchun asos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Qayta, komissiyaviy, kompleks ekspertiza faqat byuroning qayta va komission bo‘limida o‘tkaziladi; morfologik bo‘lim, ambulatoriyada taqiqlanadi.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20, 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xulosasi va tekshiruv dalolatnomasi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xulosasi uch qismdan iborat: kirish, tadqiqot va yakunlovchi qism (to‘xtam).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To‘xtam qo‘yilgan savollarga turli talqinga yo‘l qo‘ymaydigan, aniq va tushunarli tilda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sud va tergovchi uchun oldindan muqarrar daliliy kuchga ega emas. Qo‘shilmasalar, buni qaror yoki ajrimda asoslaydilar.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Ekspert xulosasi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Asos: qaror yoki ajrim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Huquq va javobgarlik tushuntiriladi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Yakuniy qism: to‘xtam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Dalolatnoma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Asos: yozma topshiriq, yo‘llanma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Tilxat berilmaydi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Yakuniy qism: xotima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Xulosa va dalolatnoma farqi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21, 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4: protsessual hujjat va ekspertiza 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birlamchi ekspertiza xulosasi asoslanmagan, to‘g‘riligiga shubha bor. Oldingi ekspertizada protsessual qoidalar buzilgani ham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qaysi turdagi ekspertiza tayinlanadi, uni kim bajaradi va qayerda o‘tkaziladi?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ishdagi taraflardan biri xulosadan faqat norozi, boshqa asos keltirmaydi. Qayta ekspertiza tayinlanadimi?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sud yangi xulosaga qo‘shilmasa, nima qilishi shart? Xulosa sud uchun majburiy kuchga egami?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20, 21, 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xizmatining tashkil etilishi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xizmat Sog‘liqni saqlash vazirligida; Mudofaa vazirligida harbiylar uchun alohida xizmat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Hududiy byuro: ma’muriy-moliyaviy masalada mahalliy sog‘liqni saqlash idorasiga, ekspertizada Bosh byuroga bo‘ysunadi.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Byuro tarkibi: morfologik, ambulatoriya, qayta/komission, kimyo, biologiya, kriminalistika bo‘limlari.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Sog‘liqni saqlash vazirligi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 byuro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13 hududiy byuro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Tuman/shahar bo‘linmalari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Xizmat zanjiri (Sog‘liqni saqlash tizimi)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22, 22-23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Miya o‘limi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A’zo va to‘qimalar filogenetik yoshi turlicha bo‘lgani uchun tiklanmas o‘zgarishlar avval bosh miya po‘stlog‘ida yuz beradi; MNT integratsiyasi buziladi.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Bosh miya po‘stlog‘ining o‘limi biologik o‘limning boshlanishi bo‘lib, «miya o‘limi» sifatida qabul qilinadi; W.Durwald (1981) buni «individual o‘lim» degan.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Po‘stloq o‘limi bilan boshqa a’zo va to‘qimalar o‘limi orasidagi oraliq davr 20 soatga yaqin; murdadan a’zo olish shunga asoslangan.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Miya o‘limi Sog‘liqni saqlash vazirligi belgilagan tartibda, odatda reanimatolog va nevrologlar tomonidan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Po‘stloq o‘limi = miya o‘limi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MNT integratsiyasi buziladi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Boshqa a’zolar ishlashi mumkin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Oraliq davr ≈ 20 soat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Transplantatsiya uchun a’zo 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Miya o‘limidan keyingi jarayon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219-220, 220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 aniqlash: dastlabki va ishonchli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Dastlabki belgilar o‘limdan so‘ng darhol aniqlansa ham ehtimoliy: harakatsizlik, teri oqarishi, hush, nafas va yurak urishining yo‘qligi.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Eng erta ishonchli belgi — Beloglazov simptomi («mushuk ko‘zi»), 15-20 daqiqadan so‘ng aniqlanadi.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O‘limdan 1,5-2,0 soat so‘ng qorachiq mushaklari qotishi tufayli Beloglazov simptomi aniqlanmasligi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Tana harorati 23 gradusgacha va undan past sovishi, murda dog‘lari, qotishi va qurishi ham ishonchli belgilar.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Dastlabki (ehtimoliy)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Passiv, harakatsiz holat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Teri oqarishi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Hush, nafas, yurak urishi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Biroz sovish; reaksiya yo‘q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Ishonchli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Beloglazov: 15-20 daqiqadan so‘ng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1,5-2,0 soatda aniqlanmasligi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Tana harorati 23 gradusgacha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Murda dog‘lari, qotishi, qurishi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O‘lim belgilari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220, 221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Supravital reaksiyalar va o‘lim muddati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Miya o‘limidan so‘ng dastlabki vaqtda ayrim a’zo va to‘qimalar tashqi ta’sirga javob beradi; bu o‘lim muddatini aniqlashda qo‘llanadi.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Mexanik ta’sirda mushaklar 1-2 soat qisqaradi; 10 soatgacha ta’sir joyida idiomuskulyar o‘sma paydo bo‘ladi, 10-11 soatda chuqurcha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Elektr tokida yuz, bo‘yin, qo‘l-oyoq mushaklari 2-3 soat qisqaradi; 11-12 soatgacha faqat ko‘z mushaklari.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Dastlabki 5-6 soatda 1% atropin qorachiqni kengaytiradi; ter bezlari reaksiyasini 30 soat oralig‘ida tekshirish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Mushak qisqarishi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1–2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Idiomuskulyar o‘sma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10 gacha</a:t>
            </a:r>
            <a:r>
              <a:rPr sz="14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Elektr: yuz, qo‘l-oyoq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2–3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Elektr: faqat ko‘z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11–12 gacha</a:t>
            </a:r>
            <a:r>
              <a:rPr sz="11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1% atropin: qorachiq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5–6</a:t>
            </a:r>
            <a:r>
              <a:rPr sz="15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 bezlari reaksiyasi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30 gacha</a:t>
            </a:r>
            <a:r>
              <a:rPr sz="1400" b="0">
                <a:solidFill>
                  <a:srgbClr val="6B7280"/>
                </a:solidFill>
                <a:latin typeface="Calibri"/>
              </a:rPr>
              <a:t>  soat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Supravital reaksiyalar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221, 222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Sud-tibbiy nuqtai nazardan o‘limning toifasi, xili va turi farqlanadi; toifa bo‘yicha o‘lim zo‘raki yoki nozo‘raki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Zo‘raki o‘lim xili bo‘yicha qotillik, o‘z-o‘zini o‘ldirish va baxtsiz hodisaga bo‘linadi; nozo‘raki o‘lim turlarga bo‘linmaydi.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Zo‘raki o‘lim turlari: mexanik jarohat, mexanik asfiksiya, zaharlanish, yuqori va past harorat, elektr toki.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Toifa va turni sud-tibbiy ekspert aniqlaydi; xilni aniqlash huquqni muhofaza etuvchi organlar vakolatida, chunki qasd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O‘lim tasnifi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Zo‘raki: xili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Qotillik  ·  O‘z-o‘zini o‘ldirish  ·  Baxtsiz hodisa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Zo‘raki: turi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Mexanik jarohat, asfiksiya  ·  Zaharlanish  ·  Harorat, elektr toki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Nozo‘raki: turi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Yurak-qon tomir kasalliklari  ·  Nafas a’zolari kasalliklari  ·  Boshqa kasalliklar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Turni kim aniqlaydi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Sud-tibbiy ekspert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Xilni kim aniqlaydi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Huquqni muhofaza organlari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Toifa, xil, tur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221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asosiy g‘oyalar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Xizmat 4 davrni bosib o‘tgan: XX asr 20-yillarigacha, 50-yillargacha, 1950–1991-yillar va 1991-yildan hozirgacha.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surishtiruv, tergov qarori yoki sud ajrimi bilan o‘tkaziladi; mustaqillikda ilk bor “Sud ekspertizasi to‘g‘risida”gi Qonun qabul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ekspert ≠ mutaxassis. Ekspert xulosa beradi; mutaxassis dalil topishda yordam beradi va mustaqil hujjat tuzmaydi.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turlari: birlamchi, komissiyaviy, kompleks, qo‘shimcha va qayta.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12-13, 13-14, 16-18, 19-21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 hodisa tahlili: Yuliy Sezar o‘ldirilgach (e.a. 44-yil), murdasini vrach Antistius ko‘zdan kechirgan. Tanadagi 23 jarohatdan faqat bittasi o‘limga olib kelgan, deb baholangan. Bu jarohatlarning o‘lim bilan bog‘liqligini alohida baholashning dastlabki namunalaridan biridir.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fakt: Abu Ali ibn Sinoning “Tib qonunlari”da o‘limdan keyingi murda o‘zgarishlari, zaharlanishlar va jarohatlar haqida ma’lumot bor. Lekin bu ma’lumotlar odil sudlov uchun emas, asosan to‘g‘ri tibbiy yordam ko‘rsatish uchun yozilgan.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ekspert xulosasi 3 qismdan iborat – Kirish, Tadqiqot, To‘xtam (KTT). Kirishda ekspertiza asosi va savollar, tadqiqotda tekshiruv tavsifi, to‘xtamda savollarga aniq javoblar keltiriladi.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Diqqat, xato qilish xavfi: tomonlarning oldingi xulosadan noroziligi o‘z-o‘zidan qayta ekspertiza tayinlash uchun asos bo‘lmaydi. Qayta ekspertiza qarorida dastlabki xulosaga qo‘shilmaslik sabablari ko‘rsatilishi shart.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ikki ekspertizaning xulosalari bir-biriga zid chiqdi. Ekspert xulosasi sud va tergovchi uchun oldindan muqarrar kuchga ega emas. Ular xulosaga qo‘shilmasa, buni qaror yoki ajrimda asoslab berishi kerak.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O’zbekistonda sud tibbiyotining tarixi. Sud-tibbiy ekspertiza faoliyatini belgilovchi me’y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1. Fan, tarix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