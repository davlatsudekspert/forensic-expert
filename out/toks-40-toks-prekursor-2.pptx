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sud kimyogari dori emas, balki «xom ashyo» moddalarni ham tekshiradi? Doskada: dars rejasini 4 modda bo‘yicha yozing. Tipik xato: prekursorni giyohvandlik vositasining o‘zi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oddiy kimyoviy reaktiv qachon «prekursor» maqomini oladi? Doskada: ta’rifning 3 belgisini yozing (ro‘yxatda, nazoratda, tayyorlashda ishlatiladi). Tipik xato: har qanday xavfli moddani prekursor deb atash.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konvensiya va milliy qonun o‘rtasidagi bog‘liqlik. Doskada: 1988 -&gt; 1999 vaqt chizig‘i. Tipik xato: qonunning amaldagi tahririni darslikdan olish — lex.uz dan tekshiring. Kitobda ziddiyat: shu sahifada xalqaro ro‘yxat «26 ta» deyiladi, malaka ma’ruzasida esa «23 ta» deyilgan; slaydda kitobdagi 26 olindi.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ergotamin va aseton qaysi guruhga kiradi? Doskada: ikki ustunli jadval (1-guruh: «molekula qismi», 2-guruh: «yordamchi»). Tipik xato: guruhlarni aralashtirish. Kitobda ziddiyat: matnda «29 ta modda» deyilgan, 18-jadvalda esa 26 ta qator bor; slaydda raqam keltirilmadi.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yulduzcha belgisi nimani bildirishi kitobda izohlanmagan — ma’ruzachi aniqlashtiradi. Doskada: 4 juftlikni yozing. Tipik xato: prekursor va mahsulotni teskari bog‘lash.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bir nechta prekursor bitta mahsulotga (LSD) olib keladi? Doskada: LSD uchun 3 prekursor. Tipik xato: efedrinni faqat dori deb bilish — u prekursor ham.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bir xil modda (masalan, aseton) nega faqat erituvchi sifatida ro‘yxatda? Doskada: 3 vazifa. Tipik xato: reagentni boshlang‘ich moddadan farqlamaslik.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ergotamin dori sifatida ham ishlatiladi — nazorat nima uchun zarur? Doskada: «prekursor -&gt; LSD» sxemasi. Tipik xato: faqat LSD ni nazorat qilish yetarli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xloroformda yaxshi erishi ajratishda qanday foyda beradi? Doskada: C33H35N5O5 va 212-214 °C. Tipik xato: shohkuya alkaloidini shohkuya (qo‘ziqorin) bilan bir deb o‘ylash — kitobda «shohkuya alkaloidi» deyiladi.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ishqoriy ekstraksiyada ergotaminning bir qismi yo‘qolishi mumkinmi? Doskada: 5 ta gidroliz mahsuloti. Tipik xato: ishqorni ergotamin uchun «xavfsiz» deb hisoblash. Uchinchi band gidroliz mahsulotlari ro‘yxatidan bevosita kelib chiqadi.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 daqiqa. Muhokama: ergometrinning dorivor ta’siri uni prekursor sifatida nazoratdan chiqaradimi? Doskada: 3 xossa. Tipik xato: ergometrin va ergotaminni bir xil xossali deb hisoblash (eruvchanlik farq qiladi).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suv-aseton aralashmasi tanlangan? Doskada: 5:3 nisbati. Tipik xato: nisbatni teskari yozish (3:5). Aseton 1988 yil BMT Konvensiyasining II jadvalidagi prekursor.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ikki modda uchun nega turli tizim kerak? Doskada: ikki tizim va nisbatlar. Tipik xato: n-geksan va ammiak nisbatini aralashtirib yuborish. Kitobda Rf qiymatlari ergot alkaloidlari uchun berilmagan.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reagent eng ixtisoslashgan (indol halqaga xos)? Doskada: 4 reagent - 4 rang. Tipik xato: konsentratsiyalarni almashtirish (10%, 1%, 20%, 65% va 0,5%).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erituvchi (suv, etanol) o‘zgarsa maksimum surilishi mumkin. Doskada: jadvalni to‘ldiring. Tipik xato: tuz shaklini (maleat, gidrotartrat, mezilat) e’tiborsiz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ekstraksion-fotometriyada tropeolin 00 qanday rol o‘ynaydi? Doskada: 3 usul nomi. Tipik xato: YuSSX va YuQX ni bitta usul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kitobda ergotamin gidrotartrat maksimumi 318 nm, miqdoriy tahlilda esa ergotamin tartrat uchun 314 nm berilgan — farq tuz shakliga bog‘liq bo‘lishi mumkin. Doskada: uch to‘lqin uzunligi. Tipik xato: sifat va miqdoriy usul to‘lqinlarini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ishqorda yaxshi erishi ajratish usulini qanday belgilaydi? Doskada: eruvchanlik. Tipik xato: lizergin kislotani LSD ning o‘zi deb hisoblash — LSD uning dietilamididir.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«o‘limga olib keluvchi doza» ko‘rsatkichi har kim uchun bir xilmi? Doskada: 0,0002 g/kg = 0,2 mg/kg. Tipik xato: bu sonni klinik amaliyotda mutlaq chegara deb olish. Kitobda: jumla tuzilishi bo‘yicha 0,0002 g/kg LSD ga tegishli («uning» — dietilamid); lizergin kislotaning o‘zi gallyusinogen emas, LSD prekursori.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reaktiv tarkibini Erlix (HCl) va YuQX dagi reagent (65% H2SO4) bilan solishtiring. Doskada: 2 g / 100 ml / 20% HCl. Tipik xato: reaktivni boshqa kislotada tayyorlash. Van Urk reaktivi — n-dimetilaminobenzaldegidning sulfat kislotadagi eritmasi, Erlix reaktivining varianti; ikkalasi ham indol halqasiga reaksiya.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fluoressensiya va rang reaksiyasi bir-birini qanday tasdiqlaydi? Doskada: 20:20:3:1 va Rf=0,57. Tipik xato: Rf qiymatini boshqa tizimga ko‘chirish.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IK yutilishi to‘lqin soni (sm-1) bilan ifodalanadi. Doskada: 6 ta yutilish soni. Tipik xato: sm-1 ni nm bilan aralashtirish. IK bandida «to‘lqin uzunligi» atamasi noto‘g‘ri, to‘g‘risi — to‘lqin soni. Kitobda: UB qiymatlarida birlik (nm) tushib qolgan, IK uchun «to‘lqin uzunligi» deyilgan (to‘g‘risi to‘lqin soni, sm-1).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o-aminobenzoy kislota nomi tuzilishni qanday aks ettiradi? Doskada: o- (orto) holat. Tipik xato: antranil kislotani PABK (p-aminobenzoy)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Erlix testi lizergin kislota (binafsha) va antranil kislotani (sarg‘ish-limon) qanday ajratadi? Doskada: ikki rang. Tipik xato: ranglarni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kompleks hosil bo‘lishida pH nima uchun cheklangan? Doskada: 7 ta metall. Tipik xato: metallar ro‘yxatini to‘liq yozmaslik. Izoh: malaka ma’ruzasida kadmiyli tuzi cho‘chqalar uchun askaritsid sifatida ishlatilishi aytilgan.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anilinga aylanishi 6-ma’ruzadagi anilin tahlili bilan qanday bog‘liq? Doskada: antranil kislota -&gt; anilin (CO2 yo‘qotadi). Tipik xato: o- va m- izomer ranglarini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asetillangan hosilaning prekursorlik ahamiyati. Doskada: antranil -&gt; N-asetilantranil -&gt; metakvalon. Tipik xato: ikki moddani bitta deb hisoblash. Kitobda N-asetilantranil kislota uchun alohida tahlil usuli berilmagan.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kaliy permanganat ham ro‘yxatda — nega ikkalasi birga muhim? Doskada: efedrin -[KMnO4, CH3COOH]-&gt; efedron. Tipik xato: psevdoefedrinni efedrinning sinonimi deb bilish; ular stereoizomerlar. Bu mavzu to‘liq 36-ma’ruzada yoritiladi.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peshob nega asosiy tekshiruv ashyosi? Doskada: Rf=0,28 va Rf=0,71. Tipik xato: sistema nisbatini (48:2 va 9:1) aralashtirish — kitobda ikki xil nisbat berilgan, ular turli bandlarga tegishli.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 daqiqa. Muhokama: fenilsirka kislotaning tahlil usuli. Doskada: fenilsirka kislota -&gt; MDA. Tipik xato: kitobda tahlil usuli berilmagan — bu mavzu bo‘yicha kitobda faqat ro‘yxat ma’lumoti bor, usul ixtiro qilinmaydi.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mineral kislotalar ham prekursorlar ro‘yxatida? Doskada: BaSO4 va AgCl. Tipik xato: kislotalarni faqat reaktiv deb, nazoratdan chetda deb o‘ylash. To‘liq tahlil 39-ma’ruzada.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qayta tahlil uchun ikki barobar ko‘p olinadi? Doskada: 4 ta ob’ekt turi. Tipik xato: kam miqdordagi moddani «qisman» tahlil qilib, qayta tahlil uchun hech narsa qoldirmaslik.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azo bo‘yoq reaksiyasi antranil kislotaning diazotirlanishiga (p.158) qanday bog‘liq bo‘lishi mumkin? Doskada: jadvalni talabalar bilan to‘ldiring. Tipik xato: faqat bitta reaksiyaga tayanib xulosa qilish; kitob javob bermaydi, talaba ishlab chiqadi.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savollarni juftlikda javoblang. Doskada: javob rejasi (ta’rif - ahamiyat - usul). Tipik xato: kitobdagi takrorlangan savollarni (7 va 12, 8 va 13) alohida mavzu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har bir moddaning eng ishonchli tasdiqlovchi belgisi nima? Doskada: 4 modda - 4 belgi. Tipik xato: bitta reaksiya natijasini yakuniy dalil deb qabul qilish; kitob usullar majmuasini talab qiladi.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Prekursorlar (2): ergotamin, ergometrin, lizergin kislota, antranil kislota, efedrin/psevdoefedrin, fenilsirka kislota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(2): ergotamin, ergometrin, lizergin kislota, antranil kislota, efedrin/psevd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ergotamin, ergometrin, lizergin kislota va antranil kislota; ularning tahlil usullari.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moddalar prekursorlar ro‘yxatiga kiradi va giyohvandlik vositalarini olishda asosiy moddalar hisoblanadi.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Tayanch iboralar: prekursor, shohkuya alkaloidlari, LSD, Erlix testi, YuQX, UB-spektr.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155, 154, 154-157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Prekursor nima?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(2): ergotamin, ergometrin, lizergin kislota, antranil kislota, efedrin/psevd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Prekursorlar prekursorlar ro‘yxatiga kiritilgan, O‘zbekistonda nazoratga olinadigan moddalardir.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Ular giyohvandlik vositalari va psixotrop moddalar tayyorlash uchun foydalaniladi.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Glossariy ham shu ta’rifni takrorlaydi: ro‘yxatga kiritilgan va muomalasi nazoratga olinadigan moddalar.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146, 160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Huquqiy asos: konvensiya va qonun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(2): ergotamin, ergometrin, lizergin kislota, antranil kislota, efedrin/psevd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BMT 1988 yildagi yagona konvensiyasi qarorlariga asosan 26 ta modda prekursor sifatida xalqaro nazoratga olingan.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1999 yil 19 avgustda O‘zbekistonda «Giyohvandlik vositalari va psixotrop moddalar to‘g‘risida»gi qonun qabul qilindi.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Qonun giyohvand, gangituvchi va prekursor moddalarning muomalasiga oid ijtimoiy munosabatlarni tartibga soladi.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Malaka materialida shu qonun BMT ning 1961, 1971 va 1988 yillardagi konvensiyalari asosida qabul qilingani aytilgan.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146; Malaka materiali №071 (TFI Toksikologik kimyo kafedrasi)., Prekursorlar. Ularning narkologik ahamiyati va tahlil usullari, betlar: matn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Ro‘yxat va uning ikki guruhi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(2): ergotamin, ergometrin, lizergin kislota, antranil kislota, efedrin/psevd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Ro‘yxatdagi kimyoviy moddalar shartli ravishda ikki guruhga bo‘lingan.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1-guruh: giyohvandlik vositalari sintezida qo‘llanib, kimyoviy formulasining katta qismini tashkil qiluvchi moddalar.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2-guruh: yashirin tayyorlashda yordamchi, lekin asosiy rol o‘ynovchi moddalar.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18-jadval: prekursorlar (1-qism)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(2): ergotamin, ergometrin, lizergin kislota, antranil kislota, efedrin/psevd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Ro‘yxat 26 qatordan iborat; yulduzcha (*) bilan belgilangan moddalar ham jadvalda keltirilgan.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Lizergin kislota va N-metilefedrin: LSD va metkatinon tayyorlanadi.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4773"/>
                <a:gridCol w="2903201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Prekursor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Sirka kislota angidridi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Metakvalon, geroin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Antranil kislota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4-Metilaminoreks, metakvalon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Lizergin kislota*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LSD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Psevdoefedrin*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Pervitin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 -&gt; tayyorlanadigan modda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147-148, 147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18-jadval: prekursorlar (2-qism)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(2): ergotamin, ergometrin, lizergin kislota, antranil kislota, efedrin/psevd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Ergotamin va ergometrin (ergonovin) jadvalda LSD tayyorlash uchun ko‘rsatilgan.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Efedrin metkatinon, fenilsirka kislota esa MDA va uning hosilalari tayyorlash uchun ko‘rsatilgan.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Prekursor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Ergotamin*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LSD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Ergometrin (ergonovin)*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LSD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Efedrin*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Metkatinon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Fenilsirka kislota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MDA va uning hosilalari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 -&gt; tayyorlanadigan modda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19-jadval: boshlang‘ich modda, reagent, erituvchi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(2): ergotamin, ergometrin, lizergin kislota, antranil kislota, efedrin/psevd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Boshlang‘ich moddalar: antranil, lizergin va fenilsirka kislota, ergometrin, psevdoefedrin va b.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Reagentlar: sirka kislota angidridi, qizil fosfor, kaliy permanganat, sulfat va xlorid kislotalar.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Erituvchilar: aseton, metiletilketon (2-butanon), toluol, dietil efir.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9207"/>
                <a:gridCol w="3218767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Misollar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Boshlang‘ich modda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Antranil kislota, ergometrin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Reagent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Kaliy permanganat, H2SO4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Erituvchi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Aseton, toluol, dietil efir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Prekursorlarning vazifasi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Nega ergot prekursorlari nazoratda?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(2): ergotamin, ergometrin, lizergin kislota, antranil kislota, efedrin/psevd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Ergotamin, ergometrin va lizergin kislota gallyusinogen ta’sirli lizergin kislota dietilamidi (LSD) ni olishda asosiy moddalardir.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Antranil kislota 4-metilaminoreks va metakvalonlarni sintezlashda asosiy modda sifatida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Ergotamin, ergometrin va lizergin kislota giyohvandlik vositalari olishda asosiy moddalar hisoblanadi.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Ergotamin: tuzilishi va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(2): ergotamin, ergometrin, lizergin kislota, antranil kislota, efedrin/psevd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Ergotamin (femergin, ginergen) formulasi C33H35N5O5; shohkuya alkaloidi.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 xossali gigroskopik kristall kukun; erish harorati 212-214 °C.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Suvda erimaydi, etil spirtida eriydi, xloroformda yaxshi eriydi.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Ergotaminning gidrolizi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(2): ergotamin, ergometrin, lizergin kislota, antranil kislota, efedrin/psevd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Ishqoriy sharoitda ergotamin gidrolizlanadi.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Gidroliz mahsulotlari: lizergin kislota, L-prolin, L-fenilalanin, pirouzum kislota va ammiak.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 sababli lizergin kislota ergotaminning parchalanish mahsuloti sifatida ham uchraydi.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Ergometrin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(2): ergotamin, ergometrin, lizergin kislota, antranil kislota, efedrin/psevd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Ergometrin hidsiz, oq kristall kukun.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 va spirtda kam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Asosiy shohkuya alkaloidlaridan biri; bachadon muskullari tonusini oshirib, qisqarishini tezlashtiradi.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Ergoalkaloidlarni biologik ob’ektdan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(2): ergotamin, ergometrin, lizergin kislota, antranil kislota, efedrin/psevd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Ergoalkaloidlar biologik ob’ektdan suv-aseton (5:3) aralashmasida bo‘ktirib ajratib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Aseton prekursorlar ro‘yxatida ham bor: u ham laboratoriya erituvchisi, ham nazorat qilinuvchi modda.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Ajralmadan keyin YuQX, UB-spektr va YuSSX usullari qo‘llanadi.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156, 148, 156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YuQX: plastinka va harakatlanuvchi fazalar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(2): ergotamin, ergometrin, lizergin kislota, antranil kislota, efedrin/psevd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Plastinka sifatida silikagel saqlagan tayyor «Silufol» plastinkalari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Ergometrin uchun: n-butanol - n-geksan - ammiakning 25% eritmasi, 20:15:0,5.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Ergotamin uchun: aseton - xloroform - suv, 3:1:0,5.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2152"/>
                <a:gridCol w="3595823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Tizim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Ergometrin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n-butanol-n-geksan-NH3 (20:15:0,5)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Ergotamin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aseton-xloroform-suv (3:1:0,5)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YuQX tizimlari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YuQX: ko‘rsatuvchi reagentlar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(2): ergotamin, ergometrin, lizergin kislota, antranil kislota, efedrin/psevd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Kumush nitratning 10% eritmasi bilan qo‘ng‘ir rang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Kaliy permanganatning 1% eritmasi bilan ergometrin va ergotamin zarg‘aldoq rangli mahsulot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Kaliy bixromatning 20% sulfat kislotadagi eritmasi bilan ko‘k rangli mahsulot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p-Dimetilaminobenzaldegidning 65% sulfat kislotadagi 0,5% eritmasi bilan ergometrin va ergotamin ko‘k rang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UB-spektr bo‘yicha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(2): ergotamin, ergometrin, lizergin kislota, antranil kislota, efedrin/psevd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Ergometrin maleat (suvda): maksimum 311 nm, minimum 269 nm.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Ergotamin gidrotartrat (suvda): maksimum 318 nm, minimum 272 nm.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Digidroergotamin mezilat (etanolda): 280 nm da maksimum.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275"/>
                <a:gridCol w="1510850"/>
                <a:gridCol w="1510850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Max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Min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Ergometrin maleat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311 nm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269 nm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Ergotamin gidrotartrat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318 nm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272 nm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Digidroergotamin mezilat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280 nm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-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UB-spektr ko‘rsatkichlari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YuSSX va miqdoriy usullar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(2): ergotamin, ergometrin, lizergin kislota, antranil kislota, efedrin/psevd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Sifat va miqdorni aniqlashda UB-spektrofotometrik detektorli «Millixrom» 4-A mikrokolonkali suyuqlik xromatografi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Ekstraksion-fotometrik usulda ergoalkaloidlar tropeolin 00 bilan reaksiyaga kirishadi; hosil bo‘lgan rangli mahsulotning optik zichligi o‘lchanadi.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Spektrofotometrik usulda tuzlar suvda eritiladi va optik zichlik o‘lchanadi.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Spektrofotometrik miqdoriy tahlil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(2): ergotamin, ergometrin, lizergin kislota, antranil kislota, efedrin/psevd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Ergometrin maleatning optik zichligi 311 nm da o‘lchanadi.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Ergotamin tartratning optik zichligi 314 nm da o‘lchanadi.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Ergotoksinning optik zichligi 320 nm da o‘lchanadi.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4108"/>
                <a:gridCol w="2563866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To‘lqin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Ergometrin maleat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311 nm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Ergotamin tartrat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314 nm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Ergotoksin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320 nm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Miqdoriy to‘lqin uzunliklari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Lizergin kislota: xossalari va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(2): ergotamin, ergometrin, lizergin kislota, antranil kislota, efedrin/psevd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Lizergin kislota aksariyat ergoalkaloidlarning asosini tashkil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Gallyusinogen ta’sirga ega zaharli giyohvandlik vositasi; undan LSD (dietilamid)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Oq kristall kukun; suvda qiyin, ishqorlarda yaxshi eriydi.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Lizergin kislota va LSD: zaharlilik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(2): ergotamin, ergometrin, lizergin kislota, antranil kislota, efedrin/psevd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Lizergin kislotadan uning dietilamidi — LSD olinadi; LSD ning o‘limga olib keluvchi dozasi 0,0002 g/kg.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Gallyusinogen ta’sirga ega zaharli giyohvandlik vositasi — LSD; lizergin kislota uning prekursori.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 sababli prekursor ham, mahsulot ham qat’iy nazoratda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157, 146, 157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Lizergin kislota: Erlix testi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(2): ergotamin, ergometrin, lizergin kislota, antranil kislota, efedrin/psevd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Erlix testida lizergin kislotali namuna binafsha rang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Reaktiv: 2 g n-dimetilaminobenzaldegid 100 ml 20% xlorid kislota eritmasida eritiladi.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Malaka ma’ruzasida shu reaksiya LSD ning ergot hosilalari uchun Van Urk (Erlix) reaksiyasi sifatida keltiriladi.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157; Malaka materiali №071 (TFI Toksikologik kimyo kafedrasi)., Prekursorlar. Ularning narkologik ahamiyati va tahlil usullari, betlar: matn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Lizergin kislota: fluoressensiya va YuQX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(2): ergotamin, ergometrin, lizergin kislota, antranil kislota, efedrin/psevd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UB lampa ostida lizergin kislota ko‘k rangli fluoressensiya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YuQX: quruq qoldiq metanolda eritilib silikagelli plastinkaga tomiziladi.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Tizim: xloroform - aseton - etanol - ammiakning 25% eritmasi, 20:20:3:1.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Erlix reaktivi purkalganda Rf=0,57 li binafsha dog‘ hosil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Lizergin kislota: UB va IK spektr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(2): ergotamin, ergometrin, lizergin kislota, antranil kislota, efedrin/psevd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UB-spektr: ishqordagi eritma 310 nm, xlorid kislotadagi eritma 315 nm da maksimum nur yutadi.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IK-spektr (KBr plastinka): 1626, 1307, 1136, 1066, 1212 va 749 sm-1 da yutilish sohalari.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Kitobda IK qiymatlari «to‘lqin uzunliklari» deb yozilgan, ular sm-1 birligida berilgan.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Antranil kislota: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(2): ergotamin, ergometrin, lizergin kislota, antranil kislota, efedrin/psevd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Antranil kislota (o-aminobenzoy kislota) oq kristall kukun; 145 °C da suyuqlanadi.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Suv, spirt, benzol, dietil efiri va sirka kislotada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4-Metilaminoreks va metakvalonlarni sintez qilishda asosiy modda sifatida ishlatiladi.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Antranil kislota: Erlix testi va fluoressensiya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(2): ergotamin, ergometrin, lizergin kislota, antranil kislota, efedrin/psevd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Erlix testida antranil kislota sarg‘ish-limon rang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Ishqoriy metall va mineral kislotalar bilan tuzlari suvda yaxshi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Tuz eritmalari UB nurda havo rang fluoressensiya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Antranil kislota: ichki komplekslar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(2): ergotamin, ergometrin, lizergin kislota, antranil kislota, efedrin/psevd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Sirka kislotadagi eritmalarida (pH 2,5-5) kadmiy, kobalt, mis, nikel, rux, qo‘rg‘oshin va simob tuzlari bilan ichki komplekslar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komplekslar suvda kam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 xossa metallarni gravimetrik usulda aniqlashda ishlatiladi.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Antranil kislota: boshqa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(2): ergotamin, ergometrin, lizergin kislota, antranil kislota, efedrin/psevd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Diazotirlash orqali o-diazobenzoy kislotaga aylantiriladi; UB nurlarida tovlantirilsa degidrobenzolga aylanadi.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Cu(II) tuzlarining sirka kislotadagi eritmasi bilan yorqin-yashil cho‘kma beradi (m-aminobenzoy kislota havo rang).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Haydalganda dekarboksillanib, anilinga aylanadi.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Antranil kislotaning miqdori; N-asetilantranil kislota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(2): ergotamin, ergometrin, lizergin kislota, antranil kislota, efedrin/psevd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Antranil kislotaning miqdori UB-spektrofotometrik usulda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N-Asetilantranil kislota jadvalda metakvalon uchun prekursor sifatida ko‘rsatilgan.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Malaka materialida N-asetilantranil kislota oq yoki oqimtir sariq kristall kukun deb tasvirlangan va meklokvalon, metakvalon sintezida ishlatilishi aytilgan.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158, 147; Malaka materiali №071 (TFI Toksikologik kimyo kafedrasi)., Prekursorlar. Ularning narkologik ahamiyati va tahlil usullari, betlar: matn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Efedrin va psevdoefedrin prekursor sifatida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(2): ergotamin, ergometrin, lizergin kislota, antranil kislota, efedrin/psevd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Jadvalda efedrin metkatinon uchun, psevdoefedrin pervitin uchun prekursor sifatida ko‘rsatilgan.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Efedrin va uning stereoizomeri psevdoefedrin efedra o‘simligida uchraydi hamda sintez qilib ham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Efedron narkomanlar tomonidan efedrindan kaliy permanganat va sirka kislota yordamida 50-60 °C da oksidlab hosil qilinadi.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147-148, 76, 77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Efedrin va efedronni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(2): ergotamin, ergometrin, lizergin kislota, antranil kislota, efedrin/psevd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Dragendorf reaktivi bilan efedrin ham, efedron ham to‘q qizil rangli ninasimon kristallar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Reyneke tuzining 1% eritmasi bilan efedrin to‘rt qirrali qizg‘ish-pushti kristallar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 (xloroform - aseton 48:2, ningidrin): efedrin Rf=0,28, efedron Rf=0,71.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76-78, 77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Fenilsirka kislota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(2): ergotamin, ergometrin, lizergin kislota, antranil kislota, efedrin/psevd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Fenilsirka kislota prekursorlar ro‘yxatiga kiritilgan.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Prekursor yordamida tayyorlanadigan modda: MDA va uning hosilalari.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Fenilsirka kislota 19-jadvalda boshlang‘ich moddalar qatorida ko‘rsatilgan.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Sulfat va xlorid kislotalar: eslatma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(2): ergotamin, ergometrin, lizergin kislota, antranil kislota, efedrin/psevd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Sulfat kislota (H2SO4) giyohvandlik vositalari va psixotrop moddalar olishda reagent sifatida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H2SO4 bariy tuzlari bilan oq cho‘kma (BaSO4) beradi; miqdori neytrallash usulida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HCl kumush nitrat bilan kislotali muhitda oq cho‘kma (AgCl) beradi; miqdori neytrallash usulida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Namunani tahlilga tayyorlash qoidalari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(2): ergotamin, ergometrin, lizergin kislota, antranil kislota, efedrin/psevd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Gumon qilinayotgan modda kam miqdorda bo‘lsa, tahlil uchun hammasini ko‘rsatish shart.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Talqon shaklidagi moddadan bir necha kristall olinadi; qayta tahlil kerak bo‘lsa, ikki barobar ko‘p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Tabletka va qattiq moddalarni avval shpatel bilan maydalab tahlil qilinadi; kapsulani ehtiyotkorlik bilan ochiladi.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O‘simlik xom ashyosi va tamaki mahsuloti avval maydalanib tahlil qilinadi.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146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Amaliy holat: noma’lum kukun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(2): ergotamin, ergometrin, lizergin kislota, antranil kislota, efedrin/psevd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Kitobdagi keys: sud-kimyo ekspertizasiga noma’lum gallyusinatsiya chaqiruvchi kristall kukun keltirildi.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Dastlabki tahlil azo bo‘yoq reaksiyasini berdi; yechimini bayon etish talab etiladi.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Jadval ustunlari: muammo turi, kelib chiqish sabablari, hal etish yo‘llari.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(2): ergotamin, ergometrin, lizergin kislota, antranil kislota, efedrin/psevd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Prekursorlar deb qanday vositalarga aytiladi?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Ergotaminning ishlatilishi va narkologik ahamiyati; xromatografik usullarning ahamiyati.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Sulfat va xlorid kislotalarni tahlil qilish usullari; antranil kislota haqida ma’lumot.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(2): ergotamin, ergometrin, lizergin kislota, antranil kislota, efedrin/psevd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Ergotamin, ergometrin, lizergin kislota va antranil kislota giyohvandlik vositalari sintezida asosiy prekursorlardir.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Ergoalkaloidlar: suv-aseton (5:3) ekstraksiya, YuQX, UB-spektr, YuSSX; lizergin kislota: Erlix testi, fluoressensiya, Rf=0,57.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Antranil kislota: Erlix testida sarg‘ish-limon rang, UB da havo rang fluoressensiya, ichki komplekslar.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Zulfikariyeva D.A., Usmanaliyeva Z.U., Nurmatova M.I., Giyohvand moddalar tahlili. O‘quv qo‘llanma. Toshkent, betlar: 154, 156-157, 158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(2): ergotamin, ergometrin, lizergin kislota, antranil kislota, efedrin/psevd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Antranil kislota Vitamin L nomi bilan ham tilga olinadi; malaka ma’ruzasida uning sinonimlari (o-aminobenzoy kislota, 2-aminobenzoy kislota, Vitamin L1) ro‘yxati keltirilgan.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Malaka ma’ruzasi: kokain gidroxloridi olish sxemasida sulfat kislota, kaliy permanganat, xlorid kislota va aseton/dietil efir/toluol kabi erituvchilar ishtirok etadi.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Kitob qoidasi: tamaki mahsulotini tahlil qilishda avval bitta tamaki o‘ramini ochib, maydalab, so‘ngra tahlil boshlanadi.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Kitobdagi nazorat savollari ro‘yxatida 7- va 12-, 8- va 13-savollar bir xil takrorlangan (ergotamin haqida).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Prekursorlar (2): ergotamin, ergometrin, lizergin kislota, antranil kislota, efedrin/psevd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Zulfikariyeva D.A., Usmanaliyeva Z.U., Nurmatova M.I. Giyohvand moddalar tahlili. O‘quv qo‘llanma. Toshkent, 2024. b. 76-78, 146-148, 154-160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№071 (TFI Toksikologik kimyo kafedrasi). Prekursorlar. Ularning narkologik ahamiyati va tahlil usullari (ma’ruza, Toshkent, 2011).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