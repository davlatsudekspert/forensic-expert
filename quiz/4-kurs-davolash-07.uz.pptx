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mashg’ulot: Yangi tug‘ilgan chaqalok</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Tirik tug‘ilgan chaqaloq murdasi makroskopik tekshirilganda diafragma gumbazi qaysi qobirg‘alar sathida joylashadi?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IV–V qobirg‘alar sathida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VIII–IX qobirg‘alar sathida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VI–VII qobirg‘alar sathida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II–III qobirg‘alar sathida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VI–VII qobirg‘alar sathida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olgan o‘pkalar ko‘krak qafasini deyarli to‘ldiradi va diafragmani pastga suradi, shuning uchun gumbaz VI–VII qobirg‘alar sathida turadi. IV–V qobirg‘alar sathi o‘lik tug‘ilgan chaqaloqqa xos. Qolgan variantlar kitobda uchramaydi.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Yangi tug‘ilgan chaqaloq nafas olganda o‘pkada qon aylanishi boshlanadi. Bu hisobiga o‘pka vazni taxminan qanchaga yetadi?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85–90 g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55–60 g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120–130 g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70–75 g gacha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85–90 g 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olmagan o‘pkaning vazni 55–60 g, nafas olgandan keyin qon aylanishi boshlangani uchun u 85–90 g ga yetadi. 55–60 g nafas olmagan o‘pkaning ko‘rsatkichi. Boshqa raqamlar manbada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Mikroskopik tekshiruvda nafas olmagan (o‘lik tug‘ilgan) chaqaloq o‘pkasi uchun qaysi tavsif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Alveolalar yoyilgan, epiteliy yassi, kapillyarlar to‘laqon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Alveolalar yoyilgan, to‘siqlar ingichka, elastik tolalar maromli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Alveolalar yoyilmagan, epiteliy yassi, to‘siqlar qalin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Alveolalar yoyilmagan, epiteliy kubsimon, to‘siqlar qalin, kapillyarlarda qon yo‘q</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Alveolalar yoyilmagan, epiteliy kubsimon, to‘siqlar qalin, kapillyarlarda qon yo‘q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olmagan o‘pkada alveolalar yoyilmagan, epiteliy kubsimon, to‘siqlar qalin, elastik tolalar tutamsimon va kapillyarlarda qon bo‘lmaydi. Birinchi va ikkinchi variantlar nafas olgan o‘pkaga xos. Uchinchi variantda epiteliy shakli noto‘g‘ri ko‘rsatilgan.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261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Murda bilan birga yuborilgan kindik uzunligi 42 sm, yo‘ldosh massasi 340 g. Jadvalga ko‘ra bu qaysi homila oyiga to‘g‘ri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 homila oyi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 homila oyi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VIII homila oyi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 homila oyi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VII homila oyi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Jadvalda VII homila oyi uchun kindik uzunligi 42 sm, yo‘ldosh massasi 340 g ko‘rsatilgan. VI oyda bu raqamlar 38 sm va 250 g, VIII oyda 46 sm va 410 g, IX oyda 47 sm va 470 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Tug‘ruq travmasida kalla gumbazi suyaklari singanda, bu shikastni boshqa turdagi shikastlardan ajratishga yordam beradigan belgi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Sinish faqat peshona suyagida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Kalla ichiga qon quyilish hech qachon kuzatilmaydi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Tashqi jarohatlar, jumladan yaralar hosil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Sinish doim ko‘p parchali va chuqur botiq bo‘ladi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Tashqi jarohatlar, jumladan yaralar hosil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Tug‘ruq travmasida suyaklar sinishi mumkin, lekin yumshoq to‘qimalarda yara yoki boshqa tashqi jarohat paydo bo‘lmaydi. Sinishlar ko‘pincha tepa suyaklarida bo‘ladi va kalla ichi qon quyilishi bilan kechishi mumkin. Shuning uchun boshqa variantlar xato.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265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Simpson’s Forensic Medicine bo‘yicha, o‘pka suzish sinamasida o‘pka yoki uning bo‘lagi suvda cho‘ksa, qanday xulosa chiqarish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Chaqaloq o‘pkani kengaytiradigan darajada nafas olmagan, o‘lik tug‘ilgan bo‘lishi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Chaqaloq albatta o‘lik tug‘ilgan va hech qachon nafas olmagan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Chaqaloq tirik tug‘ilgan va unda doim ikkilamchi atelektaz rivojlangan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Sinama bu holatda yaroqsiz, chunki cho‘kish chirish gazlari ta’sirida bo‘ladi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Chaqaloq o‘pkani kengaytiradigan darajada nafas olmagan, o‘lik tug‘ilgan bo‘lishi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Manbaga ko‘ra cho‘kish faqat chaqaloq o‘pkani kengaytirgudek nafas olmaganini ko‘rsatadi va o‘lik tug‘ilganlik ehtimoliga mos keladi. Aksi isbotlanmagan, chunki o‘lik tug‘ilganlarning o‘pkasi ba’zan suzadi. Shu sababli sinama tirik va o‘lik tug‘ilganni ajratishda ishonchsiz hisoblanadi, ammo cho‘kish ‘albatta o‘lik tug‘ilgan’ degan qat’iy xulosa bermaydi.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67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Homila murdasini tekshirishda sonning pastki epifizida suyaklanish o‘zagi (Beklyar yadrosi) odatda qaysi homila oyida vujudga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VII homila oyida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VIII homila oyida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 homila oyida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 homila oyida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IX homila oyida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Sonning pastki epifizidagi suyaklanish o‘zagi IX homila oyida paydo bo‘ladi. Tovon suyagidagi o‘zak ancha oldin (V oyda), g‘altaksimon suyakdagi o‘zak esa VII oyda shakllanadi, shuning uchun VII va VIII variantlari xato.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Jahon sog‘liqni saqlash tashkiloti (JSST) tavsiyalariga ko‘ra, quyidagilardan qaysi biri tirik tug‘ilganlik mezoni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Kindikning pulsatsiyasi mavjudligi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Teri yuzasida mo‘msimon qoplama borligi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Yo‘g‘on ichakda mekoniyning saqlanib turishi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Tanada onaning qon izlari bo‘lishi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Kindikning pulsatsiyasi mavjudligi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JSST ona organizmidan tashqarida nafas olish, yurak urishi, kindik pulsatsiyasi yoki ixtiyoriy harakatlarni tirik tug‘ilganlik mezoni deb qabul qilgan. Mo‘msimon qoplama, mekoniy va qon izlari esa tirik tug‘ilganlikni emas, yangi tug‘ilganlikni ko‘rsatadigan belgilardir.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259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Quyidagi holatlardan qaysi birida tirik tug‘ilganlikni aniqlash uchun oshqozon-ichak (Breslau) sinamasidan foydalanish tavsiya etilmaydi?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Murda sovuqda saqlanib, to‘liq erigan bo‘lsa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Oshqozonda sut topilgan bo‘lsa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Kindikda demarkatsion halqa shakllangan bo‘lsa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 chirigan, ichaklarda chirish gazlari hosil bo‘lgan bo‘lsa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Murda chirigan, ichaklarda chirish gazlari hosil bo‘lgan bo‘lsa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Chirish gazlari oshqozon va ichaklarni ham to‘ldirib, sinamada soxta musbat natija beradi. Shu sababli chirigan murdada (xuddi sun’iy nafas oldirilgan holatdagidek) bu sinamadan foydalanilmaydi. Boshqa variantlar sinamani cheklamaydi.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Alveolalarda gialin membranalar vujudga kelishi uchun go‘dak ona organizmidan tashqarida kamida qancha vaqt yashashi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Kamida 1-2 soat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10-15 daqiqa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Kamida 5-6 soat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bir sutka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Kamida 1-2 soat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Gialin membranalar odatda bir necha soat yashagan go‘daklarda topiladi, shakllanishi uchun esa kamida 1-2 soat kerak bo‘ladi. 5-6 soat — o‘pkaning ikkilamchi atelektazi rivojlanishi uchun zarur muddat, bir sutka esa demarkatsion halqaning shakllanish davri.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Dillon (1939) taklif etgan rentgenologik sinama nima uchun hozirgi sud-tibbiy ekspertiza amaliyotida qo‘llanilmaydi?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Sinama faqat o‘lik tug‘ilgan chaqaloqlarning o‘pkasida ma’lumot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Sinama o‘pka vaznini aniqlashga imkon bermaydi, chunki rentgen nuri bunga yaramaydi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Nafas olgan o‘pkani sun’iy ventillyasiya va chirish gazlari holatlaridan farqlab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Sinama faqat homilaning gestatsion yoshini aniqlashga mo‘ljallangan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Nafas olgan o‘pkani sun’iy ventillyasiya va chirish gazlari holatlaridan farqlab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Rentgenda o‘pka, oshqozon va ichaklardagi havo ko‘rinadi, lekin uni haqiqiy nafasdan, sun’iy ventillyasiyadan yoki chirish gazlaridan ajratib bo‘lmaydi. Bunga maxsus jihoz zarurligi va cheklangan imkoniyatlar ham qo‘shilib, usul ishlatilmay qo‘ygan.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Angliya va Uels qonunchiligiga ko‘ra, topilgan o‘lik chaqaloqqa nisbatan dastlab qanday faraz qo‘llaniladi?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Barcha o‘lgan chaqaloqlar tirik tug‘ilgan deb hisoblanadi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Barcha o‘lgan chaqaloqlar o‘lik tug‘ilgan deb faraz qilinadi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24 haftadan keyin o‘lganlar o‘lik tug‘ilgan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Tug‘ilish holatini onaning guvohligi avtomatik belgilaydi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Barcha o‘lgan chaqaloqlar o‘lik tug‘ilgan deb faraz qilinadi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Qonuniy faraz bo‘yicha o‘lgan chaqaloq o‘lik tug‘ilgan hisoblanadi, shuning uchun uning tirik tug‘ilib alohida mavjud bo‘lganini isbotlash yuki ayblov tomoniga va patologga tushadi. Boshqa variantlar bu qoidaga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66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Angliya va Uels qonunchiligidagi 1938-yilgi Infanticide Act (chaqaloq o‘ldirish to‘g‘risidagi qonun) bo‘yicha, ona jinoyati “infanticide” deb baholanishi uchun uning bolasi qanday yoshda bo‘lishi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Tug‘ilgandan keyingi dastlabki 24 soat 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Tug‘ilgandan keyingi dastlabki 28 kun 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12 oydan kichik bo‘lishi kerak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Gestatsion yoshi 24 haftadan katta bo‘lishi kerak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12 oydan kichik bo‘lishi kerak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Qonun onaning o‘z bolasini 12 oylikdan oldin o‘ldirishini nazarda tutadi. Bunda ona ruhiy holati tug‘ruqdan keyin yoki laktatsiya ta’sirida buzilgan bo‘lishi shart. 24 hafta — o‘lik tug‘ilish ta’rifidagi chegara, shuning uchun infanticide yoshi bilan aralashtirmaslik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66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Vent-Vreden quloq sinamasida baraban bo‘shlig‘i suv ostida ochilganda unda havo bo‘lmay, faqat shilliq topilsa, bu nimaga dalolat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Go‘dak o‘lik tug‘ilganiga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Go‘dak bir necha soat yashaganiga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Murdada chirish gazlari hosil bo‘lganiga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Go‘dakka sun’iy nafas oldirilganiga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Go‘dak o‘lik tug‘ilganiga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Birinchi nafas harakatlarida havo eshituv nayi orqali baraban bo‘shlig‘iga o‘tadi. Havo bo‘lmasdan faqat shilliq turishi nafas olinmaganini ko‘rsatadi va o‘lik tug‘ilganlik belgisi hisoblanadi. Boshqa variantlarda havo yoki gaz borligini taxmin qilish kerak bo‘lardi.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Пиголкин Ю.И., Баринов Е.Х., Богомолов Д.В., Богомолова И.Н., Судебная медицина: учебник для вузов, 33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Chirish jarayoni tirik tug‘ilgan va o‘lik tug‘ilgan go‘dak murdasida qaysi sohadan boshlanishi bilan farqlanadi?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Ikkala holatda ham qorin old devoridan boshlanadi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Tirik tug‘ilganda tabiiy teshiklardan, o‘lik tug‘ilganda nafas a’zolaridan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Tirik tug‘ilganda kindik qoldig‘idan, o‘lik tug‘ilganda bosh terisidan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Tirik tug‘ilganda nafas a’zolaridan, o‘lik tug‘ilganda tabiiy teshiklardan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Tirik tug‘ilganda nafas a’zolaridan, o‘lik tug‘ilganda tabiiy teshiklardan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olgan go‘dakda chirish odatda nafas a’zolaridan boshlanadi. O‘lik tug‘ilganda esa tabiiy teshiklar sohasidan boshlanadi. Ikkinchi variant bu tartibni teskari qilib bergan, qolganlari manbada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260-261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Homila murdasida tovon suyagi va g‘altaksimon suyakda suyaklanish o‘zaklari aniqlandi, sonning pastki epifizida (Beklyar yadrosi) esa o‘zak yo‘q. Homiladorlik davrida patologik omillar bo‘lmagan deb faraz qilsak, gestatsion yosh qaysi oraliqqa to‘g‘ri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 homila oyidan oldin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 homila oyidan boshlab, IX oydan oldin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 homila oyidan keyin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X homila oyiga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VII homila oyidan boshlab, IX oydan oldin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Tovon suyagida o‘zak V oyda, g‘altaksimon suyakda VII oyda, sonning pastki epifizida IX oyda paydo bo‘ladi. G‘altaksimon suyakdagi o‘zak yoshni kamida VII oy deb ko‘rsatadi, son epifizida o‘zak yo‘qligi esa IX oygacha bo‘lganini bildiradi. Patologiya o‘zaklarni kechiktirishi mumkinligini ham esda tutish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Homila tanasining uzunligi 35 sm. Baltazar-Derve indeksi (5,6) yordamida gestatsion yosh kunlarda qancha chiqadi?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196 kun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175 kun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210 kun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224 kun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196 kun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Indeks 5,6 ga teng bo‘lib, tana uzunligiga ko‘paytiriladi: 35 × 5,6 = 196 kun, ya’ni 7 homila oyi. 175 kun 5 ga, 210 kun 6 ga ko‘paytirishdan chiqadi, 224 kun esa 40 sm uzunlikka mos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Tug‘ish bosh bilan kelishida topilgan chaqaloq murdasining o‘pkalari to‘liq yoyilgan, havo bilan to‘lgan. Patolog shu asosda go‘dak “mustaqil mavjudlikka” (tug‘ruq tugagach alohida hayot kechirishga) erishgan, deb qat’iy xulosa qila oladimi?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 nafas olish mustaqil mavjudlikning mutlaq isboti hisoblanadi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Yo‘q, mustaqil mavjudlik faqat yurak urishi bo‘yicha aniqlanadi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Yo‘q, bosh va ko‘krak tug‘ilgach, pastki tana tug‘ilmasdan oldin ham chaqaloq nafas olishi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 agar gestatsion yosh 24 haftadan oshgan bo‘lsa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Yo‘q, bosh va ko‘krak tug‘ilgach, pastki tana tug‘ilmasdan oldin ham chaqaloq nafas olishi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Tug‘ish bosh bilan kelganda chaqaloq bosh va ko‘krak qafasi chiqqandan so‘ng, tananing pastki qismi hali ona tanasida bo‘lganida ham nafas olishi mumkin. Shuning uchun nafas olganlik mustaqil mavjudlikni to‘liq isbotlamaydi. Gestatsion yosh bu masalani hal qilmaydi, yurak urishi esa yagona mezon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66-67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Angliya va Uelsda 26 haftalik homiladorlik muddatida tug‘ilgan chaqaloq ona tanasidan to‘liq chiqarilgach nafas olmagan, ammo kindik pulsatsiyasi kuzatilgan. Bu holat o‘lik tug‘ilish (mortinatal) deb baholanadimi?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Yo‘q, chunki kindik pulsatsiyasi ham tirik tug‘ilganlik belgisi, shu sababli bu holat o‘lik tug‘ilish ta’rifiga kirmaydi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Ha, chunki nafas olmagan bola 24 haftadan oshgan taqdirda ham doim o‘lik tug‘ilgan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Ha, chunki tirik tug‘ilganlikni faqat nafas olish va yurak urishi isbotlaydi, kindik pulsatsiyasi hisobga olinmaydi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Yo‘q, chunki bunday holat o‘lik tug‘ilish emas, balki faqat ota-onaning guvohligi bilan aniqlanadigan hodisadir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Yo‘q, chunki kindik pulsatsiyasi ham tirik tug‘ilganlik belgisi, shu sababli bu holat o‘lik tug‘ilish ta’rifiga kirmaydi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Angliya va Uelsda o‘lik tug‘ilgan bola 24 haftadan katta bo‘lib, to‘liq chiqarilgach nafas olmagan va hech qanday hayot belgisi ko‘rsatmagan bo‘lishi kerak. Hayot belgilariga nafas va yurak urishidan tashqari harakat, yig‘i va kindik pulsatsiyasi ham kiradi, shuning uchun bu bola tirik tug‘ilgan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65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Homila boshining aylana uzunligi 30,6 sm. I. Yakupov usuli bo‘yicha (aylanani 3,4 ga bo‘lish) gestatsion yosh necha homila oyi?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 homila oyi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9 homila oyi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 homila oyi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 homila oyi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9 homila oyi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Yakupov usulida bosh aylanasi 3,4 ga bo‘linadi: 30,6 : 3,4 = 9, ya’ni 9 homila oyi. Boshqa variantlar bu bo‘linma natijasiga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Chirish va sun’iy nafas oldirish belgilari yo‘q chaqaloq murdasida oshqozon hamda butun ingichka ichak havo bilan to‘lgan, yo‘g‘on ichakda havo topilmadi. Go‘dak tug‘ilgandan keyin taxminan qancha yashagan?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 soatdan kam, chunki havo hali faqat oshqozonda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Bir necha daqiqa, chunki o‘pkalar faqat qisman yoyilgan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Taxminan 5–6 soat, chunki havo ingichka ichakni to‘ldirgan, ammo yo‘g‘on ichakka hali o‘tmagan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Bir sutkadan ortiq, chunki havo ichaklarga faqat kun oxirida o‘tadi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Taxminan 5–6 soat, chunki havo ingichka ichakni to‘ldirgan, ammo yo‘g‘on ichakka hali o‘tmagan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Havo oshqozonda bo‘lsa go‘dak 3 soatdan kam yashagan, 5–6 soatga kelib havo ingichka ichakni to‘ldiradi, 6 soatdan so‘ng yo‘g‘on ichakka o‘tadi. Shu sababli ingichka ichak to‘la, yo‘g‘on ichak bo‘sh holat taxminan 5–6 soatga mos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To‘rt oylik harakatsiz chaqaloqning bosh suyagida sinish topildi. Qarovchilar bolani standart karavot (matras balandligi taxminan 60 sm) ustidan gilamli polga tushib ketgan, deb tushuntirmoqda. Mavjud tadqiqot ma’lumotlariga ko‘ra, bu tushuntirishni qanday baholash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Tushuntirish mos: 60 sm balandlikdan tushish bosh suyagi sinishi uchun odatda yetarli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Tushuntirish mos: gilam yuza zarbani kuchaytiradi va sinishni tez-tez keltirib chiqaradi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Tushuntirish faqat sinish ko‘p suyakni qamrasa shubhali, bitta suyakdagi sinishga mos keladi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Tushuntirish jarohatga mos kelmasligi ehtimoli katta, chunki gilamga passiv tushishda sinish o‘lik bolalarda taxminan 80 sm dan boshlanadi; zo‘ravonlik istisno qilinishi kerak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Tushuntirish jarohatga mos kelmasligi ehtimoli katta, chunki gilamga passiv tushishda sinish o‘lik bolalarda taxminan 80 sm dan boshlanadi; zo‘ravonlik istisno qilinishi kerak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O‘lik chaqaloqlar bilan o‘tkazilgan tajribada gilamli polga passiv tushganda bosh suyagi sinishi eng kami 80 sm balandlikdan kuzatilgan, karavot matrasi esa taxminan 60 sm da turadi. Shu sababli bunday tushuntirish ehtimoldan yiroq va bola zo‘ravonlik jabrdiydasi bo‘lishi mumkinligini ko‘p tomonlama tekshirish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71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Uch oylik chaqaloq kechqurun sog‘ yotqizilgan, ertalab o‘lik topildi. To‘liq autopsiyada boshqa sabab aniqlanmadi, faqat plevra, epikard va timus yuzasida nuqtali qon quyilishlar bor. Bu topilma qanday talqin qilinadi?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Bu qon quyilishlar agonal hodisa hisoblanadi va mexanik bo‘g‘ilishni isbotlamaydi; sabab aniqlanmagan holat chaqaloqlarning to‘satdan o‘lim sindromi (SIDS) sifatida ko‘riladi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Bu qon quyilishlar mexanik bo‘g‘ilishning patognomonik belgisi, shuning uchun o‘lim sababi bo‘g‘ilish deb belgilanadi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Bu qon quyilishlar faqat o‘lik tug‘ilgan chaqaloqlarda uchraydi va tirik tug‘ilgan bolada topilsa, tug‘ruq travmasini bildiradi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Bu qon quyilishlar to‘satdan o‘limda kuzatilmaydi, shuning uchun SIDS tashxisi darhol istisno qilinadi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Bu qon quyilishlar agonal hodisa hisoblanadi va mexanik bo‘g‘ilishni isbotlamaydi; sabab aniqlanmagan holat chaqaloqlarning to‘satdan o‘lim sindromi (SIDS) sifatida ko‘riladi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SIDS holatlarining taxminan 70 foizida ko‘krak ichida nuqtali qon quyilishlar topiladi; ular oldin bo‘g‘ilish belgisi deb noto‘g‘ri talqin qilingan, hozir esa agonal hodisa hisoblanadi. SIDS to‘liq tekshiruvdan keyin ham sabab aniqlanmaganda qo‘yiladi.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69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Tergovchi chaqaloq murdasi ekspertizasi paytida ekspertga “Ona go‘dakni qasddan o‘ldirdimi yoki bu baxtsiz hodisami?” deb savol berdi. Ekspert qanday harakat qilishi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Murdadagi jarohatlarga qarab, onaning qasdi borligini qat’iy shaklda tasdiqlashi kerak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Yozma ravishda bu savol uning vakolatidan tashqarida ekanini bildirib, o‘lim sababi va jarohatlar mexanizmi bo‘yicha xulosa berishi kerak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Savolga ehtimoliy shaklda javob berib, qasd borligini taxminiy ravishda ko‘rsatishi kerak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Ekspertizani to‘xtatib, tergovchidan savolni tibbiy tilda qayta shakllantirishni talab qilishi kerak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Yozma ravishda bu savol uning vakolatidan tashqarida ekanini bildirib, o‘lim sababi va jarohatlar mexanizmi bo‘yicha xulosa berishi kerak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O‘limning turi (qotillik, o‘z joniga qasd, baxtsiz hodisa) va qasd masalasi tibbiy emas, huquqiy savol bo‘lib, ekspertning maxsus bilimlari doirasidan tashqarida. Ekspert bunday savolga javob bera olmasligini yozma bildiradi va o‘lim sababi hamda jarohatlar haqida o‘z xulosasini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Пиголкин Ю.И., Баринов Е.Х., Богомолов Д.В., Богомолова И.Н., Судебная медицина: учебник для вузов, 10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Chekka hududdan homila murdasi topildi. Yuz va bo‘yin sohalarida shilinma hamda qontalashlar, og‘iz burchaklarida yorilish bor; kalla gumbazi suyaklarida sinish va tashqi yaralar aniqlanmadi. Bu shikastlar qaysi mexanizmga eng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Tor tosda bosh uzoq qisilishi natijasidagi tug‘ruq travmasi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Kindikning bo‘yinga o‘ralishi sababli homila ichi asfiksiyasi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Tug‘ayotgan ayolning tug‘ruqni tezlashtirish uchun qo‘li bilan o‘ziga yordam berishi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Yo‘ldoshning muddatdan oldin ko‘chishi natijasidagi qon yo‘qotish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Tug‘ayotgan ayolning tug‘ruqni tezlashtirish uchun qo‘li bilan o‘ziga yordam berishi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Yuz va bo‘yindagi shilinma, qontalash va og‘iz burchaklarining yorilishi ona o‘ziga yordam ko‘rsatganda homilaga yetkazilgan shikastlarning odatiy ko‘rinishi. Tug‘ruq travmasida esa kalla suyaklari sinishi va kalla ichi qon quyilishlari bo‘ladi. Homila ichi asfiksiyasi va yo‘ldosh ko‘chishi tashqi jarohat qoldirmaydi.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265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Homila murdasi mekoniyida tuk sochlari topildi (Shibkov–Markovin belgisi). Bu belgiga ko‘ra homila kamida qaysi homila oyiga yetgan deb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VIII homila oyiga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 homila oyiga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 homila oyiga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 homila oyiga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VIII homila oyiga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Mekoniyda tuk sochlarining bo‘lishi homila tuk sochli qog‘onoq suvini yutganini ko‘rsatadi. Yutish refleksi esa VIII homila oyida paydo bo‘ladi, demak homila kamida shu yoshda bo‘lgan. V oy teri yog‘ bezlari, VII oy g‘altaksimon suyak, IX oy sonning pastki epifizi o‘zagi bilan bog‘liq; bu belgi shularni ko‘rsatmaydi.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Besh oylik chaqaloq murdasining rentgenida orqa qobirg‘alarda, umurtqalarga yondosh chiziq bo‘ylab “tasbeh donalari” ko‘rinishidagi kallus (suyak bitish izi) topildi. Ota-ona bola bir marta jonlantirilgan, deydi. Bu topilma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Jonlantirish paytida ko‘krak qafasining old-yon qismidan siqilishi natijasi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Kattalar qo‘llarining ko‘krak qafasini bir necha marta kuchli siqishiga mos belgi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Bola karavotdan gilamli polga yiqilishining odatiy oqibati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Tug‘ruq travmasidan qolgan eski shikastning bitishi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Kattalar qo‘llarining ko‘krak qafasini bir necha marta kuchli siqishiga mos belgi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Orqa qobirg‘alardagi kallusdan iborat “tasbeh” manzarasi ko‘krak qafasining kattalar qo‘llarida old-orqa yo‘nalishda qayta-qayta kuchli siqilganini ko‘rsatadi. Jonlantirishda bunday orqa sinishlar biomexanik jihatdan ehtimoldan yiroq, old-yon sinishlar esa kamdan-kam uchraydi. Yiqilish va tug‘ruq travmasi bu manzaraga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71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Tug‘ilgan homilaning murdasida teri keng yuzada ko‘chgan, pushti-jigarrang rangga kirgan, to‘qimalar yumshoq va sirpanchiq, bosh suyaklari bir-birining ustiga o‘tgan. Ushbu maserasiya belgilari o‘lim qachon sodir bo‘lganini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Tug‘ruq boshlanishidan bir necha soat oldin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Tug‘ruq jarayonining o‘zida, bola tug‘ilayotganda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Tug‘ilgandan keyingi dastlabki daqiqalarda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Tug‘ruqdan ikki kundan ko‘proq oldin, bachadon ichida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Tug‘ruqdan ikki kundan ko‘proq oldin, bachadon ichida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Maserasiya erta chirish va suyuqlik ta’siri birikib, homila tug‘ilishidan taxminan ikki kundan ko‘proq oldin o‘lganda rivojlanadi. Tug‘ruq vaqtida yoki undan bir necha soat oldin sodir bo‘lgan o‘limda bunday belgi bo‘lmaydi. Tirik tug‘ilib keyin o‘lgan bolada chirish boshqacha ko‘rinadi.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65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Sudlangan holatda go‘dakda ensefalopatiya, subdural qon quyilish va to‘r pardaga qon quyilish aniqlandi, boshga to‘g‘ridan-to‘g‘ri zarba izi yo‘q. Ushbu “silkitilgan chaqaloq sindromi triadasi” bo‘yicha qanday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Triada o‘z-o‘zidan qasddan silkitish bilan bo‘lgan shikastni isbotlaydi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Triada mavjudligi o‘z-o‘zidan xulosa bermaydi; barcha holatlar ko‘p tarmoqli jamoa tomonidan baholanadi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To‘r pardadagi qon quyilishlar ahamiyatsiz, ularni baholash shart emas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Zarba izi bo‘lmasa, kalla shikasti tabiiy kasallik deb hisoblanadi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Triada mavjudligi o‘z-o‘zidan xulosa bermaydi; barcha holatlar ko‘p tarmoqli jamoa tomonidan baholanadi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Triada Apellyatsiya sudida e’tirof etilgan, biroq u o‘z-o‘zidan zo‘ravonlik bilan yetkazilgan bosh shikastiga olib kelmaydi. Zo‘ravonlikdan boshqa tushuntirishlarni istisno qilishdan oldin holatning hamma jihatlari va ko‘z topilmalari ko‘p tarmoqli jamoa tomonidan baholanishi kerak. Qolgan variantlar bunga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72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Ikki yoshgacha bo‘lgan bola murdasini tekshirishda yagona topilma sifatida lab yuganchasining (frenulum) yirtilishi aniqlandi. Boshqa shikast belgilari yo‘q. Bu topilmaga qanday yondashish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Faqat yirtilgan yuganchaga asoslanib zo‘ravonlik tashxisi qo‘yilmaydi; og‘iz ichi to‘qimalari ko‘rilib, anomaliyalarda stomatolog fikri olinadi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Bu belgi zo‘ravonlikning o‘ziga xos belgisi hisoblanadi, boshqa tekshiruv talab qilinmaydi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Yuganchaning yirtilishi faqat yiqilish tufayli bo‘ladi, shu sababli zo‘ravonlik istisno qilinadi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Bu shikast faqat emizgich yoki shisha tiqilishidan hosil bo‘ladi, shunga ko‘ra qarovchi aybdor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Faqat yirtilgan yuganchaga asoslanib zo‘ravonlik tashxisi qo‘yilmaydi; og‘iz ichi to‘qimalari ko‘rilib, anomaliyalarda stomatolog fikri olinadi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Zo‘ravonlikda tangensial zarba yoki og‘izga tiqilgan buyum yuganchani yirtishi mumkin. Biroq mavjud ma’lumotlar yakka holdagi yirtilgan lab yuganchasiga asoslangan tashxisni qo‘llab-quvvatlamaydi. Shuning uchun og‘iz ichi to‘qimalari tekshiriladi va kerak bo‘lsa stomatolog xulosasi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72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10. Homila va yangi tug'ilgan go'daklar murdasi</a:t>
            </a:r>
          </a:p>
          <a:p>
            <a:pPr>
              <a:spcAft>
                <a:spcPts val="1200"/>
              </a:spcAft>
            </a:pPr>
            <a:r>
              <a:rPr sz="1800">
                <a:solidFill>
                  <a:srgbClr val="1F2937"/>
                </a:solidFill>
                <a:latin typeface="Calibri"/>
              </a:rPr>
              <a:t>▸  Payne-James J., Jones R., Karch S.B., Manlove J. Simpson's Forensic Medicine, 13th ed.. 2011. Chapter 7. Deaths and injury in infancy, pp. 65–75</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18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Kirish, 1-5-boblar: fan, protsessual asos, usullar, tarix, ekspertiza ob’ektlari (kitob beti 5-66) (1/2); bet 5-55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