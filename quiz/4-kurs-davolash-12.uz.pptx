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mashg’ulot: Tirik shaxslar sud-tibbiy ekspertizasi.</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Ko‘rish qobiliyatining yo‘qotilishi deb baholanishi uchun ikkala ko‘zda qayta tiklanmas ko‘rish o‘tkirligi qaysi darajada yoki undan past bo‘lishi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0,1 va undan past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0,04 va undan past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0,2 va undan past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0,3 va undan past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0,04 va undan past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Ikkala ko‘zda doimiy to‘liq ko‘rlik yoki ko‘rish o‘tkirligining 0,04 va undan pastga tushishi ko‘rish qobiliyatini yo‘qotish hisoblanadi va og‘ir tan jarohati deb baholanadi. Boshqa qiymatlar qoidada belgilangan chegaraga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281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Shikastlanish natijasida faqat bitta quloqda eshitish qobiliyati qayta tiklanmas yo‘qotilgan, ikkinchi quloq sog‘. Bu jarohat qanday og‘irlik darajasida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Og‘ir tan jarohati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Yengil tan jarohati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O‘rtacha og‘ir tan jarohati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Sog‘liqning qisqa muddatga buzilishiga olib kelgan yengil tan jarohati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O‘rtacha og‘ir tan jarohati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Og‘ir deb baholash uchun ikkala quloqda karlik talab qilinadi. Bir quloqning yo‘qotilishi umumiy mehnat qobiliyatining uchdan biridan kamrog‘ini yo‘qotishga olib keladi, shuning uchun jarohat o‘rtacha og‘ir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282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Jabrlanuvchi o‘zida bor kasallik belgilarini bo‘rttirib ko‘rsatadi, shuningdek vrach tavsiyalariga ongli ravishda rioya qilmaydi va davo muolajalarini qabul qilmaydi. Bu qanday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Simulyasiya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Dissimulyasiya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A’zobuzarlik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Aggravatsiya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Aggravatsiya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Mavjud kasallik yoki travma belgilarini og‘irroq qilib ko‘rsatish aggravatsiya deyiladi; davolanishdan ongli bosh tortish ham shu holatga kiradi. Simulyasiyada kasallik umuman yo‘q, dissimulyasiyada kasallik yashiriladi, a’zobuzarlikda esa qasddan o‘ziga shikast yetkaziladi.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285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Qizlarda jinsiy yetuklikni aniqlashda umumiy jismoniy rivojlanishni baholash uchun tana uzunligi tik holatda kamida qancha bo‘lishi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150 sm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160 sm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140 sm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155 sm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150 sm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Jinsiy yetuklik hollarida tana uzunligi tik holatda 150 smdan kam bo‘lmasligi lozim deb ko‘rsatiladi. Bu ko‘rsatkich nisbiy ahamiyatga ega va faqat belgilar majmui bilan birga baholanadi.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289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O‘zbekiston Respublikasi Jinoyat kodeksining 120-moddasiga ko‘ra, zo‘rlik ishlatilmagan holda sodir etilgan besoqolbozlikda kim jinoiy javobgarlikka tortiladi?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aktiv qatnashchi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Aktiv ham, passiv ham qatnashchi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passiv qatnashchi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Passiv qatnashchi jabrlanuvchi sanalib, javobgar bo‘lmaydi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Aktiv ham, passiv ham qatnashchi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Besoqolbozlik zo‘rliksiz sodir bo‘lganda ikkala qatnashchi ham jinoyat sub’ekti hisoblanadi. Passiv qatnashchi jabrlanuvchi sanalishi faqat zo‘rlik, qo‘rqitish yoki ojizlikdan foydalanilgan holatda (119-modda) to‘g‘ri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297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Shaxsni identifikatsiya qilishda birlamchi (primary) mezonlarga qaysi biri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Kiyim-bosh va shaxsiy buyumlar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Chandiqlar va tug‘ma deformatsiyalar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Barmoq izlari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Fotosuratlar va topilgan joy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Barmoq izlari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Birlamchi mezonlar: barmoq izlari, DNK, tish holati va noyob tibbiy xususiyatlar. Deformatsiya, chandiq, rentgenogramma, shaxsiy buyumlar va o‘ziga xos kiyim ikkilamchi mezonlar; kiyim, fotosurat va joylashuv esa faqat yordamchi ahamiyatga ega.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36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Qizlik pardasidagi yoriqlarni tabiiy o‘yiqlardan farqlashda, yoriqlar ko‘pincha soat siferblati bo‘yicha qaysi oralig‘da aniqlanadi?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11–1 oralig‘ida (yuqori segment)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5–7 oralig‘ida (pastki segment)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2–4 oralig‘ida (o‘ng yon segment)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8–10 oralig‘ida (chap yon segment)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5–7 oralig‘ida (pastki segment)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Yoriqlar asosan pastki segmentlarda, soat siferblati bo‘yicha 5–7 oralig‘ida uchraydi. Tabiiy o‘yiqlar esa pardaning istalgan segmentida bo‘lishi mumkin. Boshqa oraliqlar yoriqlar uchun xos joylashuv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292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Jinsiy aloqadan keyin maniy odatda qinda qancha vaqt saqlanadi?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12 soatgacha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2 haftagacha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1 oygacha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3–5 kungacha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taxminan 3–5 kungacha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Maniy qinda odatda 3–5 kungacha saqlanadi, shuning uchun laboratoriya namunasi qanchalik tez olinsa, natija shunchalik ishonchli bo‘ladi. Boshqa muddatlar darslikda keltirilgan saqlanish davriga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292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olti yoshga to‘lmagan shaxslarga nisbatan uyatsiz-buzuq (fahsh) harakatlar sodir etganlik uchun javobgarlik O‘zbekiston Respublikasi Jinoyat kodeksining qaysi moddasida ko‘zda tutilgan?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129-modda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118-modda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119-modda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120-modda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129-modda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Fahsh harakatlari uchun javobgarlik Kodeksning 129-moddasida belgilangan. 118-modda nomusga tegishni, 119-modda jinsiy ehtiyojni g‘ayritabiiy usulda qondirishni, 120-modda besoqolbozlikni tartibga soladi.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298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Teri ostiga shprits yordamida parafin yoki vazelin kabi yaxshi so‘rilmaydigan moddalar yuborilganda qanday sun’iy o‘zgarish paydo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Sun’iy dermatit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Sun’iy abssess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Sun’iy o‘sma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Sun’iy shishish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Sun’iy o‘sma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Sog‘liq uchun nisbatan ziyonsiz, so‘rilmaydigan moddalar teri ostida sun’iy o‘sma hosil qiladi. Dermatit mexanik, kimyoviy yoki termik ta’sirdan, abssess infeksiya yoki kimyoviy moddalar yuborilishidan, shishish esa oyoq-qo‘lni siqib bog‘lashdan yoki ko‘p marta urishdan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286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Quyidagi harakatlardan qaysi biri tan jarohati yetkazishning alohida usuli sifatida “azoblash” tushunchasiga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Tanaga ko‘p marta urish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Tanani issiq predmetlar bilan kuydirish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Tanaga igna bilan ko‘plab sanchish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Odamni ovqat va issiqlikdan uzoq mahrum qilish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Odamni ovqat va issiqlikdan uzoq mahrum qilish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Azoblash — odamni zarur sharoitlardan (ovqat, suv, havo, issiqlik, yorug‘lik) mahrum qilishdir. Kuydirish va igna sanchish og‘riq yetkazish orqali qiynashga, ko‘p marta urish esa do‘pposlashga kiradi.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365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Alkogolga taxminiy kaliy permanganat (Rapoport) sinamasida tekshiriluvchi puflagan havoda alkogol bo‘lsa, nima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Eritma yashil rangga o‘tadi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Eritma qizg‘ish rangda o‘zgarmay qoladi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Eritma bir daqiqa ichida rangsizlanadi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Eritmada sariq cho‘kma hosil bo‘ladi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Eritma bir daqiqa ichida rangsizlanadi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Sulfat kislotasi ishtirokida alkogol oksidlanadi, kaliy permanganat qaytariladi va eritma birinchi daqiqada rangsizlanadi. Yashil rangga o‘tish kaliy bixromat sinamasiga xos. Qizg‘ish rang esa kontrol probirkada, ya’ni alkogolsiz holatda saqlanadi.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407–408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Doimiy tishlar orasida birinchi molyarlar (katta oziq tishlar) odatda qaysi yoshda chiqadi?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7 yoshda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8–8,5 yoshda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5–6 yoshda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12–13 yoshda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5–6 yoshda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Birinchi doimiy molyarlar 5–6 yoshda chiqadi. 7 yosh o‘rtadagi kesuvchi tishlarga, 8–8,5 yosh yonboshdagi kesuvchilarga, 12–13 yosh ikkinchi molyarlarga to‘g‘ri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404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Bosh suyagining hayotlik davridagi va o‘limdan keyingi rentgenogrammalari solishtirilganda, har bir odamda yakka bo‘lgani uchun shaxsni ishonchli aniqlashga imkon beradigan belgi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Peshona bo‘shlig‘i (frontal sinus) konturi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Bosh suyagining umumiy o‘lchamlari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Kalla suyagi choklarining bitish darajasi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Pastki jag‘ burchagining kattaligi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Peshona bo‘shlig‘i (frontal sinus) konturi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Manbaga ko‘ra ikki kishida peshona bo‘shlig‘ining konturi bir xil bo‘lmaydi, shuning uchun solishtirish ishonchli. Umumiy o‘lcham va jag‘ burchagi ko‘p odamlarda o‘xshash bo‘ladi, choklarning bitishi esa asosan yoshni baholashda ishlatiladi.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38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Alkogolni miqdoriy aniqlash uchun barmoqdan qon olishdan oldin teri qaysi vosita bilan artiladi?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Etil spirti bilan namlangan paxta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Yodning spirtli eritmasi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Benzin bilan namlangan doka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Simob ikki xloridning 1:1000 nisbatdagi eritmasi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Simob ikki xloridning 1:1000 nisbatdagi eritmasi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Terini simob ikki xlorid eritmasi bilan artish kerak. Spirt, yodning spirtli eritmasi va benzin aniqlash natijasiga salbiy ta’sir qilishi mumkin, shu sababli ulardan foydalanilmaydi.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411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Bahsli otalik ekspertizasida onaning qon guruhi O (I), bolaniki A (II), taxmin qilinuvchi otaniki O (I) ekanligi aniqlandi. Ekspertning xulosasi qanday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Otalikni inkor etib bo‘lmaydi, chunki retsessiv O geni bolaga A antigenini berishi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Bola bu otadan bo‘lishi mumkin emas, chunki A antigeni ikkala ota-onada ham yo‘q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Otalik qat’iy tasdiqlanadi, chunki ota va onaning qon guruhlari bir xil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Xulosa berib bo‘lmaydi, chunki guruh antigenlari bolalik davrida o‘zgarib turadi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Bola bu otadan bo‘lishi mumkin emas, chunki A antigeni ikkala ota-onada ham yo‘q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Bolada A antigeni bo‘lsa, kamida bitta ota-onada u bo‘lishi shart. Ikkala ota-ona O guruhli bo‘lgani uchun bolaga A antigeni o‘tishi mumkin emas, demak otalik inkor etiladi. Qon guruhi antigenlari butun umr sifat jihatdan o‘zgarmaydi.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396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Erkakning urug‘ suyuqligi tekshirilganda faqat bitta spermatozoid topildi. Sud tibbiyoti nuqtai nazaridan ekspert qanday xulosa qila 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Shaxs azospermiya tufayli urug‘lantirishga qodir emas deb xulosa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Shaxs nekrospermiya sababli bepusht deb tan olinadi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Bitta spermatozoid topilishi shaxs urug‘lantirishga qodir emas deyishga asos bo‘lmaydi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Shaxs impotensiya tufayli jinsiy aloqaga qodir emas deb xulosa qiladi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Bitta spermatozoid topilishi shaxs urug‘lantirishga qodir emas deyishga asos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Azospermiya spermatozoidlar umuman bo‘lmasligini bildiradi, bu yerda esa spermatozoid topilgan. Hatto bitta spermatozoid bo‘lsa ham urug‘lantirish qobiliyati yo‘q deb aytishga asos yo‘q. Impotensiya esa jinsiy aloqa qilish qobiliyatiga tegishli bo‘lib, urug‘ suyuqligi tahlilidan aniqlanmaydi.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381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Sud ekspertdan tirik shaxsning aniq 20 yoshdami yoki 21 yoshdami ekanini aniqlashni so‘radi. Ekspertning to‘g‘ri yondashuvi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Buni aniq aytib bo‘lmasligini bildirib, ehtimoliy yosh oralig‘ini ko‘rsatish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Rentgen va tish ma’lumotlariga tayanib, yoshni bir yillik aniqlikda qat’iy belgilash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Shubha bo‘lsa, kichikroq yoshni qabul qilib, yosh oralig‘ini toraytirish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tashqi ko‘rik natijasiga asoslanib, eng ehtimolli yoshni nomlash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Buni aniq aytib bo‘lmasligini bildirib, ehtimoliy yosh oralig‘ini ko‘rsatish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20 yoshlik baho tug‘ilgan kundan boshlab 364 kunni qamrab oladi va 21 yoshlik bahodan atigi bir kun uzoqlikda turadi. Shuning uchun bu ikki yoshni ishonch bilan ajratib bo‘lmaydi. Shubha bo‘lsa, oraliq kengaytiriladi, toraytirilmaydi.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39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Jabrlanuvchida son suyagining yopiq sinishi aniqlangan. Davolash asoratsiz o‘tdi, sog‘liq buzilishi 40 kun davom etdi, mehnat qobiliyati qisman tiklandi. Tan jarohatlarining og‘irlik darajasini sud-tibbiy aniqlash qoidalarining alohida bandiga ko‘ra bu jarohat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O‘rtacha og‘ir, chunki sog‘liq buzilishi yigirma bir kundan ortiq davom etgan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Sog‘liqning qisqa muddatga buzilishiga olib kelgan yengil, chunki hayot uchun xavf belgisi yo‘q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Og‘ir, chunki bunday sinish real oqibatidan qat’i nazar mehnat qobiliyatining uchdan biridan ortig‘ini yo‘qotishga olib keladi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O‘rtacha og‘ir, chunki og‘irlik faqat ishga yaroqsizlik varaqasidagi kunlarga qarab belgilanadi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Og‘ir, chunki bunday sinish real oqibatidan qat’i nazar mehnat qobiliyatining uchdan biridan ortig‘ini yo‘qotishga olib keladi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Qoidalarda umumiy mehnat qobiliyatining uchdan biridan ko‘pini yo‘qotishga olib keladigan jarohatlar ro‘yxati bor, unga son suyagining ochiq yoki yopiq sinishi ham kiradi. Bunday jarohat real oqibati va tibbiy yordam ko‘rsatilganidan qat’i nazar og‘ir hisoblanadi. Kunlarga asoslangan variantlar bu bandni hisobga 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280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Bir shaxsga ikki xil sanada, turli hodisalarda ikkita tan jarohati yetkazilgan. Ekspert og‘irlik darajasini qanday aniqlaydi?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Har bir jarohat uchun og‘irlik darajasi alohida aniqlanadi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 jarohat majmui uchun yagona umumiy daraja belgilanadi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Ikkalasidan og‘irrog‘iga mos daraja butun holatga qo‘llanadi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Ikkala jarohat bo‘yicha sog‘liq buzilgan kunlar qo‘shilib baholanadi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Har bir jarohat uchun og‘irlik darajasi alohida aniqlanadi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Yagona umumiy baho faqat bir vaqtda, bir hodisada yetkazilgan va bir-birining kechishini og‘irlashtirgan jarohatlar uchun beriladi. Jarohatlar turli muddatlarda yetkazilganda ularning har biri alohida baholanadi. Boshqa variantlar bu qoidani buzadi.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283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Shifokor sog‘lom shaxsda simulyasiya bo‘lishi mumkin deb gumon qilmoqda, ammo diagnoz hali aniqlanmagan. Qaysi taktika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Gumonni tekshirish uchun darhol to‘liq davo kursini boshlash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Shubhani tekshiriluvchiga ochiq aytib, uni iqror bo‘lishga undash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Barcha tekshiruvlarni oldindan kelishib, bir marta o‘tkazish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Diagnoz aniqlanmaguncha davo tayinlamaslik, chunki davo kasallikni bilvosita tasdiqlaydi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Diagnoz aniqlanmaguncha davo tayinlamaslik, chunki davo kasallikni bilvosita tasdiqlaydi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Tayinlangan davo choralari kasallik mavjudligini bilvosita tasdiqlab qo‘yadi, shuning uchun diagnoz aniq bo‘lmaguncha davo tayinlanmaydi. Simulyasiyani aniqlash uchun shaxs davomli kuzatiladi, ayrim tekshiruvlar esa ogohlantirmasdan, to‘satdan va takroran o‘tkazilgani ma’qul. Qolgan variantlar bu tamoyillarga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285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Ekspertizada qiz jinsiy aloqada bo‘lganini aytadi, ammo qizlik pardasida defloratsiya belgisi topilmadi. Qaysi tuzilishdagi pardada jinsiy aloqa defloratsiyasiz kechishi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Qalin, zich, go‘shtsimon, balandligi katta, tabiiy o‘yiqlari yo‘q pardada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Elastik, cho‘ziluvchan, balandligi past, tabiiy o‘yiqlari ko‘p pardada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Yupqa, zich, balandligi katta, teshigi juda tor pardada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Qalin, cho‘ziluvchanligi past, bitta chuqur o‘yiqli pardada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Elastik, cho‘ziluvchan, balandligi past, tabiiy o‘yiqlari ko‘p pardada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Ayrim hollarda jinsiy aloqada defloratsiya bo‘lmaydi, bu asosan elastik, cho‘ziluvchan, balandligi past va tabiiy o‘yiqlari ko‘p pardalarga xos. Qalin, zich yoki baland pardalar cho‘zilmaydi va ko‘proq yoriladi.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291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Besoqolbozlikda passiv qatnashchi deb gumon qilingan erkakda orqa teshik sohasida o‘zgarishlar bor, ammo u surunkali bavosil va proktit bilan og‘rigan. Ekspert qanday yo‘l tutishi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O‘zgarishlarni muntazam passiv jinsiy aloqaning isboti sifatida qabul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So‘rovda bu kasalliklarga e’tibor beradi va kerak bo‘lsa proktolog maslahatini 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Ko‘rikni to‘xtatib, hech qanday xulosa bermasdan ishni qaytaradi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Kasalliklarni inobatga olmay, faqat shilliq qavat rangiga qarab baho beradi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So‘rovda bu kasalliklarga e’tibor beradi va kerak bo‘lsa proktolog maslahatini 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Qabziyat, ich ketishi, proktit, paraproktit, bavosil yoki oldingi jarrohlik izlari muntazam passiv besoqolbozlik belgilari deb noto‘g‘ri talqin qilinishi mumkin. Shu sababli so‘rovda bu masalalarga e’tibor beriladi, zarur bo‘lsa proktologning maslahati olinadi.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298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Jinoiy ish doirasida tirik o‘smirning yoshini skelet bo‘yicha baholash rejalashtirilgan. Bu usul haqida qaysi fikr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Vizual bajarilmaydi, texnologiyaga tayanadi; nurlanish xavfi tufayli xabardor rozilik bilan o‘tkaziladi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Tashqi ko‘rik bilan to‘liq almashtirilishi mumkin, shuning uchun rozilik talab qilinmaydi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intraoral ko‘rikka tayanadi va ionlashtiruvchi nurlanishni talab qilmaydi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Aniq kalendar yoshni beradi, shu sababli boshqa usullar bilan solishtirish shart emas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Vizual bajarilmaydi, texnologiyaga tayanadi; nurlanish xavfi tufayli xabardor rozilik bilan o‘tkaziladi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Skelet bo‘yicha baholashni ko‘z bilan bajarib bo‘lmaydi, u texnologiyaga tayanadi. Texnologiyaning ko‘pchiligi ionlashtiruvchi nurlanish xavfini tug‘diradi, shuning uchun faqat xabardor rozilik bilan o‘tkaziladi. Qancha ko‘p usul qo‘llansa, natija haqiqiy yoshga shuncha yaqin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40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Tirik shaxsning qonida 1-tip gaptoglobin (genotipi 1-1) aniqlangan bola va taxmin qilinuvchi otada 2-tip gaptoglobin (genotipi 2-2) topilgan. Bahsli otalik ekspertizasida bu holat qanday talqin etiladi?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Otalik inkor etiladi: bolada 2-gen bo‘lmaydi, ota va bola qarama-qarshi gomozigota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Otalik tasdiqlanadi, chunki otadan bolaga gaptoglobinning ikkala geni birdan beriladi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Otalik inkor etilmaydi, chunki bola genotipini faqat ona geni belgilaydi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Masala hal bo‘lmaydi, chunki bunday holatda yashirin allel doim otalikni inkor etishga to‘sqinlik qiladi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Otalik inkor etiladi: bolada 2-gen bo‘lmaydi, ota va bola qarama-qarshi gomozigota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Haqiqiy ota bolasiga albatta bitta gen beradi. Ota 2-2 gomozigota bo‘lsa, bolada 2-gen bo‘lishi shart, bola esa 1-1. Yashirin allel imkoniyati faqat gomozigota bo‘lmagan holatlarda ko‘riladi, bu yerda esa u qo‘llanmaydi.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399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Jabrlanuvchida sistolik qon bosimi 60 mm sim. ust., Algover shok indeksi 1,2 dan yuqori, qon yo‘qotish taxminan 1,8 l, ong esa sopor holatida. Travmatik shokning qaysi darajasi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 daraja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III daraja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II daraja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IV daraja (terminal holat)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III daraja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III darajada sistolik bosim 50–70 mm sim. ust., indeks 1,2 dan yuqori, qon yo‘qotish 1,5–2 l va ong sopor holatida bo‘ladi. I va II darajada ong saqlangan, indeks past, qon yo‘qotish kam. IV darajada terminal holat bo‘lib, sistolik bosim 50 dan ham past.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Ромодановский П.О., Баринов Е.Х., Судебная медицина в схемах и рисунках: учебное пособие, 413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Shaxs soat 20:00 da 40 foizli aroqdan 200 ml ichdi. Chiqarilayotgan havoda alkogolga qilinadigan taxminiy (indikator naychasi) sinama taxminan qaysi vaqtgacha musbat natija berishi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21:00–21:30 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23:00–23:30 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02:00–02:30 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05:00 gacha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02:00–02:30 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Darslikdagi ma’lumotga ko‘ra 200 ml 40 foizli aroq ichilganda alkogolni chiqarilayotgan havodan taxminan 6–6,5 soat davomida topish mumkin. 20:00 ga 6–6,5 soat qo‘shilsa, 02:00–02:30 chiqadi. Qolgan variantlar 50 ml, 100 ml va 250 ml dozalarga mos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409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Harbiy xizmatchida to‘g‘ri ichak tushishi aniqlandi; to‘g‘ri ichak shilliq qavati va orqa teshik sohasida jarohatlar bor, hodisa tafsilotini tushuntirib bera olmaydi. Ekspert birinchi navbatda qaysi taxminni ko‘rib chiqadi?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Chin to‘g‘ri ichak tushishi, jarohatlar esa uning ikkilamchi oqibati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Aggravatsiya, ya’ni mavjud kasallik belgilarini bo‘rttirib ko‘rsatish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Dissimulyatsiya, ya’ni mavjud kasallikni yashirishga urinish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Mexanik usul bilan sun’iy chaqirilgan to‘g‘ri ichak tushishi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Mexanik usul bilan sun’iy chaqirilgan to‘g‘ri ichak tushishi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Sun’iy tushishda ichak ichiga bo‘kadigan narsali tasmali qopcha kiritilib tortiladi. Chin tushishdan farqli ravishda shilliq qavat va orqa teshik atrofida jarohatlar qoladi. Bu aynan sun’iy kasallikka xos belgi, boshqa variantlar bu topilmani tushuntirmaydi.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287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Ekspert statsionarda davolanayotgan bemorni sud-tibbiy ko‘rikdan o‘tkazishi kerak. Qaysi tartib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Ko‘rik muassasa rahbarining ruxsati bilan istalgan holatda o‘tkaziladi va faqat ekspert ishtirok etadi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Ko‘rik faqat ekspertiza tayinlagan shaxsning ishtirokida o‘tkaziladi, tibbiyot xodimi qatnashmaydi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Ko‘rik bemor ahvolidan qat’i nazar o‘tkaziladi, natija esa faqat ekspert hujjatida qayd etiladi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Ko‘rik bemor sog‘lig‘i ruxsat bergandagina, tayinlagan shaxs yoki vakili va bo‘lim mudiri (davolovchi vrach) ishtirokida o‘tkaziladi, kasallik tarixiga yoziladi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Ko‘rik bemor sog‘lig‘i ruxsat bergandagina, tayinlagan shaxs yoki vakili va bo‘lim mudiri (davolovchi vrach) ishtirokida o‘tkaziladi, kasallik tarixiga yoziladi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Ko‘rik avvalo bemorning sog‘lig‘i yo‘l qo‘yganda mumkin. Unda ekspertiza tayinlagan shaxs yoki uning vakili hamda davolash muassasasi xodimi qatnashadi. Ko‘rik o‘tkazilgani kasallik tarixida aks ettiriladi. Boshqa variantlar bu shartlarni buzadi.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301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3 yoshli bolada ikkala qo‘lda ‘‘qo‘lqop’’ shaklidagi, chegarasi tekis va sog‘ teridan aniq ajralgan, chuqurligi nisbatan bir xil kuyish topildi. Bu belgilar qaysi holat uchun ko‘proq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Qaynoq suyuqlik tasodifan sachraganda hosil bo‘lgan tomchi-sachrama shaklidagi kuyish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Ota-ona nazoratisiz qolgan bolaning issiq idishga tasodifan tegishi oqibatidagi kuyish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Qo‘llar qaynoq suyuqlikka botirilgan holatdagi zo‘ravonlik oqibatidagi kuyish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Quyosh nuri yoki issiqlik manbaining uzoq ta’siridagi termik dermatit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Qo‘llar qaynoq suyuqlikka botirilgan holatdagi zo‘ravonlik oqibatidagi kuyish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Zo‘ravonlik oqibatidagi kuyishlarda cheti tekis, botirilgan daraja bo‘yicha (qo‘lqop yoki paypoq shaklida) aniq chegaralangan, chuqurlik nisbatan bir tekis bo‘ladi. Tasodifiy kuyishlarda esa tomchi shaklidagi, chegarasi xira, chuqurligi notekis va sayoz o‘choqlar uchraydi. Zo‘ravonlik faktini tergov va sud belgilaydi, ekspert esa jarohat xususiyatini baholaydi.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Ромодановский П.О., Баринов Е.Х., Судебная медицина в схемах и рисунках: учебное пособие, 427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Tirik shaxslar sud-tibbiy ekspertizasi.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12. Tirik shaxslar sud-tibbiy ekspertizasi</a:t>
            </a:r>
          </a:p>
          <a:p>
            <a:pPr>
              <a:spcAft>
                <a:spcPts val="1200"/>
              </a:spcAft>
            </a:pPr>
            <a:r>
              <a:rPr sz="1800">
                <a:solidFill>
                  <a:srgbClr val="1F2937"/>
                </a:solidFill>
                <a:latin typeface="Calibri"/>
              </a:rPr>
              <a:t>▸  Payne-James J., Jones R., Karch S.B., Manlove J. Simpson's Forensic Medicine, 13th ed.. 2011. Chapter 4. Identification of the living and the dead, pp. 35–41</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6-modul. Jabrlanuvchilar va boshqa shaxslar ekspertizasi (og‘irlik, jinsiy holat, yosh); bet 408-459</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VIII-IX bo‘limlar (19-23-boblar). Tirik shaxslar, jinsiy holatlar, identifikatsiya; bet 154-191</a:t>
            </a:r>
          </a:p>
          <a:p>
            <a:pPr>
              <a:spcAft>
                <a:spcPts val="1200"/>
              </a:spcAft>
            </a:pPr>
            <a:r>
              <a:rPr sz="1800">
                <a:solidFill>
                  <a:srgbClr val="1F2937"/>
                </a:solidFill>
                <a:latin typeface="Calibri"/>
              </a:rPr>
              <a:t>▸  Iskandarov A.I., Qo‘ldoshev D.R. Sud tibbiyoti (tibbiyot instituti talabalari uchun), Toshkent (egasi taqdim etgan; yopiq foydalanish). . XIV-bob. Tirik shaxslar ekspertizasi; bet 351-413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