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4-kurs-davolash-04-q30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Практическое занятие: Механические повреждения. Транспортная травма.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С какого периода в судебной медицине транспортная травма стала изучаться как отдельный раздел?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30-х годов прошлого века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60-х годов прошлого века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80-х годов прошлого века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90-х годов прошлого века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С 60-х годов прошлого века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Из-за особенностей механизма образования повреждений и проведения экспертизы при транспортной травме, а также из-за частоты таких случаев, она стала отдельным разделом с 60-х годов прошлого века. Другие периоды в источнике не указаны.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57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вид составляет более 90 процентов экспертиз, проведённых в случаях транспортной травмы?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Автомобильная травма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Мотоциклетная травма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Рельсовая травма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Тракторная травма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Автомобильная травма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 данным экспертиз, наиболее часто встречающимся видом транспортной травмы является автомобильная травма, её доля превышает 90 процентов. Мотоциклетная, рельсовая и тракторная травмы встречаются значительно реже.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57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бедре пешехода обнаружен кровоподтёк, точно соответствующий форме и размерам фары автомобиля. К какой группе относится это повреждение по диагностическому значению?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Характерное повреждение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Имитационное повреждение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Специфическое повреждение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Нехарактерное повреждение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Специфическое повреждение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Повреждения, отражающие форму определённой части автомобиля (фара, передняя облицовка, протектор шины), называются специфическими, то есть контактными повреждениями. Характерные повреждения соответствуют лишь виду или фазе травмы, а нехарактерные и имитационные повреждения не позволяют сделать определённый вывод об автотравме.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59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С каким фактором в основном связано разделение тела на части при перекатывании колеса рельсового транспорта через тело?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воздействием режущей кромки головки рельса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трением поверхности катания колеса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сильным ударом буфера вагона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ножницеобразным действием гребня колеса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С ножницеобразным действием гребня колеса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Между колесом и рельсом тело сильно сдавливается и раздавливается, а ножницеобразное действие гребня колеса (реборды) разделяет ткани друг от друга. Остальные факторы не являются основной причиной разделения тела.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71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мотоциклетной травме, в отличие от автотравмы, во всех случаях могут пострадать водитель и пассажир. Чем это объясняется?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Отсутствием ремней безопасности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Неустойчивостью двухколёсного транспортного средства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Постоянно очень высокой скоростью движения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Большой массой мотоцикла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Неустойчивостью двухколёсного транспортного средства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Мотоцикл двухколёсный, поэтому неустойчив, вследствие чего помимо пешехода получают повреждения при падении также водитель и пассажир. Скорость, масса и наличие ремней в качестве основного объяснения этого различия не указаны.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69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изменение возникает у водителя даже при содержании в крови всего 0,5‰ алкоголя?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Скорость реакции заметно возрастает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Острота зрения полностью утрачивается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Изменяется критическое отношение к окружающим, он завышает оценку своих способностей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Способность управлять транспортом остаётся неизменной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Изменяется критическое отношение к окружающим, он завышает оценку своих способностей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Специальные исследования показали, что даже небольшое количество алкоголя изменяет критическое отношение водителя и приводит к переоценке своих возможностей. Это ухудшает управление транспортом в сложных дорожных условиях, поэтому остальные варианты неверны.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99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Во время ссоры один человек ударил потерпевшего камнем, поднятым с земли. К какой группе относится камень по классификации механических факторов?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Оружие: предмет, специально изготовленный для нападения или защиты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Орудие: предмет, изготовленный промышленным способом для производственных или бытовых целей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Комбинированный фактор: одновременное действие различных факторов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Предмет: объект без определённого назначения, использованный случайно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Предмет: объект без определённого назначения, использованный случайно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 камня нет собственного назначения, он был применён случайно или умышленно для причинения повреждения, поэтому он считается предметом. Оружие специально изготавливается для нападения или защиты, а орудие выпускается для определённой хозяйственной цели. Комбинированный фактор означает совместное действие нескольких видов воздействия.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69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каких двух из пяти фаз переезда колесом автомобиля в основном образуются специфические и характерные для автотравмы повреждения?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первой и второй фазах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 второй и третьей фазах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третьей и четвёртой фазах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четвёртой и пятой фазах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 третьей и четвёртой фазах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Специфические и характерные повреждения образуются при выкатывании колеса на тело и при сходе колеса с тела, то есть в третьей и четвёртой фазах. В первой фазе образуются в основном нехарактерные повреждения (ссадины, кровоподтёки), а во второй и пятой фазах появляются полосовидные ссадины.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63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Какова начальная, первая фаза образования повреждений у водителя внутри автомобиля?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ног о панель автомобиля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грудной клетки о руль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головы о лобовое стекло после руля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Отбрасывание тела назад и запрокидывание шеи назад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Удар ног о панель автомобиля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 водителя фазы следуют друг за другом: сначала ноги ударяются о панель, затем грудная клетка ударяется о руль. Удар головы о руль и лобовое стекло считается третьей, а отбрасывание тела назад — четвёртой фазой.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66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Какая сила примерно действует на область тела, оказавшуюся между колесом железнодорожного транспорта и рельсом?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500 кг на 1 кв. см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 тонн и более на 1 кв. см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2 тонн на 1 кв. см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Более 50 тонн на 1 кв. см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5 тонн и более на 1 кв. см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Между колесом и рельсом область тела очень сильно сдавливается: на каждый 1 кв. см приходится сила в 5 тонн и более. В результате ткани раздавливаются, а гребень колеса разделяет их наподобие ножниц. Другие значения в источнике не приведены.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71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достижении или превышении какой скорости летательного аппарата встречный воздушный поток действует как твёрдое тело?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800 км/ч и более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200 км/ч и более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400 км/ч и более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600 км/ч и более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800 км/ч и более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скорости 800 км/ч и выше воздушный поток действует как твёрдое тело. В результате наблюдаются разрывы углов рта, отслоение мягких тканей лица от кости, баротравма глазных яблок и лёгких. При более низкой скорости такое воздействие в источнике не отмечено.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76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Каким признаком на трупе проявляется высотная декомпрессия (высотная эмфизема), возникшая при полёте на очень большой высоте (19 км и более) без средств защиты?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Разрыв барабанной перепонки и кровоизлияние в среднее ухо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Газовые пузырьки в подкожной жировой клетчатке и в сосудах внутренних органов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Резкое повышение содержания карбоксигемоглобина в крови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Отслоение мягких тканей лица от костей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Газовые пузырьки в подкожной жировой клетчатке и в сосудах внутренних органов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высотной декомпрессии обнаруживаются газовые пузырьки в подкожной жировой клетчатке и в сосудах внутренних органов. Разрыв барабанной перепонки характерен для взрывной декомпрессии при нарушении герметизации, карбоксигемоглобин — для отравления при пожаре, а отслоение тканей лица — для воздействия встречного воздушного потока.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77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Во сколько раз примерно удельное давление зубьев (грунтозацепов) траков гусеницы гусеничного трактора больше, чем на других звеньях гусеницы?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5–10 раз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30–40 раз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100–120 раз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2–3 раза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В 30–40 раз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Поскольку зубья приходятся на очень малую часть опорной поверхности, их удельное давление в 30–40 раз выше, чем на остальных частях гусеницы. Поэтому на теле зубья оставляют отдельные, чёткие ссадины и кровоподтёки. Другие значения в источнике не приводятся.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119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рельсовой травме, когда тело сдавлено между колесом и рельсом, какова обычно ширина полосы давления на стороне рельса?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2–4 см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12–14 см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5–10 см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7–8 см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7–8 см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Головка рельса уже, чем поверхность катания колеса, поэтому со стороны рельса полоса имеет ширину 7–8 см, а со стороны колеса — 12–14 см. 2–4 см относится к полосе на коже от колеса лёгкого вагона, а 5–10 см — к широкой части полосы от колеса при отделении тела.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72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при авиатравме термические повреждения чаще наблюдаются у пассажиров, чем у членов экипажа?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Топливные баки расположены в средней части фюзеляжа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пассажирском салоне взрывная декомпрессия сильнее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Члены экипажа оснащены отдельными ремнями безопасности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Пассажиры приземляются с помощью катапульты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Топливные баки расположены в средней части фюзеляжа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Поскольку топливные баки находятся в средней части фюзеляжа, пожар в первую очередь воздействует на часть, где размещены пассажиры. Другие варианты не объясняют распределение термического воздействия.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78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трупе пешехода среднего роста в бедренной кости обнаружен бампер-перелом, автомобиль не тормозил. Какой автомобиль вероятнее всего совершил наезд?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Легковой автомобиль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Грузовой автомобиль грузоподъёмностью до 4 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Грузовой автомобиль грузоподъёмностью более 4 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Автомобиль с кузовом вагонного типа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Грузовой автомобиль грузоподъёмностью до 4 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Бампер легкового автомобиля расположен низко (35–42 см), поэтому он ломает голень. Бампер-перелом бедренной кости указывает на грузовой автомобиль грузоподъёмностью до 4 т. Бампер грузового автомобиля грузоподъёмностью более 4 т может находиться на уровне груди и головы взрослого человека. Кузов вагонного типа также ударяет в грудь и голову.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136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Колесо грузового автомобиля переехало тело, скорость движения была выше 20 км/ч. В области, с которой колесо сошло с тела, повреждений, соответствующих четвёртой фазе, не обнаружено. Как это объясняется?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Колесо вообще не наезжало на тело, а лишь нанесло удар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Повреждения были смыты после наступления смерти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Тело волочилось из-под колеса, повреждения перешли в другую фазу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Колесо «спрыгнуло» с тела, поэтому в четвёртой фазе повреждений может не быть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Колесо «спрыгнуло» с тела, поэтому в четвёртой фазе повреждений может не быть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скорости 20 км/ч и более колесо спрыгивает с тела, и в четвёртой фазе повреждения могут не образоваться. Другие варианты в источнике не указаны в качестве такого объяснения и противоречат тому, что колесо наехало на тело.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65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Пострадавший выпал из кузова движущегося автомобиля и приземлился на ноги. Какой из следующих переломов является прямым повреждением?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 костей голени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 костей стопы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 бедренной кости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 нижних грудных позвонков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Перелом костей стопы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падении на ноги сила прикладывается непосредственно к костям стопы, поэтому их перелом является прямым. Кости голени, бедра, таза, а также нижние грудные и поясничные позвонки ломаются непрямым путём вследствие передачи силы.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68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анализирует положение лица, упавшего с балкона: на пути падения тело сталкивалось с балконом и карнизом на разной высоте, но перед падением не было ни прыжка, ни толчка. К какому виду относится это падение?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Беспрепятственное (прямое) и активное падение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Беспрепятственное (прямое) и пассивное падение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Ступенчатое (последовательное) и пассивное падение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Ступенчатое (последовательное) и активное падение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Ступенчатое (последовательное) и пассивное падение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на пути тело ударяется о выступающие предметы на разной высоте, падение считается ступенчатым (последовательным). Поскольку предварительного ускорения (прыжка, толчка) не было, оно является пассивным. При прямом падении тело не ударяется о препятствия, а при активном падении имеется предварительное ускорение.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84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рельсовой травме ширина полосы давления на коже пострадавшего всего 2-4 см, а в подкожных мягких тканях — 12-14 см. За счёт какой части колеса образовалась полоса на коже?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за счёт гребня (реборды) колеса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 счёт всей поверхности катания колеса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 счёт внутренней кромки головки рельса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 счёт трения боковой поверхности колеса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Только за счёт гребня (реборды) колеса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переезде тела колесом лёгкого вагона полоса на коже образуется только за счёт гребня колеса и бывает узкой (2-4 см), а в глубоких тканях — широкой. Поверхность катания даёт широкую полосу, а трение боковой поверхности образует отдельную полосу осаднения.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72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трупе, переехавшем гусеничным трактором, обнаружены ссадины-кровоподтёки, расположенные перпендикулярно линии переезда через тело на одинаковом расстоянии друг от друга, а между ними участки неповреждённой кожи. Что позволяет установить измерение расстояния между ссадинами?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Скорость движения трактора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Грузоподъёмность трактора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Положение водителя в момент переезда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Марку трактора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Марку трактора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Расстояние между зубьями (траками) гусеничной цепи у тракторов одной марки одинаково. Поэтому расстояние между ссадинами и ширина неповреждённой кожи между ними помогают установить марку трактора. Скорость, мощность и положение водителя по этому признаку не определяются.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121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Исследуется труп человека, погибшего при пожаре после авиакатастрофы. Что из перечисленного указывает на то, что человек был жив во время пожара?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Обугливание мягких тканей и костей тела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копоти в просвете гортани, трахеи и бронхов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Полное сгорание одежды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Разбрасывание частей тела под действием взрывной волны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Обнаружение копоти в просвете гортани, трахеи и бронхов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человек дышал во время пожара, копоть попадает в дыхательные пути и развивается острое отравление угарным газом. Обугливание и сгорание одежды возможны и после смерти. Разбрасывание частей тела является результатом действия взрывной волны и не служит признаком жизни.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144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реке найден труп: голова отделена от туловища, края отделения ровные или мелкозубчатые, осаднения краёв и кровоизлияний нет, в губчатых костях также имеется разделение с плоской поверхностью. Какому фактору больше всего соответствует это повреждение?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Лопасти судового винта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свободным концом оборвавшегося троса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Удар о палубу судна под действием волны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Передняя кромка подводного крыла скоростного судна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Передняя кромка подводного крыла скоростного судна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Острая кромка подводного крыла отделяет тело подобно рубленой ране, без осаднения краёв и кровоизлияний. Лопасти винта обычно оставляют 2-3 близко расположенные раны от ушибающе-размозжающего действия. Трос и удар волны причиняют тупые повреждения.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130-131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Водитель, пристёгнутый ремнём безопасности, при столкновении автомобиля резко остановился. Какое повреждение, с учётом торможения тела ремнём, обычно НЕ наблюдается?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Тяжёлая черепно-мозговая травма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Полосовидные внутрикожные кровоизлияния по груди и плечу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 ключицы и рёбер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Переломы костей носа и челюсти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Тяжёлая черепно-мозговая травма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Ремень тормозит тело, поэтому голова не достигает потолка салона или лобового стекла, и тяжёлая черепно-мозговая травма обычно не наблюдается. Однако переломы костей лицевого скелета возможны. Сам ремень может вызвать кровоизлияния по ходу грудного и плечевого пояса, а также переломы ключицы и рёбер.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115-116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лобовом столкновении водитель ударился коленом о приборную панель. Экспертиза установила, что в момент травмы бедро находилось в отведённом (повёрнутом кнаружи) положении. Какое изменение ожидается в области тазобедренного сустава?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Горизонтальный перелом дна вертлужной впадины с переломами лобковой и седалищной костей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Задне-верхний вывих головки бедренной кости при целом крае вертлужной впадины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 заднего края вертлужной впадины и вывих бедра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разрыв крестообразной связки коленного сустава при целых костях таза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Горизонтальный перелом дна вертлужной впадины с переломами лобковой и седалищной костей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бедро отведено, сила удара передаётся через шейку и головку бедренной кости на дно вертлужной впадины. Поэтому дно впадины ломается горизонтально, повреждаются также лобковая и седалищная кости. При приведённом бедре наблюдается задне-верхний вывих, а при среднем положении — вывих с переломом заднего края впадины.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114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Легковой автомобиль сбил пешехода на скорости не более 45 км/ч. Какой бамперный перелом ожидается на препарате кости голени, изъятом из трупа?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Кольцевидный перелом с ровной линией по окружности кости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Поперечно-оскольчатый перелом от изгиба с крупным неровным ромбовидным фрагментом на стороне удара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Спиральный перелом от кручения, вытянутый вдоль оси кости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Перелом от продольного сжатия с вколачиванием концов кости друг в друга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Поперечно-оскольчатый перелом от изгиба с крупным неровным ромбовидным фрагментом на стороне удара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скорости не более 45-50 км/ч трубчатая кость ломается от изгиба: образуются поперечно-оскольчатый перелом и крупный ромбовидный фрагмент на стороне удара. Кольцевидный перелом встречается при значительно большей скорости и более узком бампере. Спиральный перелом характерен для кручения, а перелом с вколачиванием — для действия вдоль оси.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104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Мотоцикл с коляской столкнулся с другим транспортным средством. Какой комплекс повреждений характерен для пассажира в коляске?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Полосовидные ссадины и ушибленные раны на передней и внутренней поверхностях голени и бедра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Ссадины и раны между первым и вторым пальцами кисти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Повреждения голеностопных и коленных суставов, а также травмы груди и живота от удара о верхний край коляски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Почти полное отделение головы от удара о провод при целом остальном теле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Повреждения голеностопных и коленных суставов, а также травмы груди и живота от удара о верхний край коляски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 пассажира в коляске повреждаются голеностопные и коленные суставы, а от удара о верхний край коляски возникают травмы груди и живота. Полосовидные ссадины на голени и бедре, а также следы рычага руля на ладони характерны для водителя. Отделение головы проводом — особый случай.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70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Колесо рельсового транспорта полностью разделило тело на две части. Полоса вдавления со стороны колеса также разделена на две части: узкая 2-3 см, широкая 5-10 см. В какой области тела находится широкая часть?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области тела между рельсами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области, по которой прошла головка рельса, вдоль линии разделения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краю тела со стороны, с которой колесо сошло с тела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области тела вне рельса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В области тела вне рельса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полном разделении тела полоса вдавления со стороны колеса делится на две части. Узкая часть (2-3 см) находится между рельсами, а широкая (5-10 см) — снаружи рельса. Остальные варианты не соответствуют такому распределению.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73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Человек упал из положения стоя навзничь и сильно ударился затылочным бугром о твёрдую поверхность. Где преимущественно ожидается ушиб головного мозга?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Только в области под затылком, в месте удара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области ствола мозга и моста, независимо от места удара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Преимущественно в зоне, противоположной месту удара (зоне противоудара)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обоих полушариях в равной степени, независимо от места удара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Преимущественно в зоне, противоположной месту удара (зоне противоудара)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падении навзничь (назад) при закрытой черепно-мозговой травме ушиб мозга обычно локализуется в зоне противоудара. Поэтому точка удара и место повреждения мозга не совпадают. Остальные варианты противоречат этой закономерности.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Ромодановский П.О., Баринов Е.Х., Судебная медицина в схемах и рисунках: учебное пособие, 205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Человек, стоявший перед работающим самолётом с турбодвигателем, попал под всасывающее действие мощного воздушного потока. Какие повреждения может ожидать экспертиза?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Механические и термические повреждения от потока газа, нагретого до 500-600 градусов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Переломы конечностей от сдавления о кромку воздухозаборной части двигателя, размозжение печени, баротравма лёгких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Множественные повреждения, подобные рубленым ранам, от лопастей винта, ампутация головы и рук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Тяжёлые повреждения верхней части тела от передней кромки крыла, ампутация головы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Переломы конечностей от сдавления о кромку воздухозаборной части двигателя, размозжение печени, баротравма лёгких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Перед работающим двигателем действует сильное всасывающее усилие. Человека затягивает в воздухозаборное устройство и прижимает к его передней кромке, в результате происходят переломы конечностей, размозжение печени и баротравма лёгких. Механические и термические повреждения характерны для находящихся позади двигателя, а повреждения от винта и крыла — для других внешних частей.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Iskandarov A.I., Qo‘ldoshev D.R., Sud tibbiyoti, 144-145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Механические повреждения. Транспортная травма. · Автоматический пере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3. Transport travmasi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3-modul. Yiqilish va transport jarohatlari; bet 202-229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 (egasi taqdim etgan; yopiq foydalanish). 2006. III bo‘lim (7-9-boblar). Umumiy travmatologiya; o‘tmas predmetlardan jarohatlar; bet 68-91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 (egasi taqdim etgan; yopiq foydalanish). . VII-VIII-boblar. Transport va aviatsion jarohat; bet 97-148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