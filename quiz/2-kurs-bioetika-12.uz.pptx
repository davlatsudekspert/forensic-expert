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2-kurs-bioetika-12-q30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O‘lim va o‘limning axloqiy jihatlari: klinik, vegetativ va miya o‘limi, JTU Sinay deklaratsiyasi, doimiy vegetativ holat (A5)</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Miya o‘limidan keyin ayrim a’zo va to‘qimalar hayotiy belgilarini ma’lum muddat saqlaydi. Manbaga ko‘ra, quyidagilardan qaysi biri bu belgilarni eng uzoq, bir necha soat davomida saqlaydi?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Yurak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Buyraklar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Ko‘zning shox pardasi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Bosh miya katta yarim sharlari po‘stlog‘i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Ko‘zning shox pardasi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Manbada yurak va buyraklar hayotiy belgilarni uzog‘i bilan 15–20 daqiqa, ko‘zning shox pardasi esa 6–8 soatgacha saqlashi aytilgan. Bosh miya po‘stlog‘i esa eng sezgir struktura bo‘lib, qaytmas o‘zgarishlar birinchi navbatda shu yerda boshlanadi. Mana shu farq murdadan to‘qima olishning asosi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107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“Miya o‘limi” atamasi frantsuz olimlari tomonidan dastlab qaysi holatni tavsiflash maqsadida qo‘llangan?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O‘ta chuqur koma holatini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Persistent vegetativ holatni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Klinik o‘lim davrini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Agonal holatni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O‘ta chuqur koma holatini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Manbaga ko‘ra, atama avval o‘ta chuqur koma holatini tasvirlash uchun ishlatilgan. Keyinchalik u markaziy nerv tizimi faoliyatining qaytmas yo‘qolishini inson o‘limi deb qabul qilish tushunchasiga aylangan. Boshqa variantlar boshqa holatlarga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108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Jahon tibbiyot assotsiatsiyasining Sinay deklaratsiyasiga ko‘ra, inson o‘lim vaqti qaysi holatning yuz bergan vaqtiga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Yurak qisqarishlarining dastlabki to‘xtashi vaqtiga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Alohida to‘qima hujayralarining so‘nggi o‘lishi vaqtiga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Murdada birinchi murda dog‘lari paydo bo‘lishi vaqtiga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Mia o‘zagi funksiyalarini ham qamragan integrativ funksiyalarning qaytmas to‘xtashi vaqtiga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Mia o‘zagi funksiyalarini ham qamragan integrativ funksiyalarning qaytmas to‘xtashi vaqtiga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Deklaratsiyada shaxs butunligi muhim deb ta’kidlanadi, alohida hujayralarning o‘limi emas. Shuning uchun o‘lim vaqti bosh miya integrativ funksiyalari, shu jumladan miya o‘zagi funksiyalarining qaytmas to‘xtashiga to‘g‘ri keladi. Yurak to‘xtashi, hujayra o‘limi va murda dog‘lari bunday mezon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109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O‘lim vaqtini qayd etish mezonlariga qo‘yiladigan talablardan biri “obyektivlik”dir. Manbaga ko‘ra, bu talab nimani anglatadi?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Mezonni qo‘llash uchun ko‘p mutaxassis va uzoq vaqt kerak emasligini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Tegishli malakali har qanday mutaxassis mezonni bir xil tushunib qo‘llashi va to‘g‘ri qo‘llanganini tekshirish mumkinligini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Mezon jamiyatdagi madaniy va ma’naviy me’yorlarga mos kelishini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Mezon kimni qutqarish mumkin, kimni mumkin emasligini ishonchli ajratishini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Tegishli malakali har qanday mutaxassis mezonni bir xil tushunib qo‘llashi va to‘g‘ri qo‘llanganini tekshirish mumkinligini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Obyektivlik mezonning mutaxassisdan mutaxassisga farq qilmay, bir xil talqin qilinishi va qo‘llanishi tekshirilishi mumkinligini bildiradi. Boshqa variantlar boshqa talablar: amaliy qulaylik, madaniy-ma’naviy moslik va ilmiy asoslanganlik.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109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Quyidagilardan qaysi biri miya o‘limining klinik belgilari qatoriga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Qorachiqlarning yorug‘likka reaksiyasi yo‘qligi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Uyqu va tetiklik siklining saqlanishi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Og‘riq ta’siriga javob reaksiyalarining saqlanishi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Mustaqil nafas olishning saqlanishi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Qorachiqlarning yorug‘likka reaksiyasi yo‘qligi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Miya o‘limida to‘liq turg‘un hushsizlik, mustaqil nafasning yo‘qligi, mushaklar atoniyasi, og‘riqqa javobning yo‘qligi va qorachiqlarning yorug‘likka reaksiyasi yo‘qligi kuzatiladi. Uyqu-tetiklik sikli saqlanishi esa persistent vegetativ holatga xos. Nafas va og‘riqqa javobning saqlanishi miya o‘limiga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109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Simpson darsligiga ko‘ra, to‘liq kislorod yetishmasligida qaysi hujayralar eng tez, atigi 3–7 daqiqada 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Teri hujayralari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Suyak to‘qimasi hujayralari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Oq qon hujayralari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Kortikal neyronlar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Kortikal neyronlar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Kortikal neyron kislorodsizlikka eng sezgir va 3–7 daqiqada nobud bo‘ladi. Teri va suyak hujayralari esa soatlab metabolik faol qoladi, oq qon hujayralari yurak to‘xtagandan keyin 12 soatgacha harakatchanligini saqlashi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24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 Kübler-Ross konsepsiyasiga ko‘ra, o‘limga yaqinlashayotgan bemor o‘tadigan beshta bosqichdan ikkinchisi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Rad etish bosqichi (“yo‘q, men emas”)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Kechiktirish talabi bosqichi (“hozir emas”)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Depressiya bosqichi (“ha, men o‘lib ketaman”)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Norozilik bosqichi (“nima uchun aynan men?”)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Norozilik bosqichi (“nima uchun aynan men?”)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Konsepsiyada bosqichlar tartibi: rad etish, norozilik, kechiktirish talabi, depressiya va qabul qilish. Ikkinchi o‘rinda norozilik turadi. Qolgan variantlar shu ketma-ketlikdagi boshqa bosqichlar.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93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Buyuk Britaniyadagi Qirollik shifokorlar kolleji ko‘rsatmasiga (2003) ko‘ra, travmatik bosh miya shikastidan keyin vegetativ holat qancha davom etsa, u doimiy deb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3 oy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6 oy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12 oy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24 oy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12 oy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Travmatik shikastdan keyin vegetativ holat 12 oy davom etsa, u doimiy hisoblanadi. Boshqa sabablarda esa bu muddat 6 oy. Shuning uchun 6 oyli variant travmatik holat uchun noto‘g‘ri.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26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Simpson darsligiga ko‘ra, vegetativ holatda (“hushyorlik, lekin anglash yo‘q”) miya funksiyalarining qaysi birikmasi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Miya ustuni funksiyasi saqlanadi, po‘stloq funksiyasi bo‘lmaydi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Po‘stloq funksiyasi saqlanadi, miya ustuni funksiyasi bo‘lmaydi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Po‘stloq ham, miya ustuni ham funksiyasi to‘liq saqlanadi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orqa miya refleks funksiyalari saqlanib qoladi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Miya ustuni funksiyasi saqlanadi, po‘stloq funksiyasi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Reanimatsiyadan keyin miya ustuni ishlashda davom etadi, ammo po‘stloq funksiyasi yo‘qoladi, shu sababli bemor uyg‘oq, lekin anglamaydi. Miya o‘limida esa ustun funksiyasi ham qaytmas tarzda to‘xtaydi.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26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Simpson darsligida keltirilgan Britaniya kodeksiga ko‘ra, miya ustuni testlarini kamida nechta va qanday shifokor o‘tkazishi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Bitta, 10 yildan ortiq stajga ega nevrolog shifokor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Kamida ikkita, 2 yildan ortiq ro‘yxatdan o‘tgan shifokor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Kamida uchta, ularning orasida bitta nevrolog bo‘lishi shart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Kamida ikkita, 5 yildan ortiq ro‘yxatdan o‘tgan, biri konsultant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Kamida ikkita, 5 yildan ortiq ro‘yxatdan o‘tgan, biri konsultant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Kodeksda sinovni kamida ikkita shifokor o‘tkazishi talab qilinadi. Ular 5 yildan ortiq ro‘yxatdan o‘tgan va testlarni sharhlashga malakali bo‘lishi, kamida bittasi esa konsultant bo‘lishi kerak. Boshqa variantlardagi son va staj shartlari manbada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25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Buyuk Britaniya musulmon huquqi Kengashining fetvasiga ko‘ra, qaysi holatda inson Islom nuqtai nazaridan o‘lik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Yurak urishi to‘liq to‘xtagandagina, boshqa holatlarda emas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Ishonchli shifokorlar miya magistrali o‘limini tasdiqlaganida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Hushsiz holat bir necha hafta davom etganida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Nafas olish sun’iy yo‘l bilan qo‘llab-quvvatlanganida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Ishonchli shifokorlar miya magistrali o‘limini tasdiqlaganida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Fetvada yurakning hayotdagi markaziy roli endi miya, ayniqsa miya ustuni bilan almashgani aytilgan. Shu sababli miya magistrali o‘limi tasdiqlansa, odam o‘lik sanaladi. Faqat yurak mezoni an’anaviy yondashuv bo‘lib, fetvaga mos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239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Simpson darsligiga ko‘ra, Buyuk Britaniyada murda donorligi qaysi tamoyil asosida amalga oshiriladi?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Donor hayotida faol ruxsat bergan yoki e’tiroz bildirmagan, yaqinlari ham e’tiroz qilmagan bo‘lishi shart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Organ yaqinlarning xohishidan qat’i nazar, shifokor qaroriga ko‘ra olinadi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Qarindoshlar e’tiroz bildirmasa, organlar rozilik prezumpsiyasi asosida olinaveradi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Organ faqat donorning notarial tasdiqlangan yozma vasiyati bo‘lgandagina olinadi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Donor hayotida faol ruxsat bergan yoki e’tiroz bildirmagan, yaqinlari ham e’tiroz qilmagan bo‘lishi shart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Buyuk Britaniyada “opting in” tizimi qo‘llanadi: transplantatsiya guruhi donor hayotida ruxsat bergani yoki kamida e’tiroz bildirmaganiga va yaqinlari e’tiroz qilmayotganiga ishonch hosil qilishi kerak. Rozilik prezumpsiyasi (“opting out”) esa bunga teskari tizim.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27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Simpson darsligiga ko‘ra, somatik o‘lim (shaxsning bir butun sifatidagi o‘limi) ta’rifida qaysi so‘z asosiy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vaqtlilik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og‘riqsizlik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qaytmaslik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to‘satdanlik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qaytmaslik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Somatik o‘limda shaxs atrof-muhit bilan hech qachon qayta muloqot qilmaydi. Chuqur uyqu, behushlik yoki vaqtinchalik komada ham muloqot bo‘lmaydi, shuning uchun ta’rifni aynan qaytmaslik belgilaydi. Boshqa variantlar ta’rifning mezoni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25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Turli mualliflar ma’lumotiga ko‘ra, dunyo mamlakatlarida har 100 000 aholiga persistent vegetativ holat (PVH) bilan og‘rigan nechta bemor to‘g‘ri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 dan 13 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20 dan 30 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50 dan 60 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100 dan 120 gacha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2 dan 13 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Darslikda PVH holatlari soni ko‘payib borayotgani aytilib, har 100 000 aholiga taxminan 2–13 holat to‘g‘ri kelishi ko‘rsatilgan. Qolgan raqamlar bu oraliqdan ancha yuqori, shuning uchun xato.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112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Terminal kasalligini bilgan bemor shifokorga: “Hozir emas, yana bir oz vaqt bering”, deydi. E. Kübler-Ross konsepsiyasida bu qaysi bosqichga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Rad etish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Norozilik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Qabul qilish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Kechikish talabi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Kechikish talabi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“Hozir emas, yana bir oz” iborasi kitobda aynan kechikish talabi bosqichining namunasi sifatida berilgan. Rad etishda bemor “yo‘q, men emas” deydi, norozilikda “nega aynan men” deydi, qabul qilishda esa holat bilan kelishadi.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93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Kasalxonada yurak-o‘pka reanimatsiyasi natija bermadi; elektrokardiogrammada asistoliya ko‘rinib turibdi. Britaniya kodeksiga ko‘ra, o‘lim vaqtini qayd etishdan oldin yana qaysi shart bajarilishi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Elektrokardiogrammani kamida 30 daqiqa kuzatish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Markaziy puls va yurak tovushlari yo‘qligini kamida 5 daqiqa kuzatish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Mustaqil nafas olish borligini apnoe testi bilan tekshirish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Miya tomirlarining angiografiyasini o‘tkazish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Markaziy puls va yurak tovushlari yo‘qligini kamida 5 daqiqa kuzatish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Qon aylanishi va nafas to‘xtaganda o‘limni tasdiqlovchi shaxs markaziy pulsni paypaslab va yurak tovushlarini eshitib, ularning yo‘qligini kamida 5 daqiqa kuzatadi. Elektrokardiogramma faqat qo‘shimcha dalil. Apnoe testi va angiografiya esa miya ustuni o‘limiga oid usullar.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25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Musulmon mamlakatida o‘layotgan odamdan shox parda transplantatsiyasi rejalashtirilmoqda. Marhum hayotligida e’tiroz bildirmagan. O‘limni tasdiqlovchi guruh tarkibi qaysi variantda ruxsat etilgan shartlarga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Ikki shifokor, ular orasida operatsiyani bajaradigan jarroh ham bor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Uch shifokor, ular orasida operatsiyani bajaradigan jarroh ham bor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Bitta nevrolog va transplantatsiya qiladigan jarroh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Uch shifokor, bitta neyropatolog bilan; jarroh guruhga kirmaydi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Uch shifokor, bitta neyropatolog bilan; jarroh guruhga kirmaydi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Kitobga ko‘ra o‘limni uchta shifokor, jumladan bitta neyropatolog tasdiqlaydi. Transplantatsiya qiladigan jarroh bu guruh a’zosi bo‘lmasligi kerak, chunki uning manfaati bor. Jarroh kirgan variantlar bu talabga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239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 o‘lim guvohnomasining I qismini quyidagicha to‘ldirdi: Ia – koma; Ib – subaraxnoidal qon quyilish; Ic – yorilgan tug‘ma anevrizma. Shu tizimda qaysi holat o‘limning asosiy sababi hisoblanadi va mortalitet statistikasida hisobga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Ia – koma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Ib – subaraxnoidal qon quyilish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Ic – yorilgan tug‘ma anevrizma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Guvohnomaning II qismiga yozilgan boshqa kasalliklar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Ic – yorilgan tug‘ma anevrizma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 qismdagi holatlar bir-biri bilan sabab-oqibat zanjirida bog‘liq: har biri pastroqdagisining oqibati. Eng pastdagi holat zanjirning boshlang‘ich patologik sharti bo‘lib, statistikada shu ishlatiladi. Koma esa faqat o‘lim shakli, II qism esa bevosita bog‘lanmagan boshqa kasalliklar uchun.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28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Rossiya Federatsiyasining 1993-yilgi ko‘rsatmasiga ko‘ra, reanimatsiya bo‘limida miya o‘limini aniqlash komissiyasi o‘z xulosasini belgilangan shakldagi bayonnoma bilan rasmiylashtirdi. Bo‘lim mudiri ishda yo‘q. Bayonnomani kim tasdiqlashi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Komissiyaga kirgan nevropatolog yakka o‘zi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Murdadan a’zo olishni rejalashtirgan transplantolog jarroh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Reanimatsiya bo‘limining mas’ul navbatchi shifokori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Kasalxonaning yuridik bo‘limi mudiri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Reanimatsiya bo‘limining mas’ul navbatchi shifokori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Ko‘rsatmaga muvofiq bayonnomani reanimatsiya bo‘limi mudiri, u bo‘lmasa mas’ul navbatchi shifokor tasdiqlaydi. Transplantolog manfaatdor shaxs bo‘lgani uchun hech qanday tarzda komissiya ishiga aralashishi mumkin emas. Nevropatolog komissiya a’zosi, lekin bayonnomani tasdiqlovchi emas. Yurist bunday ko‘rsatmada tilga olinmagan.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110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Murdadan buyrak transplantatsiyasi rejalashtirilgan va transplantatsiya jamoasi a’zolarni olish vaqtini belgilamoqda. Qaysi yondashuv eng yaxshi natija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Qon aylanishi saqlanib turganda yoki u to‘xtagandan so‘ng darhol olish va issiq ishemiya vaqtini qisqartirish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Murda sovib, mushaklari qotgandan keyin olish, shunda to‘qimalar shikastlanishga kamroq moyil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Qon aylanishi to‘xtagach bir necha soat kutib, so‘ng olish, shunda hujayralar barqarorlashadi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Biologik o‘lim belgilari to‘liq paydo bo‘lishini kutib, so‘ng olishni boshlash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Qon aylanishi saqlanib turganda yoki u to‘xtagandan so‘ng darhol olish va issiq ishemiya vaqtini qisqartirish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Eng yaxshi natijaga qon aylanishi mavjud paytda yoki to‘xtashi bilan darhol a’zo olinganda erishiladi, maqsad issiq ishemiya vaqtini kamaytirishdir. Kutish yoki murda o‘zgarishlarini kutish ishemiyani uzaytirib, a’zoni yaroqsiz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27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Miya ustuni funksiyasi qaytmas to‘xtagan bemor sun’iy ventilyatsiya qo‘llab-quvvatlanganda ham yuragi urishda davom etmoqda. Bu hodisa qanday tushuntiriladi?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Ventilyatsiya fonida miya ustunining boshqaruv funksiyasi asta-sekin tiklanadi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Yurak miyadan butunlay mustaqil ishlagani uchun nafas yordamining ahamiyati yo‘q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Ventilyatsiya miya po‘stlog‘ining shikastlangan qismlarini qayta tiklaydi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Ventilyatsiya nafas to‘xtashi, miokard gipoksiyasi va yurak to‘xtashi zanjirini uzadi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Ventilyatsiya nafas to‘xtashi, miokard gipoksiyasi va yurak to‘xtashi zanjirini uzadi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Ilgari miya ustuni o‘limi nafas to‘xtashiga, bu miokard gipoksiyasiga va yurak to‘xtashiga olib kelardi. Sun’iy ventilyatsiya bu zanjirni uzib, kislorod yetkazadi va yurak urishi davom etadi. Boshqa variantlarda miya funksiyasi tiklanadi deyilgan, bu esa noto‘g‘ri, chunki o‘zgarishlar qaytmas.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25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Yuz-jag‘ sohasida keng ko‘lamli shikast olgan chuqur komadagi bemorda miya ustuni reflekslarini tekshirish texnik jihatdan mumkin emas. Britaniya kodeksiga ko‘ra, keyingi qadam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bir nechta refleksni tekshirib, qolganlarini tekshirilgan deb hisoblash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Serebral angiografiya, perfuziya va neyrofiziologik kabi qo‘shimcha tekshiruvlardan foydalanish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Bemorni vegetativ holatda deb baholab, o‘lim masalasini ko‘rib chiqmaslik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Faqat qorachiqlarning ro‘shnolikka reaksiyasi yo‘qligiga tayanib o‘limni qayd etish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Serebral angiografiya, perfuziya va neyrofiziologik kabi qo‘shimcha tekshiruvlardan foydalanish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Miya ustuni testlarini o‘tkazib bo‘lmaganda, masalan keng yuz-jag‘ shikastlarida, qo‘shimcha tekshiruvlar (angiografiya, perfuziya, neyrofiziologik usullar) o‘rinli bo‘lishi mumkin. Tekshirilmagan reflekslarni mavjud deb hisoblash yoki bitta belgiga tayanish yetarli emas. Vegetativ holat esa miya ustuni funksiyasi saqlanishini bildiradi.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25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Patolog jarohat atrofida leykotsitlar harakati izlarini topdi, yurak to‘xtaganiga esa bir necha soat o‘tgan edi. Bu topilmaning sud-tibbiy ahamiyati haqida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Leykotsitlar harakati yurak to‘xtagandan so‘ng ham saqlanishi mumkin, shuning uchun jarohat hayotlik davrida yetkazilganini ishonchli isbotlamaydi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Bu topilma shaxs yurak to‘xtaganidan keyin ham somatik o‘lim sodir bo‘lmaganini ko‘rsatadi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Leykotsitlar harakati faqat tirik organizmda kuzatiladi, shuning uchun jarohat albatta hayotlik paytida yetkazilgan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Leykotsitlar harakati bosh miya po‘stlog‘i neyronlari ham hali tirikligini bildiradi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Leykotsitlar harakati yurak to‘xtagandan so‘ng ham saqlanishi mumkin, shuning uchun jarohat hayotlik davrida yetkazilganini ishonchli isbotlamaydi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Oq qon hujayralari yurak to‘xtagandan keyin 12 soatgacha harakatchan qolishi mumkin, shu sababli mikroskopik ‘hayotiy reaksiya’ ishonchliligi shubhali. Po‘stloq neyronlari esa kislorodsizlikda atigi 3–7 daqiqada o‘ladi, shuning uchun leykotsitlarga qarab ularning holatini baholab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24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Bir ekspert guruhi taklif qilgan o‘lim mezoni kimni qutqarish mumkinligini aniq ajratadi, lekin uni qo‘llash uchun ko‘p mutaxassis va uzoq vaqt talab etiladi. Mezonga qo‘yiladigan qaysi talab buzilgan?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Ilmiy asoslanganlik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Obyektivlik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Amaliy jihatdan qulaylik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Jamiyatdagi madaniy va ma’naviy me’yorlarga mos kelish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Amaliy jihatdan qulaylik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Mezon ko‘p mutaxassis va ko‘p vaqt talab qilmasligi, ya’ni amaliy qulay bo‘lishi lozim. Ilmiy asoslanganlik tasvirlangan holatda saqlangan, chunki mezon kimni qutqarish mumkinligini aniq ajratadi. Obyektivlik va madaniy me’yorlarga muvofiqlik haqida vaziyatda hech narsa aytilmagan.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109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Terminal kasal bemor ketma-ket shunday dedi: “Yo‘q, bu men emasman”, keyin “Nega aynan men?”, so‘ng “Hozir emas, yana bir oz vaqt kerak”. Bugun u jimgina “Ha, men o‘lib ketaman” dedi. E. Kübler-Ross konsepsiyasiga ko‘ra, u hozir beshta bosqichdan qaysi birida?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Rad etish bosqichida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Norozilik bosqichida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Depressiya bosqichida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Qabul qilish bosqichida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Depressiya bosqichida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Konsepsiyada bosqichlar tartibi: rad etish, norozilik, kechiktirish talabi, depressiya, qabul qilish. “Ha, men o‘lib ketaman” iborasi to‘rtinchi, depressiya bosqichiga xos. Bemor allaqachon rad etish, norozilik va kechiktirish bosqichlaridan o‘tgan, qabul qilish esa undan keyin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93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Reanimatsiya bo‘limida 6 yoshli bola chuqur komada yotibdi. Shifokorlar Rossiya Federatsiyasining 1993-yildagi miya o‘limini aniqlash yo‘riqnomasi bo‘yicha tajribali mutaxassislardan komissiya tuzmoqchi. Manbaga ko‘ra, bu rejaga nisbatan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Komissiya tarkibida anesteziolog-reanimatolog va nevropatolog bo‘lsa, yo‘riqnomani bolalarga ham qo‘llash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Yo‘riqnoma bolalarda miya o‘limini aniqlash uchun qo‘llanmaydi, shuning uchun u bu holatda asos bo‘la 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Yo‘riqnoma bolalarga faqat a’zolari 5 yildan ortiq ish stajiga ega komissiya tuzilgandagina qo‘llanadi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Yo‘riqnoma bolalarga ham tatbiq etiladi, ammo bayonnomani albatta faqat bo‘lim mudirining o‘zi tasdiqlashi shart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Yo‘riqnoma bolalarda miya o‘limini aniqlash uchun qo‘llanmaydi, shuning uchun u bu holatda asos bo‘la 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Manbada yo‘riqnoma bolalarda miya o‘limini aniqlash maqsadida qo‘llanmasligi alohida qayd etilgan. Komissiya tarkibi, a’zolarning staji va bayonnomani tasdiqlovchi shaxs haqidagi qoidalar kattalar uchun mavjud, ammo ular yo‘riqnomani bolalarga tatbiq etish imkonini bermaydi.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110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Ikki bemor 8 oydan beri vegetativ holatda. Birinchisi (Karim) avtohalokatdagi travmatik bosh miya shikastidan keyin, ikkinchisi (Bahrom) yurak to‘xtashidan keyingi kislorod yetishmovchiligi tufayli shu holatga tushgan. Buyuk Britaniya Qirollik shifokorlar kolleji ko‘rsatmasiga (2003) ko‘ra, qaysi biri doimiy vegetativ holatda deb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Ikkalasi ham, chunki muddat 6 oydan oshgan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Karim, chunki travmatik shikast og‘irroq hisoblanadi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Hech biri, chunki doimiylik faqat 2 yildan keyin belgilanadi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Bahrom, chunki travmatik bo‘lmagan sabablarda 6 oy yetarli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Faqat Bahrom, chunki travmatik bo‘lmagan sabablarda 6 oy yetarli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Ko‘rsatmaga ko‘ra, travmatik shikastdan keyin holat 12 oy, boshqa sabablarda esa 6 oy davom etsa, doimiy deb baholanadi. Karimda 8 oy hali 12 oydan kam, Bahromda esa 6 oydan oshgan. Shuning uchun faqat Bahrom doimiy vegetativ holatda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26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Miya ustuni funksiyasi qaytmas to‘xtaganligi tekshirilayotgan bemor ventilyatordan ajratildi (apnoe sinovi). Britaniya kodeksiga ko‘ra, quyidagi natijalardan qaysi biri mustaqil nafas olish yo‘qligini tasdiqlaydi?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Nafas harakatlari yo‘q, arterial qonda PaCO2 (karbonat angidridning qisman bosimi) boshlang‘ich darajadan 0,5 kPa dan ortiq oshgan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Nafas harakatlari yo‘q, ammo arterial qonda PaCO2 boshlang‘ich darajaga nisbatan deyarli o‘zgarmagan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Yo‘tal va kornea reflekslari yo‘q, biroq arterial qon gazlari umuman tekshirilmagan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Ventilyatordan ajratilgach siyrak, sust nafas harakatlari paydo bo‘lgan, PaCO2 esa oshgan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Nafas harakatlari yo‘q, arterial qonda PaCO2 (karbonat angidridning qisman bosimi) boshlang‘ich darajadan 0,5 kPa dan ortiq oshgan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Apnoe sinovida nafas yo‘qligi arterial qon gazi bilan tasdiqlanishi, ya’ni PaCO2 boshlang‘ichdan 0,5 kPa dan ortiq oshishi kerak. PaCO2 o‘zgarmasa, nafas markazi yetarli rag‘batlantirilmagan bo‘ladi. Reflekslarning yo‘qligi esa nafasni tekshirishning o‘rnini bosmaydi. Nafas harakatlarining paydo bo‘lishi miya ustuni o‘limiga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25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Reanimatolog bemorni V.A. Negovskiy sxemasi bo‘yicha baholayapti: preagonal holat, terminal pauza va agoniya (azob) bosqichlari o‘tib bo‘lgan. O‘limning keyingi, hali qaytarilishi mumkin bo‘lgan bosqichi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Preagonal holat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Terminal pauza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Klinik o‘lim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Biologik o‘lim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Klinik o‘lim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Negovskiy o‘limning besh bosqichini ajratadi: preagonal holat, terminal pauza, agoniya, klinik va biologik o‘lim. Agoniyadan keyin klinik o‘lim keladi va u o‘limning qaytariladigan bosqichi hisoblanadi. Preagonal holat va terminal pauza undan oldin turadi, biologik o‘lim esa qaytmas.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90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Anglika-Uelsda ro‘yxatga oluvchi (Registrar) o‘lim guvohnomasi rasmiylashtirilayotgan to‘rtta holatni ko‘rib chiqmoqda. Qaysi holatda o‘lim faktini koronerga (o‘lim holatlarini tekshiruvchi mansabdor shaxs) yuborish majburiy?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Bemor operatsiya stolida yoki behushlikdan to‘liq o‘ziga kelmasdan vafot etgan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Ishemik yurak kasalligi ma’lum bemor uyda vafot etgan; guvohnomani yozayotgan shifokor uni 3 kun oldin ko‘rgan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Hospisdagi saraton kasali bemor vafot etgan; guvohnomani yozayotgan shifokor uni davolagan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Zotiljam bilan yotgan bemor kasalxonada vafot etgan; davolovchi shifokor jasadni ko‘rgan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Bemor operatsiya stolida yoki behushlikdan to‘liq o‘ziga kelmasdan vafot etgan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Ro‘yxatga olish qoidalariga ko‘ra, operatsiya paytida yoki behushlikdan tuzalmasdan sodir bo‘lgan o‘lim koronerga yuborilishi shart. Qolgan variantlarda o‘lim tabiiy, ma’lum kasallik fonida kechgan. Shuningdek, guvohnomani yozayotgan shifokor bemorni davolagan va oxirgi 14 kun ichida yoki o‘limdan keyin ko‘rgan, shuning uchun yuborish talab etilmaydi.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31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Indiaminov S.I. Bioetika (o‘quv qo‘llanma), Samarqand. 2022. XI bob (o‘lim, transplantatsiya), kitob betlari 105-113</a:t>
            </a:r>
          </a:p>
          <a:p>
            <a:pPr>
              <a:spcAft>
                <a:spcPts val="1200"/>
              </a:spcAft>
            </a:pPr>
            <a:r>
              <a:rPr sz="1800">
                <a:solidFill>
                  <a:srgbClr val="1F2937"/>
                </a:solidFill>
                <a:latin typeface="Calibri"/>
              </a:rPr>
              <a:t>▸  Muxamedova Z.M. Bioetika (darslik), Toshkent. 2021. V bob (88-100); X bob (188-189); XII bob (238-240)</a:t>
            </a:r>
          </a:p>
          <a:p>
            <a:pPr>
              <a:spcAft>
                <a:spcPts val="1200"/>
              </a:spcAft>
            </a:pPr>
            <a:r>
              <a:rPr sz="1800">
                <a:solidFill>
                  <a:srgbClr val="1F2937"/>
                </a:solidFill>
                <a:latin typeface="Calibri"/>
              </a:rPr>
              <a:t>▸  Payne-James J., Jones R., Karch S.B., Manlove J. Simpson's Forensic Medicine, 13th ed.. 2011. Chapter 3. The medical aspects of death, pp. 24–34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