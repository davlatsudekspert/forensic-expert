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4-kurs-davolash-03-q30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№2. Ma’ruza: Sud-tibbiy travmatologiya.</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Travmatologiya atamasi grekcha so‘zlardan olingan. Shu atamadagi “trauma” so‘zi nimani anglatadi?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Ta’limot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Shikast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Davolash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Profilaktika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Shikast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Grekcha “trauma” shikast degan ma’noni beradi. “Logos” esa ta’limot demakdir, shuning uchun travmatologiya shikastlanishlar haqidagi fan hisoblanadi. Davolash va profilaktika esa klinik travmatologiyaning vazifalari bo‘lib, so‘zning tarjimasi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Jarohatlarni tasniflashda qaysi holat “murakkab jarohat” deb nomlanadi?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Bitta shikastlovchi omil ta’sirida paydo bo‘lgan jarohat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 va undan ortiq anatomik sohani qamragan jarohat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Bir xil jarohatning bir necha marta takrorlanishi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Ikki va undan ortiq turdagi tashqi ta’sir natijasidagi jarohat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Ikki va undan ortiq turdagi tashqi ta’sir natijasidagi jarohat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Murakkab jarohat ikki va undan ortiq turdagi tashqi ta’sir (masalan, mexanik va termik) natijasida hosil bo‘ladi. Bitta omildan paydo bo‘lgan jarohat oddiy deyiladi. Shikastlangan sohalar soni esa murakkablikni emas, balki cheklangan yoki qo‘sh jarohatni belgilaydi.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O‘pka va bosh miyaning muzlatilgan kesmalari Sudan IV bilan bo‘yalganda, yog‘ emboliyasida qon tomir bo‘shlig‘idagi yog‘ tomchilari qaysi rangda ko‘rinadi?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Qora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Olovrang qizil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Yashil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Qora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Sudan IV yog‘ tomchilarini qora rangga bo‘yaydi. Sudan III esa olovrang qizil tus beradi, shuning uchun ikkinchi variant boshqa bo‘yoqqa tegishli. Yashil va ko‘k ranglar bu usul uchun xos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32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Murdada havo emboliyasiga shubha qilinganda Sunsov sinamasi o‘tkaziladi. Bunda perikard bo‘shlig‘iga suv quyilib, o‘ng qorincha devori teshiladi. Qaysi natija sinamani musbat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Suvning qon bilan qizarishi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Qorincha devoridan qonning otilib chiqishi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Suvdan havo pufakchalarining chiqishi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Perikarddagi suv sathining pasayishi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Suvdan havo pufakchalarining chiqishi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Yurak o‘ng qorinchasi teshilganda suv ostida havo pufakchalari chiqsa, yurakda havo borligi tasdiqlanadi va sinama musbat hisoblanadi. Suvning rangi o‘zgarishi yoki qon oqishi havo emboliyasini isbotlamaydi. Suv sathining pasayishi ham bu sinamaning mezoni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32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O‘tmas jismlarning ta’sir mexanizmlaridan biri siqilish hisoblanadi. Qaysi xususiyat aynan siqilish mexanizmiga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Tashqi jarohatlarga nisbatan ichki a’zolar va suyaklar shikasti jiddiyroq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og‘irligi asosan jismning harakat tezligiga bog‘liq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bilvosita jarohatlar hosil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Asosan faqat yuzaki shilinmalar paydo bo‘ladi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Tashqi jarohatlarga nisbatan ichki a’zolar va suyaklar shikasti jiddiyroq bo‘ladi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Siqilishda shikastlovchi jism katta massali va sekin harakatlanadi. Shu sababli jarohat xususiyati massa va ta’sir yuzasiga bog‘liq bo‘ladi, tezlikka emas. Ichki a’zolar va suyaklar tashqi jarohatlarga qaraganda og‘irroq shikastlanadi. Bu mexanizmda bevosita ham, bilvosita ham jarohatlar uchraydi, shilinma esa ishqalanishga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35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Ekspertiza jarayonida o‘tmas jism ta’siridan teri yorilishini yaradan farqlash muhim. Qaysi belgi yorilishni yaradan ajratadi?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Chetlari notekis va shilingan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Chetlari tekis, shilinish alomatlarisiz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Chekka devorlari orasida to‘qima ko‘prikchalari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Yara tubi notekis sathli bo‘ladi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Chetlari tekis, shilinish alomatlarisiz bo‘ladi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Yorilish bilvosita jarohat bo‘lib, uning chetlari tekis, shilinishsiz, devorlari tikka, tubi bir sathda bo‘ladi. Notekis shilingan chetlar, to‘qima ko‘prikchalari va notekis tub esa o‘tmas jismdan hosil bo‘lgan yaraga xos belgilardir.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40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O‘tmas jismning ta’sir yuzasi shikastlangan soha yuzasidan kichik bo‘lsa, shikastlovchi yuza qanday deb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Cheklanmagan, keng yuza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Cheklangan yuza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Murakkab shakldagi yuza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G‘adir-budur relefli yuza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Cheklangan yuza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Cheklangan va cheklanmagan yuzalarga bo‘lish nisbiy bo‘lib, jism yuzasi bilan shikastlangan soha yuzasining o‘zaro nisbatiga qarab belgilanadi. Jism yuzasi shikastlangan sohadan kichik bo‘lsa, u cheklangan hisoblanadi. Boshqa variantlar yuzaning o‘lchamini emas, shakli yoki relefini ifodalaydi.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33-34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 ekspertizasida teri sathida yoki undan biroz pastroqda joylashgan sariq-jigarrang quruq dog‘ topildi. Unda qoplama hosil bo‘lmagan va hayotiy jarohatga xos o‘zgarishlar aniqlanmadi. Bu qanday o‘zgarish?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Chuqur shilinma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Qontalash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 dog‘i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Pergament dog‘i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Pergament dog‘i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O‘limdan keyin terining qurishi natijasida hosil bo‘lgan pergament dog‘i shilinmaga o‘xshaydi. Biroq unda hayotiy shilinmadagi qoplama va reaktiv o‘zgarishlar bo‘lmaydi, shuning uchun ularni farqlash mumkin. Chuqur shilinma va qontalashda hayotiy reaksiya belgilari topiladi. Murda dog‘i esa qonning pastga cho‘kishi bilan bog‘liq.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37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Angliya va Uelsdagi Offences against the Person Act 1861 (Shaxsga qarshi jinoyatlar to‘g‘risidagi qonun) ning 18-bo‘limida nazarda tutilgan jinoyatning asosiy elementi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Og‘ir tan jarohati yetkazishga qaratilgan niyat (qasd)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Jabrlanganning o‘limga uchrashi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Jabrlanganga tibbiy davolash zarurligi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 yetkazishda o‘tkir qurol ishlatilgani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Og‘ir tan jarohati yetkazishga qaratilgan niyat (qasd)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18-bo‘limda asosiy belgi qasd, ya’ni og‘ir tan jarohati yetkazish niyatidir. Qasdsiz og‘ir tan jarohati yetkazish nisbatan yengilroq 20-bo‘limga kiradi. O‘lim, davolanish zarurati yoki qurol turi bu bo‘limning asosiy elementi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77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Katta qon yo‘qotish (50% dan ortiq, ya’ni 2,5 litr va undan ko‘p) bir necha soat davomida sekin yuz berganda murdada qaysi belgi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Taloq odatdagidek qon bilan to‘yingan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Minakov dog‘lari har doim topiladi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 dog‘lari kech paydo bo‘ladi va kam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Mushak qotishi sust rivojlanadi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Murda dog‘lari kech paydo bo‘ladi va kam bo‘ladi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Sekin kechgan katta qon yo‘qotishda organizmda umumiy kamqonlik rivojlanib ulguradi. Shu sababli murda dog‘lari kech paydo bo‘ladi va kam ifodalanadi. Taloq esa qisqargan va kamqon bo‘ladi, mushak qotishi kuchliroq rivojlanadi. Minakov dog‘lari faqat ayrim hollarda topiladi, ular tez, o‘tkir qon yo‘qotishga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Epidural gematomada jarohat etkazilgan paytdan miyaning bosilish belgilari rivojlanguncha odatda qaysi davr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Agonal davr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Terminal pauza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Latent yallig‘lanish davri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Yorug‘ oraliq</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Yorug‘ oraliq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Epidural gematomada qon asta-sekin to‘planib, miya bosilishi kechroq rivojlanadi. Shuning uchun jabrlanuvchi ma’lum vaqt xushi joyida, bunga yorug‘ oraliq deyiladi. Bunday vaqtda u harakatlanishi, hatto janjallashishi mumkin. Boshqa nomlar bu holatni ifodalamaydi.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63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Temir yo‘l g‘ildiragi tanani bosib o‘tib, uni bo‘laklarga ajratganda hosil bo‘ladigan kesishgan (klinsimon) nuqsonning uchi qaysi tomonga qaragan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Relsga qaragan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G‘ildirak tomoniga qaragan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Poyezd harakati yo‘nalishiga qaragan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Reborda (g‘ildirak gardishi) tomoniga qaragan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Relsga qaragan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G‘ildirak tomonidan shikastlanish hajmi relsga nisbatan katta bo‘ladi. Shu sababli nuqsonning keng asosi g‘ildirak tomonida, uchi esa relsga qaragan bo‘ladi. Bu temir yo‘l g‘ildiragi bosib o‘tganining muhim belgisi hisoblanadi. Boshqa variantlar nuqson yo‘nalishiga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Харин Г.М. (Kharin G.M.)., Краткий курс судебной медицины: учебное пособие, 81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Zarbdan so‘ng teri ustida qizargan soha paydo bo‘ldi. Uni qizil rangli qontalashdan farqlash uchun qaysi belgiga e’tibor beriladi?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Qizargan joyda qon laxtalarining ko‘z bilan ko‘rinishi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Qizargan joyda terining sovib, harorati pasayishi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Barmoq bilan bosilganda qizil rangning vaqtincha oqarishi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Joy chetlarida quruq qoplamaning hosil bo‘lishi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Barmoq bilan bosilganda qizil rangning vaqtincha oqarishi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Qizarishda qon oqimi ko‘payadi, ammo tomirlar yorilmaydi. Shu sababli bosim ostida rang oqaradi. Qontalashda qon tomirdan tashqariga chiqib to‘qimaga singib ketgan, shuning uchun bosim bilan oqarmaydi.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79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Zamonaviy sud-tibbiy qarashga ko‘ra qontalash rangiga qarab uning yoshini baholash qabul qilinmaydi. Bu qoidaning yagona istisnosi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Sariq tusli qontalash 18 soatdan ortiq vaqt oldin hosil bo‘lgan bo‘lishi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Yashil tusli qontalash aynan 5 sutka oldin hosil bo‘lgan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Ko‘kimtir tusli qontalash 6 soatdan kam vaqt oldin paydo bo‘lgan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Qizg‘ish tusli qontalash 3 sutkadan ortiq vaqt oldin hosil bo‘lgan bo‘ladi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Sariq tusli qontalash 18 soatdan ortiq vaqt oldin hosil bo‘lgan bo‘lishi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Rang idrokiga ko‘ruvchining ko‘rish qobiliyati, kuzatuvchilar o‘rtasidagi farq va teri rangi ta’sir qiladi. Shuning uchun faqat sariq tus ancha kech belgi sifatida e’tirof etiladi va qontalashning 18 soatdan ortiq eskiligini ko‘rsatishi mumkin. Boshqa variantlardagi aniq muddatlar bunday ishonchlilikka ega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82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Tanaga markazdan qochuvchi yo‘nalishda ikki yoki undan ortiq kuch ta’sir etib, yirtma yaralar, to‘qima yorilishlari va tana qismlarining ajralishi hosil bo‘ldi. Bu o‘tmas jism ta’sirining qaysi mexanizmiga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Siqilish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Cho‘zilish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Ishqalanish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Buralish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Cho‘zilish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Cho‘zilishda kuchlar tanani turli tomonga tortadi va asosan bilvosita jarohatlar hosil bo‘ladi: yirtma yaralar, yorilishlar, tana qismlarining ajralishi. Siqilishda kuchlar bir-biriga qarab yo‘nalgan, ishqalanish asosan shilinma beradi, buralish esa suyaklarda spiralsimon sinish chiqaradi.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35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Qorin sohasidagi sanchma-kesma yarani tekshirishda yara kanalining uzunligi shubhalanilayotgan pichoq tig‘ining uzunligidan katta chiqdi. Qaysi izoh eng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Pichoqni tanadan chiqarishda kanal cho‘zilib uzayib ketgan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Pichoqning o‘tmas tomoni suyakka tiralib, kanalni uzaytirgan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Kanal uzunligi faqat ichki a’zolarning siljishi hisobiga ortgan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Zarb kuchli bo‘lib, dasta yoki qo‘l bilan qorin devori botib kirgan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Zarb kuchli bo‘lib, dasta yoki qo‘l bilan qorin devori botib kirgan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Kuchli zarbda tig‘ning dastasi yoki pichoq ushlagan qo‘l qorin devorini ichkariga botiradi. Shu sababli kanal tig‘ uzunligidan ham uzun bo‘lishi mumkin. Boshqa variantlar kanal uzunligini bu mexanizm bilan izohlamaydi.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88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Murdada bilak oldingi yuzasi va bo‘yin old sohasida ko‘p sonli, asosan parallel, ayrimlari yuzaki kesma yaralar topildi. Kaft ichki yuzasida jarohat yo‘q, ko‘z, lab va jinsiy a’zolar sog‘. Qaysi xulosa eng ehtimolli?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Mudofaa jarohatlari: jabrlangan pichoq tig‘ini qo‘li bilan ushlashga urinishi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Qiynoq natijasi, chunki jarohatlar tananing hamma qismiga tarqaladi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O‘z-o‘ziga etkazilgan, yuzaki ikkilanish jarohatlari bilan kechgan o‘z joniga qasd qilish urinishi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Arralovchi jism bilan tasodifan, baxtsiz hodisa tarzida etkazilgan jarohatlar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O‘z-o‘ziga etkazilgan, yuzaki ikkilanish jarohatlari bilan kechgan o‘z joniga qasd qilish urinishi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O‘z joniga qasd qilishda kesma yaralar ko‘pincha bilak old yuzasi va bo‘yinda joylashadi, bir-biriga parallel bo‘ladi va yuzaki ikkilanish jarohatlari uchraydi. Mudofaa jarohatlari kaft ichki yuzasida va qo‘l-bilak yozuvchi tomonida bo‘ladi, bu holda ular yo‘q. Bu belgilar yakuniy dalil emas, faqat ehtimolni kuchaytiradi.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92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Tekis yuzaga o‘z bo‘yi balandligidan yiqilgan deb taxmin qilingan shaxsda bosh jarohatidan tashqari tizza va kaft yuzalarida shilinma va qontalashlar topildi. Yiqilish yo‘nalishi haqida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Oldinga, yuz tomonga yiqilish ehtimoli yuqori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Orqaga, tirsak sohalariga tayanib yiqilish ehtimoli yuqori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Balandlikdan bosqichli yiqilish ehtimoli yuqori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Transport vositasidan yiqilish ehtimoli yuqori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Oldinga, yuz tomonga yiqilish ehtimoli yuqori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Yuzaga yiqilishda oldinga yiqilganda tizza va kaftlar, orqaga yiqilganda tirsaklar jarohatlanadi. Shuning uchun tizza va kaftdagi shilinmalar oldinga yiqilishni ko‘rsatadi. Bosqichli yoki transportdan yiqilish bu holatga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Харин Г.М. (Kharin G.M.)., Краткий курс судебной медицины: учебное пособие, 85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Tekis yuzaga yiqilgan deb taxmin qilingan shaxsning boshida jarohatlar “shlyapa chetlari” chizig‘idan yuqori sohada joylashgan. Bu holat qaysi xulosaga ko‘proq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Jarohatlar yiqilishdan ko‘ra boshga zarb berilganini ko‘proq ko‘rsatadi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Jarohatlar tekis yuzaga yiqilish uchun xos bo‘lib, zarb gumonini inkor 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Jarohatlar o‘limdan keyin murdaga etkazilganidan dalolat beradi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Jarohatlar faqat bilvosita zarb mexanizmida hosil bo‘lganini bildiradi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Jarohatlar yiqilishdan ko‘ra boshga zarb berilganini ko‘proq ko‘rsatadi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“Shlyapa chetlari” qoidasiga ko‘ra, bu chiziqdan yuqoridagi jarohatlar (hech bo‘lmaganda tekis yuzaga yiqilishda) yiqilishdan ko‘ra zarbdan hosil bo‘lgan deb baholanadi. Boshqa variantlar bu qoidaga yoki jarohatning hayotiyligi masalasiga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Ромодановский П.О., Баринов Е.Х., Судебная медицина в схемах и рисунках: учебное пособие, 161, 168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Murdada kalla suyagida ikkita sinish chizig‘i topildi: A chizig‘i B chizig‘iga yetib kelib, uni kesib o‘tmasdan to‘xtagan. Sinishlar ketma-ketligi haqida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chizig‘i B chizig‘idan oldin hosil bo‘lgan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 chizig‘i A chizig‘idan oldin hosil bo‘lgan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 chiziq bir vaqtda hosil bo‘lgan, ketma-ketlikni aniqlab bo‘lmaydi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Ketma-ketlikni faqat sinish chetlarining rangiga qarab aniqlash mumkin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 chizig‘i A chizig‘idan oldin hosil bo‘lgan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Hosil bo‘layotgan sinish chizig‘i faqat mavjud sinish chizig‘igacha tarqaladi va uni kesib o‘tmaydi. Shuning uchun to‘xtagan A chizig‘i keyin hosil bo‘lgan, B esa avval. Rang bo‘yicha ketma-ketlikni aniqlash bu qoidaning mohiyatiga kirmaydi.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Ромодановский П.О., Баринов Е.Х., Судебная медицина в схемах и рисунках: учебное пособие, 168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Frontal to‘qnashuvda rul g‘ildiragiga ko‘krak va qo‘llari bilan urilgan haydovchida qaysi jarohatlar majmui ko‘proq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Orqa yuzada ko‘plab parallel shilinmalar va bo‘yin umurtqalarining bukilishdan sinishi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Tizza va boldirning old yuzasida bamper tipidagi sinishlar hamda qo‘ng‘iroqsimon yaralar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Yoysimon shilinma va qontalashlar, to‘sh suyagi va qobirg‘alar sinishi, bosh va ko‘rsatkich barmoq orasida teri yorilishi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Tananing bir yonida cho‘ziq shilinmalar, tovon suyaklari sinishi va ichki a’zolarning chayqalish belgilari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Yoysimon shilinma va qontalashlar, to‘sh suyagi va qobirg‘alar sinishi, bosh va ko‘rsatkich barmoq orasida teri yorilishi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Rulga urilganda tananing old yuzasida yoysimon shilinma va qontalashlar, to‘sh va qobirg‘alar sinishi, kistlarda esa birinchi va ikkinchi barmoqlar orasida teri yorilishi hamda suyak shikastlari uchraydi. Boshqa variantlar piyodani urib ketish, orqadan zarb yoki balandlikdan yiqilishga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Харин Г.М. (Kharin G.M.)., Краткий курс судебной медицины: учебное пособие, 79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Boshga ko‘ndalang kesimi taxminan 25 sm² bo‘lgan keng yuzali qattiq o‘tmas jism bilan kuchli zarb berildi. Kalla suyagida qaysi sinish ko‘proq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Tuynuksimon sinish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Ichki plastinkada cheklangan darz ketish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tashqi plastinkaning yuzaki sinishi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Parchalanib sinish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Parchalanib sinish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Tuynuksimon sinish kesimi 9-16 sm² dan kichik jism bilan kuchli zarbda hosil bo‘ladi. Kesimi bundan katta keng yuzali o‘tmas vositalar esa parchalanib sinishni keltirib chiqaradi. 25 sm² bu chegaradan ancha yuqori.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53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Jabrlanuvchi boshiga beysbol tayoqchasi bilan zarb yo‘nalganda qo‘llarini ko‘tarib himoyalangan. Qontalashlar qaysi sohada ko‘proq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Bilak va yelkaning ichki (bukuvchi) yuzasida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Kaft va barmoqlarning ichki yuzasida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Qorin va ko‘krakning old yuzasida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Bilak va yelkaning yozuvchi (tashqi) yuzasida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Bilak va yelkaning yozuvchi (tashqi) yuzasida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O‘tmas qurol bilan zarbdan himoyalanganda qo‘llar boshni himoya qilish uchun ko‘tariladi va jarohatlar qo‘l hamda yelkaning yozuvchi yuzasida hosil bo‘ladi. Kaft ichki yuzasidagi jarohatlar esa o‘tkir pichoq tig‘ini ushlaganda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91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Orqa terida bir-biriga parallel ikki qontalash yo‘lagi bor, ular orasida deyarli zararlanmagan teri qolgan. Qaysi jism zarbi ehtimoli katta?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Silindrsimon qattiq jism (tayoq, politsiya tayoqchasi) zarbi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Cheklanmagan yassi yuzali jism zarbi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Sferik yuzali jism zarbi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Uch chekkali qirrali jism zarbi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Silindrsimon qattiq jism (tayoq, politsiya tayoqchasi) zarbi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Uzunchoq silindrsimon jism zarbida qon zarb nuqtasidan yon tomonlarga siqib chiqariladi va jism ikki yonidagi tomirlar yoriladi, natijada ikkita parallel (“tramvay izi”) qontalash hosil bo‘ladi. Yassi, sferik yoki qirrali jismlar bunday rasm bermaydi.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81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Ekspert tanadagi sanchma yarani tekshirmoqda. Yara chetlarida shilinish va ifloslanish hoshiyasi bor, lekin u yaraning faqat bir tomonida, o‘tkir burchak tomonida yarim segment shaklida joylashgan.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Sanchuvchi jism tanaga nisbatan qiya ta’sir qilgan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Sanchuvchi jism tanaga nisbatan tikka ta’sir qilgan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Bu chiqish teshigi, chunki hoshiya faqat shu teshikka xos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Jism sanchma-kesma bo‘lgan, hoshiya tig‘ning o‘tmas qirrasidan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Sanchuvchi jism tanaga nisbatan qiya ta’sir qilgan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Tikka ta’sirda shilinish va ifloslanish hoshiyasi yara atrofida to‘liq halqa (sirkulyar) bo‘ladi. Qiya ta’sirda u faqat o‘tkir burchak tomonida segment shaklida qoladi. Chiqish teshigi chetlarida hoshiya yo‘q yoki juda kam, shuning uchun u chiqish teshigiga xos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50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Murdada tovon va g‘altaksimon suyaklar sinishi, boldir-oshiq bo‘g‘imi boylamlarining yorilishi, boldir suyaklarining qoqma sinishi hamda kalla asosida halqasimon sinish topildi. Ichki a’zolarning shikastlanishi bosh bilan yiqilgan holatdagidan jiddiyroq. Shaxs balandlikdan qaysi holatda yerga tushgan?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Dumba bilan, tana yonboshga og‘gan holda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Oyoq panjasi bilan tushgan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Tizza bilan, tananing old tomoniga qarab</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Orqa yuzasi bilan, tanasi gorizontal holatda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Oyoq panjasi bilan tushgan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Oyoq panjasi bilan tushganda birlamchi bevosita jarohatlar tovon, g‘altaksimon suyaklar va boldir-oshiq bo‘g‘imida bo‘ladi. Boldir suyaklarining qoqma sinishi va kalla asosidagi halqasimon sinish esa bilvosita jarohatlar hisoblanadi. Umumiy chayqalish tufayli ichki a’zolar shikasti bunda bosh bilan tushishdagidan og‘irroq bo‘ladi. Tizza, dumba yoki tana bilan tushishda jarohatlar boshqa sohalarda joylashadi.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45-46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Jabrlanuvchining bilagi bir tomonida 1–2 sm o‘lchamli, 3–4 ta kichik oval qontalashlar guruhi, qarama-qarshi tomonida esa bitta kattaroq qontalash topildi. Qaysi mexanizm ehtimoli eng katta?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Musht bilan zarb berilishi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Silindrsimon tayoq bilan urilish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Qo‘l barmoqlari bilan qattiq ushlash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So‘rish natijasida hosil bo‘lgan qontalash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Qo‘l barmoqlari bilan qattiq ushlash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Kichik oval qontalashlar guruhi barmoq uchlari bosimini, qarama-qarshi tomondagi bitta kattaroq qontalash esa bosh barmoqni bildiradi. Musht zarbasi odatda to‘rtta 1–2 sm li dumaloq qontalash qatorini beradi. Silindrsimon jism «tramvay izi» ko‘rinishidagi qontalash qoldiradi. So‘rishdan bo‘yinda o‘ziga xos qontalash hosil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82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Suyak ustida joylashgan sohada chetlari juda aniq, ingichka chiziqsimon yara topildi va uni dastlab o‘tkir jism ta’siridan hosil bo‘lgan deb o‘ylashdi. Qaysi topilma uni yirtilgan (lat yegan) yara, ya’ni o‘tmas kuch natijasi ekanini tasdiqlaydi?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Yara uchlari o‘tkir va chetlari yaqinlashtirilganda chiziqsimon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Yara chuqurligi uning teri sathidagi uzunligidan ancha katta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Yara tashqi qon ketishi bilan kechgan va qon ketishi kuchli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Chetlarda ezilish va qontalash, yara ichida to‘qima ko‘prikchalari bor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Chetlarda ezilish va qontalash, yara ichida to‘qima ko‘prikchalari bor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Suyak ustida ingichka, to‘g‘ri jism teriga siqilib ham aniq chetli yara hosil qilishi mumkin. Chetlarni diqqat bilan ko‘rsak ezilish va qontalash topiladi, yara ichida esa asab va fastsiya tolalaridan iborat ko‘prikchalar saqlanib qoladi. Kesuvchi tig‘ esa yo‘lidagi hamma narsani kesib, ko‘prikchalar qoldirmaydi. Qolgan belgilar ikkala yara turida ham uchrashi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85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Bir xil o‘tkir pichoq bilan bilakda ikkita kesma yara etkazilgan. Birinchisining chetlari keng ochilib turibdi, ikkinchisiniki deyarli ochilmagan. Qaysi omil bu farqni eng to‘g‘ri tushuntiradi?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Ikkinchi yara chuqurroq bo‘lgani uchun chetlari yaqin turadi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Kesish tezligi har xil bo‘lgani uchun chetlar turlicha ochiladi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Yara yo‘nalishi mushak va biriktiruvchi to‘qima tolalariga parallel bo‘lsa, chetlar kamroq ochiladi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Ochilish darajasi faqat teri burmalari borligiga bog‘liq</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Yara yo‘nalishi mushak va biriktiruvchi to‘qima tolalariga parallel bo‘lsa, chetlar kamroq ochiladi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Kesma yara chetlarining ochilish darajasi shikastlangan sohadagi biriktiruvchi va mushak to‘qimasi tolalari yo‘nalishiga bog‘liq. Yara va tolalar yo‘nalishi qanchalik parallel bo‘lsa, chekkalar shunchalik kam ochiladi, tolalarni ko‘ndalang kesganda esa keng ochiladi. Boshqa variantlar kitobda ochilish darajasini belgilovchi omil sifatida keltirilmagan.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48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Boshdagi yarani ekspert bolta bilan etkazilgan deb baholadi. Yaraning bir uchi o‘tkir, ikkinchi uchi esa o‘tmas va qo‘shimcha yoriqlar bilan tugaydi. Chopqining tanaga kirishi haqida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Chopqi tanaga to‘liq kirgan, shuning uchun ikkala uch ham o‘tmas bo‘lgan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Chopqining faqat old yoki orqa uchi kirgan, chuqurroq kirgan uchi o‘tmas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o‘tkir damning yoyi ta’sir qilgan, shuning uchun ikkala uch o‘tkir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Chopqi tanaga qiya tegib, yara o‘rniga faqat yoysimon shilinish hosil bo‘lgan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Chopqining faqat old yoki orqa uchi kirgan, chuqurroq kirgan uchi o‘tmas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Chopqi qisman kirganda yaraning o‘tkir damga mos uchi o‘tkir bo‘ladi, chuqurroq kirgan qismga mos uchi esa o‘tmas va qo‘shimcha yoriqlar bilan tugaydi. To‘liq kirishda ikkala uch o‘tmas bo‘ladi, faqat yoy ta’sir qilsa ikkala uch ham o‘tkir bo‘ladi. Shilinishdan boshqa yara hosil bo‘lgani uchun oxirgi variant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53-54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2. Sud-tibbiy travmatologiya</a:t>
            </a:r>
          </a:p>
          <a:p>
            <a:pPr>
              <a:spcAft>
                <a:spcPts val="1200"/>
              </a:spcAft>
            </a:pPr>
            <a:r>
              <a:rPr sz="1800">
                <a:solidFill>
                  <a:srgbClr val="1F2937"/>
                </a:solidFill>
                <a:latin typeface="Calibri"/>
              </a:rPr>
              <a:t>▸  Payne-James J., Jones R., Karch S.B., Manlove J. Simpson's Forensic Medicine, 13th ed.. 2011. Chapter 8. Assessment, classification and documentation of injury, pp. 76–92 (partial: chapter text extracted only to p. 92)</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3-modul. O‘tmas jismlardan jarohatlar; bet 101-201</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III bo‘lim (7-9-boblar). Umumiy travmatologiya; o‘tmas predmetlardan jarohatlar; bet 68-91</a:t>
            </a:r>
          </a:p>
          <a:p>
            <a:pPr>
              <a:spcAft>
                <a:spcPts val="1200"/>
              </a:spcAft>
            </a:pPr>
            <a:r>
              <a:rPr sz="1800">
                <a:solidFill>
                  <a:srgbClr val="1F2937"/>
                </a:solidFill>
                <a:latin typeface="Calibri"/>
              </a:rPr>
              <a:t>▸  Iskandarov A.I., Qo‘ldoshev D.R. Sud tibbiyoti (tibbiyot instituti talabalari uchun), Toshkent (egasi taqdim etgan; yopiq foydalanish). . V-bob. Sud-tibbiy travmatologiya, mexanik jarohat; bet 38-73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