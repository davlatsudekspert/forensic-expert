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2-kurs-bioetika-02-q30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How medical bioethics differs from earlier models: bioethics as a social institution, the medical worker and society, iatrogenic diseases, rules of worker–patient relations, workers' rights, the Declaration of Geneva, the International Code of Medical Ethics (M2)</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Medical ethics expresses the obligations of the physician. What do the basic principles of bioethics mainly serve to define?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Defining the obligation to keep physician-patient confidentiality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Establishing rules of professional solidarity among physicians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Defining the rights of the patient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Establishing the internal rules and procedures of healthcare organizations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Defining the rights of the patient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medical ethics, the basic principles are presented through the physician's duties. In bioethics, the patient's rights are central: receiving information, taking part in decisions, and free choice. The other options are characteristic of traditional medical ethics and deontology.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Muhamedova Z.M., Bioetika, I bob, 1.4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According to the text of the Declaration of Geneva of the World Medical Association (2006 revision), until when does the obligation to respect the secrets entrusted to the physician remain in force?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continues even after the patient's death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applies only during the period of the patient's treatment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treatment ends, it applies until the patient's relatives give permission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 applies until the physician changes workplace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It continues even after the patient's death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Declaration states that the physician must respect the secrets entrusted to him even after the patient's death. The other options limit the obligation of confidentiality by time or condition, whereas the Declaration contains no such limitation.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13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declaration of the World Medical Association (1964) is devoted to experimentation on humans and clinical trials?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Declaration of Tokyo</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Declaration of Lisbon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Declaration of Venice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Declaration of Helsinki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Declaration of Helsinki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Declaration of Helsinki regulates experimentation on humans and clinical trials. The Declaration of Tokyo is devoted to torture, Lisbon to patient rights, and Venice to terminal illness.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read the entry "sigma and mesocolon" in his medical history, thought these were the names of incurable diseases, and committed suicide. According to the source, this case is given as an example of which phenomenon?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Disclosure of medical confidentiality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Iatrogenesis caused by misinterpretation of medical records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patient's exercise of the right to refuse information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physician's deliberate misleading of the patient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Iatrogenesis caused by misinterpretation of medical records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person without medical knowledge may misunderstand the terms in a document, and iatrogenesis may result. In this case, confidentiality was not breached, the patient did not refuse information, and the physician did not mislead: the harm was caused by the misunderstanding of the record.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51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International Code of Medical Ethics of the World Medical Association, in which situation may a physician refrain from providing emergency care?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If the patient cannot pay for the care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If the duty hours have ended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If he is assured that others are willing and able to provide such care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If the patient's illness does not fall within the physician's specialty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If he is assured that others are willing and able to provide such care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Code defines emergency care as a humanitarian duty. An exception is possible only when it is certain that others are willing and able to provide it. Payment, working hours, or specialty are not such grounds.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text on the interaction of medicine and society, what did physicians begin to pay special attention to in the XX century under public pressure?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State regulation of the price of treatment services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Transferring patients to home treatment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Completely stopping cloning experiments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Introducing new drugs into medical practice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Introducing new drugs into medical practice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text states that, owing to public pressure, a cautious approach to introducing new drugs into practice began, and as a result the principles of "evidence-based medicine" took shape. The other options are not given in the text as such a basis.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31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Muhamedova, what is placed first in the Hippocratic Oath in terms of sequence and meaning of presentation?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obligation to refrain from causing any harm to the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obligation to keep the physician's secret and not to disclose 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duties of the person entering the profession toward his teacher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aspiration to benefit patients according to one's strength and knowledge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duties of the person entering the profession toward his teacher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manual states that the "do no harm" rule cannot be considered the essence of the oath, because in the text the duties toward the teacher are placed first. The other options are present in the oath, but not in first place.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Muhamedova Z.M., Bioetika, I bob, 1.4-bo‘lim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issue is the 1981 Declaration of Lisbon of the World Medical Association devoted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rights of the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illness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issue of therapeutic abortion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Torture and cruel treatment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rights of the patient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table, the Declaration of Lisbon concerns patient rights. Terminal illness is the subject of the Declaration of Venice, therapeutic abortion of the Declaration of Oslo, and torture of the Declaration of Tokyo.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many ethical rules for conducting medical experiments on humans does the Nuremberg Code, adopted in 1947 after the Second World War, contain?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 rules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6 rules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rules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rules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10 rules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textbook presents the Nuremberg Code as one of the first international documents of medical ethics, containing 10 ethical rules for conducting medical experiments on humans. The other numbers do not match the text.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53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position did N. A. Semashko express toward medical confidentiality in the 1920s?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He supported a course of strictly preserving medical confidentiality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He advanced a course of completely abolishing medical confidentiality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 demanded that secrets be disclosed only by court order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 allowed secrets to be disclosed only to the patient's relatives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He advanced a course of completely abolishing medical confidentiality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Semashko, on the basis of the slogan "illness is not a disgrace but a misfortune," stated that he maintained a course of completely abolishing medical confidentiality. The other options contradict his position or do not appear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53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Uzbekistan law cited in the textbook, in which situation is it permissible to disclose medical confidentiality without the patient's consent?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When the patient's friends ask about his condition out of concern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When an employer asks for information about an employee's illness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When an investigative or judicial body requests it in connection with proceedings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When a media outlet requests the information in order to broadcast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When an investigative or judicial body requests it in connection with proceedings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law permits disclosure of information without requesting consent only in limited cases, including at the request of an investigative or judicial body. Requests from friends, an employer, or the media are not such cases and amount to a breach of confidentiality.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54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England and Wales, what is the term for the ability of a child under 16 to consent to treatment, provided the child has sufficient understanding and intelligence?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Gillick competence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Caldicott guardianship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Chester rule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Helsinki criterion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Gillick competence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 child understands the purpose, nature, consequences, and risks of the treatment, the child is considered to have Gillick competence. The Caldicott guardian is a post that protects confidentiality, the Chester case concerns the duty to warn about risks, and Helsinki is the declaration on research.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20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USA (AQShda), according to a social study conducted under the leadership of D. Carnegie, what percentage of success in human activity (including in healthcare) depends on the ability to communicate with people and influence them?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15 percent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percent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85 percent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70 percent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85 percent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study found that only 15 percent of success depends on specialized knowledge, while the remaining 85 percent depends on communication skills. For this reason, a culture of communication is as important for a physician as professional knowledge. The other figures are not given in the source in this sense.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34–35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requirements of medical etiquette, which type of clothing is preferable for a physician to choose while working?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Wearing a suit and a tie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Wearing a T-shirt and jeans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Fashionable clothes and expensive jewelry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Bright clothing and conspicuous makeup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Wearing a suit and a tie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source states that a physician's appearance should inspire trust in the patient, and a suit and tie are preferred at work. A T-shirt with jeans, jewelry, and bright makeup are regarded as unsuitable and a sign of poor taste.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32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addresses patients not by name but by the name of their disease: "stomach ulcer," "asthmatic." According to the source, what is the main negative consequence of such communication?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patient's trust increases because the form of address is short and precise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requirement to maintain medical confidentiality is further strengthened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Intonation and inner meaning in speech become unimportant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richness of the patient's personality is reduced to the scope of the disease, and negative feelings are aroused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richness of the patient's personality is reduced to the scope of the disease, and negative feelings are aroused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Calling a person by the name of the disease defines the person only by the illness and leaves an unpleasant impression. The other options contradict the view in the source or are not substantiated in 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34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knows the condition of a patient with a severe infectious disease. The patient does not consent to telling family members, but they are under a real and imminent risk. This risk can be eliminated only by disclosing the secret. According to the International Code of Medical Ethics of the World Medical Association, which answer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Confidentiality is an absolute obligation and cannot be disclosed under any circumstances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If there is a real and imminent threat and it can be removed only by disclosure, disclosure is ethically permissible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Information may be disclosed only with the patient's written consent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Information may be disclosed only with a court order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If there is a real and imminent threat and it can be removed only by disclosure, disclosure is ethically permissible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Code states that it is ethical to disclose confidential information with the patient's consent, or when there is a real and imminent threat of harm to the patient or others that can be removed only by breaching confidentiality. Therefore confidentiality is important but not absolute; disclosure without consent or without a court is also permissible in certain cases.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told the physician that he does not wish to know the diagnosis and prognosis of his illness. According to Muhamedova's textbook, what is the correct course of action for the physician?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Forces the patient and immediately tells the full information, because this is the physician's duty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Tells the prognosis to relatives first and hides it from the patient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Does not force the patient until he asks, but explains why being informed is important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Presents the prognosis as better than it really is, softening it with optimism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Does not force the patient until he asks, but explains why being informed is important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person has the right not to know the state of his own health, and information is not given against his will. The physician may only explain the importance of being informed. Telling relatives first and unfounded optimism are not presented in the source as the right course and lead to conflict and distrust.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51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discovered that the diagnosis and treatment given by a colleague are wrong, and the patient is currently in the hospital. According to what Muhamedova's textbook says about professional solidarity and attitude toward medical error, which action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First thinks about how to help the patient, then discusses the error with the colleague on a well-founded basis, one-on-one and privately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Openly states the error in front of the patient and relatives, casting doubt on the colleague's qualifications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Turns a blind eye to the error and says nothing in order to preserve corporate solidarity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Transfers the patient to another physician and declares all previous physicians guilty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First thinks about how to help the patient, then discusses the error with the colleague on a well-founded basis, one-on-one and privately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an error is proven, the main focus is on helping the patient, and criticism should be well-founded, should not become personal toward the colleague, and should be expressed individually. Solidarity does not mean turning a blind eye to an error, and discrediting a colleague in front of the patient is unethical.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35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order to attract more patients to his clinic, a physician tells patients that a colleague's treatment is wrong, weakening their relationship with that colleague. According to the International Code of Medical Ethics of the World Medical Association, how is this behavior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is permitted, because a physician must devote full loyalty and all scientific capabilities to every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is permitted only if the patient himself consents to it, without damaging the colleague's relationship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contradicts the rule of ethics: a physician must not undermine a colleague's relationship with a patient in order to attract patients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is only a matter of advertising and competition, so the requirements of medical ethics do not apply to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It contradicts the rule of ethics: a physician must not undermine a colleague's relationship with a patient in order to attract patients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Code stipulates that a physician should behave toward colleagues as he would wish them to behave toward him, and should not weaken a colleague's relationship with a patient in order to attract patients. The other options misinterpret this rule or its essence.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asked for a certificate for temporary release from work. The physician has not seen him in person and relies only on what a colleague said verbally. According to the general duties of the physician set out by the World Medical Association, how should he act?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He must not certify a condition he has not personally examined, because one may certify only what one has examined oneself</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He may sign relying on the colleague, because professional solidarity requires mutual trust in certification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 patient requested the certificate as a professional secret, he may sign, since keeping the secret takes precedence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If the certificate serves the patient's interest at the workplace, signing is ethically justified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He must not certify a condition he has not personally examined, because one may certify only what one has examined oneself</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Code, a physician certifies only what he has personally examined and established. Trusting a colleague, the patient's interest, or keeping a secret does not change this requirement.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the procedure, a clearly well-informed patient demands a treatment that the physician believes offers no overall benefit. According to the consent stages in the source, what is the correct course of action for the physician?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physician must prescribe the treatment, because the patient's autonomy always outweighs the physician's professional judgment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physician should quietly prescribe the treatment so that no conflict arises and trust with the patient is preserved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physician may refuse the treatment and does not need to explain the reason, since the clinical decision belongs solely to the physician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physician is not obliged to prescribe the treatment, but must explain their reasons to the patient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physician is not obliged to prescribe the treatment, but must explain their reasons to the patient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patient has the right to choose, but the physician is not obliged to provide a treatment judged to be of no overall benefit. At the same time, the physician must explain the reasons for refusal to the patient.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20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was offered a major surgical operation. The patient asked close relatives for advice, they said to agree, and the patient agreed. According to Muhamedova's manual, under what circumstances is the patient's final decision considered their own free decision?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if the relatives' opinion fully coincides with the physician's proposal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If the patient took the relatives' advice not as an order but as additional information for the decision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 patient has fully mastered all the specialized medical knowledge, like a physician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If the patient made the decision independently, without relying on the physician's authority at 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If the patient took the relatives' advice not as an order but as additional information for the decision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It is sufficient for the patient to understand the essence of the matter; possessing specialized knowledge is not required. If the relatives' advice is taken as additional information, and even if the physician's authority is relied upon, the decision remains the patient's own.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Muhamedova Z.M., Bioetika, I bob, 1.4-band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insurance company is asking the physician for the patient's complete medical history. The patient has not yet been told about this, and the request is not related to treatment or audit. According to the source, which course of action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This is considered a continuation of clinical care, so the information may be disclosed without the patient's consent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Obtain the patient's explicit consent, inform them of the extent of the information, and provide only objective, relevant information within the scope requested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Send the complete medical history, because providing partial information may misdirect the insurance decision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Never disclose the confidential information under any circumstances; the insurance request will not be considered and the patient will not be told either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Obtain the patient's explicit consent, inform them of the extent of the information, and provide only objective, relevant information within the scope requested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For purposes other than clinical care and audit, such as an insurance claim, the physician must request specific consent, inform the patient of the extent of the information, and provide only relevant, limited information. Neither an absolute prohibition nor sending the complete history is 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18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whose political views are contrary to the physician's own came to see the physician. The physician does not want to help this patient. According to the oath of the Declaration of Geneva (2006 version), what is the correct course of action?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physician has the right to refuse the patient, because personal beliefs also fall within the scope of professional freedom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Not allowing political affiliation to come between the physician's duty and the patient, that is, treating them like any other patient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Treat only in an emergency, while in other situations political views may be taken into account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Hand the treatment over to another physician and tell the patient the reason for one's own views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Not allowing political affiliation to come between the physician's duty and the patient, that is, treating them like any other patient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Declaration, the physician swears not to allow considerations of age, disease, creed, political affiliation, and other factors to come between their duty and the patient. Personal views, or limiting treatment to emergencies only, contradict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13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representative of a pharmaceutical company offered a physician a percentage-based reward for every prescription if the physician prescribes that company's drug to patients. According to the World Medical Association's International Code of Medical Ethics, which course of action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reward may be accepted if the drug does not harm the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reward may be accepted if its amount has been disclosed to the patient in advance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Refuse the offer: financial benefit may not be received solely for referring patients or prescribing a particular product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reward may be accepted if it is shared equally with colleagues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Refuse the offer: financial benefit may not be received solely for referring patients or prescribing a particular product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Code, the physician must not receive any financial benefit or incentive solely for referring patients or prescribing a specific product. The other options try to justify the benefit by harmlessness, transparency, or sharing, but the Code provides no such exception.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is conducting medical examinations of employees at the request of a company's management. According to the World Medical Association's International Code of Medical Ethics, what must the physician do before the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Fully explain to the patient that the examination is being conducted on behalf of a third party, fully informing them of the situation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Conduct the examination as an ordinary treating physician and tell about the requesting party after the result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Not mention the requesting party, because medical confidentiality fully protects the physician from the third party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Give the complete medical record to the management, because the examination is taking place at its request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Fully explain to the patient that the examination is being conducted on behalf of a third party, fully informing them of the situation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a physician acts for a third party, the patient must be fully aware of this situation. Informing them later or concealing it contradicts the patient's freedom. Handing over the record without consent and restrictions violates the confidentiality requirement.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general practitioner saw a patient with a rare condition. It is clear that the examination and treatment exceed the scope of the physician's competence. According to the World Medical Association's Code, how should the physician act?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Continue treating the patient personally without referring them elsewhere: referral would weaken trust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Prescribe only symptomatic treatment and tell the patient to wait for the next visit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Without telling the patient, secretly write a colleague's name on the prescription regarding the diagnosis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Consult another physician with the necessary ability or refer the patient to that physician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Consult another physician with the necessary ability or refer the patient to that physician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Code, the physician must owe complete loyalty to the patient and apply all scientific resources; if the examination or treatment is beyond the physician's ability, the physician consults a qualified colleague or refers the patient to that colleague. The other options place the patient's interest behind reputation or secrecy.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14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Two people are considering donating a kidney following the principle of beneficence ("do good"): one to a complete stranger who is a patient, the other to their own child. According to Muhamedova's manual, which statement about their obligation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obligation is the same in both cases, because the principle is universal and does not depend on special relationships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If a parent gives to their child, this is more obligatory because of social duty; giving to a stranger is not an obligation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Giving to a stranger is more obligatory, because with no personal benefit involved, the good deed is pure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Neither is obligatory, because the principle of beneficence never carries any significance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If a parent gives to their child, this is more obligatory because of social duty; giving to a stranger is not an obligation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source states that special relationships (for example, parenthood) strengthen the obligation of beneficence, and that such a sacrifice is not demanded for a stranger. In addition, legislation prohibits such donation. The first and third options deny the role of special relationships.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Muhamedova Z.M., Bioetika, I bob, 1.4-bo‘lim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Before a breast examination, a gynecologist offered the patient a chaperone, and the patient did not agree. The examination is justified. According to the manual, what is the correct next step for the physician?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Stop the examination and schedule the patient for another day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Disregard the refusal and record only the examination findings in the documentation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Continue the examination with the patient's permission and an explanation, and document that a chaperone was offered and declined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Forcibly persuade the patient to have a chaperone present for the examination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Continue the examination with the patient's permission and an explanation, and document that a chaperone was offered and declined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rules for intimate examinations, a chaperone is offered, and if the patient does not wish it, the fact that it was offered and declined is entered in the record. Coercion or stopping the examination without reason is not required. Recording the findings without noting the offer weakens the physician's later protection.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16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adult patient of sound mind is refusing a blood transfusion because of religious belief, and the physician knows this will lead to death. According to the World Medical Association's Code and the principle of consent, which course of action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After explaining the risks and consequences, respect the competent patient's refusal and reflect the decision-making process in the record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Give the transfusion to save life, because the principle of non-maleficence outweighs patient autonomy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Make the decision in place of the patient by asking the relatives, because they can change the decision of a patient of sound mind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Ignore the refusal and delay the treatment, without telling another physician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After explaining the risks and consequences, respect the competent patient's refusal and reflect the decision-making process in the record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physician must respect a competent patient's right to accept or refuse treatment and take it into account even if the patient's decision seems irrational to the physician. The path to the decision is documented. This case is an example of a clash between the principles of autonomy and beneficence, but for a patient of sound mind, their own decision is decisive.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17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How medical bioethics differs from earlier models: bioethics as a social institu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Muhamedova Z.M. Bioetika (o‘quv qo‘llanma, falsafa fakulteti), Toshkent, 2006. 2006. I bob 1.4 «Bioetikaning asosiy tamoyillari va modellari» (tibbiyot etikasi tamoyillari va modellari, paternalizm, bemor erkinligini hurmat qilish, bioetika modellari)</a:t>
            </a:r>
          </a:p>
          <a:p>
            <a:pPr>
              <a:spcAft>
                <a:spcPts val="1200"/>
              </a:spcAft>
            </a:pPr>
            <a:r>
              <a:rPr sz="1800">
                <a:solidFill>
                  <a:srgbClr val="1F2937"/>
                </a:solidFill>
                <a:latin typeface="Calibri"/>
              </a:rPr>
              <a:t>▸  Muxamedova Z.M. Bioetika (darslik), Toshkent. 2021. II bob (21-40); III bob oxiri (50-61)</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