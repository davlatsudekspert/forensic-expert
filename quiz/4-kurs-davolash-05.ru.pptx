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Практическое занятие: Повреждения, причиняемые огнестрельным оружием.</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Кем впервые в 1849 году был описан дефект ткани (минус-ткань), возникающий на коже и мягких тканях в результате огнестрельного ранения?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И.В. Виноградов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Н.И. Пирогов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Л.М. Эйдлин</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В.Л. Попов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Н.И. Пирогов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Дефект ткани первым описал Н.И. Пирогов в 1849 году в отчёте о поездке по Кавказу и назвал его «потерей вещества ткани». Хотя другие названные авторы связаны с судебной медициной огнестрельных повреждений, этот признак открыли не они: Виноградов известен феноменом копоти, Попов — классификацией взрывных факторов.</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85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момент попадания в цель снаряд обладал энергией в несколько десятков джоулей. Как в этом случае выглядит рана на коже?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Рана с радиальными разрывами краёв, по размеру в несколько раз превышающая диаметр снаряда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Округлая рана с ровными краями, с дефектом ткани, по размеру меньше снаряда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Контузионное изменение, состоящее только из поверхностной ссадины и кровоподтёка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Щелевидная или звёздчатая рана без дефекта ткани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Щелевидная или звёздчатая рана без дефекта ткани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энергии в несколько десятков джоулей снаряд оказывает клиновидное действие: ткань не вырывается, поэтому образуется щелевидная или звёздчатая рана. Первый вариант характерен для разрывного действия (тысячи джоулей), второй — для вырывающего действия (сотни джоулей). Четвёртый наблюдается, когда энергия почти исчерпана.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85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каком расстоянии пламя, образующееся при выстреле, оказывает термическое действие?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расстоянии 3-10 см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расстоянии 25-35 см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расстоянии 1-2 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расстоянии 50-100 см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На расстоянии 3-10 см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Пламя выстрела образуется при взрыве не полностью сгоревших частиц пороха с кислородом и может обжечь одежду, кожу и волосы на расстоянии 3-10 см. Расстояния в остальных вариантах не соответствуют зоне действия пламени; 25-35 см — число, близкое к длине второй зоны.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86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Какова длина первой зоны (зоны действия пороховых газов) при выстреле с близкой дистанции из автомата Калашникова калибра 7,62?</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Около 1 см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Около 25 см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До 3 см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Около 200 см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До 3 см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Длина первой зоны зависит от оружия: для пистолета Макарова около 1 см, для автомата Калашникова до 3 см, для нарезных винтовок около 5 см. 200 см — граница третьей зоны (только частицы пороха и металла).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88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 располагаются изменения вокруг входного отверстия при выстреле в упор под углом?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Разрывы кожи и копоть, частицы пороха и металла в виде «язычка» располагаются только со стороны тупого угла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Разрывы кожи в виде полного кольца вокруг отверстия, а копоть находится внутри раневого канала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Чётко образуется отпечаток в виде ссадины-кровоподтёка, соответствующий срезу дульного конца ствола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Признаков дополнительных факторов нет совсем, виден только поясок осаднения от пули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Разрывы кожи и копоть, частицы пороха и металла в виде «язычка» располагаются только со стороны тупого угла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выстреле в упор под углом в раневой канал попадает лишь часть дополнительных факторов; разрывы кожи и частицы располагаются в виде язычка только со стороны тупого угла отверстия. Второй и третий варианты характерны для полного упора (при полном герметичном упоре — штамп-отпечаток), а четвёртый соответствует неблизкой дистанции.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87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Какова ширина зоны сотрясения тканей из трёх зон, выделяемых в стенке огнестрельной раны?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 0,3 см до 1-2 см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Примерно 1-3 мм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Только около 1-2 мм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см и более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4-5 см и более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теории ударного действия, в стенке раны выделяют зоны раневого канала, ушиба и сотрясения. Зона сотрясения самая широкая — 4-5 см и более. Ширина от 0,3 см до 1-2 см соответствует зоне ушиба, а 1-3 мм — ширине пояска осаднения.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90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Какой формы дефект образуется в области входа пули при огнестрельном повреждении плоской кости?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Дефект цилиндрической формы с отвесными стенками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Дефект в форме усечённого конуса, малое основание которого обращено в сторону входа пули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Дефект в форме усечённого конуса, большое основание которого обращено в сторону входа пули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Дефект звёздчатой формы без радиальных трещин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Дефект в форме усечённого конуса, малое основание которого обращено в сторону входа пули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плоской кости со стороны входа образуется дефект в форме усечённого конуса, и направление пули идёт от малого основания к большому. Поэтому расположение большого основания со стороны входа ошибочно. Цилиндрическая и звёздчатая формы для дефекта плоской кости не характерны.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92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каком расстоянии пыжи в дробовом патроне могут оказывать механическое, а иногда и термическое действие?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 5 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До 15 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До 100 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До 40 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До 40 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Пыжи оказывают механическое, иногда термическое действие на расстоянии до 40 м. Остальные варианты не соответствуют расстоянию, указанному в источнике. Сама дробь летит на сотни метров, не путайте её с пыжами.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93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обычно обнаруживается на коже при выстреле холостым патроном (без снаряда) с расстояния в несколько сантиметров?</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Мелкие поверхностные разрывы кожи и ссадина округлой формы, покрытая копотью и частицами пороха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Глубокий слепой раневой канал и разрывы внутренних органов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Округлая сквозная рана с завёрнутыми внутрь краями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Скопление мелких округлых ран вокруг центрального отверстия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Мелкие поверхностные разрывы кожи и ссадина округлой формы, покрытая копотью и частицами пороха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Холостой патрон с расстояния в несколько сантиметров серьёзных повреждений не причиняет. Остаются лишь поверхностные разрывы и ссадина, покрытая копотью и порохом. Глубокий канал и разрывы внутренних органов характерны для выстрела в упор. Сквозная рана и скопление мелких ран характерны для выстрела снарядом или дробью.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94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Какое средство применяется для взятия следов раздражающих веществ газового оружия с поверхности кожи потерпевшего?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Вата, смоченная дистиллированной водой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Марля, смоченная формалином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Марлевый тампон, смоченный этиловым спиртом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Сухая фильтровальная бумага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Марлевый тампон, смоченный этиловым спиртом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Смывы с поверхности кожи берутся марлевым тампоном, смоченным этиловым спиртом. Затем их помещают в пластиковый пакет или герметичную ёмкость и направляют в лабораторию. Остальные варианты в источнике не указаны.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95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Какое исследование применяется для выявления дополнительных факторов выстрела (копоти, порошинок и частиц металла) на тёмной одежде?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Фотографирование в инфракрасных лучах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Исследование в ультрафиолетовых лучах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Рентгенография мягкими лучами (Букки)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Эмиссионный спектральный анализ</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Фотографирование в инфракрасных лучах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 тёмной одежде дополнительные факторы выявляются фотографированием в инфракрасных лучах. Ультрафиолетовое излучение предназначено для выявления небольшого количества частиц копоти и масла, лучи Букки — для выявления металла вокруг входного отверстия. Эмиссионный спектральный анализ определяет вид металла.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98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 какой группе взрывчатых веществ относится тротил?</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Первичные (инициирующие) взрывчатые вещества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Вторичные (бризантные) взрывчатые вещества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Метательные взрывчатые вещества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Пиротехнические составы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Вторичные (бризантные) взрывчатые вещества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Тротил относится к вторичной (бризантной) группе: такие вещества возбуждаются под действием детонации, из них изготавливают снаряды, гранаты, мины. К первичной группе относятся цианид ртути и тринитрорезорцинат свинца. К метательной группе относится порох. Пиротехнические составы — это смесь окислителя и горючего.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99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современном малокалиберном боевом оружии применяются пули с центром тяжести, смещённым к донной части снаряда. Какое изменение происходит при попадании такой пули в тело?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Вращательное движение усиливается, и она проходит через ткань, образуя узкий раневой канал</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Скорость резко возрастает, и она выходит, почти не оставляя энергии в тканях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Теряя устойчивость, она удлиняет свой путь и время воздействия, и энергия передаётся тканям более полно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Сразу распадается на мелкие осколки и оказывает лишь поверхностное контузионное действие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Теряя устойчивость, она удлиняет свой путь и время воздействия, и энергия передаётся тканям более полно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Пуля со смещённым центром тяжести теряет устойчивость полёта в теле. Поэтому её путь и время воздействия увеличиваются, в ткани передаётся больше энергии, наблюдаются большой раневой канал, разрывы внутренних органов и переломы костей. Остальные варианты не соответствуют действию такой пули.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90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Эксперт на трупе установил, что раневой канал огнестрельного ранения прерывистый (некоторые ткани, через которые прошёл канал, сократились). О чём это обычно свидетельствует?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 прижизненности повреждения, то есть ранение причинено при жизни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 том, что ранение причинено после констатации смерти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 том, что выстрел произведён в упор</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 том, что пуля перед попаданием в тело срикошетила от преграды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 прижизненности повреждения, то есть ранение причинено при жизни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Прерывистый канал образуется в результате сокращения тканей, а это реакция, свойственная живой ткани. Поэтому он указывает на прижизненность повреждения. Дистанция выстрела или взаимодействие с преградой не связаны с прерывистостью канала.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90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Какое из перечисленных веществ относится к группе первичных (инициирующих) взрывчатых веществ и применяется в составе детонаторов для возбуждения вторичных взрывчатых веществ?</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Аммонал</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Чёрный порох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Тротил</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Тринитрорезорцинат свинца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Тринитрорезорцинат свинца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Первичные взрывчатые вещества очень чувствительны к различным воздействиям, поэтому они применяются в составе детонаторов и капсюлей; к ним относятся цианид ртути и тринитрорезорцинат свинца. Аммонал и тротил относятся к вторичным (бризантным), а чёрный порох — к метательным веществам.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99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Эксперт склеил фрагменты длинной трубчатой кости. На одной стороне кости имеется круглый дефект с радиальными трещинами по периметру, на противоположной — более крупный дефект и отходящие от него трещины продольного направления. Каково направление полёта пули?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Вошла со стороны более крупного дефекта и вышла со стороны круглого дефекта с радиальными трещинами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Вошла со стороны круглого дефекта с радиальными трещинами и вышла со стороны более крупного дефекта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Оба дефекта являются входными, повреждение причинено двумя пулями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 трубчатой кости невозможно различить сторону входа и выхода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Вошла со стороны круглого дефекта с радиальными трещинами и вышла со стороны более крупного дефекта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трубчатой кости на стороне входа образуется круглый дефект с радиальными трещинами. На стороне выхода дефект крупнее, а отходящие от него трещины направлены продольно. По этим признакам определяется направление полёта пули; остальные утверждения противоречат этой закономерности.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92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Эксперт, анализируя повреждения пострадавшего при взрыве, не обнаружил действия продуктов детонации. Повреждения возникли от действия ударной волны окружающей среды, осколков взрывного устройства и вторичных снарядов. Какой дистанции взрыва это соответствует?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Относительно близкая дистанция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Контакт взрывного устройства с телом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Близкая дистанция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Неблизкая дистанция</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Относительно близкая дистанция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 относительно близкой дистанции продукты детонации не достигают тела, повреждения причиняют ударная волна, осколки устройства и вторичные снаряды. При контакте и на близкой дистанции действуют и продукты детонации. На неблизкой дистанции нет и ударной волны, основными факторами являются только осколки и вторичные снаряды.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101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экспертизе трупа решается вопрос, причинено ли огнестрельное ранение самим пострадавшим. С учётом возможности нажать на спусковой крючок, дистанции и расстояния выстрела, а также направления канала, какая находка подтверждает самостоятельный выстрел?</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Обнаружение копоти и частиц пороха вокруг выходного отверстия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Полное отсутствие пояска осаднения на входном отверстии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Следы копоти на поверхностях рук, в носовых и ушных отверстиях, следы крови пострадавшего на дульном срезе ствола и на ладони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Отсутствие образования карбоксигемоглобина во внутренних органах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Следы копоти на поверхностях рук, в носовых и ушных отверстиях, следы крови пострадавшего на дульном срезе ствола и на ладони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У стрелявшего в себя на руках, в носовых и ушных отверстиях могут быть обнаружены следы копоти, а на дульном срезе ствола оружия и на ладони — его собственная кровь. Вокруг выходного отверстия дополнительных факторов не бывает. Поясок осаднения — обычный признак входного отверстия, а карбоксигемоглобин указывает на действие пороховых газов; ни то, ни другое не доказывает самостоятельный выстрел.</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97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сквозном огнестрельном ранении области предплечья вокруг выходного отверстия обнаружен конусообразный дефект ткани, вершина конуса обращена наружу. В каких условиях мог образоваться этот дефект?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Если пороховые газы достигли выходного отверстия и разрушили ткань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Если пуля деформировалась в теле и вышла боковой поверхностью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Если в тонкой области тела пуля при выходе сохранила большую энергию и оказала отрывающее действие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Если в области выхода тело было плотно прижато к твёрдому предмету</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Если в тонкой области тела пуля при выходе сохранила большую энергию и оказала отрывающее действие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Для выходного отверстия дефект обычно не характерен. Лишь в тонких областях, таких как предплечье или плечо, пуля выходит, не теряя энергии, и, оказывая отрывающее действие, образует конусовидный дефект с вершиной, обращённой наружу. Прижатие к твёрдому предмету в основном даёт поясок осаднения, а пороховые газы на область выхода не действуют.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93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имеется одна входная рана, вокруг которой ни на коже, ни на одежде не обнаружено копоти, частиц пороха и металла. На месте происшествия обнаружена дверь, простреленная пулей. Какой вывод эксперта верен?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Отсутствие следов дополнительных факторов не исключает выстрела с близкого расстояния, так как они могли остаться на преграде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Отсутствие дополнительных факторов достоверно доказывает, что выстрел произведён только с неблизкого расстояния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Такая картина наблюдается только при полностью герметичном выстреле в упор, поэтому выстрел был в упор</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Такая находка означает, что повреждение причинено не огнестрельным оружием, а острым предметом</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Отсутствие следов дополнительных факторов не исключает выстрела с близкого расстояния, так как они могли остаться на преграде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между пулей и стволом оружия есть преграда, копоть, порох и другие дополнительные факторы остаются на преграде, а пуля пробивает её и попадает в цель. Поэтому отсутствие этих факторов не позволяет сделать однозначный вывод о расстоянии. При выстреле в упор, напротив, факторы обнаруживаются в раневом канале.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188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Выстрел в упор в область шеи произведён холостым патроном (без снаряда) при направлении ствола к основанию черепа. Какое изменение можно ожидать у потерпевшего?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Звёздчатое выходное отверстие на задней поверхности шеи и вышедший из него снаряд</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Слепой раневой канал длиной 40-50 см с обломками пластмассы в нём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Только поверхностная кольцевидная ссадина в области входа, покрытая копотью и порохом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Кровоизлияния в головной мозг и под его оболочки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Кровоизлияния в головной мозг и под его оболочки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патроне без снаряда пули нет, повреждение при выстреле в упор создаётся давлением пороховых газов. Когда ствол направлен к основанию черепа, газы вызывают кровоизлияния в головной мозг и под его оболочки. Выходного отверстия не будет, а поверхностная ссадина встречается только при выстреле с расстояния нескольких сантиметров.</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94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Эксперт обнаружил на одной стороне трупа множественные, близко расположенные входные отверстия. Форма и размеры отверстий, направление раневых каналов и дистанция выстрела между собой не различаются. Из какого оружия, вероятно, причинены повреждения?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Из двуствольного охотничьего ружья с гладкими стволами дробовым патроном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Из автоматического огнестрельного оружия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Из пневматического оружия, работающего на сжатом воздухе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Из короткоствольного пистолета с одной пулей одним выстрелом</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Из автоматического огнестрельного оружия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Из автоматического оружия можно произвести до 900 выстрелов в минуту. Поэтому на одной стороне тела образуются многочисленные близко расположенные однотипные повреждения. Дробовой патрон чаще даёт одно основное отверстие и мелкие раны вокруг него, а пневматическое оружие не причиняет повреждений с такой плотностью.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97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потерпевшего обнаружено повреждение от выстрела в упор: на коже имеются признаки контузионного действия струи сжатого воздуха, вокруг входного отверстия нет копоти и пороха, раневой канал слепой. Из какого оружия, вероятно, причинено повреждение?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Из стартового пистолета, работающего за счёт пороховых газов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Из патрона газового оружия со стволом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Из пневматического оружия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Из самодельного атипичного оружия</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Из пневматического оружия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пневматическом оружии снаряд приводится в движение сжатым воздухом, поэтому следов дополнительных факторов выстрела нет, а при выстреле в упор поток воздуха оставляет признак контузионного действия. Из такого оружия не причиняются сквозные повреждения тела, раневые каналы бывают слепыми. При использовании оружия с порохом следует ожидать следы копоти и пороха.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96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Установлено, что вокруг входного отверстия частицы несгоревшего пороха имеют игольчатую форму. Из какого оружия, возможно, причинено повреждение, судя по этому признаку?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Из револьвера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Из винтовки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Из пистолета-пулемёта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Из самодельной винтовки с обрезанным стволом</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Из револьвера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частицы несгоревшего пороха имеют треугольную форму, это указывает на выстрел из винтовки, если игольчатую — на выстрел из револьвера. Остальные варианты по форме частиц не дают оснований для такого вывода.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201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с повреждением тонких участков тела (предплечье и грудь) обнаружены два входных и два выходных отверстия. Установлено, что на месте происшествия был произведён только один выстрел. Как это объясняется?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Вторую пару отверстий образовали обломки кости предплечья как вторичные снаряды, а пуля вошла только в грудь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Одна пуля сначала прошла через предплечье, затем через грудь и образовала входное и выходное отверстия в обеих областях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Пуля, ударившись о кость, разделилась надвое, и из одного входного отверстия образовались два выходных</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Две пули последовательно вошли в одну точку, поэтому число отверстий удвоилось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Одна пуля сначала прошла через предплечье, затем через грудь и образовала входное и выходное отверстия в обеих областях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тонких частях тела (предплечье, грудь) одна пуля может последовательно пройти через две области и оставить две пары отверстий. При разделившейся пуле или при входе двух пуль в одну точку входных отверстий не было бы два. Если точно известно, что выстрел был один, вариант с двумя пулями также не подходит.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90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Во время операции врач обнаружил в слепой огнестрельной ране пулю, которую впоследствии необходимо передать на криминалистическое исследование. Какой способ извлечения пули правильный?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Крепко зажать пулю металлическим пинцетом и быстро вытянуть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Удерживая пулю зажимом, очистить её поверхность, протерев марлей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После извлечения промыть пулю в антисептическом растворе, чтобы удалить следы копоти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Извлечь пулю пальцами рук, чтобы не поцарапать её поверхность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Извлечь пулю пальцами рук, чтобы не поцарапать её поверхность</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прохождении пули по каналу ствола на её поверхности остаются невидимые глазом следы, по которым определяют, из какого ствола произведён выстрел. Сдавление металлическим инструментом, протирание или промывание могут нарушить эти следы и сделать идентификацию невозможной. Поэтому рекомендуется извлекать пулю пальцами.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181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коже трупа обнаружена удлинённая желобовидная касательная рана. На одном её конце имеется изогнутый, полулунной формы осаднённый край и пояс загрязнения, другой конец более острый, с меньшей осаднённостью и более узкими разрывами. В каком направлении летела пуля?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От осаднённого и загрязнённого конца к острому концу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От острого конца к осаднённому и загрязнённому концу</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От середины раны к обоим её концам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Направление определить невозможно, так как при касательной ране нет различия между входом и выходом</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От осаднённого и загрязнённого конца к острому концу</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касательной ране входная сторона пули имеет изогнутый осаднённый край, и там встречается пояс загрязнения. Выходная сторона более острая, с меньшей осаднённостью, иногда с более узкими разрывами. Поэтому пуля двигалась от осаднённого конца к острому.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Iskandarov A.I., Qo‘ldoshev D.R., Sud tibbiyoti, 181-182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Исследуются две входные раны от одной и той же пули: одна на лбу (под кожей близко находится кость), другая на животе. В какой из них ожидается более широкий поясок осаднения?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лбу, так как там, где близко кость, пуля сильнее трёт кожу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обеих одинаковый, так как ширина пояска зависит только от диаметра пули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На животе, так как в мягких областях поясок шире, чем в местах близкого расположения кости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Поясок бывает только у выходного отверстия, во входном отверстии поясок осаднения не образуется</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На животе, так как в мягких областях поясок шире, чем в местах близкого расположения кости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входе боковая поверхность пули трётся о кожу и образует поясок осаднения шириной 1-3 мм. В мягких областях, таких как живот и ягодицы, из-за более глубокого вдавления кожи поясок шире, чем в местах, близких к кости. У выходного отверстия поясок часто отсутствует.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91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расстоянии 180 см от входного отверстия обнаружены только порох и металлические частицы выстрела (третья зона). Для какого оружия третья зона не достигает такого расстояния, то есть оно не могло произвести выстрел?</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Пистолет Макарова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Автомат Калашникова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Нарезная винтовка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Охотничье ружьё с гладким стволом</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Пистолет Макарова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Третья зона у пистолета Макарова простирается до 150 см, у автомата Калашникова до 200 см, у нарезных винтовок до 250 см, у охотничьих ружей с гладким стволом до 500 см. Расстояние 180 см превышает предел для пистолета Макарова, а для остальных трёх видов оружия возможно.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88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Эксперт исследовал патрон газового оружия со стволом калибра 6 мм и установил, что в нём нет пороха. За счёт какой энергии в таком патроне распыляются раздражающие вещества?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За счёт энергии расширения пороховых газов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За счёт энергии сжатого воздуха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За счёт механической силы пружины внутри ствола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За счёт энергии, образующейся при горении веществ, входящих в состав капсюля</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За счёт энергии, образующейся при горении веществ, входящих в состав капсюля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патроне газового оружия калибра 6 мм пороха нет. Раздражающие вещества распыляются энергией, выделяющейся при горении веществ, входящих в состав капсюля. Варианты с порохом или сжатым воздухом для этого патрона не подходят, так как пороха нет, а сжатый воздух характерен для пневматического оружия.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95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Повреждения, причиняемые огнестрельным оружием. · Автоматический пер</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4. O'q otar qurollardan jarohatlar</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O‘tkir qurollar va o‘q otar jarohatlar; bet 230-290</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IV bo‘lim (10-13-boblar). O‘tkir qurollar, o‘q otar va portlash travmasi; bet 92-117</a:t>
            </a:r>
          </a:p>
          <a:p>
            <a:pPr>
              <a:spcAft>
                <a:spcPts val="1200"/>
              </a:spcAft>
            </a:pPr>
            <a:r>
              <a:rPr sz="1800">
                <a:solidFill>
                  <a:srgbClr val="1F2937"/>
                </a:solidFill>
                <a:latin typeface="Calibri"/>
              </a:rPr>
              <a:t>▸  Iskandarov A.I., Qo‘ldoshev D.R. Sud tibbiyoti (tibbiyot instituti talabalari uchun), Toshkent (egasi taqdim etgan; yopiq foydalanish). . IX-X-boblar. O‘tkir vositalar va o‘q otar qurollar; bet 149-201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