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4-kurs-pediatriya-17-q01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4-kurs-pediatriya-17-q02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4-kurs-pediatriya-17-q03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4-kurs-pediatriya-17-q04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4-kurs-pediatriya-17-q05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4-kurs-pediatriya-17-q06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4-kurs-pediatriya-17-q07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4-kurs-pediatriya-17-q08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4-kurs-pediatriya-17-q09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4-kurs-pediatriya-17-q10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4-kurs-pediatriya-17-q11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4-kurs-pediatriya-17-q12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4-kurs-pediatriya-17-q13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4-kurs-pediatriya-17-q14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4-kurs-pediatriya-17-q15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4-kurs-pediatriya-17-q16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4-kurs-pediatriya-17-q17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4-kurs-pediatriya-17-q18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4-kurs-pediatriya-17-q19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4-kurs-pediatriya-17-q20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4-kurs-pediatriya-17-q21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4-kurs-pediatriya-17-q22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4-kurs-pediatriya-17-q23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4-kurs-pediatriya-17-q24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4-kurs-pediatriya-17-q25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4-kurs-pediatriya-17-q26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4-kurs-pediatriya-17-q27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4-kurs-pediatriya-17-q28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4-kurs-pediatriya-17-q29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4-kurs-pediatriya-17-q30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2560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Georgia"/>
              </a:rPr>
              <a:t>Практическое занятие: Судебно-медицинская экспертиза вещественных доказательств. Приказ № 130 Министерства здравоохранения Республики Узбекистан от 15 апреля 2026 года.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C9A227"/>
                </a:solidFill>
                <a:latin typeface="Calibri"/>
              </a:rPr>
              <a:t>Тест для аудитории · 30 вопросов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9A227"/>
                </a:solidFill>
                <a:latin typeface="Calibri"/>
              </a:rPr>
              <a:t>Автоматический перевод — не проверен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Обнаружение слюны на окурке сигареты, найденном на месте происшествия, основано на выявлении какого фермента?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Пероксидаза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Каталаза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Амилаза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Холинэстераза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Амилаза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Наличие слюны доказывается путём определения в ней фермента амилазы. Пероксидаза и каталаза относятся к ориентировочным пробам на кровь, а холинэстераза — к ферментным групповым системам крови.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311 стр.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Почему видовая принадлежность пятна мочи обычно не определяется?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моче нет видоспецифических белков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моче групповые антигены полностью отсутствуют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Пятна мочи не дают свечения в ультрафиолетовых лучах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Креатинин в моче быстро разрушается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В моче нет видоспецифических белков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Для определения видовой принадлежности с помощью специфических сывороток необходим видоспецифический белок, а в моче таких белков нет. Групповая принадлежность же может быть определена по системе АВО, а креатинин используется для установления наличия мочи.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312 стр.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 долго после судебно-гистологического исследования хранятся гистологические препараты и блоки с залитыми кусочками тканей (минимальный срок)?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1 год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2 года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5 лет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3 года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3: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3 года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Препараты и блоки хранятся не менее 3 лет. Срок 2 года относится к первичному (формалиновому) архиву органов и тканей трупа, поэтому этот вариант является отвлекающим.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317 стр.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 долго хранятся без консервации в холодильнике образцы крови и мочи, направленные в судебно-химическую лабораторию только для определения этилового спирта?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1 год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30 суток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3 месяца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2 года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4: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30 суток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Образцы крови и мочи, взятые только для определения этилового спирта, хранятся без консервации в холодильнике 30 суток. Другие биологические объекты консервируют этиловым спиртом и хранят в архиве в холодильнике до одного года.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320 стр.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При взятии образцов с пяти областей головы для установления принадлежности волос определённому лицу из каждой области срезается пучок из скольких волос?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5–10 волос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10–15 волос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20–30 волос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40–50 волос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5: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20–30 волос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Из лобной, теменной, двух височных и затылочной областей пучки по 20–30 волос срезаются как можно ближе к коже и заворачиваются в отдельные бумажки. Другие числа не соответствуют количеству, приведённому в книге.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313 стр.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 подготавливается для направления на экспертизу образец жидкой крови, взятый у подозреваемого?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Не менее 3 мл, без консерванта, в чистой пробирке, закрывается чистой пробкой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Не менее 3 мл, с добавлением консерванта, закрывается ватным тампоном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Около 1 мл, с добавлением антикоагулянта, закрывается марлей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Не менее 3 мл, без консерванта, замораживается в морозильной камере при -20 °C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6: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Не менее 3 мл, без консерванта, в чистой пробирке, закрывается чистой пробкой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Кровь в количестве не менее 3 мл без какого-либо консерванта помещают в чистую пробирку или флакон и закрывают чистой пробкой; марля или ватный тампон не используются. Если отправить сразу невозможно, жидкую кровь хранят при +4…+8 °C, не замораживая.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Харин Г.М. (Kharin G.M.)., Краткий курс судебной медицины: учебное пособие, 195 стр.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Почему при взятии смыва с пятна крови не рекомендуется использовать новые кусочки марли или бинта?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Новая марля недостаточно хорошо смачивает пятно крови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Новая марля при высыхании механически разрушает белки крови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Содержащиеся в ней аппретуры отрицательно влияют на серологические реакции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Новая марля становится совершенно непригодной в качестве контрольного образца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7: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Содержащиеся в ней аппретуры отрицательно влияют на серологические реакции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Новая марля и бинт в результате химической обработки содержат аппретуры, которые могут исказить последующие серологические реакции. Остальные варианты не являются причиной, указанной в учебнике.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304 стр.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В каком порядке берётся образец для экспертизы при обнаружении следов крови на снегу?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Снег быстро растапливают возле обогревателя, жидкость переливают в пробирку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На снег прижимают фильтровальную бумагу, влажную бумагу высушивают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Снег замораживают в морозильной камере и отправляют в лабораторию в виде льда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Снег набирают ложкой в стеклянную ёмкость и растапливают при комнатной температуре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8: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Снег набирают ложкой в стеклянную ёмкость и растапливают при комнатной температуре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Снег нужно поместить в стеклянную ёмкость и растопить при комнатной температуре, затем из полученной жидкости взять образец на кусочек марли. Для контроля таким же образом готовят образец из чистого снега. Нагревание или замораживание в этот порядок не входят.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305 стр.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Почему микрокристаллические пробы Тейхмана и Такаяма считаются не имеющими практического диагностического значения?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Они образуют кристаллы гемоглобина только в крови животных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Их чувствительность низкая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них вид клеток крови за короткое время изменяется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Они показывают только групповую принадлежность крови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9: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Их чувствительность низкая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Микрокристаллические методы выявляют кристаллы производных гемоглобина, но из-за низкой чувствительности на практике не применяются. Быстрое изменение клеток крови — это ограничение микроскопического метода. Микрокристаллические методы служат для установления наличия крови, а не групповой принадлежности.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306 стр.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Почему установление давности образования следов крови может быть выполнено только ориентировочно?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Изменения в следах зависят не только от давности, но и от условий окружающей среды и свойств предмета, на котором находится пятно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Гемоглобин в пятне крови со временем вообще не изменяется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Активность ферментов крови остаётся постоянной независимо от давности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Следы крови в лаборатории оцениваются только путём ДНК-исследования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10: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A. Изменения в следах зависят не только от давности, но и от условий окружающей среды и свойств предмета, на котором находится пятно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Оценка давности основывается на изменении гемоглобина и снижении активности ферментов. Однако на эти изменения влияют также температура, влажность, ветер и свойства предмета, поэтому результат неточен. Остальные варианты противоречат сведениям из источника.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308 стр.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Наличие пота в пятне на одежде или постельных принадлежностях устанавливается путём обнаружения какого вещества?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Обнаружение аминокислоты серина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Обнаружение фермента амилазы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Обнаружение креатинина и мочевины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Обнаружение холина, спермина и кислой фосфатазы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11: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Обнаружение аминокислоты серина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составе пота много аминокислоты серина, поэтому наличие пота в пятне определяют по этому веществу. Амилаза характерна для слюны, креатинин и мочевина — для мочи, а холин и спермин — для следов семенной жидкости.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312 стр.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В корневой части волоса, исследованного под микроскопом, обнаружены петлеобразная луковица и над ней остатки волосяного влагалища. Какой вывод делается об этом волосе?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Волос выпал сам, так как корневая часть имеет колбовидную форму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Волос скручен и обуглен под воздействием высокой температуры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Волос вырван, так как в корне сохранены луковица и волосяное влагалище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Волос окрашен, так как краситель скопился в корневой части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12: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Волос вырван, так как в корне сохранены луковица и волосяное влагалище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корне вырванного волоса остаются петлеобразная луковица и над ней остатки волосяного влагалища. Корень самопроизвольно выпавшего волоса имеет овальную или колбовидную форму, а волосяного влагалища нет. В окрашенном волосе краситель находится в кутикуле, а не в корне.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315 стр.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В каких случаях в медико-криминалистическом отделении учреждения судебно-медицинской экспертизы проводятся баллистические исследования?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резаных повреждениях, причинённых ножом, и транспортной травме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термических ожогах и электротравме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огнестрельных повреждениях и взрывной травме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обнаружении костных останков неопознанного трупа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13: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При огнестрельных повреждениях и взрывной травме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Баллистическое исследование относится к повреждениям, причинённым из огнестрельного оружия, и к взрывной травме. Резаные повреждения и транспортная травма — в основном область трасологического исследования, а костные останки — область идентификационного исследования. Ожоги и электротравма не являются объектом баллистического исследования.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317 стр.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Какой вопрос в основном изучается при ситуационных исследованиях в медицинской криминалистике?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Возможность совершения определённого действия в предполагаемых условиях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Принадлежность неопознанного трупа конкретному лицу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Вид и свойства снаряда, выпущенного из огнестрельного оружия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Наличие мелких микрочастиц на одежде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14: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Возможность совершения определённого действия в предполагаемых условиях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Ситуационное исследование отвечает на вопрос, возможно ли совершение определённого действия или образование повреждения в предполагаемых условиях происшествия. Установление личности трупа — задача идентификационного исследования, вид снаряда — баллистического, а микрочастицы — микрологического.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319 стр.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Какой подход рекомендуется при обнаружении лекарственного или ядовитого вещества в судебно-химических токсикологических исследованиях?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Считается достаточным только одного, наиболее чувствительного инструментального метода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По возможности применяются не менее двух методов, основанных на разных физических и химических принципах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Ограничиваются только цветными реакциями, а результат принимается как ориентировочный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Применяется только газожидкостная хроматография, другие методы не нужны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15: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B. По возможности применяются не менее двух методов, основанных на разных физических и химических принципах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Для достоверности результата рекомендуется применять не менее двух методов, основанных на разных принципах, чтобы они подтверждали друг друга. Цветные реакции считаются только предварительным методом. Одного метода, даже самого чувствительного, недостаточно.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320 стр.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По делу об убийстве на оружии подозреваемого обнаружены мелкие частицы ткани потерпевшего, а на одежде потерпевшего — частицы материала оружия. Следователь просил установить взаимный перенос этих частиц. Какое исследование проводится?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Трасологическое исследование, так как оно по форме повреждения определяет травмирующий фактор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Идентификационное исследование, так как оно устанавливает личность неопознанного трупа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Ситуационное исследование, так как оно оценивает возможность воспроизведения события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Микрологическое исследование, так как оно изучает перенос микроследов и микрочастиц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16: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Микрологическое исследование, так как оно изучает перенос микроследов и микрочастиц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микрологическом исследовании устанавливается перенос веществ и микрообъектов между оружием и телом или одеждой потерпевшего либо его обратное направление. Трасологическое исследование направлено на установление травмирующего фактора по повреждениям и следам. Идентификационное исследование изучает личность трупа, а ситуационное — возможность совершения действия.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318-319 стр.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Проводится экспертиза трупа, внутренние органы значительно изменены гниением. Помощник эксперта считает, что из-за гниения брать материал для гистологического исследования не нужно. Какое мнение верно согласно действующим правилам?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Из гнилостно изменённых органов материал не берётся, вместо этого проводится диатомовое исследование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Материал всё равно берётся, так как гниение не является основанием для отказа от гистологического исследования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Материал берётся только по особому запросу следователя, в иных случаях не требуется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Материал берётся, но если он гнилостно изменён, уничтожается без исследования и не помещается в архив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17: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B. Материал всё равно берётся, так как гниение не является основанием для отказа от гистологического исследования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Во всех случаях проведения экспертизы трупа должен быть взят материал для гистологического исследования; гниение и другие посмертные изменения не являются основанием для отказа от исследования. Если исследование не проведено, материал хранится как первичный архив. Диатомовое исследование решает другой вопрос и не заменяет гистологическое исследование.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316 стр.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Для пятен крови с места происшествия эксперт определил количество сухого остатка: всего 105 г. Учитывая, что из одного литра жидкой крови в среднем остаётся 210 г сухого остатка, сколько примерно крови вылилось наружу?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Около 0,5 литра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Около 0,25 литра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Около 1 литра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Около 2 литров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18: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Около 0,5 литра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Количество крови находится делением сухого остатка на остаток, приходящийся на 1 литр: 105 г / 210 г/л = 0,5 литра. Остальные варианты — результат неверного применения соотношения.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308 стр.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На месте происшествия на стене обнаружен кровавый след ладони. Форма и размеры следа полностью соответствуют поверхности ладони, соприкоснувшейся со стеной, признаков скольжения нет. К какому виду относится этот след?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Лужа крови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След в виде мазка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Отпечаток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След в виде потёка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19: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Отпечаток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Когда загрязнённая кровью поверхность соприкасается с другой поверхностью без скольжения, остаётся отпечаток, форма и размеры которого соответствуют воздействовавшей поверхности. Мазок образуется при скольжении, потёк — при стекании крови по наклонной поверхности, а лужа — при большой потере крови.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304 стр.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Подозреваемое пятно крови очень мало, а агглютиногены в нём слабо выражены. Какая реакция рекомендуется для определения групповой принадлежности?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Реакция абсорбции-элюции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Разделение центрифугированием по методу Шиффа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Метод покровного стекла (Латтеса)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Реакция преципитации Чистовича–Уленгута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20: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Реакция абсорбции-элюции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малом количестве материала в пятне и слабых антигенах реакция абсорбции-элюции рекомендуется как наиболее чувствительный метод. Метод Шиффа применяется для жидкой крови, метод Латтеса — для агглютининов в пятне, а реакция преципитации — для определения не группы, а видовой принадлежности.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307 стр.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У женщины в пятне крови обнаружен фермент беременности окситоциназа. Какой вывод о беременности эксперту сделать правильно?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Фермент появляется только в первом месяце беременности, поэтому точно определяет срок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Поскольку фермент сохраняется в пятне более десяти лет, он позволяет судить о давности пятна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Обнаружение фермента достоверно доказывает, что женщина недавно рожала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Фермент может сохраняться в пятне 2-3 месяца после родов, поэтому наличие беременности нельзя установить категорично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21: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D. Фермент может сохраняться в пятне 2-3 месяца после родов, поэтому наличие беременности нельзя установить категорично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Окситоциназа появляется в крови при беременности, но сохраняется в пятнах крови несколько месяцев и после родов. Поэтому наличие беременности по пятну крови категорично не устанавливается. Остальные варианты неверно трактуют свойства сохранения фермента.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308 стр.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Оборванный конец волоса, исследованный под микроскопом, образует ступенчатую поверхность. Каким воздействием был оборван волос?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Оборван резким, быстрым движением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Оборван более медленным движением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Срезан острым предметом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Раздавлен действием тупого предмета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22: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Оборван более медленным движением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обрыве более медленным движением на конце волоса остаётся ступенчатая поверхность, а при резком обрыве поверхность ровная. Конец волоса, срезанного острым предметом, ровный или мелкозубчатый, а тупой предмет раздавливает стержень и расщепляет его на волокна.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315 стр.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На брюках подозреваемого обнаружено пятно, похожее на кал. Какой вопрос эксперт может достоверно решить, рассматривая пятно под микроскопом?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Принадлежность кала человеку — реакцией преципитации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Групповую принадлежность кала по системе АВО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Наличие кала в пятне: по остаткам пищи, микроорганизмам, яйцам гельминтов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Принадлежность кала именно подозреваемому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23: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Наличие кала в пятне: по остаткам пищи, микроорганизмам, яйцам гельминтов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Наличие кала доказывается при микроскопическом исследовании обнаружением остатков пищи, микроорганизмов и яиц гельминтов. Белки, содержащие антигены, в кале расщеплены, поэтому видовую и групповую принадлежность, а значит и принадлежность конкретному лицу, установить нельзя.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312 стр.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На горизонтальной поверхности пятно крови имеет круглую форму, края мелкозубчатые, вокруг вторичных брызг нет. Какой вывод о высоте падения капли верен?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Капля упала с высоты более 10-15 см, но не достигающей высоты, при которой образуются брызги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Капля упала с высоты до 10-15 см под собственным весом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Капля упала с движущейся части тела на наклонную поверхность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Капля упала с очень большой высоты, а брызги потом были вытерты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24: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Капля упала с высоты более 10-15 см, но не достигающей высоты, при которой образуются брызги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Капля, упавшая с высоты примерно до 10-15 см, оставляет круглое пятно с ровными краями. При увеличении высоты края становятся мелкозубчатыми, а при дальнейшем увеличении вокруг появляются брызги. Если есть зубчатый край, а брызг нет, высота промежуточная. Движущаяся часть тела или наклонная поверхность дают грушевидную форму.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304 стр.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Пятно крови с места происшествия образовалось примерно месяц назад. Следователь просит решить, принадлежит ли пятно новорождённому или взрослому человеку. Какой ответ эксперта верен?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Метод щелочной денатурации различает HbA и HbF, поэтому вопрос решается независимо от давности пятна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По количеству фермента окситоциназы в пятне определяется принадлежность крови новорождённому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таком старом пятне различить кровь взрослого и младенца невозможно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Только по определению Y-хроматина решается, принадлежит кровь младенцу или взрослому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25: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В таком старом пятне различить кровь взрослого и младенца невозможно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Различить кровь взрослых и младенцев по типу гемоглобина (HbA или HbF) можно только в относительно свежих пятнах. В пятнах давностью 15-20 суток такой возможности нет. Окситоциназа связана с беременностью, а Y-хроматин — с полом, они не разделяют возрастные категории.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308 стр.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Стержень волоса, исследованного под микроскопом, закручен, приобрёл рыжеватый оттенок, внутри видны заполненные воздухом полости разных размеров. Какое воздействие наиболее вероятно?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Действие высокой температуры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Вырывание волоса медленным движением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Раздавливание и расщепление на волокна при ударе тупым предметом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Срез острым предметом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26: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Действие высокой температуры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Закручивание стержня, рыжеватый оттенок и заполненные воздухом полости — признаки термического воздействия. Тупой предмет раздавливает стержень и расщепляет его на волокна, острый предмет оставляет ровный или мелкозубчатый конец. Вырывание проявляется главным образом изменениями в корневой части.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315 стр.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Эксперт проводит цитологическое исследование клеток, выделенных из пятна крови, для определения пола. Какая из следующих находок соответствует мужскому полу?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Обнаружение X-хроматина в клетках, окрашенных азур-эозином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Крупные ядра в препарате, окрашенном гематоксилин-эозином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Определение хорионического гонадотропина в сыворотке крови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Обнаружение хроматина в ядрах клеток, окрашенных акрихином, при люминесцентной микроскопии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27: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Обнаружение хроматина в ядрах клеток, окрашенных акрихином, при люминесцентной микроскопии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Y-хроматин, окрашенный акрихином, виден в ядрах мужских клеток при люминесцентной микроскопии. X-хроматин выявляется в клетках женщин основными красителями (азур-эозин). Хорионический гонадотропин связан с беременностью и пол не указывает.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307-308 стр.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На обочине дороги на песке обнаружено пятно с глубоко впитавшейся кровью. В каком порядке берётся образец для экспертизы?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Чистым скальпелем берётся тонкий соскоб с песка и заворачивается в чистую бумагу как порошок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Песок на всю толщину впитавшейся крови берётся целиком в тарелку, высушивается при комнатной температуре, для контроля берётся незагрязнённый песок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Песок протирается марлей, смоченной водой, берётся смыв и высушивается на солнце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Песок помещается в стеклянный флакон, смешивается с водой и растворяется при комнатной температуре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28: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B. Песок на всю толщину впитавшейся крови берётся целиком в тарелку, высушивается при комнатной температуре, для контроля берётся незагрязнённый песок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Пятно крови на почве и песке берётся целиком на всю толщину пропитывания, высушивается при комнатной температуре и заворачивается в чистую бумагу. Соскоб подходит для твёрдых поверхностей, а смыв марлей — для следов на твёрдых поверхностях. Сушка на солнце портит образец.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305 стр.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Кожный лоскут с огнестрельной раной направляется на медико-криминалистическое исследование. Лоскут взят вместе с неповреждённой кожей вокруг раны. Откуда следует брать кожу для контроля?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Из симметричного участка тела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 края этой раны, в пределах одного лоскута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Из самого лоскута, взятого с раны, разделив его надвое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Из неповреждённой части одежды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29: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Из симметричного участка тела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Для исследования кожа берётся вместе с неповреждённой кожей вокруг раны, это нужно для выявления следов посторонних наложений и дополнительных факторов. Для контроля же препарат вырезается из симметричного участка тела. Кожа с края раны или одежда контролем быть не могут.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Харин Г.М. (Kharin G.M.)., Краткий курс судебной медицины: учебное пособие, 203-204 стр.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30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В судебно-гистологическом отделении проверяются сроки хранения архивных материалов. У какого из следующих материалов установленный минимальный срок хранения самый короткий?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Гистологические препараты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Блоки с залитыми кусочками тканей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Первичный (формалиновый) архив органов и тканей трупа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Минерализаты, оставшиеся после исследования на диатомовый планктон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30: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Первичный (формалиновый) архив органов и тканей трупа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Первичный (формалиновый) архив хранится не менее 2 лет. Для гистологических препаратов, блоков и минерализатов, оставшихся после диатомового исследования, минимальный срок — не менее 3 лет.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317 стр.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Литература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Практическое занятие: Судебно-медицинская экспертиза вещественных доказательств. · Автомат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13. Ashyoviy dalillarni sud-tibbiy tekshirish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Ромодановский П.О., Баринов Е.Х. Судебная медицина в схемах и рисунках: учебное пособие, М.: Проспект (egasi taqdim etgan; yopiq foydalanish). 2017. 7-modul. Ashyoviy dalillar ekspertizasi; bet 460-491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Харин Г.М. (Kharin G.M.). Краткий курс судебной медицины: учебное пособие, М.: ГЭОТАР-Медиа (egasi taqdim etgan; yopiq foydalanish). 2006. X bo‘lim. Biologik ashyoviy dalillar tekshiruvi; bet 192-213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