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Amaliy mashg’ulot: O‘q otar qurollardan yetkazilgan jarohatlar.</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Teri va yumshoq to‘qimada o‘q otar jarohat natijasida paydo bo‘ladigan to‘qima defekti (minus-to‘qima) ilk bor 1849 yilda kim tomonidan tavsiflangan?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I.V. Vinogradov</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N.I. Pirogov</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L.M. Eydlin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V.L. Popov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N.I. Pirogov</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To‘qima defektini birinchi bo‘lib N.I. Pirogov 1849 yilda Kavkaz bo‘ylab sayohat haqidagi hisobotida tasvirlagan va uni “to‘qima o‘zligini yo‘qotishi” deb atagan. Boshqa nomlar o‘q otar jarohatlar sud tibbiyoti bilan bog‘liq bo‘lsa-da, bu belgini ular kashf etmagan: Vinogradov qurum fenomeni bilan, Popov portlash omillari tasnifi bilan tanilgan.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85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Snaryad nishonga tegish vaqtida bir necha o‘n joul energiyaga ega edi. Bunda teridagi yara qanday ko‘rinishda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Chetlari radial yoriqli, o‘lchami snaryad diametridan bir necha barobar katta yara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Dumaloq, chetlari tekis, to‘qima defekti bor va o‘lchami snaryaddan kichik yara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yuzaki shilinma va qontalashdan iborat kontuzion o‘zgarish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To‘qima defektisiz, yoriqsimon yoki yulduzsimon yara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To‘qima defektisiz, yoriqsimon yoki yulduzsimon yara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 necha o‘n joul energiyada snaryad ponasimon ta’sir qiladi: to‘qima yulib olinmaydi, shuning uchun yoriqsimon yoki yulduzsimon yara hosil bo‘ladi. Birinchi variant yorma ta’sirga (ming joullar), ikkinchisi yulma ta’sirga (yuzlab joul) xos. To‘rtinchisi esa energiya deyarli tugaganda kuzatiladi.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85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Otishda hosil bo‘ladigan alanga termik ta’sirni qaysi masofada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3-10 sm masofada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25-35 sm masofada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1-2 m masofada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50-100 sm masofada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3-10 sm masofada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O‘q otish alangasi to‘liq yonmagan porox zarrachalarining kislorod bilan portlashidan hosil bo‘ladi va 3-10 sm masofada kiyim, teri va sochni kuydirishi mumkin. Boshqa variantlardagi masofalar alanganing ta’sir doirasiga to‘g‘ri kelmaydi; 25-35 sm esa ikkinchi zona uzunligiga yaqin raqam.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86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7,62 kalibrli Kalashnikov avtomatidan yaqin distansiyadan otilganda birinchi zonaning (porox gazlari ta’siri zonasi) uzunligi qancha?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Taxminan 1 sm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25 sm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 sm gacha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200 sm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3 sm gacha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Birinchi zona uzunligi qurolga bog‘liq: Makarov pistoleti uchun taxminan 1 sm, Kalashnikov avtomati uchun 3 sm gacha, o‘yiqli miltiqlar uchun taxminan 5 sm. 200 sm esa uchinchi zonaning (faqat porox va metall zarrachalari) chegarasi.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88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Qiyalab tirab otishda kirish teshigi atrofidagi o‘zgarishlar qanday joylashadi?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Teri yoriqlari va qurum, porox, metall zarrachalari faqat o‘tmas burchak tomonida “tilsimon”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Teri yoriqlari teshik atrofida to‘liq halqa shaklida, qurum esa yara kanali ichida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Stvol uchi kesimiga mos shilinma-qontalash shaklidagi bosma iz yaqqol hosil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Qo‘shimcha omillar belgisi umuman bo‘lmaydi, faqat o‘qning shilinish hoshiyasi ko‘rinadi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Teri yoriqlari va qurum, porox, metall zarrachalari faqat o‘tmas burchak tomonida “tilsimon” bo‘ladi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Qiyalab tirab otishda qo‘shimcha omillarning faqat bir qismi yara kanaliga kiradi; teri yoriqlari va zarrachalar teshikning faqat o‘tmas burchak tomonida tilsimon joylashadi. Ikkinchi va uchinchi variantlar to‘liq tirab otishga (to‘liq germetik tirab otishda shtansmarka) xos, to‘rtinchisi esa yaqin bo‘lmagan distansiyaga to‘g‘ri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87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O‘q otar yara devorida ajratiladigan uch zonadan to‘qimalarning chayqalish zonasining kengligi qancha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0,3 sm dan 1-2 sm 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1-3 mm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1-2 mm atrofida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4-5 sm va undan ortiq</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4-5 sm va undan ortiq</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Zarb ta’siri nazariyasiga ko‘ra yara devorida yara kanali, lat yeyish va chayqalish zonalari ajratiladi. Chayqalish zonasi eng keng bo‘lib, 4-5 sm va undan ortiq. 0,3 sm dan 1-2 sm gacha bo‘lgani esa lat yeyish zonasining kengligi, 1-3 mm esa shilinish hoshiyasining kengligi.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90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Yassi suyakning o‘q otar shikastlanishida o‘q kirgan sohada qanday shakldagi defekt hosil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Silindrsimon shakldagi, devorlari tik defekt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Kesik konus shaklidagi, kichik asosi o‘q kirgan tomonda bo‘lgan defekt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Kesik konus shaklidagi, katta asosi o‘q kirgan tomonda bo‘lgan defekt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Yulduzsimon shakldagi, radial darzlarsiz defekt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Kesik konus shaklidagi, kichik asosi o‘q kirgan tomonda bo‘lgan defekt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Yassi suyakda kirish tomonida kesik konus shaklidagi defekt hosil bo‘ladi va o‘qning yo‘nalishi kichik asosdan katta asos tomonga qaratilgan bo‘ladi. Shuning uchun katta asosning kirish tomonida bo‘lishi xato. Silindrsimon va yulduzsimon shakllar yassi suyak defektiga xos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92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Sochmali patrondagi tiqinlar qancha masofagacha mexanik, ba’zan termik ta’sir ko‘rsatishi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5 m 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15 m 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100 m gacha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40 m gacha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40 m gacha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Tiqinlar 40 m gacha bo‘lgan masofada mexanik, ba’zan termik ta’sir ko‘rsatadi. Boshqa variantlar manbada ko‘rsatilgan masofaga mos kelmaydi. Sochmalarning o‘zi esa yuzlab metrgacha uchadi, tiqinlar bilan adashtirmang.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93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Bir necha santimetr masofadan snaryadsiz (bo‘sh) patron bilan otilganda terida odatda nima aniqlanadi?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Terining mayda yuzaki yorilishlari va qurum, porox zarrachalari bilan qoplangan doira shaklidagi shilinma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Chuqur ko‘r yara kanali va ichki a’zolarning yorilishi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Dumaloq, chetlari ichkariga qayrilgan teshib o‘tuvchi yara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Markaziy teshik atrofida mayda dumaloq yaralar to‘plami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Terining mayda yuzaki yorilishlari va qurum, porox zarrachalari bilan qoplangan doira shaklidagi shilinma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 necha santimetr masofadan snaryadsiz patrondan jiddiy jarohat etkazilmaydi. Faqat yuzaki yorilishlar va qurum, porox bilan qoplangan shilinma qoladi. Chuqur kanal va ichki a’zolar yorilishi tirab otishga xos. Teshib o‘tuvchi yara va mayda yaralar to‘plami esa snaryadli yoki sochmali otishga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94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Gaz quroli irritantlarining izlarini jabrlanganning teri yuzasidan olish uchun qaysi vosita ishlatiladi?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Distillangan suv bilan namlangan paxta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Formalin bilan namlangan doka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Etil spirti bilan namlangan doka tampon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Quruq filtr qog‘ozi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Etil spirti bilan namlangan doka tampon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Teri yuzasidan yuvmalar etil spirti bilan namlangan doka tampon yordamida olinadi. Keyin ular plastik paket yoki germetik idishga solinib, laboratoriyaga yuboriladi. Boshqa variantlar manbada ko‘rsatilmagan.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95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To‘q rangli kiyimda o‘q otishning qo‘shimcha omillari (qurum, porox va metall zarrachalari)ni aniqlash uchun qaysi tekshiruv qo‘llaniladi?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Infraqizil nurlarda fotografiya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Ultrabinafsha nurlarda tekshiruv</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Yumshoq (Bukki) nurlarda rentgenografiya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Emission spektral analiz</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Infraqizil nurlarda fotografiya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To‘q rangli kiyimda qo‘shimcha omillar infraqizil nurlarda fotografiya qilib aniqlanadi. Ultrabinafsha nur oz miqdordagi qurum va moy zarrachalari uchun, Bukki nurlari kirish teshigi atrofidagi metall uchun mo‘ljallangan. Emission spektral analiz esa metallning turini aniqlaydi.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98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Trotil portlovchi moddalarning qaysi guruhiga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Birlamchi (initsial) portlovchi moddalar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Ikkilamchi (brizant) portlovchi moddalar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Tarqatuvchi portlovchi moddalar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Pirotexnik tarkiblar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Ikkilamchi (brizant) portlovchi moddalar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Trotil ikkilamchi (brizant) guruhga kiradi: bunday moddalar detonatsiya ta’sirida qo‘zg‘aladi va ulardan snaryad, granata, mina tayyorlanadi. Birlamchi guruhga simob sianid va qo‘rg‘oshin trinitrorezorsinat kiradi. Tarqatuvchi guruhga porox kiradi. Pirotexnik tarkiblar esa oksidlovchi va yonilg‘i aralashmasidir.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99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Zamonaviy mayda kalibrli jangovor qurollarda og‘irlik markazi snaryadning pastki tomoniga siljitilgan o‘qlar qo‘llaniladi. Bunday o‘q tanaga kirganda qanday o‘zgarish ro‘y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Aylanma harakati kuchayib, to‘qimadan tor yara kanali hosil qilib o‘tadi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Tezligi keskin ortib, to‘qimada deyarli energiya qoldirmasdan chiqib ketadi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Turg‘unligini yo‘qotib, traektoriyasi va ta’sir vaqti ortadi, energiyasi to‘qimaga to‘liqroq beriladi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Darhol mayda bo‘laklarga bo‘linib, faqat yuzaki kontuzion ta’sir ko‘rsatadi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Turg‘unligini yo‘qotib, traektoriyasi va ta’sir vaqti ortadi, energiyasi to‘qimaga to‘liqroq beriladi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Og‘irlik markazi siljigan o‘q tanada turg‘un uchishini yo‘qotadi. Shu sababli uning yo‘li va ta’sir vaqti uzayadi, energiya to‘qimalarga ko‘proq o‘tadi va katta jarohat kanali, ichki a’zolar yorilishi, suyaklar sinishi kuzatiladi. Qolgan variantlar bunday o‘qning ta’siriga to‘g‘ri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90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Ekspert murdada o‘q otar yaraning kanali uzlukli ekanini aniqladi (kanal o‘tgan ayrim to‘qimalar qisqargan). Bu holat odatda nimadan dalolat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Shikastlanishning hayotiyligidan, ya’ni jarohat tirik paytda etkazilganidan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o‘lim qayd etilgandan keyin etkazilganidan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O‘q tirab otish yo‘li bilan etkazilganidan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O‘q tanaga kirishdan oldin to‘siqdan qaytganidan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Shikastlanishning hayotiyligidan, ya’ni jarohat tirik paytda etkazilganidan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Uzlukli kanal to‘qimalarning qisqarishi natijasida hosil bo‘ladi, bu esa tirik to‘qimaga xos reaksiya. Shuning uchun u shikastlanishning hayotiyligini ko‘rsatadi. Distansiya yoki to‘siq bilan o‘zaro ta’sir kanalning uzluksizligi bilan bog‘liq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90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Quyidagi moddalardan qaysi biri birlamchi (initsial) portlovchi moddalar guruhiga kiradi va detonatorlar tarkibida ikkilamchi portlovchi moddalarni qo‘zg‘atish uchun ishlatiladi?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Ammonal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Qora porox</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Trotil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Qo‘rg‘oshin trinitrorezorsinat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Qo‘rg‘oshin trinitrorezorsinat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Birlamchi portlovchi moddalar turli ta’sirlarga juda sezgir bo‘ladi, shuning uchun ular detonator va kapsyul tarkibida qo‘llanadi; ularga simob sianid va qo‘rg‘oshin trinitrorezorsinat kiradi. Ammonal va trotil ikkilamchi (brizant), qora porox esa tarqatuvchi moddalar guruhiga mansub.</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99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Ekspert uzun naysimon suyak bo‘laklarini yopishtirib tikladi. Suyakning bir tomonida atrofiga radial darzlar tarqalgan dumaloq defekt, qarama-qarshi tomonida esa kattaroq defekt va undan uzunasiga yo‘nalgan darzlar bor. O‘qning yo‘nalishi qanday?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Kattaroq defekt tomonidan kirib, radial darzli dumaloq defekt tomonidan chiqqan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Radial darzli dumaloq defekt tomonidan kirib, kattaroq defekt tomonidan chiqqan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Ikkala defekt ham kirish teshigi bo‘lib, jarohat ikkita o‘q bilan etkazilgan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Naysimon suyakda kirish va chiqish tomonini farqlab bo‘lmaydi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Radial darzli dumaloq defekt tomonidan kirib, kattaroq defekt tomonidan chiqqan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Naysimon suyakda kirish tomonida radial darzli dumaloq defekt bo‘ladi. Chiqish tomonida defekt kattaroq, undan chiquvchi darzlar esa uzunasiga yo‘nalgan. Shu belgilar bo‘yicha o‘qning yo‘nalishi aniqlanadi, qolgan fikrlar bu qonuniyatga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92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Portlash qurboni jarohatlarini tahlil qilgan ekspert detonatsiya mahsulotlarining ta’sirini topmadi. Jarohatlar atrof-muhit zarb to‘lqini, portlovchi moslama bo‘laklari va ikkilamchi snaryadlar ta’sirida vujudga kelgan. Bu portlashning qaysi distansiyasiga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Nisbatan yaqin distansiya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Portlovchi moslamaning tana bilan kontakti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Yaqin distansiya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Yaqin bo‘lmagan distansiya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Nisbatan yaqin distansiya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Nisbatan yaqin distansiyada detonatsiya mahsulotlari yetib bormaydi, shikastni zarb to‘lqini, moslama bo‘laklari va ikkilamchi snaryadlar etkazadi. Kontakt va yaqin distansiyada detonatsiya mahsulotlari ham ta’sir qiladi. Yaqin bo‘lmagan distansiyada zarb to‘lqini ham yo‘q, asosiy omillar faqat bo‘laklar va ikkilamchi snaryadlardir.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101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 ekspertizasida o‘q otar jarohat jabrlanganning o‘zi tomonidan etkazilganmi, degan savol hal etilmoqda. Qurol tepkisini bosa olish imkoniyati, otish distansiyasi va masofasi hamda kanal yo‘nalishi inobatga olinganda, qaysi topilma o‘z qo‘li bilan otilganlikni qo‘llab-quvvatlaydi?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Chiqish teshigi atrofida qurum va porox zarrachalarining aniqlanishi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Kirish teshigida shilinish hoshiyasining butunlay yo‘qligi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Qo‘l yuzalari, burun va quloq teshiklarida qurum, stvol uchi va kaftda jabrlanganning qon izlari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Ichki a’zolarda karboksigemoglobin hosil bo‘lmaganligi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Qo‘l yuzalari, burun va quloq teshiklarida qurum, stvol uchi va kaftda jabrlanganning qon izlari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O‘zini otgan shaxsning qo‘llarida, burun va quloq teshiklarida qurum izlari, qurol stvoli uchi va kaftida esa uning o‘z qoni topilishi mumkin. Chiqish teshigi atrofida qo‘shimcha omillar bo‘lmaydi. Shilinish hoshiyasi kirish teshigining odatiy belgisi, karboksigemoglobin esa porox gazlari ta’sirini ko‘rsatadi, ikkalasi ham o‘z qo‘li bilan otilganlikni isbotlamaydi.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97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Bilak sohasidagi teshib o‘tuvchi o‘q otar jarohatda chiqish teshigi atrofida konus shaklidagi to‘qima defekti aniqlandi, konusning uchi tashqariga qaragan. Bu defekt qaysi sharoitda hosil bo‘lishi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Porox gazlari chiqish teshigigacha yetib borib, to‘qimani emirgan bo‘lsa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O‘q tanada deformatsiyaga uchrab, yon yuzasi bilan chiqqan bo‘lsa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Tananing yupqa sohasida o‘q chiqish paytida katta energiyasini saqlab, yulma ta’sir ko‘rsatgan bo‘lsa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Chiqish sohasida tana qattiq jismga zich tiralib turgan bo‘lsa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Tananing yupqa sohasida o‘q chiqish paytida katta energiyasini saqlab, yulma ta’sir ko‘rsatgan bo‘lsa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Chiqish teshigi uchun defekt odatda xos emas. Faqat bilak, elka kabi yupqa sohalarda o‘q energiyasini yo‘qotmasdan chiqadi va yulma ta’sir ko‘rsatib, uchi tashqariga qaragan konussimon defekt hosil qiladi. Qattiq jismga tirab turish esa asosan shilinish hoshiyasini beradi, porox gazlari chiqish sohasiga ta’sir qilmaydi.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93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Murdada bitta kirish yarasi bor, uning atrofida ham kiyimda ham qurum, porox va metall zarrachalari topilmadi. Voqea joyida o‘q teshib o‘tgan eshik aniqlandi. Ekspertning qaysi xulosasi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Qo‘shimcha omillar izining yo‘qligi yaqin masofadan otilganlikni inkor etmaydi, chunki ular to‘siqda qolgan bo‘lishi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Qo‘shimcha omillar yo‘qligi otish faqat yaqin bo‘lmagan masofadan amalga oshirilganini ishonchli isbotlaydi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Bunday manzara faqat to‘liq germetik tirab otilganda kuzatiladi, shuning uchun otish tirab bo‘lgan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Bunday topilma jarohat o‘q otar quroldan emas, balki o‘tkir predmetdan etkazilganini bildiradi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Qo‘shimcha omillar izining yo‘qligi yaqin masofadan otilganlikni inkor etmaydi, chunki ular to‘siqda qolgan bo‘lishi mumkin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O‘q va qurol stvoli orasida to‘siq bo‘lsa, qurum, porox va boshqa qo‘shimcha omillar to‘siqda qoladi, o‘q esa uni teshib nishonga tegadi. Shu sababli bu omillarning yo‘qligi masofa haqida bir ma’noli xulosa chiqarishga imkon bermaydi. Tirab otishda esa omillar aksincha yara kanalida topiladi.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188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Stvolni kalla asosiga qaratgan holda bo‘yinga snaryadsiz (bo‘sh) patron bilan tirab otilgan. Jabrlanganda qaysi o‘zgarishni kutish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Bo‘yinning orqa tomonida yulduzsimon chiqish teshigi va undan chiqqan snaryad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Uzunligi 40-50 sm bo‘lgan ko‘r yara kanali va unda plastmassa bo‘laklari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kirish sohasida qurum va porox bilan qoplangan yuzaki halqasimon shilinma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Bosh miya va uning pardalari ostiga qon quyilishlar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Bosh miya va uning pardalari ostiga qon quyilishlar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Snaryadsiz patronda o‘q yo‘q, jarohatni tirab otishda porox gazlarining bosimi hosil qiladi. Stvol kalla asosiga yo‘naltirilganda gazlar bosh miya va pardalari ostiga qon quyilishlarini keltirib chiqaradi. Chiqish teshigi bo‘lmaydi, yuzaki shilinma esa faqat bir necha santimetr masofadan otishda uchraydi.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94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Ekspert murdaning bir tomonida ko‘p sonli, bir-biriga yaqin joylashgan kirish teshiklarini topdi. Teshiklarning shakli va o‘lchami, yara kanallari yo‘nalishi hamda otish distansiyasi o‘zaro farqlanmaydi. Jarohatlar qanday quroldan etkazilgan bo‘lishi ehtimol?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Silliq stvolli ikki stvolli ov miltig‘idan sochmali patron bilan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Avtomatik o‘q otar quroldan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Siqilgan havoda ishlaydigan pnevmatik quroldan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Yagona o‘qli kalta stvolli pistoletdan bitta otishda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Avtomatik o‘q otar quroldan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Avtomatik qurollardan bir minutda 900 tagacha o‘q uzish mumkin. Shu sababli tananing bir tomonida bir-biriga yaqin, bir xil ko‘rinishdagi ko‘p sonli jarohatlar hosil bo‘ladi. Sochmali patron ko‘pincha bitta asosiy teshik va atrofida mayda yaralar beradi, pnevmatik qurol esa bunday zichlikda jarohat etkazmaydi.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97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Jabrlanganda tirab otilgan jarohat topildi: terida siqilgan havo oqimiga xos lat eyish alomatlari bor, kirish atrofida qurum va porox yo‘q, yara kanali ko‘r. Jarohat qaysi quroldan etkazilgan bo‘lishi ehtimol?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Porox gazlari hisobiga ishlaydigan start pistoletidan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Stvolli gaz quroli patronidan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Pnevmatik quroldan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Qo‘lbola tayyorlangan atipik quroldan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Pnevmatik quroldan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Pnevmatik qurolda snaryad siqilgan havo bilan harakatlanadi, shuning uchun qo‘shimcha omillar izi bo‘lmaydi, tirab otilganda esa havo oqimi lat eyish belgisini beradi. Bunday qurollardan tanani teshib o‘tadigan jarohat etkazilmaydi, yara kanallari ko‘r bo‘ladi. Porox ishlatadigan qurollarda qurum va porox izlari kutiladi.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96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Kirish teshigi atrofida yonib ulgurmagan o‘q dori zarrachalari ignasimon shaklda ekani aniqlandi. Bu holat jarohat qaysi quroldan etkazilganligidan darak berishi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Revolverdan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Miltiqdan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Pistolet-pulemyotdan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Stvoli kesilgan qo‘lbola miltiqdan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Revolverdan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Yonib ulgurmagan o‘q dori zarrachalari uchburchak shaklda bo‘lsa, bu miltiqdan otilganligini ko‘rsatadi, ignasimon bo‘lsa revolverdan otilganligini bildiradi. Boshqa variantlar zarracha shakliga ko‘ra bunday xulosaga asos bermaydi.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201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Tananing qalin bo‘lmagan sohalari (bilak va ko‘krak) shikastlangan murdada ikkita kirish va ikkita chiqish teshigi topildi. Voqea joyida faqat bitta o‘q otilgani aniqlangan. Bu holat qanday izohlanadi?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Ikkinchi juft teshikni bilak suyagining bo‘laklari ikkilamchi snaryad sifatida hosil qilgan, o‘q esa faqat ko‘krakka kirgan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Bitta o‘q avval bilakni, so‘ng ko‘krakni teshib o‘tgan va har ikki sohada kirish hamda chiqish teshigi hosil qilgan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O‘q suyakka urilib ikkiga bo‘lingan va bitta kirish teshigidan ikkita chiqish teshigi paydo bo‘lgan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Ikkita o‘q bir nuqtadan birin-ketin kirgan va shu sababli teshiklar soni ikki baravar ko‘paygan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Bitta o‘q avval bilakni, so‘ng ko‘krakni teshib o‘tgan va har ikki sohada kirish hamda chiqish teshigi hosil qilgan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Tananing yupqa qismlarida (bilak, ko‘krak) bitta o‘q ketma-ket ikki sohadan o‘tib, ikki juft teshik qoldirishi mumkin. Bo‘linib ketgan o‘q yoki ikki o‘q bir nuqtadan kirgan holda esa kirish teshiklari soni ikkita bo‘lmaydi. Bitta o‘q otilgani aniq bo‘lsa, ikki o‘q varianti ham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90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Jarrohlik paytida shifokor ko‘r o‘q otar yaradan o‘qni topdi va uni keyinchalik kriminalistik tekshiruvga topshirishi kerak. O‘qni olishda qaysi usul to‘g‘ri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O‘qni metall pinset bilan mahkam qisib, tez tortib olish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O‘qni qisqich bilan ushlab, yuzasini doka bilan artib tozalash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O‘qni olgach, qurum izlarini yo‘qotish uchun antiseptik eritmada yuvish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Yuzasini tirnamaslik uchun o‘qni qo‘l barmoqlari yordamida olish</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Yuzasini tirnamaslik uchun o‘qni qo‘l barmoqlari yordamida olish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O‘q stvol kanalidan o‘tganda uning yuzasida ko‘zga ko‘rinmaydigan izlar qoladi, ular orqali qaysi stvoldan otilgani aniqlanadi. Metall asbob bilan qisish, artish yoki yuvish bu izlarni buzib, identifikatsiyani imkonsiz qilishi mumkin. Shuning uchun o‘qni barmoqlar bilan olish tavsiya etiladi.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181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 terisida cho‘zinchoq tarnovsimon tegib o‘tuvchi yara topildi. Uning bir uchida egilgan, yarim oy shaklida shilingan chet va ifloslanish belbog‘i bor, ikkinchi uchi esa o‘tkirroq, kam shilingan va torroq yirtilishli. O‘q qaysi yo‘nalishda uchgan?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Shilingan va ifloslangan uchdan o‘tkir uchga qarab</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O‘tkir uchdan shilingan va ifloslangan uchga qarab</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Yaraning o‘rtasidan ikkala uchiga qarab</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Yo‘nalishni aniqlab bo‘lmaydi, chunki tegib o‘tuvchi yarada kirish va chiqish farqi bo‘lmaydi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Shilingan va ifloslangan uchdan o‘tkir uchga qarab</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Tegib o‘tuvchi yarada o‘qning kirish tomoni egilgan, shilingan chetga ega bo‘ladi va u yerda ifloslanish belbog‘i uchraydi. Chiqish tomoni esa o‘tkirroq, kam shilingan, ba’zan torroq yirtilishli bo‘ladi. Shuning uchun o‘q shilingan uchdan o‘tkir uchga qarab harakatlangan.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181-182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Bir xil o‘qdan etkazilgan ikkita kirish yarasi tekshirilmoqda: biri peshonada (teri ostida suyak yaqin), ikkinchisi qorinda. Qaysi birida shilinish hoshiyasi kengroq bo‘lishi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Peshonada, chunki suyak yaqin bo‘lgan joyda o‘q terini ko‘proq ishqalaydi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Ikkalasida bir xil, chunki hoshiya kengligi faqat o‘q diametriga bog‘liq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Qorinda, chunki yumshoq sohalarda hoshiya suyak yaqin joylarga nisbatan kengroq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Hoshiya faqat chiqish teshigida bo‘ladi, kirish teshigida shilinish hoshiyasi hosil bo‘lmaydi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Qorinda, chunki yumshoq sohalarda hoshiya suyak yaqin joylarga nisbatan kengroq bo‘ladi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Kirishda o‘qning yon tomoni teriga ishqalanib, 1-3 mm kenglikdagi shilinish hoshiyasi hosil qiladi. Qorin va dumba kabi yumshoq sohalarda terining chuqurroq botishi tufayli hoshiya suyak yaqin joylarga qaraganda kengroq bo‘ladi. Hoshiya chiqish teshigida ko‘pincha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91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Kirish teshigi atrofidan 180 sm masofada otishning faqat porox va metall zarrachalari (uchinchi zona) topildi. Qaysi qurol uchun uchinchi zona bunday masofaga yetmaydi, ya’ni ular otgan bo‘lishi mumkin emas?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Makarov pistoleti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Kalashnikov avtomati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O‘yiqli stvolli miltiq</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Silliq stvolli ov miltig‘i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Makarov pistoleti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Uchinchi zona Makarov pistoletida 150 sm gacha, Kalashnikov avtomatida 200 sm gacha, o‘yiqli stvolli miltiqlarda 250 sm gacha, silliq stvolli ov miltiqlarida 500 sm gacha davom etadi. 180 sm Makarov uchun chegaradan oshadi, boshqa uchta qurol uchun esa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88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Ekspert 6 mm kalibrli stvolli gaz quroli patronini tekshirdi va unda porox yo‘qligini aniqladi. Ta’sirlovchi moddalar bunday patronda qaysi energiya hisobiga sochiladi?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Porox gazlarining kengayish energiyasi hisobiga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Siqilgan havoning energiyasi hisobiga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Stvol ichidagi pruzhinaning mexanik kuchi hisobiga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Kapsyul tarkibidagi moddalarning yonishidan hosil bo‘ladigan energiya hisobiga</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Kapsyul tarkibidagi moddalarning yonishidan hosil bo‘ladigan energiya hisobiga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Kalibri 6 mm bo‘lgan gaz qurollari patronida porox bo‘lmaydi. Irritantlar kapsyul tarkibidagi moddalar yonganda ajraladigan energiya bilan sochiladi. Porox yoki siqilgan havo varianti bu patronga mos emas, chunki porox yo‘q, siqilgan havo esa pnevmatik qurolga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95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4. O'q otar qurollardan jarohatlar</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3-modul. O‘tkir qurollar va o‘q otar jarohatlar; bet 230-290</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IV bo‘lim (10-13-boblar). O‘tkir qurollar, o‘q otar va portlash travmasi; bet 92-117</a:t>
            </a:r>
          </a:p>
          <a:p>
            <a:pPr>
              <a:spcAft>
                <a:spcPts val="1200"/>
              </a:spcAft>
            </a:pPr>
            <a:r>
              <a:rPr sz="1800">
                <a:solidFill>
                  <a:srgbClr val="1F2937"/>
                </a:solidFill>
                <a:latin typeface="Calibri"/>
              </a:rPr>
              <a:t>▸  Iskandarov A.I., Qo‘ldoshev D.R. Sud tibbiyoti (tibbiyot instituti talabalari uchun), Toshkent (egasi taqdim etgan; yopiq foydalanish). . IX-X-boblar. O‘tkir vositalar va o‘q otar qurollar; bet 149-201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